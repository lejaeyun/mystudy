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4" r:id="rId1"/>
  </p:sldMasterIdLst>
  <p:notesMasterIdLst>
    <p:notesMasterId r:id="rId4"/>
  </p:notesMasterIdLst>
  <p:sldIdLst>
    <p:sldId id="267" r:id="rId2"/>
    <p:sldId id="26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A0CD"/>
    <a:srgbClr val="95B3D7"/>
    <a:srgbClr val="77933C"/>
    <a:srgbClr val="044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2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32FEB-C40B-495A-8D85-418AC027E26C}" type="datetimeFigureOut">
              <a:rPr lang="ko-KR" altLang="en-US" smtClean="0"/>
              <a:t>2019-10-01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E5B16-89DB-460D-82FF-67C2F45014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89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5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136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147112"/>
            <a:ext cx="6264696" cy="401568"/>
          </a:xfrm>
        </p:spPr>
        <p:txBody>
          <a:bodyPr>
            <a:noAutofit/>
          </a:bodyPr>
          <a:lstStyle>
            <a:lvl1pPr algn="l">
              <a:defRPr sz="24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61459"/>
          </a:xfrm>
        </p:spPr>
        <p:txBody>
          <a:bodyPr/>
          <a:lstStyle>
            <a:lvl1pPr latinLnBrk="0">
              <a:defRPr sz="2400">
                <a:latin typeface="나눔고딕 ExtraBold" pitchFamily="50" charset="-127"/>
                <a:ea typeface="나눔고딕 ExtraBold" pitchFamily="50" charset="-127"/>
              </a:defRPr>
            </a:lvl1pPr>
            <a:lvl2pPr latinLnBrk="0">
              <a:defRPr sz="2000">
                <a:latin typeface="나눔고딕 ExtraBold" pitchFamily="50" charset="-127"/>
                <a:ea typeface="나눔고딕 ExtraBold" pitchFamily="50" charset="-127"/>
              </a:defRPr>
            </a:lvl2pPr>
            <a:lvl3pPr latinLnBrk="0">
              <a:defRPr sz="1800">
                <a:latin typeface="나눔고딕 ExtraBold" pitchFamily="50" charset="-127"/>
                <a:ea typeface="나눔고딕 ExtraBold" pitchFamily="50" charset="-127"/>
              </a:defRPr>
            </a:lvl3pPr>
            <a:lvl4pPr latinLnBrk="0">
              <a:defRPr sz="1600">
                <a:latin typeface="나눔고딕 ExtraBold" pitchFamily="50" charset="-127"/>
                <a:ea typeface="나눔고딕 ExtraBold" pitchFamily="50" charset="-127"/>
              </a:defRPr>
            </a:lvl4pPr>
            <a:lvl5pPr latinLnBrk="0">
              <a:defRPr sz="1400">
                <a:latin typeface="나눔고딕 ExtraBold" pitchFamily="50" charset="-127"/>
                <a:ea typeface="나눔고딕 ExtraBold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pic>
        <p:nvPicPr>
          <p:cNvPr id="12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7935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2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36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76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5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98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1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47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1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3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3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49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3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1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2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79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2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145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42875" y="0"/>
            <a:ext cx="8543925" cy="61261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87" y="6169107"/>
            <a:ext cx="9144000" cy="688893"/>
          </a:xfrm>
          <a:prstGeom prst="rect">
            <a:avLst/>
          </a:prstGeom>
        </p:spPr>
      </p:pic>
      <p:pic>
        <p:nvPicPr>
          <p:cNvPr id="10" name="Picture 6" descr="C:\Users\Donggeon Lee\Desktop\IoT\pnu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980" y="6503867"/>
            <a:ext cx="1246996" cy="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283968" y="6556058"/>
            <a:ext cx="64807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59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487363" y="2959100"/>
            <a:ext cx="4013200" cy="465138"/>
            <a:chOff x="2014" y="1864"/>
            <a:chExt cx="3005" cy="317"/>
          </a:xfrm>
        </p:grpSpPr>
        <p:sp>
          <p:nvSpPr>
            <p:cNvPr id="4" name="Rectangle 10"/>
            <p:cNvSpPr>
              <a:spLocks noChangeArrowheads="1"/>
            </p:cNvSpPr>
            <p:nvPr/>
          </p:nvSpPr>
          <p:spPr bwMode="auto">
            <a:xfrm>
              <a:off x="2014" y="1864"/>
              <a:ext cx="2364" cy="317"/>
            </a:xfrm>
            <a:prstGeom prst="rect">
              <a:avLst/>
            </a:prstGeom>
            <a:gradFill rotWithShape="1">
              <a:gsLst>
                <a:gs pos="0">
                  <a:srgbClr val="9ABCDE"/>
                </a:gs>
                <a:gs pos="100000">
                  <a:srgbClr val="DCE8F4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Rectangle 16"/>
            <p:cNvSpPr>
              <a:spLocks noChangeArrowheads="1"/>
            </p:cNvSpPr>
            <p:nvPr/>
          </p:nvSpPr>
          <p:spPr bwMode="auto">
            <a:xfrm>
              <a:off x="4671" y="1864"/>
              <a:ext cx="150" cy="317"/>
            </a:xfrm>
            <a:prstGeom prst="rect">
              <a:avLst/>
            </a:prstGeom>
            <a:solidFill>
              <a:srgbClr val="9ABCDE">
                <a:alpha val="27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6" name="Rectangle 17"/>
            <p:cNvSpPr>
              <a:spLocks noChangeArrowheads="1"/>
            </p:cNvSpPr>
            <p:nvPr/>
          </p:nvSpPr>
          <p:spPr bwMode="auto">
            <a:xfrm>
              <a:off x="4855" y="1864"/>
              <a:ext cx="164" cy="317"/>
            </a:xfrm>
            <a:prstGeom prst="rect">
              <a:avLst/>
            </a:prstGeom>
            <a:solidFill>
              <a:srgbClr val="9ABCDE">
                <a:alpha val="2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7" name="Rectangle 18"/>
            <p:cNvSpPr>
              <a:spLocks noChangeArrowheads="1"/>
            </p:cNvSpPr>
            <p:nvPr/>
          </p:nvSpPr>
          <p:spPr bwMode="auto">
            <a:xfrm>
              <a:off x="4428" y="1864"/>
              <a:ext cx="206" cy="317"/>
            </a:xfrm>
            <a:prstGeom prst="rect">
              <a:avLst/>
            </a:prstGeom>
            <a:solidFill>
              <a:srgbClr val="9ABCDE">
                <a:alpha val="3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357313" y="4443413"/>
            <a:ext cx="7786687" cy="57150"/>
          </a:xfrm>
          <a:prstGeom prst="rect">
            <a:avLst/>
          </a:prstGeom>
          <a:solidFill>
            <a:srgbClr val="9ABCDE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1">
                <a:lumMod val="50000"/>
              </a:schemeClr>
            </a:outerShdw>
          </a:effectLst>
        </p:spPr>
        <p:txBody>
          <a:bodyPr wrap="none" lIns="91431" tIns="45715" rIns="91431" bIns="45715" anchor="ctr"/>
          <a:lstStyle/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4414" y="32861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2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5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CE730-840F-46C5-B375-B608F83D27B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15" cstate="print"/>
          <a:srcRect l="3016" t="5763" r="1886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그룹 13"/>
          <p:cNvGrpSpPr/>
          <p:nvPr/>
        </p:nvGrpSpPr>
        <p:grpSpPr>
          <a:xfrm>
            <a:off x="241996" y="0"/>
            <a:ext cx="8902004" cy="392867"/>
            <a:chOff x="241067" y="4763"/>
            <a:chExt cx="8902004" cy="392867"/>
          </a:xfrm>
          <a:effectLst>
            <a:outerShdw blurRad="50800" dist="38100" dir="5400000" algn="t" rotWithShape="0">
              <a:prstClr val="black">
                <a:alpha val="12000"/>
              </a:prstClr>
            </a:outerShdw>
          </a:effectLst>
        </p:grpSpPr>
        <p:sp>
          <p:nvSpPr>
            <p:cNvPr id="17" name="직사각형 11"/>
            <p:cNvSpPr/>
            <p:nvPr/>
          </p:nvSpPr>
          <p:spPr bwMode="auto">
            <a:xfrm>
              <a:off x="6516215" y="60697"/>
              <a:ext cx="2171699" cy="283270"/>
            </a:xfrm>
            <a:custGeom>
              <a:avLst/>
              <a:gdLst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0 w 2195736"/>
                <a:gd name="connsiteY3" fmla="*/ 283270 h 283270"/>
                <a:gd name="connsiteX4" fmla="*/ 0 w 2195736"/>
                <a:gd name="connsiteY4" fmla="*/ 0 h 283270"/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504825 w 2195736"/>
                <a:gd name="connsiteY3" fmla="*/ 283270 h 283270"/>
                <a:gd name="connsiteX4" fmla="*/ 0 w 2195736"/>
                <a:gd name="connsiteY4" fmla="*/ 0 h 283270"/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504825 w 2195736"/>
                <a:gd name="connsiteY3" fmla="*/ 283270 h 283270"/>
                <a:gd name="connsiteX4" fmla="*/ 0 w 2195736"/>
                <a:gd name="connsiteY4" fmla="*/ 0 h 283270"/>
                <a:gd name="connsiteX0" fmla="*/ 124669 w 2320405"/>
                <a:gd name="connsiteY0" fmla="*/ 0 h 283270"/>
                <a:gd name="connsiteX1" fmla="*/ 2320405 w 2320405"/>
                <a:gd name="connsiteY1" fmla="*/ 0 h 283270"/>
                <a:gd name="connsiteX2" fmla="*/ 2320405 w 2320405"/>
                <a:gd name="connsiteY2" fmla="*/ 283270 h 283270"/>
                <a:gd name="connsiteX3" fmla="*/ 629494 w 2320405"/>
                <a:gd name="connsiteY3" fmla="*/ 283270 h 283270"/>
                <a:gd name="connsiteX4" fmla="*/ 310630 w 2320405"/>
                <a:gd name="connsiteY4" fmla="*/ 123875 h 283270"/>
                <a:gd name="connsiteX5" fmla="*/ 124669 w 2320405"/>
                <a:gd name="connsiteY5" fmla="*/ 0 h 283270"/>
                <a:gd name="connsiteX0" fmla="*/ 124669 w 2320405"/>
                <a:gd name="connsiteY0" fmla="*/ 0 h 283270"/>
                <a:gd name="connsiteX1" fmla="*/ 2320405 w 2320405"/>
                <a:gd name="connsiteY1" fmla="*/ 0 h 283270"/>
                <a:gd name="connsiteX2" fmla="*/ 2320405 w 2320405"/>
                <a:gd name="connsiteY2" fmla="*/ 283270 h 283270"/>
                <a:gd name="connsiteX3" fmla="*/ 629494 w 2320405"/>
                <a:gd name="connsiteY3" fmla="*/ 283270 h 283270"/>
                <a:gd name="connsiteX4" fmla="*/ 310630 w 2320405"/>
                <a:gd name="connsiteY4" fmla="*/ 123875 h 283270"/>
                <a:gd name="connsiteX5" fmla="*/ 124669 w 2320405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61312 w 2261798"/>
                <a:gd name="connsiteY0" fmla="*/ 0 h 288033"/>
                <a:gd name="connsiteX1" fmla="*/ 2261798 w 2261798"/>
                <a:gd name="connsiteY1" fmla="*/ 4763 h 288033"/>
                <a:gd name="connsiteX2" fmla="*/ 2261798 w 2261798"/>
                <a:gd name="connsiteY2" fmla="*/ 288033 h 288033"/>
                <a:gd name="connsiteX3" fmla="*/ 570887 w 2261798"/>
                <a:gd name="connsiteY3" fmla="*/ 288033 h 288033"/>
                <a:gd name="connsiteX4" fmla="*/ 187729 w 2261798"/>
                <a:gd name="connsiteY4" fmla="*/ 35769 h 288033"/>
                <a:gd name="connsiteX5" fmla="*/ 161312 w 2261798"/>
                <a:gd name="connsiteY5" fmla="*/ 0 h 288033"/>
                <a:gd name="connsiteX0" fmla="*/ 164142 w 2255103"/>
                <a:gd name="connsiteY0" fmla="*/ 0 h 288033"/>
                <a:gd name="connsiteX1" fmla="*/ 2255103 w 2255103"/>
                <a:gd name="connsiteY1" fmla="*/ 4763 h 288033"/>
                <a:gd name="connsiteX2" fmla="*/ 2255103 w 2255103"/>
                <a:gd name="connsiteY2" fmla="*/ 288033 h 288033"/>
                <a:gd name="connsiteX3" fmla="*/ 564192 w 2255103"/>
                <a:gd name="connsiteY3" fmla="*/ 288033 h 288033"/>
                <a:gd name="connsiteX4" fmla="*/ 181034 w 2255103"/>
                <a:gd name="connsiteY4" fmla="*/ 35769 h 288033"/>
                <a:gd name="connsiteX5" fmla="*/ 164142 w 2255103"/>
                <a:gd name="connsiteY5" fmla="*/ 0 h 288033"/>
                <a:gd name="connsiteX0" fmla="*/ 160988 w 2251949"/>
                <a:gd name="connsiteY0" fmla="*/ 1095 h 289128"/>
                <a:gd name="connsiteX1" fmla="*/ 2251949 w 2251949"/>
                <a:gd name="connsiteY1" fmla="*/ 5858 h 289128"/>
                <a:gd name="connsiteX2" fmla="*/ 2251949 w 2251949"/>
                <a:gd name="connsiteY2" fmla="*/ 289128 h 289128"/>
                <a:gd name="connsiteX3" fmla="*/ 561038 w 2251949"/>
                <a:gd name="connsiteY3" fmla="*/ 289128 h 289128"/>
                <a:gd name="connsiteX4" fmla="*/ 177880 w 2251949"/>
                <a:gd name="connsiteY4" fmla="*/ 36864 h 289128"/>
                <a:gd name="connsiteX5" fmla="*/ 160988 w 2251949"/>
                <a:gd name="connsiteY5" fmla="*/ 1095 h 289128"/>
                <a:gd name="connsiteX0" fmla="*/ 160988 w 2251949"/>
                <a:gd name="connsiteY0" fmla="*/ 1095 h 289128"/>
                <a:gd name="connsiteX1" fmla="*/ 2251949 w 2251949"/>
                <a:gd name="connsiteY1" fmla="*/ 5858 h 289128"/>
                <a:gd name="connsiteX2" fmla="*/ 2251949 w 2251949"/>
                <a:gd name="connsiteY2" fmla="*/ 289128 h 289128"/>
                <a:gd name="connsiteX3" fmla="*/ 561038 w 2251949"/>
                <a:gd name="connsiteY3" fmla="*/ 289128 h 289128"/>
                <a:gd name="connsiteX4" fmla="*/ 177880 w 2251949"/>
                <a:gd name="connsiteY4" fmla="*/ 36864 h 289128"/>
                <a:gd name="connsiteX5" fmla="*/ 160988 w 2251949"/>
                <a:gd name="connsiteY5" fmla="*/ 1095 h 289128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181212 w 2250518"/>
                <a:gd name="connsiteY4" fmla="*/ 38827 h 288710"/>
                <a:gd name="connsiteX5" fmla="*/ 159557 w 2250518"/>
                <a:gd name="connsiteY5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43138 w 2250518"/>
                <a:gd name="connsiteY4" fmla="*/ 1674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43138 w 2250518"/>
                <a:gd name="connsiteY4" fmla="*/ 1674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212169 w 2250518"/>
                <a:gd name="connsiteY4" fmla="*/ 531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212169 w 2250518"/>
                <a:gd name="connsiteY4" fmla="*/ 531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7419 w 2250518"/>
                <a:gd name="connsiteY4" fmla="*/ 122173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7419 w 2250518"/>
                <a:gd name="connsiteY4" fmla="*/ 122173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5038 w 2250518"/>
                <a:gd name="connsiteY4" fmla="*/ 136461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5038 w 2250518"/>
                <a:gd name="connsiteY4" fmla="*/ 136461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303262 w 2248742"/>
                <a:gd name="connsiteY4" fmla="*/ 136823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369937 w 2248742"/>
                <a:gd name="connsiteY4" fmla="*/ 179686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253256 w 2248742"/>
                <a:gd name="connsiteY4" fmla="*/ 96342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41696 w 2232657"/>
                <a:gd name="connsiteY0" fmla="*/ 0 h 288033"/>
                <a:gd name="connsiteX1" fmla="*/ 2232657 w 2232657"/>
                <a:gd name="connsiteY1" fmla="*/ 4763 h 288033"/>
                <a:gd name="connsiteX2" fmla="*/ 2232657 w 2232657"/>
                <a:gd name="connsiteY2" fmla="*/ 288033 h 288033"/>
                <a:gd name="connsiteX3" fmla="*/ 632234 w 2232657"/>
                <a:gd name="connsiteY3" fmla="*/ 278508 h 288033"/>
                <a:gd name="connsiteX4" fmla="*/ 237171 w 2232657"/>
                <a:gd name="connsiteY4" fmla="*/ 95303 h 288033"/>
                <a:gd name="connsiteX5" fmla="*/ 141696 w 2232657"/>
                <a:gd name="connsiteY5" fmla="*/ 0 h 288033"/>
                <a:gd name="connsiteX0" fmla="*/ 116057 w 2340368"/>
                <a:gd name="connsiteY0" fmla="*/ 0 h 285651"/>
                <a:gd name="connsiteX1" fmla="*/ 2340368 w 2340368"/>
                <a:gd name="connsiteY1" fmla="*/ 2381 h 285651"/>
                <a:gd name="connsiteX2" fmla="*/ 2340368 w 2340368"/>
                <a:gd name="connsiteY2" fmla="*/ 285651 h 285651"/>
                <a:gd name="connsiteX3" fmla="*/ 739945 w 2340368"/>
                <a:gd name="connsiteY3" fmla="*/ 276126 h 285651"/>
                <a:gd name="connsiteX4" fmla="*/ 344882 w 2340368"/>
                <a:gd name="connsiteY4" fmla="*/ 92921 h 285651"/>
                <a:gd name="connsiteX5" fmla="*/ 116057 w 2340368"/>
                <a:gd name="connsiteY5" fmla="*/ 0 h 285651"/>
                <a:gd name="connsiteX0" fmla="*/ 0 w 1995486"/>
                <a:gd name="connsiteY0" fmla="*/ 98156 h 290886"/>
                <a:gd name="connsiteX1" fmla="*/ 1995486 w 1995486"/>
                <a:gd name="connsiteY1" fmla="*/ 7616 h 290886"/>
                <a:gd name="connsiteX2" fmla="*/ 1995486 w 1995486"/>
                <a:gd name="connsiteY2" fmla="*/ 290886 h 290886"/>
                <a:gd name="connsiteX3" fmla="*/ 395063 w 1995486"/>
                <a:gd name="connsiteY3" fmla="*/ 281361 h 290886"/>
                <a:gd name="connsiteX4" fmla="*/ 0 w 1995486"/>
                <a:gd name="connsiteY4" fmla="*/ 98156 h 290886"/>
                <a:gd name="connsiteX0" fmla="*/ 0 w 2171699"/>
                <a:gd name="connsiteY0" fmla="*/ 29394 h 312612"/>
                <a:gd name="connsiteX1" fmla="*/ 2171699 w 2171699"/>
                <a:gd name="connsiteY1" fmla="*/ 29342 h 312612"/>
                <a:gd name="connsiteX2" fmla="*/ 2171699 w 2171699"/>
                <a:gd name="connsiteY2" fmla="*/ 312612 h 312612"/>
                <a:gd name="connsiteX3" fmla="*/ 571276 w 2171699"/>
                <a:gd name="connsiteY3" fmla="*/ 303087 h 312612"/>
                <a:gd name="connsiteX4" fmla="*/ 0 w 2171699"/>
                <a:gd name="connsiteY4" fmla="*/ 29394 h 312612"/>
                <a:gd name="connsiteX0" fmla="*/ 0 w 2171699"/>
                <a:gd name="connsiteY0" fmla="*/ 30461 h 311298"/>
                <a:gd name="connsiteX1" fmla="*/ 2171699 w 2171699"/>
                <a:gd name="connsiteY1" fmla="*/ 28028 h 311298"/>
                <a:gd name="connsiteX2" fmla="*/ 2171699 w 2171699"/>
                <a:gd name="connsiteY2" fmla="*/ 311298 h 311298"/>
                <a:gd name="connsiteX3" fmla="*/ 571276 w 2171699"/>
                <a:gd name="connsiteY3" fmla="*/ 301773 h 311298"/>
                <a:gd name="connsiteX4" fmla="*/ 0 w 2171699"/>
                <a:gd name="connsiteY4" fmla="*/ 30461 h 311298"/>
                <a:gd name="connsiteX0" fmla="*/ 0 w 2171699"/>
                <a:gd name="connsiteY0" fmla="*/ 17231 h 298068"/>
                <a:gd name="connsiteX1" fmla="*/ 2171699 w 2171699"/>
                <a:gd name="connsiteY1" fmla="*/ 14798 h 298068"/>
                <a:gd name="connsiteX2" fmla="*/ 2171699 w 2171699"/>
                <a:gd name="connsiteY2" fmla="*/ 298068 h 298068"/>
                <a:gd name="connsiteX3" fmla="*/ 571276 w 2171699"/>
                <a:gd name="connsiteY3" fmla="*/ 288543 h 298068"/>
                <a:gd name="connsiteX4" fmla="*/ 0 w 2171699"/>
                <a:gd name="connsiteY4" fmla="*/ 17231 h 298068"/>
                <a:gd name="connsiteX0" fmla="*/ 0 w 2171699"/>
                <a:gd name="connsiteY0" fmla="*/ 3595 h 284432"/>
                <a:gd name="connsiteX1" fmla="*/ 2171699 w 2171699"/>
                <a:gd name="connsiteY1" fmla="*/ 1162 h 284432"/>
                <a:gd name="connsiteX2" fmla="*/ 2171699 w 2171699"/>
                <a:gd name="connsiteY2" fmla="*/ 284432 h 284432"/>
                <a:gd name="connsiteX3" fmla="*/ 571276 w 2171699"/>
                <a:gd name="connsiteY3" fmla="*/ 274907 h 284432"/>
                <a:gd name="connsiteX4" fmla="*/ 0 w 2171699"/>
                <a:gd name="connsiteY4" fmla="*/ 3595 h 284432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4295"/>
                <a:gd name="connsiteX1" fmla="*/ 2171699 w 2171699"/>
                <a:gd name="connsiteY1" fmla="*/ 0 h 284295"/>
                <a:gd name="connsiteX2" fmla="*/ 2171699 w 2171699"/>
                <a:gd name="connsiteY2" fmla="*/ 283270 h 284295"/>
                <a:gd name="connsiteX3" fmla="*/ 573657 w 2171699"/>
                <a:gd name="connsiteY3" fmla="*/ 280889 h 284295"/>
                <a:gd name="connsiteX4" fmla="*/ 0 w 2171699"/>
                <a:gd name="connsiteY4" fmla="*/ 2433 h 284295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3657 w 2171699"/>
                <a:gd name="connsiteY3" fmla="*/ 280889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3657 w 2171699"/>
                <a:gd name="connsiteY3" fmla="*/ 280889 h 283270"/>
                <a:gd name="connsiteX4" fmla="*/ 0 w 2171699"/>
                <a:gd name="connsiteY4" fmla="*/ 2433 h 283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1699" h="283270">
                  <a:moveTo>
                    <a:pt x="0" y="2433"/>
                  </a:moveTo>
                  <a:lnTo>
                    <a:pt x="2171699" y="0"/>
                  </a:lnTo>
                  <a:lnTo>
                    <a:pt x="2171699" y="283270"/>
                  </a:lnTo>
                  <a:lnTo>
                    <a:pt x="573657" y="280889"/>
                  </a:lnTo>
                  <a:cubicBezTo>
                    <a:pt x="303783" y="302344"/>
                    <a:pt x="189273" y="25030"/>
                    <a:pt x="0" y="24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5000"/>
                </a:prstClr>
              </a:outerShdw>
            </a:effectLst>
          </p:spPr>
          <p:txBody>
            <a:bodyPr wrap="none" rtlCol="0" anchor="ctr"/>
            <a:lstStyle/>
            <a:p>
              <a:pPr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 bwMode="auto">
            <a:xfrm>
              <a:off x="6971372" y="114360"/>
              <a:ext cx="2171699" cy="283270"/>
            </a:xfrm>
            <a:custGeom>
              <a:avLst/>
              <a:gdLst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0 w 2195736"/>
                <a:gd name="connsiteY3" fmla="*/ 283270 h 283270"/>
                <a:gd name="connsiteX4" fmla="*/ 0 w 2195736"/>
                <a:gd name="connsiteY4" fmla="*/ 0 h 283270"/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504825 w 2195736"/>
                <a:gd name="connsiteY3" fmla="*/ 283270 h 283270"/>
                <a:gd name="connsiteX4" fmla="*/ 0 w 2195736"/>
                <a:gd name="connsiteY4" fmla="*/ 0 h 283270"/>
                <a:gd name="connsiteX0" fmla="*/ 0 w 2195736"/>
                <a:gd name="connsiteY0" fmla="*/ 0 h 283270"/>
                <a:gd name="connsiteX1" fmla="*/ 2195736 w 2195736"/>
                <a:gd name="connsiteY1" fmla="*/ 0 h 283270"/>
                <a:gd name="connsiteX2" fmla="*/ 2195736 w 2195736"/>
                <a:gd name="connsiteY2" fmla="*/ 283270 h 283270"/>
                <a:gd name="connsiteX3" fmla="*/ 504825 w 2195736"/>
                <a:gd name="connsiteY3" fmla="*/ 283270 h 283270"/>
                <a:gd name="connsiteX4" fmla="*/ 0 w 2195736"/>
                <a:gd name="connsiteY4" fmla="*/ 0 h 283270"/>
                <a:gd name="connsiteX0" fmla="*/ 124669 w 2320405"/>
                <a:gd name="connsiteY0" fmla="*/ 0 h 283270"/>
                <a:gd name="connsiteX1" fmla="*/ 2320405 w 2320405"/>
                <a:gd name="connsiteY1" fmla="*/ 0 h 283270"/>
                <a:gd name="connsiteX2" fmla="*/ 2320405 w 2320405"/>
                <a:gd name="connsiteY2" fmla="*/ 283270 h 283270"/>
                <a:gd name="connsiteX3" fmla="*/ 629494 w 2320405"/>
                <a:gd name="connsiteY3" fmla="*/ 283270 h 283270"/>
                <a:gd name="connsiteX4" fmla="*/ 310630 w 2320405"/>
                <a:gd name="connsiteY4" fmla="*/ 123875 h 283270"/>
                <a:gd name="connsiteX5" fmla="*/ 124669 w 2320405"/>
                <a:gd name="connsiteY5" fmla="*/ 0 h 283270"/>
                <a:gd name="connsiteX0" fmla="*/ 124669 w 2320405"/>
                <a:gd name="connsiteY0" fmla="*/ 0 h 283270"/>
                <a:gd name="connsiteX1" fmla="*/ 2320405 w 2320405"/>
                <a:gd name="connsiteY1" fmla="*/ 0 h 283270"/>
                <a:gd name="connsiteX2" fmla="*/ 2320405 w 2320405"/>
                <a:gd name="connsiteY2" fmla="*/ 283270 h 283270"/>
                <a:gd name="connsiteX3" fmla="*/ 629494 w 2320405"/>
                <a:gd name="connsiteY3" fmla="*/ 283270 h 283270"/>
                <a:gd name="connsiteX4" fmla="*/ 310630 w 2320405"/>
                <a:gd name="connsiteY4" fmla="*/ 123875 h 283270"/>
                <a:gd name="connsiteX5" fmla="*/ 124669 w 2320405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37340 w 2333076"/>
                <a:gd name="connsiteY0" fmla="*/ 0 h 283270"/>
                <a:gd name="connsiteX1" fmla="*/ 2333076 w 2333076"/>
                <a:gd name="connsiteY1" fmla="*/ 0 h 283270"/>
                <a:gd name="connsiteX2" fmla="*/ 2333076 w 2333076"/>
                <a:gd name="connsiteY2" fmla="*/ 283270 h 283270"/>
                <a:gd name="connsiteX3" fmla="*/ 642165 w 2333076"/>
                <a:gd name="connsiteY3" fmla="*/ 283270 h 283270"/>
                <a:gd name="connsiteX4" fmla="*/ 259007 w 2333076"/>
                <a:gd name="connsiteY4" fmla="*/ 31006 h 283270"/>
                <a:gd name="connsiteX5" fmla="*/ 137340 w 2333076"/>
                <a:gd name="connsiteY5" fmla="*/ 0 h 283270"/>
                <a:gd name="connsiteX0" fmla="*/ 161312 w 2261798"/>
                <a:gd name="connsiteY0" fmla="*/ 0 h 288033"/>
                <a:gd name="connsiteX1" fmla="*/ 2261798 w 2261798"/>
                <a:gd name="connsiteY1" fmla="*/ 4763 h 288033"/>
                <a:gd name="connsiteX2" fmla="*/ 2261798 w 2261798"/>
                <a:gd name="connsiteY2" fmla="*/ 288033 h 288033"/>
                <a:gd name="connsiteX3" fmla="*/ 570887 w 2261798"/>
                <a:gd name="connsiteY3" fmla="*/ 288033 h 288033"/>
                <a:gd name="connsiteX4" fmla="*/ 187729 w 2261798"/>
                <a:gd name="connsiteY4" fmla="*/ 35769 h 288033"/>
                <a:gd name="connsiteX5" fmla="*/ 161312 w 2261798"/>
                <a:gd name="connsiteY5" fmla="*/ 0 h 288033"/>
                <a:gd name="connsiteX0" fmla="*/ 164142 w 2255103"/>
                <a:gd name="connsiteY0" fmla="*/ 0 h 288033"/>
                <a:gd name="connsiteX1" fmla="*/ 2255103 w 2255103"/>
                <a:gd name="connsiteY1" fmla="*/ 4763 h 288033"/>
                <a:gd name="connsiteX2" fmla="*/ 2255103 w 2255103"/>
                <a:gd name="connsiteY2" fmla="*/ 288033 h 288033"/>
                <a:gd name="connsiteX3" fmla="*/ 564192 w 2255103"/>
                <a:gd name="connsiteY3" fmla="*/ 288033 h 288033"/>
                <a:gd name="connsiteX4" fmla="*/ 181034 w 2255103"/>
                <a:gd name="connsiteY4" fmla="*/ 35769 h 288033"/>
                <a:gd name="connsiteX5" fmla="*/ 164142 w 2255103"/>
                <a:gd name="connsiteY5" fmla="*/ 0 h 288033"/>
                <a:gd name="connsiteX0" fmla="*/ 160988 w 2251949"/>
                <a:gd name="connsiteY0" fmla="*/ 1095 h 289128"/>
                <a:gd name="connsiteX1" fmla="*/ 2251949 w 2251949"/>
                <a:gd name="connsiteY1" fmla="*/ 5858 h 289128"/>
                <a:gd name="connsiteX2" fmla="*/ 2251949 w 2251949"/>
                <a:gd name="connsiteY2" fmla="*/ 289128 h 289128"/>
                <a:gd name="connsiteX3" fmla="*/ 561038 w 2251949"/>
                <a:gd name="connsiteY3" fmla="*/ 289128 h 289128"/>
                <a:gd name="connsiteX4" fmla="*/ 177880 w 2251949"/>
                <a:gd name="connsiteY4" fmla="*/ 36864 h 289128"/>
                <a:gd name="connsiteX5" fmla="*/ 160988 w 2251949"/>
                <a:gd name="connsiteY5" fmla="*/ 1095 h 289128"/>
                <a:gd name="connsiteX0" fmla="*/ 160988 w 2251949"/>
                <a:gd name="connsiteY0" fmla="*/ 1095 h 289128"/>
                <a:gd name="connsiteX1" fmla="*/ 2251949 w 2251949"/>
                <a:gd name="connsiteY1" fmla="*/ 5858 h 289128"/>
                <a:gd name="connsiteX2" fmla="*/ 2251949 w 2251949"/>
                <a:gd name="connsiteY2" fmla="*/ 289128 h 289128"/>
                <a:gd name="connsiteX3" fmla="*/ 561038 w 2251949"/>
                <a:gd name="connsiteY3" fmla="*/ 289128 h 289128"/>
                <a:gd name="connsiteX4" fmla="*/ 177880 w 2251949"/>
                <a:gd name="connsiteY4" fmla="*/ 36864 h 289128"/>
                <a:gd name="connsiteX5" fmla="*/ 160988 w 2251949"/>
                <a:gd name="connsiteY5" fmla="*/ 1095 h 289128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181212 w 2250518"/>
                <a:gd name="connsiteY4" fmla="*/ 38827 h 288710"/>
                <a:gd name="connsiteX5" fmla="*/ 159557 w 2250518"/>
                <a:gd name="connsiteY5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559607 w 2250518"/>
                <a:gd name="connsiteY3" fmla="*/ 288710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31231 w 2250518"/>
                <a:gd name="connsiteY4" fmla="*/ 174560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43138 w 2250518"/>
                <a:gd name="connsiteY4" fmla="*/ 1674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43138 w 2250518"/>
                <a:gd name="connsiteY4" fmla="*/ 1674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212169 w 2250518"/>
                <a:gd name="connsiteY4" fmla="*/ 531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212169 w 2250518"/>
                <a:gd name="connsiteY4" fmla="*/ 53116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7419 w 2250518"/>
                <a:gd name="connsiteY4" fmla="*/ 122173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7419 w 2250518"/>
                <a:gd name="connsiteY4" fmla="*/ 122173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5038 w 2250518"/>
                <a:gd name="connsiteY4" fmla="*/ 136461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9557 w 2250518"/>
                <a:gd name="connsiteY0" fmla="*/ 677 h 288710"/>
                <a:gd name="connsiteX1" fmla="*/ 2250518 w 2250518"/>
                <a:gd name="connsiteY1" fmla="*/ 5440 h 288710"/>
                <a:gd name="connsiteX2" fmla="*/ 2250518 w 2250518"/>
                <a:gd name="connsiteY2" fmla="*/ 288710 h 288710"/>
                <a:gd name="connsiteX3" fmla="*/ 650095 w 2250518"/>
                <a:gd name="connsiteY3" fmla="*/ 279185 h 288710"/>
                <a:gd name="connsiteX4" fmla="*/ 305038 w 2250518"/>
                <a:gd name="connsiteY4" fmla="*/ 136461 h 288710"/>
                <a:gd name="connsiteX5" fmla="*/ 181212 w 2250518"/>
                <a:gd name="connsiteY5" fmla="*/ 38827 h 288710"/>
                <a:gd name="connsiteX6" fmla="*/ 159557 w 2250518"/>
                <a:gd name="connsiteY6" fmla="*/ 677 h 288710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303262 w 2248742"/>
                <a:gd name="connsiteY4" fmla="*/ 136823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369937 w 2248742"/>
                <a:gd name="connsiteY4" fmla="*/ 179686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57781 w 2248742"/>
                <a:gd name="connsiteY0" fmla="*/ 1039 h 289072"/>
                <a:gd name="connsiteX1" fmla="*/ 2248742 w 2248742"/>
                <a:gd name="connsiteY1" fmla="*/ 5802 h 289072"/>
                <a:gd name="connsiteX2" fmla="*/ 2248742 w 2248742"/>
                <a:gd name="connsiteY2" fmla="*/ 289072 h 289072"/>
                <a:gd name="connsiteX3" fmla="*/ 648319 w 2248742"/>
                <a:gd name="connsiteY3" fmla="*/ 279547 h 289072"/>
                <a:gd name="connsiteX4" fmla="*/ 253256 w 2248742"/>
                <a:gd name="connsiteY4" fmla="*/ 96342 h 289072"/>
                <a:gd name="connsiteX5" fmla="*/ 179436 w 2248742"/>
                <a:gd name="connsiteY5" fmla="*/ 39189 h 289072"/>
                <a:gd name="connsiteX6" fmla="*/ 157781 w 2248742"/>
                <a:gd name="connsiteY6" fmla="*/ 1039 h 289072"/>
                <a:gd name="connsiteX0" fmla="*/ 141696 w 2232657"/>
                <a:gd name="connsiteY0" fmla="*/ 0 h 288033"/>
                <a:gd name="connsiteX1" fmla="*/ 2232657 w 2232657"/>
                <a:gd name="connsiteY1" fmla="*/ 4763 h 288033"/>
                <a:gd name="connsiteX2" fmla="*/ 2232657 w 2232657"/>
                <a:gd name="connsiteY2" fmla="*/ 288033 h 288033"/>
                <a:gd name="connsiteX3" fmla="*/ 632234 w 2232657"/>
                <a:gd name="connsiteY3" fmla="*/ 278508 h 288033"/>
                <a:gd name="connsiteX4" fmla="*/ 237171 w 2232657"/>
                <a:gd name="connsiteY4" fmla="*/ 95303 h 288033"/>
                <a:gd name="connsiteX5" fmla="*/ 141696 w 2232657"/>
                <a:gd name="connsiteY5" fmla="*/ 0 h 288033"/>
                <a:gd name="connsiteX0" fmla="*/ 116057 w 2340368"/>
                <a:gd name="connsiteY0" fmla="*/ 0 h 285651"/>
                <a:gd name="connsiteX1" fmla="*/ 2340368 w 2340368"/>
                <a:gd name="connsiteY1" fmla="*/ 2381 h 285651"/>
                <a:gd name="connsiteX2" fmla="*/ 2340368 w 2340368"/>
                <a:gd name="connsiteY2" fmla="*/ 285651 h 285651"/>
                <a:gd name="connsiteX3" fmla="*/ 739945 w 2340368"/>
                <a:gd name="connsiteY3" fmla="*/ 276126 h 285651"/>
                <a:gd name="connsiteX4" fmla="*/ 344882 w 2340368"/>
                <a:gd name="connsiteY4" fmla="*/ 92921 h 285651"/>
                <a:gd name="connsiteX5" fmla="*/ 116057 w 2340368"/>
                <a:gd name="connsiteY5" fmla="*/ 0 h 285651"/>
                <a:gd name="connsiteX0" fmla="*/ 0 w 1995486"/>
                <a:gd name="connsiteY0" fmla="*/ 98156 h 290886"/>
                <a:gd name="connsiteX1" fmla="*/ 1995486 w 1995486"/>
                <a:gd name="connsiteY1" fmla="*/ 7616 h 290886"/>
                <a:gd name="connsiteX2" fmla="*/ 1995486 w 1995486"/>
                <a:gd name="connsiteY2" fmla="*/ 290886 h 290886"/>
                <a:gd name="connsiteX3" fmla="*/ 395063 w 1995486"/>
                <a:gd name="connsiteY3" fmla="*/ 281361 h 290886"/>
                <a:gd name="connsiteX4" fmla="*/ 0 w 1995486"/>
                <a:gd name="connsiteY4" fmla="*/ 98156 h 290886"/>
                <a:gd name="connsiteX0" fmla="*/ 0 w 2171699"/>
                <a:gd name="connsiteY0" fmla="*/ 29394 h 312612"/>
                <a:gd name="connsiteX1" fmla="*/ 2171699 w 2171699"/>
                <a:gd name="connsiteY1" fmla="*/ 29342 h 312612"/>
                <a:gd name="connsiteX2" fmla="*/ 2171699 w 2171699"/>
                <a:gd name="connsiteY2" fmla="*/ 312612 h 312612"/>
                <a:gd name="connsiteX3" fmla="*/ 571276 w 2171699"/>
                <a:gd name="connsiteY3" fmla="*/ 303087 h 312612"/>
                <a:gd name="connsiteX4" fmla="*/ 0 w 2171699"/>
                <a:gd name="connsiteY4" fmla="*/ 29394 h 312612"/>
                <a:gd name="connsiteX0" fmla="*/ 0 w 2171699"/>
                <a:gd name="connsiteY0" fmla="*/ 30461 h 311298"/>
                <a:gd name="connsiteX1" fmla="*/ 2171699 w 2171699"/>
                <a:gd name="connsiteY1" fmla="*/ 28028 h 311298"/>
                <a:gd name="connsiteX2" fmla="*/ 2171699 w 2171699"/>
                <a:gd name="connsiteY2" fmla="*/ 311298 h 311298"/>
                <a:gd name="connsiteX3" fmla="*/ 571276 w 2171699"/>
                <a:gd name="connsiteY3" fmla="*/ 301773 h 311298"/>
                <a:gd name="connsiteX4" fmla="*/ 0 w 2171699"/>
                <a:gd name="connsiteY4" fmla="*/ 30461 h 311298"/>
                <a:gd name="connsiteX0" fmla="*/ 0 w 2171699"/>
                <a:gd name="connsiteY0" fmla="*/ 17231 h 298068"/>
                <a:gd name="connsiteX1" fmla="*/ 2171699 w 2171699"/>
                <a:gd name="connsiteY1" fmla="*/ 14798 h 298068"/>
                <a:gd name="connsiteX2" fmla="*/ 2171699 w 2171699"/>
                <a:gd name="connsiteY2" fmla="*/ 298068 h 298068"/>
                <a:gd name="connsiteX3" fmla="*/ 571276 w 2171699"/>
                <a:gd name="connsiteY3" fmla="*/ 288543 h 298068"/>
                <a:gd name="connsiteX4" fmla="*/ 0 w 2171699"/>
                <a:gd name="connsiteY4" fmla="*/ 17231 h 298068"/>
                <a:gd name="connsiteX0" fmla="*/ 0 w 2171699"/>
                <a:gd name="connsiteY0" fmla="*/ 3595 h 284432"/>
                <a:gd name="connsiteX1" fmla="*/ 2171699 w 2171699"/>
                <a:gd name="connsiteY1" fmla="*/ 1162 h 284432"/>
                <a:gd name="connsiteX2" fmla="*/ 2171699 w 2171699"/>
                <a:gd name="connsiteY2" fmla="*/ 284432 h 284432"/>
                <a:gd name="connsiteX3" fmla="*/ 571276 w 2171699"/>
                <a:gd name="connsiteY3" fmla="*/ 274907 h 284432"/>
                <a:gd name="connsiteX4" fmla="*/ 0 w 2171699"/>
                <a:gd name="connsiteY4" fmla="*/ 3595 h 284432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1276 w 2171699"/>
                <a:gd name="connsiteY3" fmla="*/ 273745 h 283270"/>
                <a:gd name="connsiteX4" fmla="*/ 0 w 2171699"/>
                <a:gd name="connsiteY4" fmla="*/ 2433 h 283270"/>
                <a:gd name="connsiteX0" fmla="*/ 0 w 2171699"/>
                <a:gd name="connsiteY0" fmla="*/ 2433 h 284295"/>
                <a:gd name="connsiteX1" fmla="*/ 2171699 w 2171699"/>
                <a:gd name="connsiteY1" fmla="*/ 0 h 284295"/>
                <a:gd name="connsiteX2" fmla="*/ 2171699 w 2171699"/>
                <a:gd name="connsiteY2" fmla="*/ 283270 h 284295"/>
                <a:gd name="connsiteX3" fmla="*/ 573657 w 2171699"/>
                <a:gd name="connsiteY3" fmla="*/ 280889 h 284295"/>
                <a:gd name="connsiteX4" fmla="*/ 0 w 2171699"/>
                <a:gd name="connsiteY4" fmla="*/ 2433 h 284295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3657 w 2171699"/>
                <a:gd name="connsiteY3" fmla="*/ 280889 h 283270"/>
                <a:gd name="connsiteX4" fmla="*/ 0 w 2171699"/>
                <a:gd name="connsiteY4" fmla="*/ 2433 h 283270"/>
                <a:gd name="connsiteX0" fmla="*/ 0 w 2171699"/>
                <a:gd name="connsiteY0" fmla="*/ 2433 h 283270"/>
                <a:gd name="connsiteX1" fmla="*/ 2171699 w 2171699"/>
                <a:gd name="connsiteY1" fmla="*/ 0 h 283270"/>
                <a:gd name="connsiteX2" fmla="*/ 2171699 w 2171699"/>
                <a:gd name="connsiteY2" fmla="*/ 283270 h 283270"/>
                <a:gd name="connsiteX3" fmla="*/ 573657 w 2171699"/>
                <a:gd name="connsiteY3" fmla="*/ 280889 h 283270"/>
                <a:gd name="connsiteX4" fmla="*/ 0 w 2171699"/>
                <a:gd name="connsiteY4" fmla="*/ 2433 h 283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1699" h="283270">
                  <a:moveTo>
                    <a:pt x="0" y="2433"/>
                  </a:moveTo>
                  <a:lnTo>
                    <a:pt x="2171699" y="0"/>
                  </a:lnTo>
                  <a:lnTo>
                    <a:pt x="2171699" y="283270"/>
                  </a:lnTo>
                  <a:lnTo>
                    <a:pt x="573657" y="280889"/>
                  </a:lnTo>
                  <a:cubicBezTo>
                    <a:pt x="303783" y="302344"/>
                    <a:pt x="189273" y="25030"/>
                    <a:pt x="0" y="2433"/>
                  </a:cubicBezTo>
                  <a:close/>
                </a:path>
              </a:pathLst>
            </a:custGeom>
            <a:solidFill>
              <a:srgbClr val="044A6E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 bwMode="auto">
            <a:xfrm>
              <a:off x="241067" y="4763"/>
              <a:ext cx="8902004" cy="116632"/>
            </a:xfrm>
            <a:custGeom>
              <a:avLst/>
              <a:gdLst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0 w 8892480"/>
                <a:gd name="connsiteY3" fmla="*/ 116632 h 116632"/>
                <a:gd name="connsiteX4" fmla="*/ 0 w 8892480"/>
                <a:gd name="connsiteY4" fmla="*/ 0 h 116632"/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189913 w 8892480"/>
                <a:gd name="connsiteY3" fmla="*/ 116632 h 116632"/>
                <a:gd name="connsiteX4" fmla="*/ 0 w 8892480"/>
                <a:gd name="connsiteY4" fmla="*/ 0 h 116632"/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189913 w 8892480"/>
                <a:gd name="connsiteY3" fmla="*/ 116632 h 116632"/>
                <a:gd name="connsiteX4" fmla="*/ 0 w 8892480"/>
                <a:gd name="connsiteY4" fmla="*/ 0 h 116632"/>
                <a:gd name="connsiteX0" fmla="*/ 0 w 8892480"/>
                <a:gd name="connsiteY0" fmla="*/ 0 h 123776"/>
                <a:gd name="connsiteX1" fmla="*/ 8892480 w 8892480"/>
                <a:gd name="connsiteY1" fmla="*/ 0 h 123776"/>
                <a:gd name="connsiteX2" fmla="*/ 8892480 w 8892480"/>
                <a:gd name="connsiteY2" fmla="*/ 116632 h 123776"/>
                <a:gd name="connsiteX3" fmla="*/ 197057 w 8892480"/>
                <a:gd name="connsiteY3" fmla="*/ 123776 h 123776"/>
                <a:gd name="connsiteX4" fmla="*/ 0 w 8892480"/>
                <a:gd name="connsiteY4" fmla="*/ 0 h 123776"/>
                <a:gd name="connsiteX0" fmla="*/ 0 w 8892480"/>
                <a:gd name="connsiteY0" fmla="*/ 0 h 123776"/>
                <a:gd name="connsiteX1" fmla="*/ 8892480 w 8892480"/>
                <a:gd name="connsiteY1" fmla="*/ 0 h 123776"/>
                <a:gd name="connsiteX2" fmla="*/ 8892480 w 8892480"/>
                <a:gd name="connsiteY2" fmla="*/ 116632 h 123776"/>
                <a:gd name="connsiteX3" fmla="*/ 354219 w 8892480"/>
                <a:gd name="connsiteY3" fmla="*/ 123776 h 123776"/>
                <a:gd name="connsiteX4" fmla="*/ 0 w 8892480"/>
                <a:gd name="connsiteY4" fmla="*/ 0 h 123776"/>
                <a:gd name="connsiteX0" fmla="*/ 0 w 8892480"/>
                <a:gd name="connsiteY0" fmla="*/ 0 h 123776"/>
                <a:gd name="connsiteX1" fmla="*/ 8892480 w 8892480"/>
                <a:gd name="connsiteY1" fmla="*/ 0 h 123776"/>
                <a:gd name="connsiteX2" fmla="*/ 8892480 w 8892480"/>
                <a:gd name="connsiteY2" fmla="*/ 116632 h 123776"/>
                <a:gd name="connsiteX3" fmla="*/ 354219 w 8892480"/>
                <a:gd name="connsiteY3" fmla="*/ 123776 h 123776"/>
                <a:gd name="connsiteX4" fmla="*/ 0 w 8892480"/>
                <a:gd name="connsiteY4" fmla="*/ 0 h 123776"/>
                <a:gd name="connsiteX0" fmla="*/ 0 w 8892480"/>
                <a:gd name="connsiteY0" fmla="*/ 0 h 123776"/>
                <a:gd name="connsiteX1" fmla="*/ 8892480 w 8892480"/>
                <a:gd name="connsiteY1" fmla="*/ 0 h 123776"/>
                <a:gd name="connsiteX2" fmla="*/ 8892480 w 8892480"/>
                <a:gd name="connsiteY2" fmla="*/ 116632 h 123776"/>
                <a:gd name="connsiteX3" fmla="*/ 275638 w 8892480"/>
                <a:gd name="connsiteY3" fmla="*/ 123776 h 123776"/>
                <a:gd name="connsiteX4" fmla="*/ 0 w 8892480"/>
                <a:gd name="connsiteY4" fmla="*/ 0 h 123776"/>
                <a:gd name="connsiteX0" fmla="*/ 0 w 8892480"/>
                <a:gd name="connsiteY0" fmla="*/ 0 h 123776"/>
                <a:gd name="connsiteX1" fmla="*/ 8892480 w 8892480"/>
                <a:gd name="connsiteY1" fmla="*/ 0 h 123776"/>
                <a:gd name="connsiteX2" fmla="*/ 8892480 w 8892480"/>
                <a:gd name="connsiteY2" fmla="*/ 116632 h 123776"/>
                <a:gd name="connsiteX3" fmla="*/ 275638 w 8892480"/>
                <a:gd name="connsiteY3" fmla="*/ 123776 h 123776"/>
                <a:gd name="connsiteX4" fmla="*/ 0 w 8892480"/>
                <a:gd name="connsiteY4" fmla="*/ 0 h 123776"/>
                <a:gd name="connsiteX0" fmla="*/ 0 w 8892480"/>
                <a:gd name="connsiteY0" fmla="*/ 0 h 130810"/>
                <a:gd name="connsiteX1" fmla="*/ 8892480 w 8892480"/>
                <a:gd name="connsiteY1" fmla="*/ 0 h 130810"/>
                <a:gd name="connsiteX2" fmla="*/ 8892480 w 8892480"/>
                <a:gd name="connsiteY2" fmla="*/ 116632 h 130810"/>
                <a:gd name="connsiteX3" fmla="*/ 345976 w 8892480"/>
                <a:gd name="connsiteY3" fmla="*/ 130810 h 130810"/>
                <a:gd name="connsiteX4" fmla="*/ 0 w 8892480"/>
                <a:gd name="connsiteY4" fmla="*/ 0 h 130810"/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317401 w 8892480"/>
                <a:gd name="connsiteY3" fmla="*/ 116522 h 116632"/>
                <a:gd name="connsiteX4" fmla="*/ 0 w 8892480"/>
                <a:gd name="connsiteY4" fmla="*/ 0 h 116632"/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317401 w 8892480"/>
                <a:gd name="connsiteY3" fmla="*/ 116522 h 116632"/>
                <a:gd name="connsiteX4" fmla="*/ 0 w 8892480"/>
                <a:gd name="connsiteY4" fmla="*/ 0 h 116632"/>
                <a:gd name="connsiteX0" fmla="*/ 0 w 8892480"/>
                <a:gd name="connsiteY0" fmla="*/ 0 h 116632"/>
                <a:gd name="connsiteX1" fmla="*/ 8892480 w 8892480"/>
                <a:gd name="connsiteY1" fmla="*/ 0 h 116632"/>
                <a:gd name="connsiteX2" fmla="*/ 8892480 w 8892480"/>
                <a:gd name="connsiteY2" fmla="*/ 116632 h 116632"/>
                <a:gd name="connsiteX3" fmla="*/ 317401 w 8892480"/>
                <a:gd name="connsiteY3" fmla="*/ 116522 h 116632"/>
                <a:gd name="connsiteX4" fmla="*/ 0 w 8892480"/>
                <a:gd name="connsiteY4" fmla="*/ 0 h 116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2480" h="116632">
                  <a:moveTo>
                    <a:pt x="0" y="0"/>
                  </a:moveTo>
                  <a:lnTo>
                    <a:pt x="8892480" y="0"/>
                  </a:lnTo>
                  <a:lnTo>
                    <a:pt x="8892480" y="116632"/>
                  </a:lnTo>
                  <a:lnTo>
                    <a:pt x="317401" y="116522"/>
                  </a:lnTo>
                  <a:cubicBezTo>
                    <a:pt x="28537" y="80026"/>
                    <a:pt x="46636" y="46021"/>
                    <a:pt x="0" y="0"/>
                  </a:cubicBezTo>
                  <a:close/>
                </a:path>
              </a:pathLst>
            </a:custGeom>
            <a:solidFill>
              <a:srgbClr val="044A6E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7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실습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9125" y="971550"/>
            <a:ext cx="6349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 기능을 만족하는 </a:t>
            </a:r>
            <a:r>
              <a:rPr lang="en-US" altLang="ko-KR" dirty="0" smtClean="0"/>
              <a:t>4bit x 2 Shift Register</a:t>
            </a:r>
            <a:r>
              <a:rPr lang="ko-KR" altLang="en-US" dirty="0" smtClean="0"/>
              <a:t>를 구현하시오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6775" y="1763752"/>
            <a:ext cx="432201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입력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Ce, [3:0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]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Din, CLK, RST</a:t>
            </a:r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</a:t>
            </a:r>
            <a:r>
              <a:rPr lang="en-US" altLang="ko-KR" sz="1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Dout</a:t>
            </a:r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이면 현재 값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en-US" altLang="ko-KR" sz="1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Dout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을 유지하고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</a:p>
          <a:p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이면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Din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값이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Shift 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되는 </a:t>
            </a:r>
            <a:r>
              <a:rPr lang="en-US" altLang="ko-KR" sz="14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4bit Register</a:t>
            </a:r>
          </a:p>
          <a:p>
            <a:endParaRPr lang="en-US" altLang="ko-KR" sz="1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</a:t>
            </a:r>
            <a:r>
              <a:rPr lang="ko-KR" altLang="en-US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포함된 </a:t>
            </a:r>
            <a:r>
              <a:rPr lang="en-US" altLang="ko-KR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PNU_DFF_Ce</a:t>
            </a:r>
            <a:r>
              <a:rPr lang="ko-KR" altLang="en-US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</a:t>
            </a:r>
            <a:r>
              <a:rPr lang="ko-KR" altLang="en-US" sz="140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</a:t>
            </a:r>
            <a:endParaRPr lang="ko-KR" altLang="en-US" sz="1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730-840F-46C5-B375-B608F83D27B0}" type="slidenum">
              <a:rPr lang="ko-KR" altLang="en-US" smtClean="0"/>
              <a:t>1</a:t>
            </a:fld>
            <a:endParaRPr lang="ko-KR" altLang="en-US"/>
          </a:p>
        </p:txBody>
      </p:sp>
      <p:cxnSp>
        <p:nvCxnSpPr>
          <p:cNvPr id="29" name="직선 연결선 28"/>
          <p:cNvCxnSpPr/>
          <p:nvPr/>
        </p:nvCxnSpPr>
        <p:spPr>
          <a:xfrm>
            <a:off x="1609286" y="4155017"/>
            <a:ext cx="358493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615951" y="5136437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6775" y="4028059"/>
            <a:ext cx="7425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Din</a:t>
            </a:r>
            <a:endParaRPr lang="ko-KR" altLang="en-US" sz="1050" dirty="0"/>
          </a:p>
        </p:txBody>
      </p:sp>
      <p:sp>
        <p:nvSpPr>
          <p:cNvPr id="33" name="TextBox 32"/>
          <p:cNvSpPr txBox="1"/>
          <p:nvPr/>
        </p:nvSpPr>
        <p:spPr>
          <a:xfrm>
            <a:off x="1165250" y="5009479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CLK</a:t>
            </a:r>
            <a:endParaRPr lang="ko-KR" altLang="en-US" sz="1050" dirty="0"/>
          </a:p>
        </p:txBody>
      </p:sp>
      <p:sp>
        <p:nvSpPr>
          <p:cNvPr id="35" name="직사각형 34"/>
          <p:cNvSpPr/>
          <p:nvPr/>
        </p:nvSpPr>
        <p:spPr bwMode="auto">
          <a:xfrm>
            <a:off x="1975308" y="3759133"/>
            <a:ext cx="1216733" cy="171941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0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4bit x 2</a:t>
            </a:r>
          </a:p>
          <a:p>
            <a:pPr algn="ctr"/>
            <a:r>
              <a:rPr lang="en-US" altLang="ko-KR" sz="10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Register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1609286" y="3896070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43963" y="3782369"/>
            <a:ext cx="3481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</a:t>
            </a:r>
            <a:endParaRPr lang="ko-KR" altLang="en-US" sz="1050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1615951" y="5382127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65250" y="5255169"/>
            <a:ext cx="4154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RST</a:t>
            </a:r>
            <a:endParaRPr lang="ko-KR" altLang="en-US" sz="1050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3192041" y="3920191"/>
            <a:ext cx="358493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75214" y="3793233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</a:t>
            </a:r>
            <a:r>
              <a:rPr lang="en-US" altLang="ko-KR" sz="105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Dout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980014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19125" y="971550"/>
            <a:ext cx="6859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 기능을 만족하는 회로를 완성하고 동작을 확인하시오 </a:t>
            </a:r>
            <a:r>
              <a:rPr lang="en-US" altLang="ko-KR" dirty="0" smtClean="0"/>
              <a:t>(</a:t>
            </a:r>
            <a:r>
              <a:rPr lang="ko-KR" altLang="en-US" dirty="0" smtClean="0"/>
              <a:t>조별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66775" y="1763752"/>
            <a:ext cx="56493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입력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[9:0] Dec, CLK, RST</a:t>
            </a:r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 </a:t>
            </a:r>
            <a:r>
              <a:rPr lang="en-US" altLang="ko-KR" sz="1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[4:0] Sum</a:t>
            </a:r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0~9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에 해당하는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Dec 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값을 </a:t>
            </a:r>
            <a:r>
              <a:rPr lang="en-US" altLang="ko-KR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1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번 입력하면 해당 값을 더해서 저장하는 회로</a:t>
            </a:r>
            <a:endParaRPr lang="ko-KR" altLang="en-US" sz="1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CE730-840F-46C5-B375-B608F83D27B0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29" name="직선 연결선 28"/>
          <p:cNvCxnSpPr/>
          <p:nvPr/>
        </p:nvCxnSpPr>
        <p:spPr>
          <a:xfrm>
            <a:off x="909499" y="4496959"/>
            <a:ext cx="358493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2770573" y="5211082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 bwMode="auto">
          <a:xfrm>
            <a:off x="1267992" y="4354080"/>
            <a:ext cx="1046001" cy="160654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BCD</a:t>
            </a:r>
            <a:b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Converter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2770573" y="5419449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2321522" y="4793999"/>
            <a:ext cx="807007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95041" y="4667041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Bin</a:t>
            </a:r>
            <a:endParaRPr lang="ko-KR" altLang="en-US"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215221" y="4352960"/>
            <a:ext cx="7681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[9:0] Dec</a:t>
            </a:r>
            <a:endParaRPr lang="ko-KR" altLang="en-US" sz="1050" dirty="0"/>
          </a:p>
        </p:txBody>
      </p:sp>
      <p:sp>
        <p:nvSpPr>
          <p:cNvPr id="24" name="TextBox 23"/>
          <p:cNvSpPr txBox="1"/>
          <p:nvPr/>
        </p:nvSpPr>
        <p:spPr>
          <a:xfrm>
            <a:off x="1850333" y="4370001"/>
            <a:ext cx="4587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CHK</a:t>
            </a:r>
            <a:endParaRPr lang="ko-KR" altLang="en-US" sz="1050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2321522" y="4496959"/>
            <a:ext cx="799478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 bwMode="auto">
          <a:xfrm>
            <a:off x="3128529" y="4371622"/>
            <a:ext cx="2444189" cy="114277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4bit x 2</a:t>
            </a:r>
            <a:b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Shift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147" y="468570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[3:0]Din</a:t>
            </a:r>
            <a:endParaRPr lang="ko-KR" altLang="en-US" sz="1050" dirty="0"/>
          </a:p>
        </p:txBody>
      </p:sp>
      <p:sp>
        <p:nvSpPr>
          <p:cNvPr id="28" name="TextBox 27"/>
          <p:cNvSpPr txBox="1"/>
          <p:nvPr/>
        </p:nvSpPr>
        <p:spPr>
          <a:xfrm>
            <a:off x="3118966" y="4371020"/>
            <a:ext cx="3481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Ce</a:t>
            </a:r>
            <a:endParaRPr lang="ko-KR" altLang="en-US" sz="1050" dirty="0"/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3669377" y="3909527"/>
            <a:ext cx="0" cy="46209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5014777" y="3909526"/>
            <a:ext cx="0" cy="46209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 bwMode="auto">
          <a:xfrm>
            <a:off x="3121000" y="3304526"/>
            <a:ext cx="2444189" cy="60499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4bit Adder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1166" y="5088908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CLK</a:t>
            </a:r>
            <a:endParaRPr lang="ko-KR" altLang="en-US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3128529" y="5277518"/>
            <a:ext cx="4154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RST</a:t>
            </a:r>
            <a:endParaRPr lang="ko-KR" altLang="en-US" sz="1050" dirty="0"/>
          </a:p>
        </p:txBody>
      </p:sp>
      <p:sp>
        <p:nvSpPr>
          <p:cNvPr id="38" name="직사각형 37"/>
          <p:cNvSpPr/>
          <p:nvPr/>
        </p:nvSpPr>
        <p:spPr bwMode="auto">
          <a:xfrm>
            <a:off x="6492568" y="3304526"/>
            <a:ext cx="1115651" cy="148947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5bit Register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6142141" y="4473647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6142141" y="4682014"/>
            <a:ext cx="358493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62734" y="4351473"/>
            <a:ext cx="4267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CLK</a:t>
            </a:r>
            <a:endParaRPr lang="ko-KR" altLang="en-US" sz="1050" dirty="0"/>
          </a:p>
        </p:txBody>
      </p:sp>
      <p:sp>
        <p:nvSpPr>
          <p:cNvPr id="42" name="TextBox 41"/>
          <p:cNvSpPr txBox="1"/>
          <p:nvPr/>
        </p:nvSpPr>
        <p:spPr>
          <a:xfrm>
            <a:off x="6500097" y="4540083"/>
            <a:ext cx="4154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RST</a:t>
            </a:r>
            <a:endParaRPr lang="ko-KR" altLang="en-US" sz="1050" dirty="0"/>
          </a:p>
        </p:txBody>
      </p:sp>
      <p:cxnSp>
        <p:nvCxnSpPr>
          <p:cNvPr id="43" name="직선 연결선 42"/>
          <p:cNvCxnSpPr/>
          <p:nvPr/>
        </p:nvCxnSpPr>
        <p:spPr>
          <a:xfrm>
            <a:off x="5572718" y="3658774"/>
            <a:ext cx="919850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5572718" y="3417718"/>
            <a:ext cx="91985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843617" y="3516372"/>
            <a:ext cx="8082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Sum</a:t>
            </a:r>
            <a:endParaRPr lang="ko-KR" altLang="en-US" sz="1050" dirty="0"/>
          </a:p>
        </p:txBody>
      </p:sp>
      <p:sp>
        <p:nvSpPr>
          <p:cNvPr id="46" name="TextBox 45"/>
          <p:cNvSpPr txBox="1"/>
          <p:nvPr/>
        </p:nvSpPr>
        <p:spPr>
          <a:xfrm>
            <a:off x="5147527" y="3293345"/>
            <a:ext cx="4860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Cout</a:t>
            </a:r>
            <a:endParaRPr lang="ko-KR" altLang="en-US" sz="1050" dirty="0"/>
          </a:p>
        </p:txBody>
      </p:sp>
      <p:cxnSp>
        <p:nvCxnSpPr>
          <p:cNvPr id="47" name="직선 연결선 46"/>
          <p:cNvCxnSpPr/>
          <p:nvPr/>
        </p:nvCxnSpPr>
        <p:spPr>
          <a:xfrm>
            <a:off x="7608219" y="3516372"/>
            <a:ext cx="358493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966712" y="3389414"/>
            <a:ext cx="8082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[4:0] Sum</a:t>
            </a:r>
            <a:endParaRPr lang="ko-KR" altLang="en-US" sz="1050" dirty="0"/>
          </a:p>
        </p:txBody>
      </p:sp>
      <p:sp>
        <p:nvSpPr>
          <p:cNvPr id="49" name="TextBox 48"/>
          <p:cNvSpPr txBox="1"/>
          <p:nvPr/>
        </p:nvSpPr>
        <p:spPr>
          <a:xfrm>
            <a:off x="6456702" y="3524655"/>
            <a:ext cx="7425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Din</a:t>
            </a:r>
            <a:endParaRPr lang="ko-KR" altLang="en-US" sz="1050" dirty="0"/>
          </a:p>
        </p:txBody>
      </p:sp>
      <p:sp>
        <p:nvSpPr>
          <p:cNvPr id="50" name="TextBox 49"/>
          <p:cNvSpPr txBox="1"/>
          <p:nvPr/>
        </p:nvSpPr>
        <p:spPr>
          <a:xfrm>
            <a:off x="6462371" y="3287633"/>
            <a:ext cx="5806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Din[4]</a:t>
            </a:r>
            <a:endParaRPr lang="ko-KR" altLang="en-US" sz="1050" dirty="0"/>
          </a:p>
        </p:txBody>
      </p:sp>
      <p:sp>
        <p:nvSpPr>
          <p:cNvPr id="51" name="TextBox 50"/>
          <p:cNvSpPr txBox="1"/>
          <p:nvPr/>
        </p:nvSpPr>
        <p:spPr>
          <a:xfrm>
            <a:off x="4966325" y="3896546"/>
            <a:ext cx="6286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A</a:t>
            </a:r>
            <a:endParaRPr lang="ko-KR" altLang="en-US" sz="1050" dirty="0"/>
          </a:p>
        </p:txBody>
      </p:sp>
      <p:sp>
        <p:nvSpPr>
          <p:cNvPr id="52" name="TextBox 51"/>
          <p:cNvSpPr txBox="1"/>
          <p:nvPr/>
        </p:nvSpPr>
        <p:spPr>
          <a:xfrm>
            <a:off x="3622958" y="3888644"/>
            <a:ext cx="6286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[3:0] B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490799882"/>
      </p:ext>
    </p:extLst>
  </p:cSld>
  <p:clrMapOvr>
    <a:masterClrMapping/>
  </p:clrMapOvr>
</p:sld>
</file>

<file path=ppt/theme/theme1.xml><?xml version="1.0" encoding="utf-8"?>
<a:theme xmlns:a="http://schemas.openxmlformats.org/drawingml/2006/main" name="ISL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44A6E"/>
        </a:solidFill>
        <a:ln w="9525">
          <a:noFill/>
          <a:miter lim="800000"/>
          <a:headEnd/>
          <a:tailEnd/>
        </a:ln>
        <a:effectLst/>
      </a:spPr>
      <a:bodyPr wrap="none" rtlCol="0" anchor="ctr"/>
      <a:lstStyle>
        <a:defPPr algn="ctr">
          <a:defRPr sz="1000" b="1">
            <a:solidFill>
              <a:schemeClr val="bg1"/>
            </a:solidFill>
          </a:defRPr>
        </a:defPPr>
      </a:lstStyle>
    </a:spDef>
    <a:lnDef>
      <a:spPr>
        <a:ln w="50800">
          <a:solidFill>
            <a:schemeClr val="bg1">
              <a:lumMod val="75000"/>
            </a:schemeClr>
          </a:solidFill>
          <a:headEnd type="stealth"/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Lab" id="{CD4F460D-337F-4754-B6E0-8F0EC29975E7}" vid="{CECC5B15-43F5-4D55-B562-F88F71953B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ISLab</Template>
  <TotalTime>3753</TotalTime>
  <Words>167</Words>
  <Application>Microsoft Office PowerPoint</Application>
  <PresentationFormat>화면 슬라이드 쇼(4:3)</PresentationFormat>
  <Paragraphs>44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HY헤드라인M</vt:lpstr>
      <vt:lpstr>나눔고딕 ExtraBold</vt:lpstr>
      <vt:lpstr>맑은 고딕</vt:lpstr>
      <vt:lpstr>Arial</vt:lpstr>
      <vt:lpstr>ISLab</vt:lpstr>
      <vt:lpstr>실습 1</vt:lpstr>
      <vt:lpstr>실습 2</vt:lpstr>
    </vt:vector>
  </TitlesOfParts>
  <Company>ISLab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박종규</dc:creator>
  <cp:lastModifiedBy>Windows 사용자</cp:lastModifiedBy>
  <cp:revision>100</cp:revision>
  <dcterms:created xsi:type="dcterms:W3CDTF">2016-08-30T03:10:54Z</dcterms:created>
  <dcterms:modified xsi:type="dcterms:W3CDTF">2019-10-01T06:39:39Z</dcterms:modified>
</cp:coreProperties>
</file>