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8"/>
  </p:notesMasterIdLst>
  <p:handoutMasterIdLst>
    <p:handoutMasterId r:id="rId9"/>
  </p:handoutMasterIdLst>
  <p:sldIdLst>
    <p:sldId id="967" r:id="rId3"/>
    <p:sldId id="970" r:id="rId4"/>
    <p:sldId id="966" r:id="rId5"/>
    <p:sldId id="968" r:id="rId6"/>
    <p:sldId id="969" r:id="rId7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0" autoAdjust="0"/>
    <p:restoredTop sz="88604" autoAdjust="0"/>
  </p:normalViewPr>
  <p:slideViewPr>
    <p:cSldViewPr snapToGrid="0" snapToObjects="1">
      <p:cViewPr varScale="1">
        <p:scale>
          <a:sx n="133" d="100"/>
          <a:sy n="133" d="100"/>
        </p:scale>
        <p:origin x="72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9/1/2019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9/1/2019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An individual’s data is connected to enormous data from people over the world such as social network, research articles, and biomedical data on daily basis via internet.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55573-23BE-7541-92D3-8BDD66C16B5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5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플랫폼기반프로그래밍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charset="2"/>
              <a:buChar char="q"/>
            </a:pPr>
            <a:r>
              <a:rPr lang="en-US" dirty="0"/>
              <a:t>CP</a:t>
            </a:r>
            <a:r>
              <a:rPr lang="en-US" altLang="ko-KR" dirty="0"/>
              <a:t>33993</a:t>
            </a:r>
            <a:r>
              <a:rPr lang="en-US" dirty="0"/>
              <a:t> (Section 06</a:t>
            </a:r>
            <a:r>
              <a:rPr lang="en-US" altLang="ko-KR" dirty="0"/>
              <a:t>2</a:t>
            </a:r>
            <a:r>
              <a:rPr lang="en-US" dirty="0"/>
              <a:t>) –</a:t>
            </a:r>
            <a:r>
              <a:rPr lang="ko-KR" altLang="en-US" dirty="0"/>
              <a:t> </a:t>
            </a:r>
            <a:r>
              <a:rPr lang="en-US" dirty="0"/>
              <a:t>2019</a:t>
            </a:r>
            <a:r>
              <a:rPr lang="ko-KR" altLang="en-US" dirty="0"/>
              <a:t>학년도 제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  <a:endParaRPr lang="en-US" dirty="0"/>
          </a:p>
          <a:p>
            <a:pPr marL="231775" lvl="1" indent="-285750">
              <a:buFont typeface="Wingdings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강의시간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ko-KR" altLang="en-US" dirty="0">
                <a:solidFill>
                  <a:schemeClr val="tx1"/>
                </a:solidFill>
              </a:rPr>
              <a:t>월수</a:t>
            </a:r>
            <a:r>
              <a:rPr lang="en-US" dirty="0">
                <a:solidFill>
                  <a:schemeClr val="tx1"/>
                </a:solidFill>
              </a:rPr>
              <a:t> 3:00 - 4:15 PM</a:t>
            </a:r>
          </a:p>
          <a:p>
            <a:pPr marL="231775" lvl="1" indent="-285750">
              <a:buFont typeface="Wingdings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강의실</a:t>
            </a:r>
            <a:r>
              <a:rPr lang="en-US" dirty="0">
                <a:solidFill>
                  <a:schemeClr val="tx1"/>
                </a:solidFill>
              </a:rPr>
              <a:t> – 201-6409-1</a:t>
            </a:r>
          </a:p>
          <a:p>
            <a:pPr marL="231775" lvl="1" indent="-285750">
              <a:buFont typeface="Wingdings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학점</a:t>
            </a:r>
            <a:r>
              <a:rPr lang="en-US" dirty="0">
                <a:solidFill>
                  <a:schemeClr val="tx1"/>
                </a:solidFill>
              </a:rPr>
              <a:t> – 3.00</a:t>
            </a:r>
          </a:p>
          <a:p>
            <a:pPr marL="231775" lvl="1" indent="-285750">
              <a:buFont typeface="Wingdings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담당교수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ko-KR" altLang="en-US" dirty="0">
                <a:solidFill>
                  <a:schemeClr val="tx1"/>
                </a:solidFill>
              </a:rPr>
              <a:t>감진규</a:t>
            </a:r>
            <a:endParaRPr lang="en-US" dirty="0"/>
          </a:p>
          <a:p>
            <a:pPr marL="512763" lvl="2" indent="-285750">
              <a:buFont typeface="Lucida Grande"/>
              <a:buChar char="-"/>
            </a:pPr>
            <a:r>
              <a:rPr lang="en-US" dirty="0"/>
              <a:t>Joined PNU on Sep. 2</a:t>
            </a:r>
            <a:r>
              <a:rPr lang="en-US" baseline="30000" dirty="0"/>
              <a:t>nd</a:t>
            </a:r>
            <a:r>
              <a:rPr lang="en-US" dirty="0"/>
              <a:t>, 2019</a:t>
            </a:r>
          </a:p>
          <a:p>
            <a:pPr marL="512763" lvl="2" indent="-285750">
              <a:buFont typeface="Lucida Grande"/>
              <a:buChar char="-"/>
            </a:pPr>
            <a:r>
              <a:rPr lang="en-US" dirty="0"/>
              <a:t>Post-doctoral scholar at USC</a:t>
            </a:r>
            <a:r>
              <a:rPr lang="ko-KR" altLang="en-US" dirty="0"/>
              <a:t> </a:t>
            </a:r>
            <a:r>
              <a:rPr lang="en-US" altLang="ko-KR" dirty="0"/>
              <a:t>(2014-2019)</a:t>
            </a:r>
            <a:endParaRPr lang="en-US" dirty="0"/>
          </a:p>
          <a:p>
            <a:pPr marL="512763" lvl="2" indent="-285750">
              <a:buFont typeface="Lucida Grande"/>
              <a:buChar char="-"/>
            </a:pPr>
            <a:r>
              <a:rPr lang="en-US" dirty="0"/>
              <a:t>Ph.D. at UCLA, 2013</a:t>
            </a:r>
          </a:p>
          <a:p>
            <a:pPr marL="512763" lvl="2" indent="-285750">
              <a:buFont typeface="Lucida Grande"/>
              <a:buChar char="-"/>
            </a:pPr>
            <a:r>
              <a:rPr lang="en-US" dirty="0"/>
              <a:t>BS at Seoul National University</a:t>
            </a:r>
          </a:p>
          <a:p>
            <a:pPr marL="231775" lvl="1" indent="-285750">
              <a:buFont typeface="Wingdings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연락처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512763" lvl="2" indent="-285750">
              <a:buFont typeface="Lucida Grande"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상담가능한 시간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매주 월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수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1:30</a:t>
            </a:r>
            <a:r>
              <a:rPr lang="en-US" dirty="0">
                <a:solidFill>
                  <a:schemeClr val="tx1"/>
                </a:solidFill>
              </a:rPr>
              <a:t>-2</a:t>
            </a:r>
            <a:r>
              <a:rPr lang="en-US" altLang="ko-KR" dirty="0">
                <a:solidFill>
                  <a:schemeClr val="tx1"/>
                </a:solidFill>
              </a:rPr>
              <a:t>:30</a:t>
            </a:r>
            <a:r>
              <a:rPr lang="en-US" dirty="0">
                <a:solidFill>
                  <a:schemeClr val="tx1"/>
                </a:solidFill>
              </a:rPr>
              <a:t> PM (</a:t>
            </a:r>
            <a:r>
              <a:rPr lang="ko-KR" altLang="en-US" dirty="0">
                <a:solidFill>
                  <a:schemeClr val="tx1"/>
                </a:solidFill>
              </a:rPr>
              <a:t>자연대연구실험동</a:t>
            </a:r>
            <a:r>
              <a:rPr lang="en-US" dirty="0">
                <a:solidFill>
                  <a:schemeClr val="tx1"/>
                </a:solidFill>
              </a:rPr>
              <a:t> 415</a:t>
            </a:r>
            <a:r>
              <a:rPr lang="ko-KR" altLang="en-US" dirty="0">
                <a:solidFill>
                  <a:schemeClr val="tx1"/>
                </a:solidFill>
              </a:rPr>
              <a:t>호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512763" lvl="2" indent="-285750">
              <a:buFont typeface="Lucida Grande"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전화번호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추후공지</a:t>
            </a:r>
            <a:endParaRPr lang="en-US" dirty="0">
              <a:solidFill>
                <a:schemeClr val="tx1"/>
              </a:solidFill>
            </a:endParaRPr>
          </a:p>
          <a:p>
            <a:pPr marL="512763" lvl="2" indent="-285750">
              <a:buFont typeface="Lucida Grande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이메일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gahmj</a:t>
            </a:r>
            <a:r>
              <a:rPr lang="en-US" altLang="ko-KR" dirty="0">
                <a:solidFill>
                  <a:srgbClr val="000000"/>
                </a:solidFill>
              </a:rPr>
              <a:t> at pusan.ac.kr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09059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플랫폼기반프로그래밍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q"/>
            </a:pPr>
            <a:r>
              <a:rPr lang="ko-KR" altLang="en-US" dirty="0">
                <a:solidFill>
                  <a:schemeClr val="tx1"/>
                </a:solidFill>
              </a:rPr>
              <a:t>담당조교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r>
              <a:rPr lang="ko-KR" altLang="en-US" dirty="0"/>
              <a:t>박성수</a:t>
            </a:r>
            <a:endParaRPr lang="en-US" dirty="0"/>
          </a:p>
          <a:p>
            <a:pPr marL="512763" lvl="2" indent="-285750">
              <a:buFont typeface="Lucida Grande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이메일</a:t>
            </a:r>
            <a:r>
              <a:rPr lang="en-US" altLang="ko-KR" dirty="0">
                <a:solidFill>
                  <a:srgbClr val="000000"/>
                </a:solidFill>
              </a:rPr>
              <a:t>: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 err="1">
                <a:solidFill>
                  <a:srgbClr val="000000"/>
                </a:solidFill>
              </a:rPr>
              <a:t>tjdtnsu</a:t>
            </a:r>
            <a:r>
              <a:rPr lang="en-US" altLang="ko-KR" dirty="0">
                <a:solidFill>
                  <a:srgbClr val="000000"/>
                </a:solidFill>
              </a:rPr>
              <a:t> at naver.com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73412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교재 및 평가 방법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ko-KR" altLang="en-US" dirty="0"/>
              <a:t>참고자료</a:t>
            </a:r>
            <a:r>
              <a:rPr lang="en-US" dirty="0"/>
              <a:t> – Java: An introduction to Problem Solving &amp; Programming, 8</a:t>
            </a:r>
            <a:r>
              <a:rPr lang="en-US" baseline="30000" dirty="0"/>
              <a:t>th</a:t>
            </a:r>
            <a:r>
              <a:rPr lang="en-US" dirty="0"/>
              <a:t> ed. written by </a:t>
            </a:r>
            <a:r>
              <a:rPr lang="en-US" dirty="0" err="1"/>
              <a:t>Savitch</a:t>
            </a:r>
            <a:r>
              <a:rPr lang="en-US" dirty="0"/>
              <a:t> and Mock </a:t>
            </a:r>
          </a:p>
          <a:p>
            <a:pPr>
              <a:buFont typeface="Wingdings" charset="2"/>
              <a:buChar char="q"/>
            </a:pPr>
            <a:r>
              <a:rPr lang="ko-KR" altLang="en-US" dirty="0">
                <a:solidFill>
                  <a:schemeClr val="tx1"/>
                </a:solidFill>
              </a:rPr>
              <a:t>평가</a:t>
            </a:r>
            <a:endParaRPr lang="en-US" dirty="0">
              <a:solidFill>
                <a:schemeClr val="tx1"/>
              </a:solidFill>
            </a:endParaRPr>
          </a:p>
          <a:p>
            <a:pPr marL="512763" lvl="2" indent="-285750">
              <a:buFont typeface="Lucida Grande"/>
              <a:buChar char="-"/>
            </a:pPr>
            <a:r>
              <a:rPr lang="ko-KR" altLang="en-US" dirty="0"/>
              <a:t>출석률</a:t>
            </a:r>
            <a:r>
              <a:rPr lang="en-US" dirty="0"/>
              <a:t> 10%</a:t>
            </a:r>
          </a:p>
          <a:p>
            <a:pPr marL="512763" lvl="2" indent="-285750">
              <a:buFont typeface="Lucida Grande"/>
              <a:buChar char="-"/>
            </a:pPr>
            <a:r>
              <a:rPr lang="ko-KR" altLang="en-US" dirty="0"/>
              <a:t>중간고사</a:t>
            </a:r>
            <a:r>
              <a:rPr lang="en-US" dirty="0"/>
              <a:t> 20%</a:t>
            </a:r>
          </a:p>
          <a:p>
            <a:pPr marL="512763" lvl="2" indent="-285750">
              <a:buFont typeface="Lucida Grande"/>
              <a:buChar char="-"/>
            </a:pPr>
            <a:r>
              <a:rPr lang="ko-KR" altLang="en-US" dirty="0"/>
              <a:t>기말고사</a:t>
            </a:r>
            <a:r>
              <a:rPr lang="en-US" dirty="0"/>
              <a:t> 30%</a:t>
            </a:r>
          </a:p>
          <a:p>
            <a:pPr marL="512763" lvl="2" indent="-285750">
              <a:buFont typeface="Lucida Grande"/>
              <a:buChar char="-"/>
            </a:pPr>
            <a:r>
              <a:rPr lang="ko-KR" altLang="en-US" dirty="0"/>
              <a:t>과제</a:t>
            </a:r>
            <a:r>
              <a:rPr lang="en-US" dirty="0"/>
              <a:t> </a:t>
            </a:r>
            <a:r>
              <a:rPr lang="en-US" altLang="ko-KR" dirty="0"/>
              <a:t>4</a:t>
            </a:r>
            <a:r>
              <a:rPr lang="en-US" dirty="0"/>
              <a:t>0%</a:t>
            </a:r>
          </a:p>
          <a:p>
            <a:pPr marL="231775" lvl="1" indent="-285750">
              <a:buFont typeface="Wingdings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주의 사항</a:t>
            </a:r>
            <a:endParaRPr lang="en-US" altLang="ko-KR" dirty="0">
              <a:solidFill>
                <a:schemeClr val="tx1"/>
              </a:solidFill>
            </a:endParaRPr>
          </a:p>
          <a:p>
            <a:pPr marL="512763" lvl="2" indent="-285750">
              <a:buFont typeface="Lucida Grande"/>
              <a:buChar char="-"/>
            </a:pPr>
            <a:r>
              <a:rPr lang="ko-KR" altLang="en-US" dirty="0"/>
              <a:t>과제 복제 시 해당 과제 </a:t>
            </a:r>
            <a:r>
              <a:rPr lang="en-US" altLang="ko-KR" dirty="0"/>
              <a:t>0</a:t>
            </a:r>
            <a:r>
              <a:rPr lang="ko-KR" altLang="en-US" dirty="0"/>
              <a:t>점 처리</a:t>
            </a:r>
            <a:endParaRPr lang="en-US" altLang="ko-KR" dirty="0"/>
          </a:p>
          <a:p>
            <a:pPr marL="512763" lvl="2" indent="-285750">
              <a:buFont typeface="Lucida Grande"/>
              <a:buChar char="-"/>
            </a:pPr>
            <a:r>
              <a:rPr lang="ko-KR" altLang="en-US" dirty="0"/>
              <a:t>과제 복제 </a:t>
            </a:r>
            <a:r>
              <a:rPr lang="ko-KR" altLang="ko-KR" dirty="0"/>
              <a:t>2</a:t>
            </a:r>
            <a:r>
              <a:rPr lang="ko-KR" altLang="en-US" dirty="0"/>
              <a:t>회 이상 적발시 과제 점수 </a:t>
            </a:r>
            <a:r>
              <a:rPr lang="en-US" altLang="ko-KR" dirty="0"/>
              <a:t>0</a:t>
            </a:r>
            <a:r>
              <a:rPr lang="ko-KR" altLang="en-US" dirty="0"/>
              <a:t>점 처리</a:t>
            </a:r>
            <a:endParaRPr lang="en-US" dirty="0"/>
          </a:p>
          <a:p>
            <a:pPr marL="512763" lvl="2" indent="-285750">
              <a:buFont typeface="Lucida Grande"/>
              <a:buChar char="-"/>
            </a:pPr>
            <a:r>
              <a:rPr lang="ko-KR" altLang="en-US" dirty="0"/>
              <a:t>중간</a:t>
            </a:r>
            <a:r>
              <a:rPr lang="en-US" altLang="ko-KR" dirty="0"/>
              <a:t>,</a:t>
            </a:r>
            <a:r>
              <a:rPr lang="ko-KR" altLang="en-US" dirty="0"/>
              <a:t> 기말고사</a:t>
            </a:r>
            <a:r>
              <a:rPr lang="en-US" dirty="0"/>
              <a:t> </a:t>
            </a:r>
            <a:r>
              <a:rPr lang="ko-KR" altLang="en-US" dirty="0"/>
              <a:t>중 부정행위 적발시 해당 시험 </a:t>
            </a:r>
            <a:r>
              <a:rPr lang="en-US" altLang="ko-KR" dirty="0"/>
              <a:t>0</a:t>
            </a:r>
            <a:r>
              <a:rPr lang="ko-KR" altLang="en-US" dirty="0"/>
              <a:t>점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1849155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목표 및 개요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ko-KR" altLang="en-US" dirty="0"/>
              <a:t>강의 목표</a:t>
            </a:r>
            <a:endParaRPr lang="en-US" altLang="ko-KR" dirty="0"/>
          </a:p>
          <a:p>
            <a:pPr lvl="2">
              <a:buFont typeface="Lucida Grande"/>
              <a:buChar char="-"/>
            </a:pPr>
            <a:r>
              <a:rPr lang="en-US" dirty="0"/>
              <a:t>Java </a:t>
            </a:r>
            <a:r>
              <a:rPr lang="ko-KR" altLang="en-US" dirty="0"/>
              <a:t>언어를 이용한 객체지향 프로그래밍을 이해하고 </a:t>
            </a:r>
            <a:r>
              <a:rPr lang="en-US" altLang="ko-KR" dirty="0"/>
              <a:t>GUI</a:t>
            </a:r>
            <a:r>
              <a:rPr lang="ko-KR" altLang="en-US" dirty="0"/>
              <a:t> 등 고급 기술을 익힌다</a:t>
            </a:r>
            <a:r>
              <a:rPr lang="en-US" altLang="ko-KR" dirty="0"/>
              <a:t>.</a:t>
            </a:r>
            <a:endParaRPr lang="en-US" dirty="0"/>
          </a:p>
          <a:p>
            <a:pPr>
              <a:buFont typeface="Wingdings" charset="2"/>
              <a:buChar char="q"/>
            </a:pPr>
            <a:r>
              <a:rPr lang="ko-KR" altLang="en-US" dirty="0"/>
              <a:t>강의 개요</a:t>
            </a:r>
          </a:p>
          <a:p>
            <a:pPr lvl="2">
              <a:buFont typeface="Lucida Grande"/>
              <a:buChar char="-"/>
            </a:pPr>
            <a:r>
              <a:rPr lang="en-US" altLang="ko-KR" dirty="0"/>
              <a:t>Java </a:t>
            </a:r>
            <a:r>
              <a:rPr lang="ko-KR" altLang="en-US" dirty="0"/>
              <a:t>프로그래밍의 다양한 주제를 다룬다</a:t>
            </a:r>
            <a:r>
              <a:rPr lang="en-US" altLang="ko-KR" dirty="0"/>
              <a:t>.</a:t>
            </a:r>
          </a:p>
          <a:p>
            <a:pPr lvl="2">
              <a:buFont typeface="Lucida Grande"/>
              <a:buChar char="-"/>
            </a:pPr>
            <a:r>
              <a:rPr lang="ko-KR" altLang="en-US" dirty="0"/>
              <a:t>클래스</a:t>
            </a:r>
            <a:r>
              <a:rPr lang="en-US" altLang="ko-KR" dirty="0"/>
              <a:t>,</a:t>
            </a:r>
            <a:r>
              <a:rPr lang="ko-KR" altLang="en-US" dirty="0"/>
              <a:t> 인터페이스</a:t>
            </a:r>
            <a:r>
              <a:rPr lang="en-US" altLang="ko-KR" dirty="0"/>
              <a:t>,</a:t>
            </a:r>
            <a:r>
              <a:rPr lang="ko-KR" altLang="en-US" dirty="0"/>
              <a:t> 예외 처리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  <a:r>
              <a:rPr lang="en-US" altLang="ko-KR" dirty="0"/>
              <a:t>,</a:t>
            </a:r>
            <a:r>
              <a:rPr lang="ko-KR" altLang="en-US" dirty="0"/>
              <a:t> 네트워크 프로그래밍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278171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3"/>
          <p:cNvSpPr>
            <a:spLocks noGrp="1"/>
          </p:cNvSpPr>
          <p:nvPr>
            <p:ph type="title"/>
          </p:nvPr>
        </p:nvSpPr>
        <p:spPr>
          <a:xfrm>
            <a:off x="949325" y="358775"/>
            <a:ext cx="7707313" cy="48895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Arial" pitchFamily="-102" charset="0"/>
                <a:ea typeface="ＭＳ Ｐゴシック" pitchFamily="-102" charset="-128"/>
                <a:cs typeface="ＭＳ Ｐゴシック" pitchFamily="-102" charset="-128"/>
              </a:rPr>
              <a:t>주별 강의 계획</a:t>
            </a:r>
            <a:endParaRPr lang="en-US" dirty="0">
              <a:latin typeface="Arial" pitchFamily="-102" charset="0"/>
              <a:ea typeface="ＭＳ Ｐゴシック" pitchFamily="-102" charset="-128"/>
              <a:cs typeface="ＭＳ Ｐゴシック" pitchFamily="-102" charset="-128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03955"/>
          </a:xfrm>
        </p:spPr>
        <p:txBody>
          <a:bodyPr>
            <a:normAutofit fontScale="85000" lnSpcReduction="20000"/>
          </a:bodyPr>
          <a:lstStyle/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교과목 개요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타입</a:t>
            </a:r>
            <a:r>
              <a:rPr lang="en-US" altLang="ko-KR" dirty="0"/>
              <a:t>,</a:t>
            </a:r>
            <a:r>
              <a:rPr lang="ko-KR" altLang="en-US" dirty="0"/>
              <a:t> 문자열</a:t>
            </a:r>
            <a:r>
              <a:rPr lang="en-US" altLang="ko-KR" dirty="0"/>
              <a:t>,</a:t>
            </a:r>
            <a:r>
              <a:rPr lang="ko-KR" altLang="en-US" dirty="0"/>
              <a:t> 제어문 </a:t>
            </a:r>
            <a:r>
              <a:rPr lang="en-US" altLang="ko-KR" dirty="0"/>
              <a:t>(</a:t>
            </a:r>
            <a:r>
              <a:rPr lang="ko-KR" altLang="en-US" dirty="0"/>
              <a:t>수요일 추석 휴강</a:t>
            </a:r>
            <a:r>
              <a:rPr lang="en-US" altLang="ko-KR" dirty="0"/>
              <a:t>)</a:t>
            </a:r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제어문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4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클래스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5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Objects and Methods</a:t>
            </a:r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ko-KR" altLang="ko-KR" dirty="0"/>
              <a:t>6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어레이 </a:t>
            </a:r>
            <a:r>
              <a:rPr lang="en-US" altLang="ko-KR" dirty="0"/>
              <a:t>(</a:t>
            </a:r>
            <a:r>
              <a:rPr lang="ko-KR" altLang="en-US" dirty="0"/>
              <a:t>수요일 한글날 휴강</a:t>
            </a:r>
            <a:r>
              <a:rPr lang="en-US" altLang="ko-KR" dirty="0"/>
              <a:t>)</a:t>
            </a:r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ko-KR" altLang="ko-KR" dirty="0"/>
              <a:t>7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Inheritance, Polymorphism, </a:t>
            </a:r>
            <a:r>
              <a:rPr lang="ko-KR" altLang="en-US" dirty="0"/>
              <a:t>인터페이스 </a:t>
            </a:r>
            <a:r>
              <a:rPr lang="en-US" altLang="ko-KR" dirty="0"/>
              <a:t>(</a:t>
            </a:r>
            <a:r>
              <a:rPr lang="ko-KR" altLang="en-US" dirty="0"/>
              <a:t>월요일</a:t>
            </a:r>
            <a:r>
              <a:rPr lang="en-US" altLang="ko-KR" dirty="0"/>
              <a:t>*)</a:t>
            </a:r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8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예외처리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9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중간고사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10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파일 입출력</a:t>
            </a:r>
            <a:r>
              <a:rPr lang="en-US" altLang="ko-KR" dirty="0"/>
              <a:t>, </a:t>
            </a:r>
            <a:r>
              <a:rPr lang="ko-KR" altLang="en-US" dirty="0"/>
              <a:t>네트워킹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11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Recursion</a:t>
            </a:r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12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Dynamic data – structures and generics</a:t>
            </a:r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13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웹 프로그래밍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14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데이터베이스 프로그래밍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ko-KR" altLang="en-US" dirty="0"/>
              <a:t>제</a:t>
            </a:r>
            <a:r>
              <a:rPr lang="en-US" altLang="ko-KR" dirty="0"/>
              <a:t>15</a:t>
            </a:r>
            <a:r>
              <a:rPr lang="ko-KR" altLang="en-US" dirty="0"/>
              <a:t>주</a:t>
            </a:r>
            <a:r>
              <a:rPr lang="en-US" altLang="ko-KR" dirty="0"/>
              <a:t>:</a:t>
            </a:r>
            <a:r>
              <a:rPr lang="ko-KR" altLang="en-US" dirty="0"/>
              <a:t> 기말고사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03424175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22225</TotalTime>
  <Words>350</Words>
  <Application>Microsoft Office PowerPoint</Application>
  <PresentationFormat>On-screen Show (16:9)</PresentationFormat>
  <Paragraphs>52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Lucida Grande</vt:lpstr>
      <vt:lpstr>Arial</vt:lpstr>
      <vt:lpstr>Calibri</vt:lpstr>
      <vt:lpstr>Source Sans Pro</vt:lpstr>
      <vt:lpstr>Source Sans Pro Semibold</vt:lpstr>
      <vt:lpstr>Wingdings</vt:lpstr>
      <vt:lpstr>Jobtalk_UF</vt:lpstr>
      <vt:lpstr>SU_Template_TopBar</vt:lpstr>
      <vt:lpstr>플랫폼기반프로그래밍</vt:lpstr>
      <vt:lpstr>플랫폼기반프로그래밍</vt:lpstr>
      <vt:lpstr>교재 및 평가 방법</vt:lpstr>
      <vt:lpstr>강의 목표 및 개요</vt:lpstr>
      <vt:lpstr>주별 강의 계획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Jin Kyu Gahm</cp:lastModifiedBy>
  <cp:revision>1292</cp:revision>
  <cp:lastPrinted>2016-01-15T22:14:07Z</cp:lastPrinted>
  <dcterms:created xsi:type="dcterms:W3CDTF">2016-01-04T21:30:26Z</dcterms:created>
  <dcterms:modified xsi:type="dcterms:W3CDTF">2019-09-01T14:21:26Z</dcterms:modified>
</cp:coreProperties>
</file>