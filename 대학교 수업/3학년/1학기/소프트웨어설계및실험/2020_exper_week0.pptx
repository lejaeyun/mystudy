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handoutMasterIdLst>
    <p:handoutMasterId r:id="rId11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3" r:id="rId9"/>
    <p:sldId id="264" r:id="rId10"/>
  </p:sldIdLst>
  <p:sldSz cx="12192000" cy="6858000"/>
  <p:notesSz cx="6792913" cy="9925050"/>
  <p:embeddedFontLst>
    <p:embeddedFont>
      <p:font typeface="Trebuchet MS" panose="020B0603020202020204" pitchFamily="34" charset="0"/>
      <p:regular r:id="rId12"/>
      <p:bold r:id="rId13"/>
      <p:italic r:id="rId14"/>
      <p:boldItalic r:id="rId15"/>
    </p:embeddedFont>
    <p:embeddedFont>
      <p:font typeface="Wingdings 3" panose="05040102010807070707" pitchFamily="82" charset="2"/>
      <p:regular r:id="rId16"/>
    </p:embeddedFont>
    <p:embeddedFont>
      <p:font typeface="맑은 고딕" panose="020B0503020000020004" pitchFamily="50" charset="-127"/>
      <p:regular r:id="rId17"/>
      <p:bold r:id="rId18"/>
    </p:embeddedFont>
    <p:embeddedFont>
      <p:font typeface="함초롬바탕" panose="02030604000101010101" pitchFamily="18" charset="-127"/>
      <p:regular r:id="rId19"/>
      <p:bold r:id="rId2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0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3596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7745" y="0"/>
            <a:ext cx="2943596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82BFB1-86BC-4EFD-AFD5-9E00472ABCD5}" type="datetimeFigureOut">
              <a:rPr lang="ko-KR" altLang="en-US" smtClean="0"/>
              <a:t>2020-03-12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7076"/>
            <a:ext cx="2943596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7745" y="9427076"/>
            <a:ext cx="2943596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B596B0-94FB-447C-819A-F75CC43CC2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29567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3/12/2020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3/12/2020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3/12/2020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3/12/2020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인용문 있는 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참 또는 거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3/12/2020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3/12/2020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1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plato.pusan.ac.kr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320842" y="2404534"/>
            <a:ext cx="8953161" cy="1646302"/>
          </a:xfrm>
        </p:spPr>
        <p:txBody>
          <a:bodyPr/>
          <a:lstStyle/>
          <a:p>
            <a:r>
              <a:rPr lang="ko-KR" altLang="en-US" sz="48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컴퓨터 소프트웨어</a:t>
            </a:r>
            <a:br>
              <a:rPr lang="en-US" altLang="ko-KR" sz="48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</a:br>
            <a:r>
              <a:rPr lang="ko-KR" altLang="en-US" sz="48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설계 및 실험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2020</a:t>
            </a:r>
            <a:r>
              <a:rPr lang="ko-KR" altLang="en-US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년 </a:t>
            </a:r>
            <a:r>
              <a:rPr lang="en-US" altLang="ko-KR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1</a:t>
            </a:r>
            <a:r>
              <a:rPr lang="ko-KR" altLang="en-US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학기 실험계획</a:t>
            </a:r>
          </a:p>
        </p:txBody>
      </p:sp>
    </p:spTree>
    <p:extLst>
      <p:ext uri="{BB962C8B-B14F-4D97-AF65-F5344CB8AC3E}">
        <p14:creationId xmlns:p14="http://schemas.microsoft.com/office/powerpoint/2010/main" val="1069464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1. </a:t>
            </a:r>
            <a:r>
              <a:rPr lang="ko-KR" altLang="en-US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강의목표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7334" y="1799642"/>
            <a:ext cx="8596668" cy="3880773"/>
          </a:xfrm>
        </p:spPr>
        <p:txBody>
          <a:bodyPr>
            <a:normAutofit fontScale="92500" lnSpcReduction="10000"/>
          </a:bodyPr>
          <a:lstStyle/>
          <a:p>
            <a:r>
              <a:rPr lang="en-US" altLang="ko-KR" sz="24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Android </a:t>
            </a:r>
            <a:r>
              <a:rPr lang="ko-KR" altLang="en-US" sz="24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관련 기술을 이용하여 실제 스마트 폰 애플리케이션을 개발한다</a:t>
            </a:r>
            <a:r>
              <a:rPr lang="en-US" altLang="ko-KR" sz="24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.</a:t>
            </a:r>
          </a:p>
          <a:p>
            <a:endParaRPr lang="en-US" altLang="ko-KR" sz="24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r>
              <a:rPr lang="en-US" altLang="ko-KR" sz="24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Web Programming </a:t>
            </a:r>
            <a:r>
              <a:rPr lang="ko-KR" altLang="en-US" sz="24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관련 기술을 이용하여 실제 인터넷 응용 서비스를 개발한다</a:t>
            </a:r>
            <a:r>
              <a:rPr lang="en-US" altLang="ko-KR" sz="24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.</a:t>
            </a:r>
          </a:p>
          <a:p>
            <a:endParaRPr lang="en-US" altLang="ko-KR" sz="24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r>
              <a:rPr lang="ko-KR" altLang="en-US" sz="24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기계 학습의 원리를 이해하고 </a:t>
            </a:r>
            <a:r>
              <a:rPr lang="en-US" altLang="ko-KR" sz="2400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Tensorflow</a:t>
            </a:r>
            <a:r>
              <a:rPr lang="ko-KR" altLang="en-US" sz="24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를 통해 기계 학습을 활용한 애플리케이션을 개발한다</a:t>
            </a:r>
            <a:r>
              <a:rPr lang="en-US" altLang="ko-KR" sz="24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.</a:t>
            </a:r>
          </a:p>
          <a:p>
            <a:endParaRPr lang="en-US" altLang="ko-KR" sz="24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r>
              <a:rPr lang="ko-KR" altLang="en-US" sz="24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프로젝트 수행을 통하여 팀 작업을 경험한다</a:t>
            </a:r>
            <a:r>
              <a:rPr lang="en-US" altLang="ko-KR" sz="24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.</a:t>
            </a:r>
            <a:endParaRPr lang="ko-KR" altLang="en-US" sz="24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34488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2. </a:t>
            </a:r>
            <a:r>
              <a:rPr lang="ko-KR" altLang="en-US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강의 개요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3880773"/>
          </a:xfrm>
        </p:spPr>
        <p:txBody>
          <a:bodyPr>
            <a:normAutofit/>
          </a:bodyPr>
          <a:lstStyle/>
          <a:p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Android Application </a:t>
            </a:r>
            <a:r>
              <a:rPr lang="ko-KR" altLang="en-US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개발 기술</a:t>
            </a:r>
            <a:endParaRPr lang="en-US" altLang="ko-KR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/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Android Development IDE</a:t>
            </a:r>
          </a:p>
          <a:p>
            <a:pPr lvl="1"/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SQLite / JNI</a:t>
            </a:r>
          </a:p>
          <a:p>
            <a:pPr lvl="1"/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Open API</a:t>
            </a:r>
          </a:p>
          <a:p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Internet Service </a:t>
            </a:r>
            <a:r>
              <a:rPr lang="ko-KR" altLang="en-US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개발을 위한 기술</a:t>
            </a:r>
            <a:endParaRPr lang="en-US" altLang="ko-KR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/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HTML5/ CSS3/ JavaScript</a:t>
            </a:r>
          </a:p>
          <a:p>
            <a:pPr lvl="1"/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JSON / Ajax / jQuery</a:t>
            </a:r>
          </a:p>
          <a:p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Machine Learning</a:t>
            </a:r>
            <a:r>
              <a:rPr lang="ko-KR" altLang="en-US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을</a:t>
            </a:r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위한 기술</a:t>
            </a:r>
            <a:endParaRPr lang="en-US" altLang="ko-KR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/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Python</a:t>
            </a:r>
          </a:p>
          <a:p>
            <a:pPr lvl="1"/>
            <a:r>
              <a:rPr lang="en-US" altLang="ko-KR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Tensorflow</a:t>
            </a:r>
            <a:endParaRPr lang="en-US" altLang="ko-KR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787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3. </a:t>
            </a:r>
            <a:r>
              <a:rPr lang="ko-KR" altLang="en-US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실험 방법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7334" y="1815684"/>
            <a:ext cx="8596668" cy="3880773"/>
          </a:xfrm>
        </p:spPr>
        <p:txBody>
          <a:bodyPr>
            <a:normAutofit fontScale="92500" lnSpcReduction="20000"/>
          </a:bodyPr>
          <a:lstStyle/>
          <a:p>
            <a:r>
              <a:rPr lang="ko-KR" altLang="en-US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주차별</a:t>
            </a:r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수업 진행</a:t>
            </a:r>
            <a:endParaRPr lang="en-US" altLang="ko-KR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/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Android Application Development</a:t>
            </a:r>
            <a:r>
              <a:rPr lang="ko-KR" altLang="en-US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관련 기술 소개</a:t>
            </a:r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(1</a:t>
            </a:r>
            <a:r>
              <a:rPr lang="ko-KR" altLang="en-US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주차</a:t>
            </a:r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~5</a:t>
            </a:r>
            <a:r>
              <a:rPr lang="ko-KR" altLang="en-US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주차</a:t>
            </a:r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, 11</a:t>
            </a:r>
            <a:r>
              <a:rPr lang="ko-KR" altLang="en-US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주차</a:t>
            </a:r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)</a:t>
            </a:r>
          </a:p>
          <a:p>
            <a:pPr lvl="1"/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Web Development </a:t>
            </a:r>
            <a:r>
              <a:rPr lang="ko-KR" altLang="en-US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관련 기술 소개 </a:t>
            </a:r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(6</a:t>
            </a:r>
            <a:r>
              <a:rPr lang="ko-KR" altLang="en-US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주차</a:t>
            </a:r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~10</a:t>
            </a:r>
            <a:r>
              <a:rPr lang="ko-KR" altLang="en-US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주차</a:t>
            </a:r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)</a:t>
            </a:r>
          </a:p>
          <a:p>
            <a:pPr lvl="1"/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Machine Learning </a:t>
            </a:r>
            <a:r>
              <a:rPr lang="ko-KR" altLang="en-US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관련 기술 소개 </a:t>
            </a:r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(12</a:t>
            </a:r>
            <a:r>
              <a:rPr lang="ko-KR" altLang="en-US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주차</a:t>
            </a:r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-14</a:t>
            </a:r>
            <a:r>
              <a:rPr lang="ko-KR" altLang="en-US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주차</a:t>
            </a:r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)</a:t>
            </a:r>
          </a:p>
          <a:p>
            <a:pPr lvl="1"/>
            <a:r>
              <a:rPr lang="ko-KR" altLang="en-US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매 주 예제 및 실습 과제 진행</a:t>
            </a:r>
            <a:endParaRPr lang="en-US" altLang="ko-KR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457200" lvl="1" indent="0">
              <a:buNone/>
            </a:pPr>
            <a:endParaRPr lang="en-US" altLang="ko-KR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r>
              <a:rPr lang="ko-KR" altLang="en-US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텀 프로젝트 수행</a:t>
            </a:r>
            <a:endParaRPr lang="en-US" altLang="ko-KR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/>
            <a:r>
              <a:rPr lang="ko-KR" altLang="en-US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프로젝트 주제 선정</a:t>
            </a:r>
            <a:endParaRPr lang="en-US" altLang="ko-KR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/>
            <a:r>
              <a:rPr lang="ko-KR" altLang="en-US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프로젝트 제안서 발표</a:t>
            </a:r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	(04/6 ~ 04/10)</a:t>
            </a:r>
          </a:p>
          <a:p>
            <a:pPr lvl="1"/>
            <a:r>
              <a:rPr lang="ko-KR" altLang="en-US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중간발표</a:t>
            </a:r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			(05/11 - 05/15)</a:t>
            </a:r>
          </a:p>
          <a:p>
            <a:pPr lvl="1"/>
            <a:r>
              <a:rPr lang="ko-KR" altLang="en-US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최종 보고서 제출</a:t>
            </a:r>
            <a:endParaRPr lang="en-US" altLang="ko-KR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/>
            <a:r>
              <a:rPr lang="ko-KR" altLang="en-US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최종발표 </a:t>
            </a:r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&amp; </a:t>
            </a:r>
            <a:r>
              <a:rPr lang="ko-KR" altLang="en-US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시연</a:t>
            </a:r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		(06/29 – 06/30)</a:t>
            </a:r>
          </a:p>
        </p:txBody>
      </p:sp>
    </p:spTree>
    <p:extLst>
      <p:ext uri="{BB962C8B-B14F-4D97-AF65-F5344CB8AC3E}">
        <p14:creationId xmlns:p14="http://schemas.microsoft.com/office/powerpoint/2010/main" val="22938391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4. </a:t>
            </a:r>
            <a:r>
              <a:rPr lang="ko-KR" altLang="en-US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프로젝트 개요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3880773"/>
          </a:xfrm>
        </p:spPr>
        <p:txBody>
          <a:bodyPr/>
          <a:lstStyle/>
          <a:p>
            <a:r>
              <a:rPr lang="ko-KR" altLang="en-US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수업 시간에 다룬 기술을 활용한 </a:t>
            </a:r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Application </a:t>
            </a:r>
            <a:r>
              <a:rPr lang="ko-KR" altLang="en-US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개발</a:t>
            </a:r>
            <a:endParaRPr lang="en-US" altLang="ko-KR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endParaRPr lang="en-US" altLang="ko-KR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r>
              <a:rPr lang="ko-KR" altLang="en-US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개발 플랫폼 </a:t>
            </a:r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: Android 7.0 Nougat</a:t>
            </a:r>
          </a:p>
          <a:p>
            <a:endParaRPr lang="en-US" altLang="ko-KR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r>
              <a:rPr lang="ko-KR" altLang="en-US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개발 도구 </a:t>
            </a:r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: Android Studio, Eclipse IDE + @</a:t>
            </a:r>
            <a:endParaRPr lang="ko-KR" altLang="en-US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321188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5. </a:t>
            </a:r>
            <a:r>
              <a:rPr lang="ko-KR" altLang="en-US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실험 일정 </a:t>
            </a:r>
            <a:r>
              <a:rPr lang="en-US" altLang="ko-KR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(1/2)</a:t>
            </a:r>
            <a:endParaRPr lang="ko-KR" altLang="en-US" b="1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5412826"/>
              </p:ext>
            </p:extLst>
          </p:nvPr>
        </p:nvGraphicFramePr>
        <p:xfrm>
          <a:off x="677335" y="1417497"/>
          <a:ext cx="8787508" cy="4745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85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83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54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94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주차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주제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비고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94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0</a:t>
                      </a:r>
                      <a:r>
                        <a:rPr lang="ko-KR" altLang="en-US" sz="1600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주차</a:t>
                      </a:r>
                      <a:endParaRPr lang="en-US" altLang="ko-KR" sz="1600" dirty="0"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  <a:p>
                      <a:pPr algn="ctr" latinLnBrk="1"/>
                      <a:r>
                        <a:rPr lang="en-US" altLang="ko-KR" sz="1100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(3/3)</a:t>
                      </a:r>
                      <a:endParaRPr lang="en-US" altLang="ko-KR" sz="1200" dirty="0"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94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1</a:t>
                      </a:r>
                      <a:r>
                        <a:rPr lang="ko-KR" altLang="en-US" sz="1600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주차</a:t>
                      </a:r>
                      <a:endParaRPr lang="en-US" altLang="ko-KR" sz="1600" dirty="0"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  <a:p>
                      <a:pPr marL="0" marR="0" indent="0" algn="ctr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(3/16 – 3/20)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Android </a:t>
                      </a:r>
                      <a:r>
                        <a:rPr lang="ko-KR" altLang="en-US" sz="1400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소개 </a:t>
                      </a:r>
                      <a:r>
                        <a:rPr lang="en-US" altLang="ko-KR" sz="1400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/</a:t>
                      </a:r>
                      <a:r>
                        <a:rPr lang="en-US" altLang="ko-KR" sz="1400" baseline="0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 View / Layout / Activity</a:t>
                      </a:r>
                      <a:endParaRPr lang="ko-KR" altLang="en-US" sz="1400" dirty="0"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94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2</a:t>
                      </a:r>
                      <a:r>
                        <a:rPr lang="ko-KR" altLang="en-US" sz="1600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주차</a:t>
                      </a:r>
                      <a:endParaRPr lang="en-US" altLang="ko-KR" sz="1600" dirty="0"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  <a:p>
                      <a:pPr marL="0" marR="0" indent="0" algn="ctr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(3/23 – 3/27)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Intent</a:t>
                      </a:r>
                      <a:r>
                        <a:rPr lang="en-US" altLang="ko-KR" sz="1400" baseline="0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 / Service</a:t>
                      </a:r>
                      <a:endParaRPr lang="ko-KR" altLang="en-US" sz="1400" dirty="0"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94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3</a:t>
                      </a:r>
                      <a:r>
                        <a:rPr lang="ko-KR" altLang="en-US" sz="1600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주차</a:t>
                      </a:r>
                      <a:endParaRPr lang="en-US" altLang="ko-KR" sz="1600" dirty="0"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  <a:p>
                      <a:pPr algn="ctr" latinLnBrk="1"/>
                      <a:r>
                        <a:rPr lang="en-US" altLang="ko-KR" sz="1100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(3/30 – 4/3)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SQLite</a:t>
                      </a:r>
                      <a:r>
                        <a:rPr lang="en-US" altLang="ko-KR" sz="1400" baseline="0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 / JNI / </a:t>
                      </a:r>
                      <a:r>
                        <a:rPr lang="ko-KR" altLang="en-US" sz="1400" baseline="0" dirty="0" err="1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조편성</a:t>
                      </a:r>
                      <a:endParaRPr lang="ko-KR" altLang="en-US" sz="1400" dirty="0"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942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/>
                        <a:t>4</a:t>
                      </a:r>
                      <a:r>
                        <a:rPr lang="ko-KR" altLang="en-US" sz="1600" dirty="0"/>
                        <a:t>주차</a:t>
                      </a:r>
                      <a:endParaRPr lang="en-US" altLang="ko-KR" sz="1600" dirty="0"/>
                    </a:p>
                    <a:p>
                      <a:pPr algn="ctr"/>
                      <a:r>
                        <a:rPr lang="en-US" altLang="ko-KR" sz="1100" dirty="0"/>
                        <a:t>(4/6</a:t>
                      </a:r>
                      <a:r>
                        <a:rPr lang="en-US" altLang="ko-KR" sz="1100" baseline="0" dirty="0"/>
                        <a:t> – 4/10)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>
                          <a:solidFill>
                            <a:srgbClr val="FF0000"/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Term Project</a:t>
                      </a:r>
                      <a:r>
                        <a:rPr lang="ko-KR" altLang="en-US" sz="1600" b="1" dirty="0">
                          <a:solidFill>
                            <a:srgbClr val="FF0000"/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 제안서 발표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94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5</a:t>
                      </a:r>
                      <a:r>
                        <a:rPr lang="ko-KR" altLang="en-US" sz="1600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주차</a:t>
                      </a:r>
                      <a:endParaRPr lang="en-US" altLang="ko-KR" sz="1600" dirty="0"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  <a:p>
                      <a:pPr algn="ctr" latinLnBrk="1"/>
                      <a:r>
                        <a:rPr lang="en-US" altLang="ko-KR" sz="1100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(4/13</a:t>
                      </a:r>
                      <a:r>
                        <a:rPr lang="en-US" altLang="ko-KR" sz="1100" baseline="0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 – 4/17)</a:t>
                      </a:r>
                      <a:endParaRPr lang="ko-KR" altLang="en-US" sz="1100" dirty="0"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Hybrid</a:t>
                      </a:r>
                      <a:r>
                        <a:rPr lang="en-US" altLang="ko-KR" sz="1600" baseline="0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 App</a:t>
                      </a:r>
                      <a:endParaRPr lang="ko-KR" altLang="en-US" sz="1600" b="1" dirty="0">
                        <a:solidFill>
                          <a:srgbClr val="FF0000"/>
                        </a:solidFill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4</a:t>
                      </a:r>
                      <a:r>
                        <a:rPr lang="ko-KR" altLang="en-US" sz="1100" dirty="0"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월 </a:t>
                      </a:r>
                      <a:r>
                        <a:rPr lang="en-US" altLang="ko-KR" sz="1100" dirty="0"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15</a:t>
                      </a:r>
                      <a:r>
                        <a:rPr lang="ko-KR" altLang="en-US" sz="1100" dirty="0"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일</a:t>
                      </a:r>
                      <a:r>
                        <a:rPr lang="en-US" altLang="ko-KR" sz="1100" dirty="0"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(</a:t>
                      </a:r>
                      <a:r>
                        <a:rPr lang="ko-KR" altLang="en-US" sz="1100" dirty="0"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수</a:t>
                      </a:r>
                      <a:r>
                        <a:rPr lang="en-US" altLang="ko-KR" sz="1100" dirty="0"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)</a:t>
                      </a:r>
                    </a:p>
                    <a:p>
                      <a:pPr algn="ctr" latinLnBrk="1"/>
                      <a:r>
                        <a:rPr lang="ko-KR" altLang="en-US" sz="1100" dirty="0"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제</a:t>
                      </a:r>
                      <a:r>
                        <a:rPr lang="en-US" altLang="ko-KR" sz="1100" dirty="0"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21</a:t>
                      </a:r>
                      <a:r>
                        <a:rPr lang="ko-KR" altLang="en-US" sz="1100" dirty="0"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대 국회의원선거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894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6</a:t>
                      </a:r>
                      <a:r>
                        <a:rPr lang="ko-KR" altLang="en-US" sz="1600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주차</a:t>
                      </a:r>
                      <a:endParaRPr lang="en-US" altLang="ko-KR" sz="1600" dirty="0"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  <a:p>
                      <a:pPr algn="ctr" latinLnBrk="1"/>
                      <a:r>
                        <a:rPr lang="en-US" altLang="ko-KR" sz="1100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(4/20</a:t>
                      </a:r>
                      <a:r>
                        <a:rPr lang="en-US" altLang="ko-KR" sz="1100" baseline="0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 – 4/24)</a:t>
                      </a:r>
                      <a:endParaRPr lang="ko-KR" altLang="en-US" sz="1100" dirty="0"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HTML5</a:t>
                      </a:r>
                      <a:r>
                        <a:rPr lang="en-US" altLang="ko-KR" sz="1600" baseline="0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 / Web Programming</a:t>
                      </a:r>
                      <a:endParaRPr lang="ko-KR" altLang="en-US" sz="1600" dirty="0"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894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7</a:t>
                      </a:r>
                      <a:r>
                        <a:rPr lang="ko-KR" altLang="en-US" sz="1600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주차</a:t>
                      </a:r>
                      <a:endParaRPr lang="en-US" altLang="ko-KR" sz="1600" dirty="0"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  <a:p>
                      <a:pPr algn="ctr" latinLnBrk="1"/>
                      <a:r>
                        <a:rPr lang="en-US" altLang="ko-KR" sz="1100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(4/27</a:t>
                      </a:r>
                      <a:r>
                        <a:rPr lang="en-US" altLang="ko-KR" sz="1100" baseline="0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 – 5/02)</a:t>
                      </a:r>
                      <a:endParaRPr lang="ko-KR" altLang="en-US" sz="1100" dirty="0"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rgbClr val="FF0000"/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중간고사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4</a:t>
                      </a:r>
                      <a:r>
                        <a:rPr lang="ko-KR" altLang="en-US" sz="1100" dirty="0"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월 </a:t>
                      </a:r>
                      <a:r>
                        <a:rPr lang="en-US" altLang="ko-KR" sz="1100" dirty="0"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30</a:t>
                      </a:r>
                      <a:r>
                        <a:rPr lang="ko-KR" altLang="en-US" sz="1100" dirty="0"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일</a:t>
                      </a:r>
                      <a:r>
                        <a:rPr lang="en-US" altLang="ko-KR" sz="1100" dirty="0"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(</a:t>
                      </a:r>
                      <a:r>
                        <a:rPr lang="ko-KR" altLang="en-US" sz="1100" dirty="0"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목</a:t>
                      </a:r>
                      <a:r>
                        <a:rPr lang="en-US" altLang="ko-KR" sz="1100" dirty="0"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)</a:t>
                      </a:r>
                    </a:p>
                    <a:p>
                      <a:pPr algn="ctr" latinLnBrk="1"/>
                      <a:r>
                        <a:rPr lang="ko-KR" altLang="en-US" sz="1100" dirty="0"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석가탄신일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62942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5. </a:t>
            </a:r>
            <a:r>
              <a:rPr lang="ko-KR" altLang="en-US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실험 일정 </a:t>
            </a:r>
            <a:r>
              <a:rPr lang="en-US" altLang="ko-KR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(2/2)</a:t>
            </a:r>
            <a:endParaRPr lang="ko-KR" altLang="en-US" b="1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293614"/>
              </p:ext>
            </p:extLst>
          </p:nvPr>
        </p:nvGraphicFramePr>
        <p:xfrm>
          <a:off x="677335" y="1417497"/>
          <a:ext cx="8787508" cy="5167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85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83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54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677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주차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주제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비고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67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8</a:t>
                      </a:r>
                      <a:r>
                        <a:rPr lang="ko-KR" altLang="en-US" sz="1600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주차</a:t>
                      </a:r>
                    </a:p>
                    <a:p>
                      <a:pPr algn="ctr" latinLnBrk="1"/>
                      <a:r>
                        <a:rPr lang="en-US" altLang="ko-KR" sz="1100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(5/4 – 5/8)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JSON</a:t>
                      </a:r>
                      <a:r>
                        <a:rPr lang="en-US" altLang="ko-KR" sz="1600" b="0" baseline="0" dirty="0">
                          <a:solidFill>
                            <a:schemeClr val="tx1"/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 &amp; XML (Ajax)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5</a:t>
                      </a:r>
                      <a:r>
                        <a:rPr lang="ko-KR" altLang="en-US" sz="1100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월 </a:t>
                      </a:r>
                      <a:r>
                        <a:rPr lang="en-US" altLang="ko-KR" sz="1100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5</a:t>
                      </a:r>
                      <a:r>
                        <a:rPr lang="ko-KR" altLang="en-US" sz="1100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일</a:t>
                      </a:r>
                      <a:r>
                        <a:rPr lang="en-US" altLang="ko-KR" sz="1100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(</a:t>
                      </a:r>
                      <a:r>
                        <a:rPr lang="ko-KR" altLang="en-US" sz="1100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화</a:t>
                      </a:r>
                      <a:r>
                        <a:rPr lang="en-US" altLang="ko-KR" sz="1100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)</a:t>
                      </a:r>
                    </a:p>
                    <a:p>
                      <a:pPr algn="ctr" latinLnBrk="1"/>
                      <a:r>
                        <a:rPr lang="ko-KR" altLang="en-US" sz="1100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어린이날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67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9</a:t>
                      </a:r>
                      <a:r>
                        <a:rPr lang="ko-KR" altLang="en-US" sz="1600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주차</a:t>
                      </a:r>
                    </a:p>
                    <a:p>
                      <a:pPr marL="0" marR="0" indent="0" algn="ctr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(5/11</a:t>
                      </a:r>
                      <a:r>
                        <a:rPr lang="en-US" altLang="ko-KR" sz="1100" baseline="0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 – 5/15</a:t>
                      </a:r>
                      <a:r>
                        <a:rPr lang="en-US" altLang="ko-KR" sz="1100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>
                          <a:solidFill>
                            <a:srgbClr val="FF0000"/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Term Project </a:t>
                      </a:r>
                      <a:r>
                        <a:rPr lang="ko-KR" altLang="en-US" sz="1600" b="1" dirty="0">
                          <a:solidFill>
                            <a:srgbClr val="FF0000"/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중간발표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dirty="0"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67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10</a:t>
                      </a:r>
                      <a:r>
                        <a:rPr lang="ko-KR" altLang="en-US" sz="1600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주차</a:t>
                      </a:r>
                      <a:endParaRPr lang="en-US" altLang="ko-KR" sz="1600" dirty="0"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  <a:p>
                      <a:pPr marL="0" marR="0" indent="0" algn="ctr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(5/18 – 5/22)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jQuery &amp; jQuery Mobile</a:t>
                      </a:r>
                      <a:endParaRPr lang="ko-KR" altLang="en-US" sz="1600" dirty="0"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67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11</a:t>
                      </a:r>
                      <a:r>
                        <a:rPr lang="ko-KR" altLang="en-US" sz="1600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주차</a:t>
                      </a:r>
                      <a:endParaRPr lang="en-US" altLang="ko-KR" sz="1600" dirty="0"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  <a:p>
                      <a:pPr algn="ctr" latinLnBrk="1"/>
                      <a:r>
                        <a:rPr lang="en-US" altLang="ko-KR" sz="1100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(5/25 – 5/29)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Open</a:t>
                      </a:r>
                      <a:r>
                        <a:rPr lang="en-US" altLang="ko-KR" sz="1600" baseline="0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 API &amp; Web Storage</a:t>
                      </a:r>
                      <a:endParaRPr lang="ko-KR" altLang="en-US" sz="1600" dirty="0"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67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12</a:t>
                      </a:r>
                      <a:r>
                        <a:rPr lang="ko-KR" altLang="en-US" sz="1600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주차</a:t>
                      </a:r>
                      <a:endParaRPr lang="en-US" altLang="ko-KR" sz="1600" dirty="0"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  <a:p>
                      <a:pPr algn="ctr" latinLnBrk="1"/>
                      <a:r>
                        <a:rPr lang="en-US" altLang="ko-KR" sz="1100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(6/1 – 6/5</a:t>
                      </a:r>
                      <a:r>
                        <a:rPr lang="en-US" altLang="ko-KR" sz="1100" baseline="0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)</a:t>
                      </a:r>
                      <a:endParaRPr lang="ko-KR" altLang="en-US" sz="1100" dirty="0"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Python</a:t>
                      </a:r>
                      <a:r>
                        <a:rPr lang="en-US" altLang="ko-KR" sz="1600" baseline="0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 </a:t>
                      </a:r>
                      <a:r>
                        <a:rPr lang="ko-KR" altLang="en-US" sz="1600" baseline="0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소개 및 실습</a:t>
                      </a:r>
                      <a:endParaRPr lang="ko-KR" altLang="en-US" sz="1600" dirty="0"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67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13</a:t>
                      </a:r>
                      <a:r>
                        <a:rPr lang="ko-KR" altLang="en-US" sz="1600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주차</a:t>
                      </a:r>
                      <a:endParaRPr lang="en-US" altLang="ko-KR" sz="1600" dirty="0"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  <a:p>
                      <a:pPr algn="ctr" latinLnBrk="1"/>
                      <a:r>
                        <a:rPr lang="en-US" altLang="ko-KR" sz="1100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(6/8 – 6/12</a:t>
                      </a:r>
                      <a:r>
                        <a:rPr lang="en-US" altLang="ko-KR" sz="1100" baseline="0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)</a:t>
                      </a:r>
                      <a:endParaRPr lang="ko-KR" altLang="en-US" sz="1100" dirty="0"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Tensorflow</a:t>
                      </a:r>
                      <a:r>
                        <a:rPr lang="en-US" altLang="ko-KR" sz="1600" baseline="0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 </a:t>
                      </a:r>
                      <a:r>
                        <a:rPr lang="ko-KR" altLang="en-US" sz="1600" baseline="0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소개 및 문법 소개</a:t>
                      </a:r>
                      <a:endParaRPr lang="ko-KR" altLang="en-US" sz="1600" dirty="0"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67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14</a:t>
                      </a:r>
                      <a:r>
                        <a:rPr lang="ko-KR" altLang="en-US" sz="1600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주차</a:t>
                      </a:r>
                      <a:endParaRPr lang="en-US" altLang="ko-KR" sz="1600" dirty="0"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  <a:p>
                      <a:pPr algn="ctr" latinLnBrk="1"/>
                      <a:r>
                        <a:rPr lang="en-US" altLang="ko-KR" sz="1100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(6/15</a:t>
                      </a:r>
                      <a:r>
                        <a:rPr lang="en-US" altLang="ko-KR" sz="1100" baseline="0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 – 6/19)</a:t>
                      </a:r>
                      <a:endParaRPr lang="ko-KR" altLang="en-US" sz="1100" dirty="0"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Tensorflow</a:t>
                      </a:r>
                      <a:r>
                        <a:rPr lang="ko-KR" altLang="en-US" sz="1600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를 이용한 </a:t>
                      </a:r>
                      <a:r>
                        <a:rPr lang="en-US" altLang="ko-KR" sz="1600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Application </a:t>
                      </a:r>
                      <a:r>
                        <a:rPr lang="ko-KR" altLang="en-US" sz="1600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제작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6779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15</a:t>
                      </a:r>
                      <a:r>
                        <a:rPr lang="ko-KR" altLang="en-US" sz="1600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주차</a:t>
                      </a:r>
                      <a:endParaRPr lang="en-US" altLang="ko-KR" sz="1600" dirty="0"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  <a:p>
                      <a:pPr algn="ctr"/>
                      <a:r>
                        <a:rPr lang="en-US" altLang="ko-KR" sz="1100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(6/22 </a:t>
                      </a:r>
                      <a:r>
                        <a:rPr lang="en-US" altLang="ko-KR" sz="1100" baseline="0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– 6/26)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dirty="0">
                          <a:solidFill>
                            <a:srgbClr val="FF0000"/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기말고사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16779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baseline="0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16</a:t>
                      </a:r>
                      <a:r>
                        <a:rPr lang="ko-KR" altLang="en-US" sz="1600" baseline="0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주차</a:t>
                      </a:r>
                      <a:endParaRPr lang="en-US" altLang="ko-KR" sz="1600" baseline="0" dirty="0"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  <a:p>
                      <a:pPr algn="ctr"/>
                      <a:r>
                        <a:rPr lang="en-US" altLang="ko-KR" sz="1100" baseline="0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(6/29 – 06/30)</a:t>
                      </a:r>
                      <a:endParaRPr lang="en-US" altLang="ko-KR" sz="1600" baseline="0" dirty="0"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>
                          <a:solidFill>
                            <a:srgbClr val="FF0000"/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Term Project </a:t>
                      </a:r>
                      <a:r>
                        <a:rPr lang="ko-KR" altLang="en-US" sz="1600" b="1" dirty="0">
                          <a:solidFill>
                            <a:srgbClr val="FF0000"/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최종발표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추후</a:t>
                      </a:r>
                      <a:r>
                        <a:rPr lang="ko-KR" altLang="en-US" sz="1100" baseline="0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 변동 가능</a:t>
                      </a:r>
                      <a:endParaRPr lang="en-US" altLang="ko-KR" sz="1100" dirty="0"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95248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6. </a:t>
            </a:r>
            <a:r>
              <a:rPr lang="ko-KR" altLang="en-US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평가 방법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8179986"/>
              </p:ext>
            </p:extLst>
          </p:nvPr>
        </p:nvGraphicFramePr>
        <p:xfrm>
          <a:off x="1542626" y="1930400"/>
          <a:ext cx="6866083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6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83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83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83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83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94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8890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anchor="ctr"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개인별 평가항목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팀별</a:t>
                      </a:r>
                      <a:r>
                        <a:rPr lang="ko-KR" altLang="en-US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 평가항목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평가항목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출석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과제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기말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발표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보고서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텀</a:t>
                      </a:r>
                      <a:r>
                        <a:rPr lang="ko-KR" altLang="en-US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 프로젝트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반영 비율 </a:t>
                      </a:r>
                      <a:r>
                        <a:rPr lang="en-US" altLang="ko-KR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10</a:t>
                      </a:r>
                      <a:endParaRPr lang="ko-KR" altLang="en-US" dirty="0"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5</a:t>
                      </a:r>
                      <a:endParaRPr lang="ko-KR" altLang="en-US" dirty="0"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20</a:t>
                      </a:r>
                      <a:endParaRPr lang="ko-KR" altLang="en-US" dirty="0"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10</a:t>
                      </a:r>
                      <a:endParaRPr lang="ko-KR" altLang="en-US" dirty="0"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10</a:t>
                      </a:r>
                      <a:endParaRPr lang="ko-KR" altLang="en-US" dirty="0"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45</a:t>
                      </a:r>
                      <a:endParaRPr lang="ko-KR" altLang="en-US" dirty="0"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내용 개체 틀 2"/>
          <p:cNvSpPr>
            <a:spLocks noGrp="1"/>
          </p:cNvSpPr>
          <p:nvPr>
            <p:ph idx="1"/>
          </p:nvPr>
        </p:nvSpPr>
        <p:spPr>
          <a:xfrm>
            <a:off x="677334" y="3393527"/>
            <a:ext cx="8596668" cy="1940386"/>
          </a:xfrm>
        </p:spPr>
        <p:txBody>
          <a:bodyPr/>
          <a:lstStyle/>
          <a:p>
            <a:r>
              <a:rPr lang="ko-KR" altLang="en-US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정당한 사유 없이 기말시험 불응시한 경우 → 학점 취득 불가</a:t>
            </a:r>
            <a:endParaRPr lang="en-US" altLang="ko-KR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r>
              <a:rPr lang="ko-KR" altLang="en-US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정당한 사유 없이 과제물 </a:t>
            </a:r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2</a:t>
            </a:r>
            <a:r>
              <a:rPr lang="ko-KR" altLang="en-US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회 이상 미 제출시 → 학점 취득 불가</a:t>
            </a:r>
            <a:endParaRPr lang="en-US" altLang="ko-KR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r>
              <a:rPr lang="ko-KR" altLang="en-US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발표의 경우</a:t>
            </a:r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en-US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조원 별 </a:t>
            </a:r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1</a:t>
            </a:r>
            <a:r>
              <a:rPr lang="ko-KR" altLang="en-US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회 이상 반드시 해야 함</a:t>
            </a:r>
            <a:endParaRPr lang="en-US" altLang="ko-KR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073938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7. </a:t>
            </a:r>
            <a:r>
              <a:rPr lang="ko-KR" altLang="en-US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기타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7334" y="1615159"/>
            <a:ext cx="8596668" cy="1940386"/>
          </a:xfrm>
        </p:spPr>
        <p:txBody>
          <a:bodyPr/>
          <a:lstStyle/>
          <a:p>
            <a:r>
              <a:rPr lang="ko-KR" altLang="en-US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강의 홈페이지</a:t>
            </a:r>
            <a:endParaRPr lang="en-US" altLang="ko-KR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/>
            <a:r>
              <a:rPr lang="en-US" altLang="ko-KR" dirty="0">
                <a:hlinkClick r:id="rId2"/>
              </a:rPr>
              <a:t>https://plato.pusan.ac.kr/</a:t>
            </a:r>
            <a:endParaRPr lang="en-US" altLang="ko-KR" dirty="0"/>
          </a:p>
          <a:p>
            <a:pPr lvl="1"/>
            <a:r>
              <a:rPr lang="ko-KR" altLang="en-US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학부강의</a:t>
            </a:r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→ 컴퓨터소프트웨어 설계 및 실험</a:t>
            </a:r>
            <a:endParaRPr lang="en-US" altLang="ko-KR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/>
            <a:endParaRPr lang="en-US" altLang="ko-KR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r>
              <a:rPr lang="ko-KR" altLang="en-US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담당조교</a:t>
            </a:r>
            <a:endParaRPr lang="en-US" altLang="ko-KR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endParaRPr lang="en-US" altLang="ko-KR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7380888"/>
              </p:ext>
            </p:extLst>
          </p:nvPr>
        </p:nvGraphicFramePr>
        <p:xfrm>
          <a:off x="1146002" y="3675859"/>
          <a:ext cx="8769785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71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64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60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001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21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담당 조교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수업 시간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분반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연구실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1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이광호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월요일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001</a:t>
                      </a:r>
                      <a:endParaRPr lang="ko-KR" altLang="en-US" b="1" dirty="0"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머신러닝</a:t>
                      </a:r>
                      <a:r>
                        <a:rPr lang="ko-KR" altLang="en-US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 </a:t>
                      </a:r>
                      <a:r>
                        <a:rPr lang="en-US" altLang="ko-KR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&amp; </a:t>
                      </a:r>
                      <a:r>
                        <a:rPr lang="ko-KR" altLang="en-US" dirty="0" err="1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바이오인포메틱스</a:t>
                      </a:r>
                      <a:r>
                        <a:rPr lang="ko-KR" altLang="en-US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 연구실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1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조상현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화요일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003</a:t>
                      </a:r>
                      <a:endParaRPr lang="ko-KR" altLang="en-US" b="1" dirty="0"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인공지능 연구실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4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유재민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목요일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004</a:t>
                      </a:r>
                      <a:endParaRPr lang="ko-KR" altLang="en-US" b="1" dirty="0"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인공지능 연구실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7388977"/>
      </p:ext>
    </p:extLst>
  </p:cSld>
  <p:clrMapOvr>
    <a:masterClrMapping/>
  </p:clrMapOvr>
</p:sld>
</file>

<file path=ppt/theme/theme1.xml><?xml version="1.0" encoding="utf-8"?>
<a:theme xmlns:a="http://schemas.openxmlformats.org/drawingml/2006/main" name="패싯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617</TotalTime>
  <Words>545</Words>
  <Application>Microsoft Office PowerPoint</Application>
  <PresentationFormat>와이드스크린</PresentationFormat>
  <Paragraphs>147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5" baseType="lpstr">
      <vt:lpstr>Trebuchet MS</vt:lpstr>
      <vt:lpstr>함초롬바탕</vt:lpstr>
      <vt:lpstr>Wingdings 3</vt:lpstr>
      <vt:lpstr>Arial</vt:lpstr>
      <vt:lpstr>맑은 고딕</vt:lpstr>
      <vt:lpstr>패싯</vt:lpstr>
      <vt:lpstr>컴퓨터 소프트웨어 설계 및 실험</vt:lpstr>
      <vt:lpstr>1. 강의목표</vt:lpstr>
      <vt:lpstr>2. 강의 개요</vt:lpstr>
      <vt:lpstr>3. 실험 방법</vt:lpstr>
      <vt:lpstr>4. 프로젝트 개요</vt:lpstr>
      <vt:lpstr>5. 실험 일정 (1/2)</vt:lpstr>
      <vt:lpstr>5. 실험 일정 (2/2)</vt:lpstr>
      <vt:lpstr>6. 평가 방법</vt:lpstr>
      <vt:lpstr>7. 기타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subject>소개자료</dc:subject>
  <dc:creator>ryu</dc:creator>
  <cp:keywords>Android, Web, 컴퓨터소프트웨어 설계 및 실험</cp:keywords>
  <dc:description>2016년 1학기 컴퓨터소프트웨어 설계 및 실험 소개자료</dc:description>
  <cp:lastModifiedBy>Yu</cp:lastModifiedBy>
  <cp:revision>53</cp:revision>
  <cp:lastPrinted>2020-03-12T07:18:08Z</cp:lastPrinted>
  <dcterms:created xsi:type="dcterms:W3CDTF">2016-02-15T02:08:52Z</dcterms:created>
  <dcterms:modified xsi:type="dcterms:W3CDTF">2020-03-12T07:59:31Z</dcterms:modified>
  <cp:category>PPT 소개자료</cp:category>
</cp:coreProperties>
</file>