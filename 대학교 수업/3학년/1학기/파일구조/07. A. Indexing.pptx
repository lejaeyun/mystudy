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1"/>
  </p:sldMasterIdLst>
  <p:notesMasterIdLst>
    <p:notesMasterId r:id="rId53"/>
  </p:notesMasterIdLst>
  <p:sldIdLst>
    <p:sldId id="256" r:id="rId2"/>
    <p:sldId id="686" r:id="rId3"/>
    <p:sldId id="688" r:id="rId4"/>
    <p:sldId id="768" r:id="rId5"/>
    <p:sldId id="767" r:id="rId6"/>
    <p:sldId id="743" r:id="rId7"/>
    <p:sldId id="742" r:id="rId8"/>
    <p:sldId id="745" r:id="rId9"/>
    <p:sldId id="746" r:id="rId10"/>
    <p:sldId id="747" r:id="rId11"/>
    <p:sldId id="744" r:id="rId12"/>
    <p:sldId id="748" r:id="rId13"/>
    <p:sldId id="749" r:id="rId14"/>
    <p:sldId id="750" r:id="rId15"/>
    <p:sldId id="758" r:id="rId16"/>
    <p:sldId id="752" r:id="rId17"/>
    <p:sldId id="759" r:id="rId18"/>
    <p:sldId id="754" r:id="rId19"/>
    <p:sldId id="757" r:id="rId20"/>
    <p:sldId id="760" r:id="rId21"/>
    <p:sldId id="761" r:id="rId22"/>
    <p:sldId id="762" r:id="rId23"/>
    <p:sldId id="764" r:id="rId24"/>
    <p:sldId id="763" r:id="rId25"/>
    <p:sldId id="765" r:id="rId26"/>
    <p:sldId id="770" r:id="rId27"/>
    <p:sldId id="771" r:id="rId28"/>
    <p:sldId id="772" r:id="rId29"/>
    <p:sldId id="773" r:id="rId30"/>
    <p:sldId id="774" r:id="rId31"/>
    <p:sldId id="775" r:id="rId32"/>
    <p:sldId id="776" r:id="rId33"/>
    <p:sldId id="777" r:id="rId34"/>
    <p:sldId id="778" r:id="rId35"/>
    <p:sldId id="779" r:id="rId36"/>
    <p:sldId id="780" r:id="rId37"/>
    <p:sldId id="781" r:id="rId38"/>
    <p:sldId id="782" r:id="rId39"/>
    <p:sldId id="783" r:id="rId40"/>
    <p:sldId id="784" r:id="rId41"/>
    <p:sldId id="785" r:id="rId42"/>
    <p:sldId id="787" r:id="rId43"/>
    <p:sldId id="788" r:id="rId44"/>
    <p:sldId id="789" r:id="rId45"/>
    <p:sldId id="790" r:id="rId46"/>
    <p:sldId id="791" r:id="rId47"/>
    <p:sldId id="792" r:id="rId48"/>
    <p:sldId id="793" r:id="rId49"/>
    <p:sldId id="794" r:id="rId50"/>
    <p:sldId id="795" r:id="rId51"/>
    <p:sldId id="400" r:id="rId52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CC9900"/>
    <a:srgbClr val="CCFFCC"/>
    <a:srgbClr val="FF0000"/>
    <a:srgbClr val="FFCCFF"/>
    <a:srgbClr val="CCCCFF"/>
    <a:srgbClr val="FFCC00"/>
    <a:srgbClr val="FFFFCC"/>
    <a:srgbClr val="99FF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B07E4-222F-415A-A13D-1001CF3D3F86}" v="1" dt="2020-05-11T01:18:17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8" autoAdjust="0"/>
    <p:restoredTop sz="94707" autoAdjust="0"/>
  </p:normalViewPr>
  <p:slideViewPr>
    <p:cSldViewPr>
      <p:cViewPr varScale="1">
        <p:scale>
          <a:sx n="115" d="100"/>
          <a:sy n="115" d="100"/>
        </p:scale>
        <p:origin x="778" y="67"/>
      </p:cViewPr>
      <p:guideLst>
        <p:guide orient="horz" pos="36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nho Kwon" userId="fa141e0c-4849-4deb-8f8c-65d25da6d8db" providerId="ADAL" clId="{585E3C61-4F21-4533-A8DE-769677F352C9}"/>
    <pc:docChg chg="modSld">
      <pc:chgData name="Joonho Kwon" userId="fa141e0c-4849-4deb-8f8c-65d25da6d8db" providerId="ADAL" clId="{585E3C61-4F21-4533-A8DE-769677F352C9}" dt="2020-01-04T05:50:39.101" v="5" actId="6549"/>
      <pc:docMkLst>
        <pc:docMk/>
      </pc:docMkLst>
      <pc:sldChg chg="modSp">
        <pc:chgData name="Joonho Kwon" userId="fa141e0c-4849-4deb-8f8c-65d25da6d8db" providerId="ADAL" clId="{585E3C61-4F21-4533-A8DE-769677F352C9}" dt="2020-01-04T05:50:39.101" v="5" actId="6549"/>
        <pc:sldMkLst>
          <pc:docMk/>
          <pc:sldMk cId="0" sldId="256"/>
        </pc:sldMkLst>
        <pc:spChg chg="mod">
          <ac:chgData name="Joonho Kwon" userId="fa141e0c-4849-4deb-8f8c-65d25da6d8db" providerId="ADAL" clId="{585E3C61-4F21-4533-A8DE-769677F352C9}" dt="2020-01-04T05:50:39.101" v="5" actId="6549"/>
          <ac:spMkLst>
            <pc:docMk/>
            <pc:sldMk cId="0" sldId="256"/>
            <ac:spMk id="4098" creationId="{00000000-0000-0000-0000-000000000000}"/>
          </ac:spMkLst>
        </pc:spChg>
      </pc:sldChg>
    </pc:docChg>
  </pc:docChgLst>
  <pc:docChgLst>
    <pc:chgData name="Joonho Kwon" userId="fa141e0c-4849-4deb-8f8c-65d25da6d8db" providerId="ADAL" clId="{59E42621-A852-4C27-A58C-6F3352BCAB6E}"/>
    <pc:docChg chg="addSld modSld">
      <pc:chgData name="Joonho Kwon" userId="fa141e0c-4849-4deb-8f8c-65d25da6d8db" providerId="ADAL" clId="{59E42621-A852-4C27-A58C-6F3352BCAB6E}" dt="2020-01-13T01:58:05.507" v="17" actId="20577"/>
      <pc:docMkLst>
        <pc:docMk/>
      </pc:docMkLst>
      <pc:sldChg chg="modSp add">
        <pc:chgData name="Joonho Kwon" userId="fa141e0c-4849-4deb-8f8c-65d25da6d8db" providerId="ADAL" clId="{59E42621-A852-4C27-A58C-6F3352BCAB6E}" dt="2020-01-13T01:58:05.507" v="17" actId="20577"/>
        <pc:sldMkLst>
          <pc:docMk/>
          <pc:sldMk cId="669887294" sldId="657"/>
        </pc:sldMkLst>
        <pc:spChg chg="mod">
          <ac:chgData name="Joonho Kwon" userId="fa141e0c-4849-4deb-8f8c-65d25da6d8db" providerId="ADAL" clId="{59E42621-A852-4C27-A58C-6F3352BCAB6E}" dt="2020-01-13T01:58:05.507" v="17" actId="20577"/>
          <ac:spMkLst>
            <pc:docMk/>
            <pc:sldMk cId="669887294" sldId="657"/>
            <ac:spMk id="3" creationId="{76C95884-0781-41F1-B71C-C66C383C0B37}"/>
          </ac:spMkLst>
        </pc:spChg>
      </pc:sldChg>
    </pc:docChg>
  </pc:docChgLst>
  <pc:docChgLst>
    <pc:chgData name="KwonJoonho" userId="fa141e0c-4849-4deb-8f8c-65d25da6d8db" providerId="ADAL" clId="{6A3B28EA-DFB3-4308-8F59-10BF8B8546F0}"/>
    <pc:docChg chg="modSld">
      <pc:chgData name="KwonJoonho" userId="fa141e0c-4849-4deb-8f8c-65d25da6d8db" providerId="ADAL" clId="{6A3B28EA-DFB3-4308-8F59-10BF8B8546F0}" dt="2020-01-05T16:04:42.126" v="49"/>
      <pc:docMkLst>
        <pc:docMk/>
      </pc:docMkLst>
      <pc:sldChg chg="modSp">
        <pc:chgData name="KwonJoonho" userId="fa141e0c-4849-4deb-8f8c-65d25da6d8db" providerId="ADAL" clId="{6A3B28EA-DFB3-4308-8F59-10BF8B8546F0}" dt="2020-01-05T16:04:42.126" v="49"/>
        <pc:sldMkLst>
          <pc:docMk/>
          <pc:sldMk cId="0" sldId="256"/>
        </pc:sldMkLst>
        <pc:spChg chg="mod">
          <ac:chgData name="KwonJoonho" userId="fa141e0c-4849-4deb-8f8c-65d25da6d8db" providerId="ADAL" clId="{6A3B28EA-DFB3-4308-8F59-10BF8B8546F0}" dt="2020-01-05T16:04:42.126" v="49"/>
          <ac:spMkLst>
            <pc:docMk/>
            <pc:sldMk cId="0" sldId="256"/>
            <ac:spMk id="4098" creationId="{00000000-0000-0000-0000-000000000000}"/>
          </ac:spMkLst>
        </pc:spChg>
      </pc:sldChg>
    </pc:docChg>
  </pc:docChgLst>
  <pc:docChgLst>
    <pc:chgData name="Joonho Kwon" userId="fa141e0c-4849-4deb-8f8c-65d25da6d8db" providerId="ADAL" clId="{829B07E4-222F-415A-A13D-1001CF3D3F86}"/>
    <pc:docChg chg="custSel delSld modSld">
      <pc:chgData name="Joonho Kwon" userId="fa141e0c-4849-4deb-8f8c-65d25da6d8db" providerId="ADAL" clId="{829B07E4-222F-415A-A13D-1001CF3D3F86}" dt="2020-05-11T01:18:08.201" v="15" actId="5793"/>
      <pc:docMkLst>
        <pc:docMk/>
      </pc:docMkLst>
      <pc:sldChg chg="modSp mod">
        <pc:chgData name="Joonho Kwon" userId="fa141e0c-4849-4deb-8f8c-65d25da6d8db" providerId="ADAL" clId="{829B07E4-222F-415A-A13D-1001CF3D3F86}" dt="2020-05-11T01:18:08.201" v="15" actId="5793"/>
        <pc:sldMkLst>
          <pc:docMk/>
          <pc:sldMk cId="0" sldId="256"/>
        </pc:sldMkLst>
        <pc:spChg chg="mod">
          <ac:chgData name="Joonho Kwon" userId="fa141e0c-4849-4deb-8f8c-65d25da6d8db" providerId="ADAL" clId="{829B07E4-222F-415A-A13D-1001CF3D3F86}" dt="2020-05-11T01:18:08.201" v="15" actId="5793"/>
          <ac:spMkLst>
            <pc:docMk/>
            <pc:sldMk cId="0" sldId="256"/>
            <ac:spMk id="4098" creationId="{00000000-0000-0000-0000-000000000000}"/>
          </ac:spMkLst>
        </pc:spChg>
      </pc:sldChg>
      <pc:sldChg chg="del">
        <pc:chgData name="Joonho Kwon" userId="fa141e0c-4849-4deb-8f8c-65d25da6d8db" providerId="ADAL" clId="{829B07E4-222F-415A-A13D-1001CF3D3F86}" dt="2020-05-11T01:17:02.628" v="0" actId="2696"/>
        <pc:sldMkLst>
          <pc:docMk/>
          <pc:sldMk cId="4253643492" sldId="739"/>
        </pc:sldMkLst>
      </pc:sldChg>
      <pc:sldChg chg="del">
        <pc:chgData name="Joonho Kwon" userId="fa141e0c-4849-4deb-8f8c-65d25da6d8db" providerId="ADAL" clId="{829B07E4-222F-415A-A13D-1001CF3D3F86}" dt="2020-05-11T01:17:02.628" v="0" actId="2696"/>
        <pc:sldMkLst>
          <pc:docMk/>
          <pc:sldMk cId="993015576" sldId="751"/>
        </pc:sldMkLst>
      </pc:sldChg>
      <pc:sldChg chg="del">
        <pc:chgData name="Joonho Kwon" userId="fa141e0c-4849-4deb-8f8c-65d25da6d8db" providerId="ADAL" clId="{829B07E4-222F-415A-A13D-1001CF3D3F86}" dt="2020-05-11T01:17:02.628" v="0" actId="2696"/>
        <pc:sldMkLst>
          <pc:docMk/>
          <pc:sldMk cId="4279598069" sldId="753"/>
        </pc:sldMkLst>
      </pc:sldChg>
      <pc:sldChg chg="del">
        <pc:chgData name="Joonho Kwon" userId="fa141e0c-4849-4deb-8f8c-65d25da6d8db" providerId="ADAL" clId="{829B07E4-222F-415A-A13D-1001CF3D3F86}" dt="2020-05-11T01:17:02.628" v="0" actId="2696"/>
        <pc:sldMkLst>
          <pc:docMk/>
          <pc:sldMk cId="447140670" sldId="755"/>
        </pc:sldMkLst>
      </pc:sldChg>
      <pc:sldChg chg="del">
        <pc:chgData name="Joonho Kwon" userId="fa141e0c-4849-4deb-8f8c-65d25da6d8db" providerId="ADAL" clId="{829B07E4-222F-415A-A13D-1001CF3D3F86}" dt="2020-05-11T01:17:02.628" v="0" actId="2696"/>
        <pc:sldMkLst>
          <pc:docMk/>
          <pc:sldMk cId="1409478027" sldId="769"/>
        </pc:sldMkLst>
      </pc:sldChg>
    </pc:docChg>
  </pc:docChgLst>
  <pc:docChgLst>
    <pc:chgData name="Joonho Kwon" userId="fa141e0c-4849-4deb-8f8c-65d25da6d8db" providerId="ADAL" clId="{86B79127-B510-48EF-B56A-8BC2ED4786D3}"/>
    <pc:docChg chg="modSld">
      <pc:chgData name="Joonho Kwon" userId="fa141e0c-4849-4deb-8f8c-65d25da6d8db" providerId="ADAL" clId="{86B79127-B510-48EF-B56A-8BC2ED4786D3}" dt="2020-04-15T04:26:53.156" v="24" actId="20577"/>
      <pc:docMkLst>
        <pc:docMk/>
      </pc:docMkLst>
      <pc:sldChg chg="modSp">
        <pc:chgData name="Joonho Kwon" userId="fa141e0c-4849-4deb-8f8c-65d25da6d8db" providerId="ADAL" clId="{86B79127-B510-48EF-B56A-8BC2ED4786D3}" dt="2020-04-15T04:26:53.156" v="24" actId="20577"/>
        <pc:sldMkLst>
          <pc:docMk/>
          <pc:sldMk cId="4240428692" sldId="789"/>
        </pc:sldMkLst>
        <pc:spChg chg="mod">
          <ac:chgData name="Joonho Kwon" userId="fa141e0c-4849-4deb-8f8c-65d25da6d8db" providerId="ADAL" clId="{86B79127-B510-48EF-B56A-8BC2ED4786D3}" dt="2020-04-15T04:26:53.156" v="24" actId="20577"/>
          <ac:spMkLst>
            <pc:docMk/>
            <pc:sldMk cId="4240428692" sldId="789"/>
            <ac:spMk id="2" creationId="{A91AA751-04BE-4C50-BD45-11EA12FC5485}"/>
          </ac:spMkLst>
        </pc:spChg>
      </pc:sldChg>
    </pc:docChg>
  </pc:docChgLst>
  <pc:docChgLst>
    <pc:chgData name="Joonho Kwon" userId="fa141e0c-4849-4deb-8f8c-65d25da6d8db" providerId="ADAL" clId="{207BAA28-C781-4398-924F-B19F40DA3736}"/>
    <pc:docChg chg="undo redo custSel addSld delSld modSld sldOrd">
      <pc:chgData name="Joonho Kwon" userId="fa141e0c-4849-4deb-8f8c-65d25da6d8db" providerId="ADAL" clId="{207BAA28-C781-4398-924F-B19F40DA3736}" dt="2020-01-04T05:49:44.635" v="435" actId="1076"/>
      <pc:docMkLst>
        <pc:docMk/>
      </pc:docMkLst>
      <pc:sldChg chg="modSp">
        <pc:chgData name="Joonho Kwon" userId="fa141e0c-4849-4deb-8f8c-65d25da6d8db" providerId="ADAL" clId="{207BAA28-C781-4398-924F-B19F40DA3736}" dt="2020-01-04T04:39:44.701" v="74" actId="6549"/>
        <pc:sldMkLst>
          <pc:docMk/>
          <pc:sldMk cId="0" sldId="256"/>
        </pc:sldMkLst>
        <pc:spChg chg="mod">
          <ac:chgData name="Joonho Kwon" userId="fa141e0c-4849-4deb-8f8c-65d25da6d8db" providerId="ADAL" clId="{207BAA28-C781-4398-924F-B19F40DA3736}" dt="2020-01-04T04:39:44.701" v="74" actId="65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onho Kwon" userId="fa141e0c-4849-4deb-8f8c-65d25da6d8db" providerId="ADAL" clId="{207BAA28-C781-4398-924F-B19F40DA3736}" dt="2020-01-04T04:39:24.265" v="2" actId="6549"/>
          <ac:spMkLst>
            <pc:docMk/>
            <pc:sldMk cId="0" sldId="256"/>
            <ac:spMk id="4098" creationId="{00000000-0000-0000-0000-000000000000}"/>
          </ac:spMkLst>
        </pc:spChg>
      </pc:sldChg>
      <pc:sldChg chg="del">
        <pc:chgData name="Joonho Kwon" userId="fa141e0c-4849-4deb-8f8c-65d25da6d8db" providerId="ADAL" clId="{207BAA28-C781-4398-924F-B19F40DA3736}" dt="2020-01-04T05:47:57.442" v="394" actId="47"/>
        <pc:sldMkLst>
          <pc:docMk/>
          <pc:sldMk cId="0" sldId="389"/>
        </pc:sldMkLst>
      </pc:sldChg>
      <pc:sldChg chg="modSp">
        <pc:chgData name="Joonho Kwon" userId="fa141e0c-4849-4deb-8f8c-65d25da6d8db" providerId="ADAL" clId="{207BAA28-C781-4398-924F-B19F40DA3736}" dt="2020-01-04T04:40:40.197" v="81" actId="6549"/>
        <pc:sldMkLst>
          <pc:docMk/>
          <pc:sldMk cId="0" sldId="394"/>
        </pc:sldMkLst>
        <pc:spChg chg="mod">
          <ac:chgData name="Joonho Kwon" userId="fa141e0c-4849-4deb-8f8c-65d25da6d8db" providerId="ADAL" clId="{207BAA28-C781-4398-924F-B19F40DA3736}" dt="2020-01-04T04:40:40.197" v="81" actId="6549"/>
          <ac:spMkLst>
            <pc:docMk/>
            <pc:sldMk cId="0" sldId="394"/>
            <ac:spMk id="5122" creationId="{00000000-0000-0000-0000-000000000000}"/>
          </ac:spMkLst>
        </pc:spChg>
        <pc:spChg chg="mod">
          <ac:chgData name="Joonho Kwon" userId="fa141e0c-4849-4deb-8f8c-65d25da6d8db" providerId="ADAL" clId="{207BAA28-C781-4398-924F-B19F40DA3736}" dt="2020-01-04T04:40:19.561" v="75"/>
          <ac:spMkLst>
            <pc:docMk/>
            <pc:sldMk cId="0" sldId="394"/>
            <ac:spMk id="5123" creationId="{00000000-0000-0000-0000-000000000000}"/>
          </ac:spMkLst>
        </pc:spChg>
      </pc:sldChg>
      <pc:sldChg chg="delSp modSp">
        <pc:chgData name="Joonho Kwon" userId="fa141e0c-4849-4deb-8f8c-65d25da6d8db" providerId="ADAL" clId="{207BAA28-C781-4398-924F-B19F40DA3736}" dt="2020-01-04T04:49:15.942" v="107"/>
        <pc:sldMkLst>
          <pc:docMk/>
          <pc:sldMk cId="0" sldId="395"/>
        </pc:sldMkLst>
        <pc:spChg chg="mod">
          <ac:chgData name="Joonho Kwon" userId="fa141e0c-4849-4deb-8f8c-65d25da6d8db" providerId="ADAL" clId="{207BAA28-C781-4398-924F-B19F40DA3736}" dt="2020-01-04T04:49:15.942" v="107"/>
          <ac:spMkLst>
            <pc:docMk/>
            <pc:sldMk cId="0" sldId="395"/>
            <ac:spMk id="6146" creationId="{00000000-0000-0000-0000-000000000000}"/>
          </ac:spMkLst>
        </pc:spChg>
        <pc:spChg chg="mod">
          <ac:chgData name="Joonho Kwon" userId="fa141e0c-4849-4deb-8f8c-65d25da6d8db" providerId="ADAL" clId="{207BAA28-C781-4398-924F-B19F40DA3736}" dt="2020-01-04T04:40:56.753" v="88" actId="20577"/>
          <ac:spMkLst>
            <pc:docMk/>
            <pc:sldMk cId="0" sldId="395"/>
            <ac:spMk id="6147" creationId="{00000000-0000-0000-0000-000000000000}"/>
          </ac:spMkLst>
        </pc:spChg>
        <pc:picChg chg="del">
          <ac:chgData name="Joonho Kwon" userId="fa141e0c-4849-4deb-8f8c-65d25da6d8db" providerId="ADAL" clId="{207BAA28-C781-4398-924F-B19F40DA3736}" dt="2020-01-04T04:41:06.766" v="90" actId="478"/>
          <ac:picMkLst>
            <pc:docMk/>
            <pc:sldMk cId="0" sldId="395"/>
            <ac:picMk id="5" creationId="{00000000-0000-0000-0000-000000000000}"/>
          </ac:picMkLst>
        </pc:picChg>
        <pc:picChg chg="del">
          <ac:chgData name="Joonho Kwon" userId="fa141e0c-4849-4deb-8f8c-65d25da6d8db" providerId="ADAL" clId="{207BAA28-C781-4398-924F-B19F40DA3736}" dt="2020-01-04T04:41:07.362" v="91" actId="478"/>
          <ac:picMkLst>
            <pc:docMk/>
            <pc:sldMk cId="0" sldId="395"/>
            <ac:picMk id="6" creationId="{00000000-0000-0000-0000-000000000000}"/>
          </ac:picMkLst>
        </pc:picChg>
      </pc:sldChg>
      <pc:sldChg chg="del">
        <pc:chgData name="Joonho Kwon" userId="fa141e0c-4849-4deb-8f8c-65d25da6d8db" providerId="ADAL" clId="{207BAA28-C781-4398-924F-B19F40DA3736}" dt="2020-01-04T04:49:00.470" v="105" actId="47"/>
        <pc:sldMkLst>
          <pc:docMk/>
          <pc:sldMk cId="0" sldId="396"/>
        </pc:sldMkLst>
      </pc:sldChg>
      <pc:sldChg chg="del">
        <pc:chgData name="Joonho Kwon" userId="fa141e0c-4849-4deb-8f8c-65d25da6d8db" providerId="ADAL" clId="{207BAA28-C781-4398-924F-B19F40DA3736}" dt="2020-01-04T04:45:45.106" v="99" actId="47"/>
        <pc:sldMkLst>
          <pc:docMk/>
          <pc:sldMk cId="0" sldId="397"/>
        </pc:sldMkLst>
      </pc:sldChg>
      <pc:sldChg chg="del">
        <pc:chgData name="Joonho Kwon" userId="fa141e0c-4849-4deb-8f8c-65d25da6d8db" providerId="ADAL" clId="{207BAA28-C781-4398-924F-B19F40DA3736}" dt="2020-01-04T04:45:48.257" v="102" actId="47"/>
        <pc:sldMkLst>
          <pc:docMk/>
          <pc:sldMk cId="0" sldId="398"/>
        </pc:sldMkLst>
      </pc:sldChg>
      <pc:sldChg chg="del">
        <pc:chgData name="Joonho Kwon" userId="fa141e0c-4849-4deb-8f8c-65d25da6d8db" providerId="ADAL" clId="{207BAA28-C781-4398-924F-B19F40DA3736}" dt="2020-01-04T04:45:47.316" v="101" actId="47"/>
        <pc:sldMkLst>
          <pc:docMk/>
          <pc:sldMk cId="0" sldId="399"/>
        </pc:sldMkLst>
      </pc:sldChg>
      <pc:sldChg chg="modSp">
        <pc:chgData name="Joonho Kwon" userId="fa141e0c-4849-4deb-8f8c-65d25da6d8db" providerId="ADAL" clId="{207BAA28-C781-4398-924F-B19F40DA3736}" dt="2020-01-04T05:47:49.479" v="389" actId="20577"/>
        <pc:sldMkLst>
          <pc:docMk/>
          <pc:sldMk cId="1091470756" sldId="401"/>
        </pc:sldMkLst>
        <pc:spChg chg="mod">
          <ac:chgData name="Joonho Kwon" userId="fa141e0c-4849-4deb-8f8c-65d25da6d8db" providerId="ADAL" clId="{207BAA28-C781-4398-924F-B19F40DA3736}" dt="2020-01-04T05:47:09.401" v="356"/>
          <ac:spMkLst>
            <pc:docMk/>
            <pc:sldMk cId="1091470756" sldId="401"/>
            <ac:spMk id="2" creationId="{00000000-0000-0000-0000-000000000000}"/>
          </ac:spMkLst>
        </pc:spChg>
        <pc:spChg chg="mod">
          <ac:chgData name="Joonho Kwon" userId="fa141e0c-4849-4deb-8f8c-65d25da6d8db" providerId="ADAL" clId="{207BAA28-C781-4398-924F-B19F40DA3736}" dt="2020-01-04T05:47:49.479" v="389" actId="20577"/>
          <ac:spMkLst>
            <pc:docMk/>
            <pc:sldMk cId="1091470756" sldId="401"/>
            <ac:spMk id="3" creationId="{00000000-0000-0000-0000-000000000000}"/>
          </ac:spMkLst>
        </pc:spChg>
      </pc:sldChg>
      <pc:sldChg chg="modSp">
        <pc:chgData name="Joonho Kwon" userId="fa141e0c-4849-4deb-8f8c-65d25da6d8db" providerId="ADAL" clId="{207BAA28-C781-4398-924F-B19F40DA3736}" dt="2020-01-04T05:47:53.715" v="391" actId="20577"/>
        <pc:sldMkLst>
          <pc:docMk/>
          <pc:sldMk cId="583008700" sldId="402"/>
        </pc:sldMkLst>
        <pc:spChg chg="mod">
          <ac:chgData name="Joonho Kwon" userId="fa141e0c-4849-4deb-8f8c-65d25da6d8db" providerId="ADAL" clId="{207BAA28-C781-4398-924F-B19F40DA3736}" dt="2020-01-04T05:47:42.530" v="386" actId="6549"/>
          <ac:spMkLst>
            <pc:docMk/>
            <pc:sldMk cId="583008700" sldId="402"/>
            <ac:spMk id="2" creationId="{00000000-0000-0000-0000-000000000000}"/>
          </ac:spMkLst>
        </pc:spChg>
        <pc:spChg chg="mod">
          <ac:chgData name="Joonho Kwon" userId="fa141e0c-4849-4deb-8f8c-65d25da6d8db" providerId="ADAL" clId="{207BAA28-C781-4398-924F-B19F40DA3736}" dt="2020-01-04T05:47:53.715" v="391" actId="20577"/>
          <ac:spMkLst>
            <pc:docMk/>
            <pc:sldMk cId="583008700" sldId="402"/>
            <ac:spMk id="3" creationId="{00000000-0000-0000-0000-000000000000}"/>
          </ac:spMkLst>
        </pc:spChg>
      </pc:sldChg>
      <pc:sldChg chg="del">
        <pc:chgData name="Joonho Kwon" userId="fa141e0c-4849-4deb-8f8c-65d25da6d8db" providerId="ADAL" clId="{207BAA28-C781-4398-924F-B19F40DA3736}" dt="2020-01-04T05:47:55.759" v="392" actId="47"/>
        <pc:sldMkLst>
          <pc:docMk/>
          <pc:sldMk cId="3456836010" sldId="403"/>
        </pc:sldMkLst>
      </pc:sldChg>
      <pc:sldChg chg="del">
        <pc:chgData name="Joonho Kwon" userId="fa141e0c-4849-4deb-8f8c-65d25da6d8db" providerId="ADAL" clId="{207BAA28-C781-4398-924F-B19F40DA3736}" dt="2020-01-04T04:45:54.264" v="103" actId="47"/>
        <pc:sldMkLst>
          <pc:docMk/>
          <pc:sldMk cId="3393238268" sldId="405"/>
        </pc:sldMkLst>
      </pc:sldChg>
      <pc:sldChg chg="del">
        <pc:chgData name="Joonho Kwon" userId="fa141e0c-4849-4deb-8f8c-65d25da6d8db" providerId="ADAL" clId="{207BAA28-C781-4398-924F-B19F40DA3736}" dt="2020-01-04T05:43:57.917" v="269" actId="47"/>
        <pc:sldMkLst>
          <pc:docMk/>
          <pc:sldMk cId="484288201" sldId="412"/>
        </pc:sldMkLst>
      </pc:sldChg>
      <pc:sldChg chg="del">
        <pc:chgData name="Joonho Kwon" userId="fa141e0c-4849-4deb-8f8c-65d25da6d8db" providerId="ADAL" clId="{207BAA28-C781-4398-924F-B19F40DA3736}" dt="2020-01-04T04:45:46.266" v="100" actId="47"/>
        <pc:sldMkLst>
          <pc:docMk/>
          <pc:sldMk cId="1675049687" sldId="413"/>
        </pc:sldMkLst>
      </pc:sldChg>
      <pc:sldChg chg="del">
        <pc:chgData name="Joonho Kwon" userId="fa141e0c-4849-4deb-8f8c-65d25da6d8db" providerId="ADAL" clId="{207BAA28-C781-4398-924F-B19F40DA3736}" dt="2020-01-04T05:47:56.539" v="393" actId="47"/>
        <pc:sldMkLst>
          <pc:docMk/>
          <pc:sldMk cId="2503560384" sldId="414"/>
        </pc:sldMkLst>
      </pc:sldChg>
      <pc:sldChg chg="add ord">
        <pc:chgData name="Joonho Kwon" userId="fa141e0c-4849-4deb-8f8c-65d25da6d8db" providerId="ADAL" clId="{207BAA28-C781-4398-924F-B19F40DA3736}" dt="2020-01-04T04:51:59.075" v="268"/>
        <pc:sldMkLst>
          <pc:docMk/>
          <pc:sldMk cId="2839495689" sldId="436"/>
        </pc:sldMkLst>
      </pc:sldChg>
      <pc:sldChg chg="add">
        <pc:chgData name="Joonho Kwon" userId="fa141e0c-4849-4deb-8f8c-65d25da6d8db" providerId="ADAL" clId="{207BAA28-C781-4398-924F-B19F40DA3736}" dt="2020-01-04T04:46:15.926" v="104"/>
        <pc:sldMkLst>
          <pc:docMk/>
          <pc:sldMk cId="150745308" sldId="444"/>
        </pc:sldMkLst>
      </pc:sldChg>
      <pc:sldChg chg="modSp add">
        <pc:chgData name="Joonho Kwon" userId="fa141e0c-4849-4deb-8f8c-65d25da6d8db" providerId="ADAL" clId="{207BAA28-C781-4398-924F-B19F40DA3736}" dt="2020-01-04T04:51:43.588" v="266" actId="114"/>
        <pc:sldMkLst>
          <pc:docMk/>
          <pc:sldMk cId="1902155382" sldId="445"/>
        </pc:sldMkLst>
        <pc:spChg chg="mod">
          <ac:chgData name="Joonho Kwon" userId="fa141e0c-4849-4deb-8f8c-65d25da6d8db" providerId="ADAL" clId="{207BAA28-C781-4398-924F-B19F40DA3736}" dt="2020-01-04T04:51:43.588" v="266" actId="114"/>
          <ac:spMkLst>
            <pc:docMk/>
            <pc:sldMk cId="1902155382" sldId="445"/>
            <ac:spMk id="2" creationId="{38A75BDD-1331-4D66-9EA5-1A2DDCEFE726}"/>
          </ac:spMkLst>
        </pc:spChg>
        <pc:spChg chg="mod">
          <ac:chgData name="Joonho Kwon" userId="fa141e0c-4849-4deb-8f8c-65d25da6d8db" providerId="ADAL" clId="{207BAA28-C781-4398-924F-B19F40DA3736}" dt="2020-01-04T04:49:26.656" v="115" actId="27636"/>
          <ac:spMkLst>
            <pc:docMk/>
            <pc:sldMk cId="1902155382" sldId="445"/>
            <ac:spMk id="3" creationId="{5EBCFC71-EF48-46C2-ABEE-575C977E0474}"/>
          </ac:spMkLst>
        </pc:spChg>
      </pc:sldChg>
      <pc:sldChg chg="modSp add">
        <pc:chgData name="Joonho Kwon" userId="fa141e0c-4849-4deb-8f8c-65d25da6d8db" providerId="ADAL" clId="{207BAA28-C781-4398-924F-B19F40DA3736}" dt="2020-01-04T05:46:46.598" v="352" actId="20577"/>
        <pc:sldMkLst>
          <pc:docMk/>
          <pc:sldMk cId="2284180590" sldId="446"/>
        </pc:sldMkLst>
        <pc:spChg chg="mod">
          <ac:chgData name="Joonho Kwon" userId="fa141e0c-4849-4deb-8f8c-65d25da6d8db" providerId="ADAL" clId="{207BAA28-C781-4398-924F-B19F40DA3736}" dt="2020-01-04T05:44:54.331" v="276" actId="20577"/>
          <ac:spMkLst>
            <pc:docMk/>
            <pc:sldMk cId="2284180590" sldId="446"/>
            <ac:spMk id="2" creationId="{AABCD505-99E3-4626-A407-4DD647C51FAD}"/>
          </ac:spMkLst>
        </pc:spChg>
        <pc:spChg chg="mod">
          <ac:chgData name="Joonho Kwon" userId="fa141e0c-4849-4deb-8f8c-65d25da6d8db" providerId="ADAL" clId="{207BAA28-C781-4398-924F-B19F40DA3736}" dt="2020-01-04T05:46:46.598" v="352" actId="20577"/>
          <ac:spMkLst>
            <pc:docMk/>
            <pc:sldMk cId="2284180590" sldId="446"/>
            <ac:spMk id="3" creationId="{634711FA-DAFA-494B-BD95-EEC36F3123F5}"/>
          </ac:spMkLst>
        </pc:spChg>
      </pc:sldChg>
      <pc:sldChg chg="modSp add del">
        <pc:chgData name="Joonho Kwon" userId="fa141e0c-4849-4deb-8f8c-65d25da6d8db" providerId="ADAL" clId="{207BAA28-C781-4398-924F-B19F40DA3736}" dt="2020-01-04T05:46:38.435" v="339" actId="2696"/>
        <pc:sldMkLst>
          <pc:docMk/>
          <pc:sldMk cId="600876192" sldId="447"/>
        </pc:sldMkLst>
        <pc:spChg chg="mod">
          <ac:chgData name="Joonho Kwon" userId="fa141e0c-4849-4deb-8f8c-65d25da6d8db" providerId="ADAL" clId="{207BAA28-C781-4398-924F-B19F40DA3736}" dt="2020-01-04T05:44:44.595" v="274"/>
          <ac:spMkLst>
            <pc:docMk/>
            <pc:sldMk cId="600876192" sldId="447"/>
            <ac:spMk id="2" creationId="{0A8011E6-22BF-4044-A0C2-F279BA1C7B63}"/>
          </ac:spMkLst>
        </pc:spChg>
      </pc:sldChg>
      <pc:sldChg chg="modSp add">
        <pc:chgData name="Joonho Kwon" userId="fa141e0c-4849-4deb-8f8c-65d25da6d8db" providerId="ADAL" clId="{207BAA28-C781-4398-924F-B19F40DA3736}" dt="2020-01-04T05:46:53.362" v="354" actId="20577"/>
        <pc:sldMkLst>
          <pc:docMk/>
          <pc:sldMk cId="2893562581" sldId="447"/>
        </pc:sldMkLst>
        <pc:spChg chg="mod">
          <ac:chgData name="Joonho Kwon" userId="fa141e0c-4849-4deb-8f8c-65d25da6d8db" providerId="ADAL" clId="{207BAA28-C781-4398-924F-B19F40DA3736}" dt="2020-01-04T05:46:53.362" v="354" actId="20577"/>
          <ac:spMkLst>
            <pc:docMk/>
            <pc:sldMk cId="2893562581" sldId="447"/>
            <ac:spMk id="3" creationId="{4FFD1BD9-D148-4439-91C1-58324750A592}"/>
          </ac:spMkLst>
        </pc:spChg>
      </pc:sldChg>
      <pc:sldChg chg="modSp add">
        <pc:chgData name="Joonho Kwon" userId="fa141e0c-4849-4deb-8f8c-65d25da6d8db" providerId="ADAL" clId="{207BAA28-C781-4398-924F-B19F40DA3736}" dt="2020-01-04T05:46:03.850" v="326" actId="6549"/>
        <pc:sldMkLst>
          <pc:docMk/>
          <pc:sldMk cId="4253504095" sldId="448"/>
        </pc:sldMkLst>
        <pc:spChg chg="mod">
          <ac:chgData name="Joonho Kwon" userId="fa141e0c-4849-4deb-8f8c-65d25da6d8db" providerId="ADAL" clId="{207BAA28-C781-4398-924F-B19F40DA3736}" dt="2020-01-04T05:46:03.850" v="326" actId="6549"/>
          <ac:spMkLst>
            <pc:docMk/>
            <pc:sldMk cId="4253504095" sldId="448"/>
            <ac:spMk id="2" creationId="{2E108468-DA81-4979-AAD6-CE1D71616731}"/>
          </ac:spMkLst>
        </pc:spChg>
        <pc:spChg chg="mod">
          <ac:chgData name="Joonho Kwon" userId="fa141e0c-4849-4deb-8f8c-65d25da6d8db" providerId="ADAL" clId="{207BAA28-C781-4398-924F-B19F40DA3736}" dt="2020-01-04T05:45:15.409" v="287" actId="27636"/>
          <ac:spMkLst>
            <pc:docMk/>
            <pc:sldMk cId="4253504095" sldId="448"/>
            <ac:spMk id="3" creationId="{F4A00243-32BF-4140-8289-6EBA5AF51C6A}"/>
          </ac:spMkLst>
        </pc:spChg>
      </pc:sldChg>
      <pc:sldChg chg="modSp add">
        <pc:chgData name="Joonho Kwon" userId="fa141e0c-4849-4deb-8f8c-65d25da6d8db" providerId="ADAL" clId="{207BAA28-C781-4398-924F-B19F40DA3736}" dt="2020-01-04T05:46:24.410" v="338"/>
        <pc:sldMkLst>
          <pc:docMk/>
          <pc:sldMk cId="2971416844" sldId="449"/>
        </pc:sldMkLst>
        <pc:spChg chg="mod">
          <ac:chgData name="Joonho Kwon" userId="fa141e0c-4849-4deb-8f8c-65d25da6d8db" providerId="ADAL" clId="{207BAA28-C781-4398-924F-B19F40DA3736}" dt="2020-01-04T05:46:24.410" v="338"/>
          <ac:spMkLst>
            <pc:docMk/>
            <pc:sldMk cId="2971416844" sldId="449"/>
            <ac:spMk id="2" creationId="{220898D0-D8DE-4395-BEA5-A16738BB8394}"/>
          </ac:spMkLst>
        </pc:spChg>
        <pc:spChg chg="mod">
          <ac:chgData name="Joonho Kwon" userId="fa141e0c-4849-4deb-8f8c-65d25da6d8db" providerId="ADAL" clId="{207BAA28-C781-4398-924F-B19F40DA3736}" dt="2020-01-04T05:46:20.505" v="337" actId="6549"/>
          <ac:spMkLst>
            <pc:docMk/>
            <pc:sldMk cId="2971416844" sldId="449"/>
            <ac:spMk id="3" creationId="{D0AC1036-C43E-4E5B-BA0D-A1D194B4BBB0}"/>
          </ac:spMkLst>
        </pc:spChg>
      </pc:sldChg>
      <pc:sldChg chg="modSp add">
        <pc:chgData name="Joonho Kwon" userId="fa141e0c-4849-4deb-8f8c-65d25da6d8db" providerId="ADAL" clId="{207BAA28-C781-4398-924F-B19F40DA3736}" dt="2020-01-04T05:48:10.738" v="398"/>
        <pc:sldMkLst>
          <pc:docMk/>
          <pc:sldMk cId="4074882733" sldId="450"/>
        </pc:sldMkLst>
        <pc:spChg chg="mod">
          <ac:chgData name="Joonho Kwon" userId="fa141e0c-4849-4deb-8f8c-65d25da6d8db" providerId="ADAL" clId="{207BAA28-C781-4398-924F-B19F40DA3736}" dt="2020-01-04T05:48:10.738" v="398"/>
          <ac:spMkLst>
            <pc:docMk/>
            <pc:sldMk cId="4074882733" sldId="450"/>
            <ac:spMk id="2" creationId="{8BC8E865-9AB4-48A9-BD17-33036DC2EBD9}"/>
          </ac:spMkLst>
        </pc:spChg>
        <pc:spChg chg="mod">
          <ac:chgData name="Joonho Kwon" userId="fa141e0c-4849-4deb-8f8c-65d25da6d8db" providerId="ADAL" clId="{207BAA28-C781-4398-924F-B19F40DA3736}" dt="2020-01-04T05:48:04.249" v="396"/>
          <ac:spMkLst>
            <pc:docMk/>
            <pc:sldMk cId="4074882733" sldId="450"/>
            <ac:spMk id="3" creationId="{1403D6F2-E201-456E-9872-ED8A70159485}"/>
          </ac:spMkLst>
        </pc:spChg>
      </pc:sldChg>
      <pc:sldChg chg="addSp modSp add">
        <pc:chgData name="Joonho Kwon" userId="fa141e0c-4849-4deb-8f8c-65d25da6d8db" providerId="ADAL" clId="{207BAA28-C781-4398-924F-B19F40DA3736}" dt="2020-01-04T05:49:44.635" v="435" actId="1076"/>
        <pc:sldMkLst>
          <pc:docMk/>
          <pc:sldMk cId="1470244023" sldId="451"/>
        </pc:sldMkLst>
        <pc:spChg chg="mod">
          <ac:chgData name="Joonho Kwon" userId="fa141e0c-4849-4deb-8f8c-65d25da6d8db" providerId="ADAL" clId="{207BAA28-C781-4398-924F-B19F40DA3736}" dt="2020-01-04T05:49:18.543" v="433" actId="20577"/>
          <ac:spMkLst>
            <pc:docMk/>
            <pc:sldMk cId="1470244023" sldId="451"/>
            <ac:spMk id="3" creationId="{EBC45E22-B2BF-4B02-9763-022E50A32FF4}"/>
          </ac:spMkLst>
        </pc:spChg>
        <pc:spChg chg="add mod">
          <ac:chgData name="Joonho Kwon" userId="fa141e0c-4849-4deb-8f8c-65d25da6d8db" providerId="ADAL" clId="{207BAA28-C781-4398-924F-B19F40DA3736}" dt="2020-01-04T05:49:44.635" v="435" actId="1076"/>
          <ac:spMkLst>
            <pc:docMk/>
            <pc:sldMk cId="1470244023" sldId="451"/>
            <ac:spMk id="5" creationId="{5C294A15-E5F8-46D0-8E90-263DAEF6BD69}"/>
          </ac:spMkLst>
        </pc:spChg>
      </pc:sldChg>
    </pc:docChg>
  </pc:docChgLst>
  <pc:docChgLst>
    <pc:chgData name="KwonJoonho" userId="fa141e0c-4849-4deb-8f8c-65d25da6d8db" providerId="ADAL" clId="{249CE2DC-718F-4E68-B122-9C0E318BC0C7}"/>
    <pc:docChg chg="undo custSel addSld delSld modSld sldOrd">
      <pc:chgData name="KwonJoonho" userId="fa141e0c-4849-4deb-8f8c-65d25da6d8db" providerId="ADAL" clId="{249CE2DC-718F-4E68-B122-9C0E318BC0C7}" dt="2020-01-07T16:38:07.624" v="478" actId="108"/>
      <pc:docMkLst>
        <pc:docMk/>
      </pc:docMkLst>
      <pc:sldChg chg="modSp">
        <pc:chgData name="KwonJoonho" userId="fa141e0c-4849-4deb-8f8c-65d25da6d8db" providerId="ADAL" clId="{249CE2DC-718F-4E68-B122-9C0E318BC0C7}" dt="2020-01-07T15:28:23.769" v="63" actId="6549"/>
        <pc:sldMkLst>
          <pc:docMk/>
          <pc:sldMk cId="0" sldId="256"/>
        </pc:sldMkLst>
        <pc:spChg chg="mod">
          <ac:chgData name="KwonJoonho" userId="fa141e0c-4849-4deb-8f8c-65d25da6d8db" providerId="ADAL" clId="{249CE2DC-718F-4E68-B122-9C0E318BC0C7}" dt="2020-01-07T15:28:23.769" v="63" actId="6549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KwonJoonho" userId="fa141e0c-4849-4deb-8f8c-65d25da6d8db" providerId="ADAL" clId="{249CE2DC-718F-4E68-B122-9C0E318BC0C7}" dt="2020-01-07T15:28:31.119" v="65" actId="6549"/>
        <pc:sldMkLst>
          <pc:docMk/>
          <pc:sldMk cId="1847398336" sldId="587"/>
        </pc:sldMkLst>
        <pc:spChg chg="mod">
          <ac:chgData name="KwonJoonho" userId="fa141e0c-4849-4deb-8f8c-65d25da6d8db" providerId="ADAL" clId="{249CE2DC-718F-4E68-B122-9C0E318BC0C7}" dt="2020-01-07T15:28:31.119" v="65" actId="6549"/>
          <ac:spMkLst>
            <pc:docMk/>
            <pc:sldMk cId="1847398336" sldId="587"/>
            <ac:spMk id="2" creationId="{B3FA8B4E-4542-4AE5-82BE-97FDC25D0A4C}"/>
          </ac:spMkLst>
        </pc:spChg>
      </pc:sldChg>
      <pc:sldChg chg="del">
        <pc:chgData name="KwonJoonho" userId="fa141e0c-4849-4deb-8f8c-65d25da6d8db" providerId="ADAL" clId="{249CE2DC-718F-4E68-B122-9C0E318BC0C7}" dt="2020-01-07T16:19:44.310" v="191" actId="47"/>
        <pc:sldMkLst>
          <pc:docMk/>
          <pc:sldMk cId="3847657388" sldId="588"/>
        </pc:sldMkLst>
      </pc:sldChg>
      <pc:sldChg chg="modSp del">
        <pc:chgData name="KwonJoonho" userId="fa141e0c-4849-4deb-8f8c-65d25da6d8db" providerId="ADAL" clId="{249CE2DC-718F-4E68-B122-9C0E318BC0C7}" dt="2020-01-07T16:29:54.954" v="357" actId="47"/>
        <pc:sldMkLst>
          <pc:docMk/>
          <pc:sldMk cId="13039026" sldId="589"/>
        </pc:sldMkLst>
        <pc:picChg chg="mod">
          <ac:chgData name="KwonJoonho" userId="fa141e0c-4849-4deb-8f8c-65d25da6d8db" providerId="ADAL" clId="{249CE2DC-718F-4E68-B122-9C0E318BC0C7}" dt="2020-01-07T16:19:49.481" v="192" actId="1076"/>
          <ac:picMkLst>
            <pc:docMk/>
            <pc:sldMk cId="13039026" sldId="589"/>
            <ac:picMk id="5" creationId="{53A49112-393F-433C-9EEE-D1DC21558571}"/>
          </ac:picMkLst>
        </pc:picChg>
      </pc:sldChg>
      <pc:sldChg chg="del">
        <pc:chgData name="KwonJoonho" userId="fa141e0c-4849-4deb-8f8c-65d25da6d8db" providerId="ADAL" clId="{249CE2DC-718F-4E68-B122-9C0E318BC0C7}" dt="2020-01-07T16:29:55.837" v="358" actId="47"/>
        <pc:sldMkLst>
          <pc:docMk/>
          <pc:sldMk cId="3394645564" sldId="590"/>
        </pc:sldMkLst>
      </pc:sldChg>
      <pc:sldChg chg="del">
        <pc:chgData name="KwonJoonho" userId="fa141e0c-4849-4deb-8f8c-65d25da6d8db" providerId="ADAL" clId="{249CE2DC-718F-4E68-B122-9C0E318BC0C7}" dt="2020-01-07T16:29:56.490" v="359" actId="47"/>
        <pc:sldMkLst>
          <pc:docMk/>
          <pc:sldMk cId="2846272721" sldId="591"/>
        </pc:sldMkLst>
      </pc:sldChg>
      <pc:sldChg chg="del">
        <pc:chgData name="KwonJoonho" userId="fa141e0c-4849-4deb-8f8c-65d25da6d8db" providerId="ADAL" clId="{249CE2DC-718F-4E68-B122-9C0E318BC0C7}" dt="2020-01-07T16:29:56.714" v="360" actId="47"/>
        <pc:sldMkLst>
          <pc:docMk/>
          <pc:sldMk cId="1628467638" sldId="592"/>
        </pc:sldMkLst>
      </pc:sldChg>
      <pc:sldChg chg="del">
        <pc:chgData name="KwonJoonho" userId="fa141e0c-4849-4deb-8f8c-65d25da6d8db" providerId="ADAL" clId="{249CE2DC-718F-4E68-B122-9C0E318BC0C7}" dt="2020-01-07T16:29:56.914" v="361" actId="47"/>
        <pc:sldMkLst>
          <pc:docMk/>
          <pc:sldMk cId="1553955629" sldId="593"/>
        </pc:sldMkLst>
      </pc:sldChg>
      <pc:sldChg chg="del">
        <pc:chgData name="KwonJoonho" userId="fa141e0c-4849-4deb-8f8c-65d25da6d8db" providerId="ADAL" clId="{249CE2DC-718F-4E68-B122-9C0E318BC0C7}" dt="2020-01-07T16:29:57.121" v="362" actId="47"/>
        <pc:sldMkLst>
          <pc:docMk/>
          <pc:sldMk cId="522155079" sldId="594"/>
        </pc:sldMkLst>
      </pc:sldChg>
      <pc:sldChg chg="del">
        <pc:chgData name="KwonJoonho" userId="fa141e0c-4849-4deb-8f8c-65d25da6d8db" providerId="ADAL" clId="{249CE2DC-718F-4E68-B122-9C0E318BC0C7}" dt="2020-01-07T16:29:57.746" v="363" actId="47"/>
        <pc:sldMkLst>
          <pc:docMk/>
          <pc:sldMk cId="3114866409" sldId="595"/>
        </pc:sldMkLst>
      </pc:sldChg>
      <pc:sldChg chg="del">
        <pc:chgData name="KwonJoonho" userId="fa141e0c-4849-4deb-8f8c-65d25da6d8db" providerId="ADAL" clId="{249CE2DC-718F-4E68-B122-9C0E318BC0C7}" dt="2020-01-07T15:28:43.057" v="66" actId="47"/>
        <pc:sldMkLst>
          <pc:docMk/>
          <pc:sldMk cId="949891242" sldId="596"/>
        </pc:sldMkLst>
      </pc:sldChg>
      <pc:sldChg chg="add del">
        <pc:chgData name="KwonJoonho" userId="fa141e0c-4849-4deb-8f8c-65d25da6d8db" providerId="ADAL" clId="{249CE2DC-718F-4E68-B122-9C0E318BC0C7}" dt="2020-01-07T16:33:22.401" v="406" actId="47"/>
        <pc:sldMkLst>
          <pc:docMk/>
          <pc:sldMk cId="600557524" sldId="597"/>
        </pc:sldMkLst>
      </pc:sldChg>
      <pc:sldChg chg="modSp add">
        <pc:chgData name="KwonJoonho" userId="fa141e0c-4849-4deb-8f8c-65d25da6d8db" providerId="ADAL" clId="{249CE2DC-718F-4E68-B122-9C0E318BC0C7}" dt="2020-01-07T16:14:17.652" v="76" actId="15"/>
        <pc:sldMkLst>
          <pc:docMk/>
          <pc:sldMk cId="4008689259" sldId="598"/>
        </pc:sldMkLst>
        <pc:spChg chg="mod">
          <ac:chgData name="KwonJoonho" userId="fa141e0c-4849-4deb-8f8c-65d25da6d8db" providerId="ADAL" clId="{249CE2DC-718F-4E68-B122-9C0E318BC0C7}" dt="2020-01-07T16:14:17.652" v="76" actId="15"/>
          <ac:spMkLst>
            <pc:docMk/>
            <pc:sldMk cId="4008689259" sldId="598"/>
            <ac:spMk id="2" creationId="{9F962ED4-8C6B-49EE-B796-716DE9E5CF38}"/>
          </ac:spMkLst>
        </pc:spChg>
        <pc:spChg chg="mod">
          <ac:chgData name="KwonJoonho" userId="fa141e0c-4849-4deb-8f8c-65d25da6d8db" providerId="ADAL" clId="{249CE2DC-718F-4E68-B122-9C0E318BC0C7}" dt="2020-01-07T16:14:02.394" v="68"/>
          <ac:spMkLst>
            <pc:docMk/>
            <pc:sldMk cId="4008689259" sldId="598"/>
            <ac:spMk id="3" creationId="{7913AC8E-81D6-4D9F-84AD-27F15EB43651}"/>
          </ac:spMkLst>
        </pc:spChg>
      </pc:sldChg>
      <pc:sldChg chg="modSp add">
        <pc:chgData name="KwonJoonho" userId="fa141e0c-4849-4deb-8f8c-65d25da6d8db" providerId="ADAL" clId="{249CE2DC-718F-4E68-B122-9C0E318BC0C7}" dt="2020-01-07T16:20:51.195" v="202" actId="20577"/>
        <pc:sldMkLst>
          <pc:docMk/>
          <pc:sldMk cId="298241225" sldId="599"/>
        </pc:sldMkLst>
        <pc:spChg chg="mod">
          <ac:chgData name="KwonJoonho" userId="fa141e0c-4849-4deb-8f8c-65d25da6d8db" providerId="ADAL" clId="{249CE2DC-718F-4E68-B122-9C0E318BC0C7}" dt="2020-01-07T16:14:54.900" v="92" actId="15"/>
          <ac:spMkLst>
            <pc:docMk/>
            <pc:sldMk cId="298241225" sldId="599"/>
            <ac:spMk id="2" creationId="{CED4648A-974C-4477-89E6-8A5BA9D52B98}"/>
          </ac:spMkLst>
        </pc:spChg>
        <pc:spChg chg="mod">
          <ac:chgData name="KwonJoonho" userId="fa141e0c-4849-4deb-8f8c-65d25da6d8db" providerId="ADAL" clId="{249CE2DC-718F-4E68-B122-9C0E318BC0C7}" dt="2020-01-07T16:20:51.195" v="202" actId="20577"/>
          <ac:spMkLst>
            <pc:docMk/>
            <pc:sldMk cId="298241225" sldId="599"/>
            <ac:spMk id="3" creationId="{D9AB67BA-1C44-40EA-9525-99931DE1AFCF}"/>
          </ac:spMkLst>
        </pc:spChg>
      </pc:sldChg>
      <pc:sldChg chg="addSp delSp modSp add">
        <pc:chgData name="KwonJoonho" userId="fa141e0c-4849-4deb-8f8c-65d25da6d8db" providerId="ADAL" clId="{249CE2DC-718F-4E68-B122-9C0E318BC0C7}" dt="2020-01-07T16:20:48.521" v="201" actId="20577"/>
        <pc:sldMkLst>
          <pc:docMk/>
          <pc:sldMk cId="4280738215" sldId="600"/>
        </pc:sldMkLst>
        <pc:spChg chg="mod">
          <ac:chgData name="KwonJoonho" userId="fa141e0c-4849-4deb-8f8c-65d25da6d8db" providerId="ADAL" clId="{249CE2DC-718F-4E68-B122-9C0E318BC0C7}" dt="2020-01-07T16:16:51.271" v="136"/>
          <ac:spMkLst>
            <pc:docMk/>
            <pc:sldMk cId="4280738215" sldId="600"/>
            <ac:spMk id="2" creationId="{229038D2-76AC-4497-A370-F09B82E47030}"/>
          </ac:spMkLst>
        </pc:spChg>
        <pc:spChg chg="mod">
          <ac:chgData name="KwonJoonho" userId="fa141e0c-4849-4deb-8f8c-65d25da6d8db" providerId="ADAL" clId="{249CE2DC-718F-4E68-B122-9C0E318BC0C7}" dt="2020-01-07T16:20:48.521" v="201" actId="20577"/>
          <ac:spMkLst>
            <pc:docMk/>
            <pc:sldMk cId="4280738215" sldId="600"/>
            <ac:spMk id="3" creationId="{709C2911-0194-400C-861E-9417C52BDD16}"/>
          </ac:spMkLst>
        </pc:spChg>
        <pc:grpChg chg="add del">
          <ac:chgData name="KwonJoonho" userId="fa141e0c-4849-4deb-8f8c-65d25da6d8db" providerId="ADAL" clId="{249CE2DC-718F-4E68-B122-9C0E318BC0C7}" dt="2020-01-07T16:15:08.050" v="95"/>
          <ac:grpSpMkLst>
            <pc:docMk/>
            <pc:sldMk cId="4280738215" sldId="600"/>
            <ac:grpSpMk id="5" creationId="{9A5B461A-B532-4778-BB42-D3C94D45BA98}"/>
          </ac:grpSpMkLst>
        </pc:grpChg>
        <pc:grpChg chg="add del mod">
          <ac:chgData name="KwonJoonho" userId="fa141e0c-4849-4deb-8f8c-65d25da6d8db" providerId="ADAL" clId="{249CE2DC-718F-4E68-B122-9C0E318BC0C7}" dt="2020-01-07T16:16:56.790" v="137" actId="478"/>
          <ac:grpSpMkLst>
            <pc:docMk/>
            <pc:sldMk cId="4280738215" sldId="600"/>
            <ac:grpSpMk id="32" creationId="{2ABC8C62-8673-47E7-836C-877BEC03622F}"/>
          </ac:grpSpMkLst>
        </pc:grpChg>
        <pc:grpChg chg="add del mod">
          <ac:chgData name="KwonJoonho" userId="fa141e0c-4849-4deb-8f8c-65d25da6d8db" providerId="ADAL" clId="{249CE2DC-718F-4E68-B122-9C0E318BC0C7}" dt="2020-01-07T16:20:19.484" v="195" actId="478"/>
          <ac:grpSpMkLst>
            <pc:docMk/>
            <pc:sldMk cId="4280738215" sldId="600"/>
            <ac:grpSpMk id="59" creationId="{FBC50A6F-FC06-4403-B7ED-EA94E7711E83}"/>
          </ac:grpSpMkLst>
        </pc:grpChg>
        <pc:picChg chg="add mod">
          <ac:chgData name="KwonJoonho" userId="fa141e0c-4849-4deb-8f8c-65d25da6d8db" providerId="ADAL" clId="{249CE2DC-718F-4E68-B122-9C0E318BC0C7}" dt="2020-01-07T16:20:40.383" v="199" actId="1076"/>
          <ac:picMkLst>
            <pc:docMk/>
            <pc:sldMk cId="4280738215" sldId="600"/>
            <ac:picMk id="84" creationId="{907D9BC6-4A6A-477F-A39C-4B9A032A44A6}"/>
          </ac:picMkLst>
        </pc:picChg>
      </pc:sldChg>
      <pc:sldChg chg="addSp delSp modSp add del">
        <pc:chgData name="KwonJoonho" userId="fa141e0c-4849-4deb-8f8c-65d25da6d8db" providerId="ADAL" clId="{249CE2DC-718F-4E68-B122-9C0E318BC0C7}" dt="2020-01-07T16:20:44.197" v="200" actId="47"/>
        <pc:sldMkLst>
          <pc:docMk/>
          <pc:sldMk cId="3681860625" sldId="601"/>
        </pc:sldMkLst>
        <pc:spChg chg="mod">
          <ac:chgData name="KwonJoonho" userId="fa141e0c-4849-4deb-8f8c-65d25da6d8db" providerId="ADAL" clId="{249CE2DC-718F-4E68-B122-9C0E318BC0C7}" dt="2020-01-07T16:16:43.167" v="134"/>
          <ac:spMkLst>
            <pc:docMk/>
            <pc:sldMk cId="3681860625" sldId="601"/>
            <ac:spMk id="2" creationId="{1F5C0A82-679E-472F-AED2-B8B9426A1239}"/>
          </ac:spMkLst>
        </pc:spChg>
        <pc:spChg chg="mod">
          <ac:chgData name="KwonJoonho" userId="fa141e0c-4849-4deb-8f8c-65d25da6d8db" providerId="ADAL" clId="{249CE2DC-718F-4E68-B122-9C0E318BC0C7}" dt="2020-01-07T16:18:02.803" v="157" actId="20577"/>
          <ac:spMkLst>
            <pc:docMk/>
            <pc:sldMk cId="3681860625" sldId="601"/>
            <ac:spMk id="3" creationId="{7D877E5F-C4E4-47AD-AE83-24A266DA231A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" creationId="{9E552F35-0993-4EC3-A7AC-006F92B2DD34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6" creationId="{694EBEFD-3AD5-456D-B623-45C2CC21D17C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7" creationId="{A3FE4C63-24CB-4B29-8EBA-C50125715575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8" creationId="{DE842ED8-284B-4315-A53F-0DFF9C49E54E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9" creationId="{9956D862-C131-42AF-BAF2-C6F245FE5260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0" creationId="{658B4854-3AE2-4114-B9DF-8CD012F50213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1" creationId="{26CCBDCE-112F-49B7-8F9D-4E55711CB607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2" creationId="{750544C1-49CB-43CA-82F5-E0D3623A7A0A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3" creationId="{5F97317F-80CC-44C3-A18D-AC3971C3B067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4" creationId="{86838F20-0D65-4E77-A485-4522E3E9F369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5" creationId="{4F7BB2FF-EE99-49A8-A450-CA66C84D75E7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6" creationId="{5F963300-3659-4021-9687-EC88ABFAA17B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7" creationId="{208F130C-4A14-4A57-AEA0-F289357899FD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8" creationId="{4AEFDAD6-96A5-43D3-B365-D19668EA903B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19" creationId="{1FD5B18E-00BD-416D-BD95-A99710513F7D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0" creationId="{B1FD7E57-ED99-4AA8-8499-B2CFBBD6EA65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1" creationId="{E5FD1E49-0829-43F6-A009-F3EB74D67DD0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2" creationId="{5DBE5505-2FC3-4612-AC14-EFCBEE76EF89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3" creationId="{5B99D5E6-4070-4905-8D86-7CCA787E083E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4" creationId="{8F125CDD-2233-46A9-9F3D-FF00E0F530BE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5" creationId="{5D6C330A-7899-42A8-8ECF-C7E54BA043AF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6" creationId="{9A60D0F1-EBA6-419E-B43F-1B00ECAA2EC2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7" creationId="{8C264404-1486-4405-94FE-A35932CE6AF6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8" creationId="{95390E53-B154-4612-89BC-32AEA740CD7D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29" creationId="{86AA3662-2419-4C01-A075-ABDFA25C0DBA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0" creationId="{CB39956E-3A25-4789-94D1-4259D7441ABC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1" creationId="{D3191564-2C0F-473C-9623-C8B32CA61E39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2" creationId="{10E25512-A67D-466D-9CD1-9FA2C2EB3F60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3" creationId="{BA6D5DB1-9A9D-4A1B-BB0F-002EAF7495EE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4" creationId="{8BE93E0D-2026-4267-8B18-FEFBAD7A22BD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5" creationId="{78362CCE-0D04-440C-99A7-245ED7787211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6" creationId="{EB375A7E-1369-4541-A386-C75D76F3F38F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7" creationId="{2522DDF4-6FBD-45C4-BCED-2ACFAFAB7AE5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8" creationId="{DC85095F-DE05-4D3B-B883-92A9E9E9C1AA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39" creationId="{976C79A8-4F61-441B-B822-9AF2A9DBBF6F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0" creationId="{4C9A4AC4-E131-423F-B156-F1D25EFCBA79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1" creationId="{1ADEB4FC-41B2-42AB-85D3-CC162868E772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2" creationId="{60E8EA37-79AF-45F3-A0FD-AD05BEF0098C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3" creationId="{1D819419-AC60-4219-9968-7A684115914F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4" creationId="{641F0D00-4DBF-4786-A786-218C61008DF7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5" creationId="{71CCFB56-A992-4D99-A638-47470CA9F4C6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6" creationId="{6675E20E-A6F8-4FFD-B3FD-244E2FAF177A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7" creationId="{2DE16948-B007-411C-A5B0-268FD527B490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8" creationId="{071935F6-946D-48A5-B6C9-0050AF7A847B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49" creationId="{5B9B8C32-F003-4EDE-8B27-C24CD5D22E31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0" creationId="{876485C8-3FC9-4CA5-9271-F0619B227482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1" creationId="{3CBB2CCB-84A7-46F3-B821-37780BB17C00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2" creationId="{E64C2CEB-19FA-4477-B8B1-B215746B185B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3" creationId="{D01DCA8E-E331-4428-80B9-E95660FD8439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4" creationId="{7039C595-980B-4C06-9A5E-DC45FCAFEEA3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5" creationId="{EB547335-C898-491A-9D32-2F7C1F3F600C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6" creationId="{5A0685C1-6423-44C4-A392-4078B82FA324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7" creationId="{78DD5B75-475C-4570-8A1A-E501A7087BFB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8" creationId="{39F7113A-5CD0-43FE-B3E2-6CEBE259DD73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59" creationId="{BE7416DF-4E08-4379-A26E-5E7C711D5802}"/>
          </ac:spMkLst>
        </pc:spChg>
        <pc:spChg chg="add del">
          <ac:chgData name="KwonJoonho" userId="fa141e0c-4849-4deb-8f8c-65d25da6d8db" providerId="ADAL" clId="{249CE2DC-718F-4E68-B122-9C0E318BC0C7}" dt="2020-01-07T16:15:26.764" v="100"/>
          <ac:spMkLst>
            <pc:docMk/>
            <pc:sldMk cId="3681860625" sldId="601"/>
            <ac:spMk id="60" creationId="{DA2B01F0-60CF-4167-9125-23B6D82AB796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1" creationId="{E74420AD-C29C-4ABE-B014-4067A16A6EBA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2" creationId="{A826A016-1540-49E8-B54A-5C1A6EF50CC8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3" creationId="{98E483EA-D580-4DE1-AE4F-AB2A02D7C93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4" creationId="{A0678CC7-FD27-46B0-AED8-6EBEC5DDE110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5" creationId="{62A9EC8E-907D-403E-9C2C-7FAC990D54F1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6" creationId="{9AB18733-9AE5-40C6-A081-30AD0B79DACD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7" creationId="{9A0898C5-0247-48BB-A084-60DE5802E816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8" creationId="{9EDBAD85-284C-449B-B813-1E9700E90ED4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69" creationId="{765D0A1D-CB61-40E2-8D27-E11BD5D54236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0" creationId="{653937FC-A1DB-4270-AEBA-750AFBBC03A5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1" creationId="{6430ADDB-9414-4078-A269-4FCFD54D14A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2" creationId="{BD821546-9ECA-4A80-BD7F-52FC2B8976F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3" creationId="{7DC2FB87-6146-4EF7-A028-A461F621238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4" creationId="{DFEB6EA9-5080-4BEB-B39A-712586A3E5AB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5" creationId="{C100F554-25FB-45DA-BA82-CB6B22630954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6" creationId="{7F0CE930-690E-4526-98D9-3754FCC4A0F7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7" creationId="{95734ACD-C0DA-4201-AE78-0EF3D3A03B0B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8" creationId="{4643035D-C4F7-46C1-8528-5DF7F5C23DD7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79" creationId="{3708DF4E-3F5B-4191-A9E3-D32AAAB2556D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0" creationId="{F0208FA5-2244-4128-9C82-1B84322B12EF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1" creationId="{9E7D8362-EF34-418A-B57E-BE8126F4819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2" creationId="{3A922AC3-93E2-4A83-89EB-173FF5660D48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3" creationId="{06C1C40B-C146-40D4-A28B-04375D658AA4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4" creationId="{9BF147E8-E1F0-4870-AE47-ABB139427AEC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5" creationId="{B7743736-2632-41D6-B293-5D259E1A8329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6" creationId="{A5CD96C4-C475-4919-A88A-D8993FD8BED9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7" creationId="{8639B5E6-9A40-4534-9382-B3178969A07B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8" creationId="{5DD25542-6D54-4529-AB7D-1B233EBFB3EB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89" creationId="{42B8AB44-AA38-4DD1-9C46-184739635B97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0" creationId="{96492856-57EB-4C8C-81F0-508C6D98FE6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1" creationId="{40E82CE5-BF66-48AD-A0B7-66D0134061F2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2" creationId="{47BD6320-8712-4AA2-A4B0-B1A809ECA8A6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3" creationId="{F1EC6B0F-524A-4E1B-9EC6-50FB4F756DF2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4" creationId="{D96F224E-D4E1-472B-B21D-3CA3003F6CBA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5" creationId="{0FD6B321-4B16-459C-BCD0-EA4B41B8B464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6" creationId="{ACBFB50A-898E-43E2-A8D5-9DD8E4EB5915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7" creationId="{6FF098AF-6423-4DF7-AB21-2B1641E94E68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8" creationId="{CA1FC23B-EA0B-421F-B8C0-FE8D1369EDDC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99" creationId="{E7DDEFBB-0782-4446-BC89-39F20AAB3309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0" creationId="{73B97AF2-48CE-4CFD-9AF5-4BCA7D58D3C5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1" creationId="{61644CA3-19F1-40DA-9AB7-1079024F69A1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2" creationId="{70C9C279-A795-4157-919C-C5D902A3C803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3" creationId="{CE236D4E-1337-4DBB-BC2A-01D65D993427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4" creationId="{E3A9704C-204C-4F7D-A1BB-EEFF0EAF344A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5" creationId="{8D0142E4-9475-4314-BDA0-F5F1102A2E50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6" creationId="{4868C621-04D8-41F7-8C28-3BEE43E91D24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7" creationId="{39C097B5-5B5C-40C2-9CC0-2D2496EA6D95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8" creationId="{20B9EBAE-5241-46FF-B602-858B92C1A9D2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09" creationId="{FC37B8F1-0D64-4D65-95B1-4A6CB7491A5F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0" creationId="{F84DC07F-D10A-4266-A594-9AB1DA0CBBEA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1" creationId="{16B21E2F-4BAE-4CBF-B023-E2E8947ECD9E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2" creationId="{407C34BD-AF6F-495B-8484-C777FDB7A5E8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3" creationId="{5FA30617-3AEA-494E-B0EF-46974903891D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4" creationId="{F9245B21-1DD7-4C87-9894-27EE9B9C1011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5" creationId="{432EE762-4162-42BE-832A-3215F2DF9449}"/>
          </ac:spMkLst>
        </pc:spChg>
        <pc:spChg chg="add del mod">
          <ac:chgData name="KwonJoonho" userId="fa141e0c-4849-4deb-8f8c-65d25da6d8db" providerId="ADAL" clId="{249CE2DC-718F-4E68-B122-9C0E318BC0C7}" dt="2020-01-07T16:15:55.621" v="103" actId="478"/>
          <ac:spMkLst>
            <pc:docMk/>
            <pc:sldMk cId="3681860625" sldId="601"/>
            <ac:spMk id="116" creationId="{19B1732D-7AB2-4C2C-952E-9899D22B533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17" creationId="{636D0A9B-C818-494F-8E10-1C76F7826A2D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18" creationId="{DB34CD60-A01D-4164-81D6-727AC425A10E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19" creationId="{F30198E0-AA3A-4F11-8236-4E406377CD5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0" creationId="{8EE7914C-702D-46FB-B864-59CB9ECF7F4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1" creationId="{ECC5DC12-4A0B-40CA-8827-80CC02FD059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2" creationId="{A11F35FD-15BF-41B7-92F0-5321930220BD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3" creationId="{6FCFD8A3-B59C-4D85-9727-06DFE090681F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4" creationId="{5D4591EE-E9DA-4FBE-8AAA-D5D90420808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5" creationId="{AEBCC819-9166-480E-8FDF-87CC8A200B8D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6" creationId="{49E0638C-DAB0-49AE-AA00-92AD52C6DFBF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7" creationId="{9F284CF5-190E-40C1-99B9-9BCB840B78A6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8" creationId="{5C1DC92D-1983-46B7-B0DC-FFBAEE07D3E4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29" creationId="{E1C268F7-0348-4D31-85E6-20CD7D9ACADA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0" creationId="{29287424-01A2-4A84-9A19-43AD72C78055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1" creationId="{0CFE7324-074F-4A32-A6E6-6B1A7D0FB56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2" creationId="{287E8B80-88E4-4120-A607-5AD6104896F5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3" creationId="{81C71DBA-9B70-4760-A3DF-F34A5674FFC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4" creationId="{929FC6CA-81AD-40FE-BCA5-360033E0D023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5" creationId="{3892DAC0-0F0D-42A2-A757-7D2662C8A54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6" creationId="{1B84BB43-84BB-423D-AB37-BF329EEB247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7" creationId="{A010F050-92E1-4D67-BABB-C791F85D0BD4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8" creationId="{5EA5BFAA-209F-47AB-9A37-6E23DD275337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39" creationId="{C872A317-1E8A-446B-B6E7-773AD5F714D4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0" creationId="{C3656010-BDE1-4ADC-8E01-79D99FC28AB5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1" creationId="{CF400643-2919-4DF4-8CEE-1E7DEBE4F37E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2" creationId="{5C061610-4886-47D3-987A-3B73E4C19CD8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3" creationId="{80BD10F3-6755-4D26-906A-213DC03CF055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4" creationId="{665036C0-955E-45AD-8579-1AE1F09BB8BD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5" creationId="{4D2FECC4-FE82-4C97-AD45-0712C4DB0BAD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6" creationId="{C11F5999-3ED0-4299-A33E-07C43A939FFB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7" creationId="{7346BF3B-2AFE-4301-9757-617D6E36C3A5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8" creationId="{E3838488-8A19-42A0-B72F-5DED207A0C8A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49" creationId="{7FF1E473-91AB-495F-A065-16E13599A1DE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0" creationId="{FF3A954F-5AD8-455F-BCF7-BE1374243C52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1" creationId="{0E976714-F1F5-4A0D-8D05-A9F28434A56B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2" creationId="{EC58189D-A712-4BE0-8844-F4894826F490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3" creationId="{6C1E45CC-4712-49BA-9633-0B12AA1F6710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4" creationId="{0405CE55-5F3F-401A-B246-54D8D926C9E8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5" creationId="{940C60BE-CD94-4BAF-A651-1528B8EC6059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6" creationId="{CE7CC699-C3E0-412F-9666-E7DB8F1A75DF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7" creationId="{EAA40019-1B13-4647-8743-F30A65D151A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8" creationId="{9B36FD0C-3D10-4E0C-8EB5-7B418E3F6533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59" creationId="{B7F4E189-C6E2-4E29-B2C8-718E2AE88F47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0" creationId="{BD45F634-7456-4AAB-9B92-EC76F41E441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1" creationId="{176B2030-CA34-4505-9E61-E1DD11FB2DC4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2" creationId="{FCB64481-4AF6-4150-AC8A-4996AB08F457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3" creationId="{5C8026B9-070E-4763-9013-B9B51815A7A8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4" creationId="{859DD936-9081-411B-AD58-34EB3AED56A3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5" creationId="{627984A6-036D-4428-994A-75BC1B78D6EC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6" creationId="{7204AAFE-051A-4C76-911D-93AE11CA87C6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7" creationId="{CFDEC83B-9D07-411B-9209-731A048DD3EE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8" creationId="{F0D77677-FA2E-4AF7-8CF7-A4A84FDE5836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69" creationId="{CD7F037D-EE39-447A-90CF-2D7EA85400F1}"/>
          </ac:spMkLst>
        </pc:spChg>
        <pc:spChg chg="add del">
          <ac:chgData name="KwonJoonho" userId="fa141e0c-4849-4deb-8f8c-65d25da6d8db" providerId="ADAL" clId="{249CE2DC-718F-4E68-B122-9C0E318BC0C7}" dt="2020-01-07T16:16:05.038" v="111"/>
          <ac:spMkLst>
            <pc:docMk/>
            <pc:sldMk cId="3681860625" sldId="601"/>
            <ac:spMk id="170" creationId="{9D97AA50-AA0F-448F-9177-D7DFF2519AA9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1" creationId="{BD0B877D-0144-4488-B07F-10D5F611CE19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2" creationId="{6A713F95-DB6A-4554-BA4E-5D43FD1A9F03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3" creationId="{9D64F75E-EA86-43B5-815E-7220033302F9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4" creationId="{FA01A64F-7CAA-4033-A118-CAEF496ACA50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5" creationId="{F3CBC020-A9F7-4528-BF27-5C153E25726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6" creationId="{CF12E4D9-6957-4DA2-BB7E-5C956EC8ABF0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7" creationId="{0F15B3FD-3C19-4825-9633-999C67ED6963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8" creationId="{C03C6866-F02E-46BB-962F-AA7243592F21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79" creationId="{3A01B676-C00E-4BA2-A71D-B517B0FD94BE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0" creationId="{B82C8B89-E396-498A-A21D-3B2605EA6FDD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1" creationId="{22689724-3FD3-4EBD-BC13-46B48503DBAA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2" creationId="{55210CC1-70D5-4F24-8BB6-FDD5ACC817D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3" creationId="{110BB517-D85B-420C-8ECA-372C23F1C378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4" creationId="{A65AE0C3-9F43-40A7-A37D-F69A3227DAD4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5" creationId="{F0C1A166-C9B4-439B-B49E-26CBF024951D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6" creationId="{39E639A4-E271-43DC-BA3D-5EBE6ED24BAF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7" creationId="{18B3F045-EFD9-4101-A3D1-AD279AC1DA90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8" creationId="{0C0ABC64-BE4D-4D74-AE4A-D7F61B909603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89" creationId="{893A49B1-95AB-4C62-939C-C3B63E71A83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0" creationId="{B34093D9-BF80-442B-BC49-E4C2FCE281C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1" creationId="{F3199DA3-3334-454D-97C5-9EF18D2B82B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2" creationId="{73939935-CD65-4D98-A4AB-BACA1F5EBF12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3" creationId="{4709FC8B-1389-418B-A90F-DF4FCAE4F95E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4" creationId="{D5F3899D-FA49-4244-A98E-6F6C80184465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5" creationId="{B9C6869B-C139-4862-AF43-E5B4D651A09D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6" creationId="{CFDBEFE7-1EC8-4503-A216-209465A35AC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7" creationId="{3458F2F1-A33A-4BAC-9258-7B65BB872A1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8" creationId="{73476DD5-3A84-481A-84EF-E204071CB050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199" creationId="{9087A588-5772-491B-B448-602EF6FF70AC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0" creationId="{5C94CE25-6C2D-4AB2-9E56-5577DCFC9FC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1" creationId="{61E9BCDD-CDA2-4C3A-8369-FB06FFB59E5D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2" creationId="{F57B209D-3AE6-4F08-9DB8-97150359DC1E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3" creationId="{22F18EB5-6295-42F3-B657-CE8AED1E792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4" creationId="{93A0DC98-B1DC-4296-9777-8A0680AE33E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5" creationId="{1AACF9D1-1AFE-41CF-9758-304A22A1A60A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6" creationId="{7C61875E-B597-458E-9B19-014BE3BE79D8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7" creationId="{A706F036-2A34-4ECC-9511-216AD3C3BAE9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8" creationId="{D30D363A-2880-475C-9BE9-C969A036F82C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09" creationId="{5388DAC6-D435-43B3-89E9-6FF3F4A6079F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0" creationId="{D1361E3F-231B-408C-A093-B91518592F52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1" creationId="{6C3EB49E-685E-4FBE-8104-DE3F3C2AD20D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2" creationId="{D3CD1CBA-033E-4D72-B926-54FEF4B49144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3" creationId="{7B9E30DD-289D-454F-B0C8-10885E0D21F3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4" creationId="{7EDD752B-071B-4CF4-80B7-11C850354331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5" creationId="{DEE2D87B-38E8-4ED7-90A6-75FE92A29CC9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6" creationId="{9D5B1D28-5972-4AED-83E9-9DAB34EF745C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7" creationId="{799132F2-21FE-406F-AB42-450D16748CC4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8" creationId="{A918A4FD-78AD-4C12-87D9-064412D0A6E7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19" creationId="{E4750FCC-4832-441C-B635-F12BC920EB00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20" creationId="{7D0FB1A0-5809-46D7-B5E0-09505FF8A566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21" creationId="{55C95E12-1447-44E7-9D7B-43BD1424A4EA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22" creationId="{25007C03-9AA9-40E2-B36B-86442C45BE4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23" creationId="{0DB261E0-6566-487A-9C2B-8F8AC8DE7D5B}"/>
          </ac:spMkLst>
        </pc:spChg>
        <pc:spChg chg="add mod">
          <ac:chgData name="KwonJoonho" userId="fa141e0c-4849-4deb-8f8c-65d25da6d8db" providerId="ADAL" clId="{249CE2DC-718F-4E68-B122-9C0E318BC0C7}" dt="2020-01-07T16:16:36.782" v="132" actId="164"/>
          <ac:spMkLst>
            <pc:docMk/>
            <pc:sldMk cId="3681860625" sldId="601"/>
            <ac:spMk id="224" creationId="{2F903B2A-0B42-4625-BB7E-0397E5627399}"/>
          </ac:spMkLst>
        </pc:spChg>
        <pc:grpChg chg="add mod">
          <ac:chgData name="KwonJoonho" userId="fa141e0c-4849-4deb-8f8c-65d25da6d8db" providerId="ADAL" clId="{249CE2DC-718F-4E68-B122-9C0E318BC0C7}" dt="2020-01-07T16:16:46.994" v="135" actId="1076"/>
          <ac:grpSpMkLst>
            <pc:docMk/>
            <pc:sldMk cId="3681860625" sldId="601"/>
            <ac:grpSpMk id="225" creationId="{B6CA4D7E-1ACD-4F2E-9D31-B67EFCDF622D}"/>
          </ac:grpSpMkLst>
        </pc:grpChg>
      </pc:sldChg>
      <pc:sldChg chg="modSp add">
        <pc:chgData name="KwonJoonho" userId="fa141e0c-4849-4deb-8f8c-65d25da6d8db" providerId="ADAL" clId="{249CE2DC-718F-4E68-B122-9C0E318BC0C7}" dt="2020-01-07T16:19:35.082" v="187" actId="20577"/>
        <pc:sldMkLst>
          <pc:docMk/>
          <pc:sldMk cId="2297578511" sldId="602"/>
        </pc:sldMkLst>
        <pc:spChg chg="mod">
          <ac:chgData name="KwonJoonho" userId="fa141e0c-4849-4deb-8f8c-65d25da6d8db" providerId="ADAL" clId="{249CE2DC-718F-4E68-B122-9C0E318BC0C7}" dt="2020-01-07T16:19:06.018" v="181"/>
          <ac:spMkLst>
            <pc:docMk/>
            <pc:sldMk cId="2297578511" sldId="602"/>
            <ac:spMk id="2" creationId="{D7621B4C-CAE6-444D-A3C7-C9943A58E4ED}"/>
          </ac:spMkLst>
        </pc:spChg>
        <pc:spChg chg="mod">
          <ac:chgData name="KwonJoonho" userId="fa141e0c-4849-4deb-8f8c-65d25da6d8db" providerId="ADAL" clId="{249CE2DC-718F-4E68-B122-9C0E318BC0C7}" dt="2020-01-07T16:19:35.082" v="187" actId="20577"/>
          <ac:spMkLst>
            <pc:docMk/>
            <pc:sldMk cId="2297578511" sldId="602"/>
            <ac:spMk id="3" creationId="{1E3CA6F0-E4FD-4BFF-9550-6AD33174074A}"/>
          </ac:spMkLst>
        </pc:spChg>
      </pc:sldChg>
      <pc:sldChg chg="addSp delSp modSp add del">
        <pc:chgData name="KwonJoonho" userId="fa141e0c-4849-4deb-8f8c-65d25da6d8db" providerId="ADAL" clId="{249CE2DC-718F-4E68-B122-9C0E318BC0C7}" dt="2020-01-07T16:17:49.850" v="150" actId="47"/>
        <pc:sldMkLst>
          <pc:docMk/>
          <pc:sldMk cId="2856747766" sldId="602"/>
        </pc:sldMkLst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3" creationId="{4440C839-5DA2-4571-A8CD-4B0BA52E6DA2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4" creationId="{3756043B-95E5-4FED-BB84-0B88173A539F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5" creationId="{5C6EBD5B-8561-47B5-8695-D708B1733028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6" creationId="{AF95B043-96A2-4917-A7CA-DDC266B7ECA3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7" creationId="{FF21743A-C320-4DF7-948E-355C56A9B92B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8" creationId="{99705467-AA23-4F4B-9FE8-AD18A8FA24B6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39" creationId="{4EA719C1-3DD8-4A27-A9AB-63FAB4B96E85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0" creationId="{2BEF84BD-9BD9-44FE-B5B9-BE5EFC15D5FB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1" creationId="{5EF7879C-A571-425E-815A-CC0451BFEBB7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2" creationId="{86C27CDF-0997-412C-8745-57ECDFD6FA45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3" creationId="{35115938-AC5B-4AE6-A8C5-846E5E6C7502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4" creationId="{D015BCE2-70BB-407F-950C-A60BA3CEBC54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5" creationId="{54BB0CA1-C7FE-4687-AC42-636982AAD4EB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6" creationId="{B7D4F1AD-A251-495E-980C-FA3D08DEB5B0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7" creationId="{E80BB835-45F1-485A-98CF-2DE38BABB37F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8" creationId="{467537CD-C53B-4FD9-84F2-093865D71064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49" creationId="{828C2315-9567-469B-8597-25AAA74DE281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0" creationId="{9F0F83BB-C701-4A0E-A17F-BB5E4D45FFC6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1" creationId="{94CB5B9E-65D7-4FE7-9952-E63AB0CEDC7B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2" creationId="{E3EAFFED-A68A-4E1C-9278-E1DE74246DE1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3" creationId="{2F8E371A-1B69-4554-9813-A71D0BC8C27E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4" creationId="{C41B5A63-F336-4D84-885B-933E90C0CCCA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5" creationId="{7909A690-5262-490A-BEEA-AE727150CF7E}"/>
          </ac:spMkLst>
        </pc:spChg>
        <pc:spChg chg="mod topLvl">
          <ac:chgData name="KwonJoonho" userId="fa141e0c-4849-4deb-8f8c-65d25da6d8db" providerId="ADAL" clId="{249CE2DC-718F-4E68-B122-9C0E318BC0C7}" dt="2020-01-07T16:17:36.954" v="145" actId="164"/>
          <ac:spMkLst>
            <pc:docMk/>
            <pc:sldMk cId="2856747766" sldId="602"/>
            <ac:spMk id="56" creationId="{1175D98F-B626-440C-A7B1-BE703A2FE316}"/>
          </ac:spMkLst>
        </pc:spChg>
        <pc:spChg chg="del mod topLvl">
          <ac:chgData name="KwonJoonho" userId="fa141e0c-4849-4deb-8f8c-65d25da6d8db" providerId="ADAL" clId="{249CE2DC-718F-4E68-B122-9C0E318BC0C7}" dt="2020-01-07T16:17:30.460" v="144" actId="478"/>
          <ac:spMkLst>
            <pc:docMk/>
            <pc:sldMk cId="2856747766" sldId="602"/>
            <ac:spMk id="57" creationId="{8DFC651B-CB4E-447D-8EF2-D8FD51043A36}"/>
          </ac:spMkLst>
        </pc:spChg>
        <pc:spChg chg="mod topLvl">
          <ac:chgData name="KwonJoonho" userId="fa141e0c-4849-4deb-8f8c-65d25da6d8db" providerId="ADAL" clId="{249CE2DC-718F-4E68-B122-9C0E318BC0C7}" dt="2020-01-07T16:17:27.498" v="143" actId="165"/>
          <ac:spMkLst>
            <pc:docMk/>
            <pc:sldMk cId="2856747766" sldId="602"/>
            <ac:spMk id="58" creationId="{E7ACD421-AE75-44D3-B666-8463BCBE6C92}"/>
          </ac:spMkLst>
        </pc:spChg>
        <pc:grpChg chg="add del">
          <ac:chgData name="KwonJoonho" userId="fa141e0c-4849-4deb-8f8c-65d25da6d8db" providerId="ADAL" clId="{249CE2DC-718F-4E68-B122-9C0E318BC0C7}" dt="2020-01-07T16:17:18.945" v="140"/>
          <ac:grpSpMkLst>
            <pc:docMk/>
            <pc:sldMk cId="2856747766" sldId="602"/>
            <ac:grpSpMk id="5" creationId="{6EAB4876-B409-4E5A-B18F-8E4001B313D4}"/>
          </ac:grpSpMkLst>
        </pc:grpChg>
        <pc:grpChg chg="add del mod">
          <ac:chgData name="KwonJoonho" userId="fa141e0c-4849-4deb-8f8c-65d25da6d8db" providerId="ADAL" clId="{249CE2DC-718F-4E68-B122-9C0E318BC0C7}" dt="2020-01-07T16:17:27.498" v="143" actId="165"/>
          <ac:grpSpMkLst>
            <pc:docMk/>
            <pc:sldMk cId="2856747766" sldId="602"/>
            <ac:grpSpMk id="32" creationId="{5F5C4E61-3CC2-47C6-B963-0D526F148774}"/>
          </ac:grpSpMkLst>
        </pc:grpChg>
        <pc:grpChg chg="add del mod">
          <ac:chgData name="KwonJoonho" userId="fa141e0c-4849-4deb-8f8c-65d25da6d8db" providerId="ADAL" clId="{249CE2DC-718F-4E68-B122-9C0E318BC0C7}" dt="2020-01-07T16:17:37.574" v="146"/>
          <ac:grpSpMkLst>
            <pc:docMk/>
            <pc:sldMk cId="2856747766" sldId="602"/>
            <ac:grpSpMk id="59" creationId="{B9D2CEE6-C4F2-40E4-B506-D394F7201FED}"/>
          </ac:grpSpMkLst>
        </pc:grpChg>
      </pc:sldChg>
      <pc:sldChg chg="modSp add">
        <pc:chgData name="KwonJoonho" userId="fa141e0c-4849-4deb-8f8c-65d25da6d8db" providerId="ADAL" clId="{249CE2DC-718F-4E68-B122-9C0E318BC0C7}" dt="2020-01-07T16:19:38.219" v="189" actId="20577"/>
        <pc:sldMkLst>
          <pc:docMk/>
          <pc:sldMk cId="739311907" sldId="603"/>
        </pc:sldMkLst>
        <pc:spChg chg="mod">
          <ac:chgData name="KwonJoonho" userId="fa141e0c-4849-4deb-8f8c-65d25da6d8db" providerId="ADAL" clId="{249CE2DC-718F-4E68-B122-9C0E318BC0C7}" dt="2020-01-07T16:19:28.925" v="186" actId="20577"/>
          <ac:spMkLst>
            <pc:docMk/>
            <pc:sldMk cId="739311907" sldId="603"/>
            <ac:spMk id="2" creationId="{A6EB25C1-1760-41AD-BE46-02042CD78403}"/>
          </ac:spMkLst>
        </pc:spChg>
        <pc:spChg chg="mod">
          <ac:chgData name="KwonJoonho" userId="fa141e0c-4849-4deb-8f8c-65d25da6d8db" providerId="ADAL" clId="{249CE2DC-718F-4E68-B122-9C0E318BC0C7}" dt="2020-01-07T16:19:38.219" v="189" actId="20577"/>
          <ac:spMkLst>
            <pc:docMk/>
            <pc:sldMk cId="739311907" sldId="603"/>
            <ac:spMk id="3" creationId="{71782650-6836-4F6F-97F8-100CF3FF833A}"/>
          </ac:spMkLst>
        </pc:spChg>
      </pc:sldChg>
      <pc:sldChg chg="modSp add">
        <pc:chgData name="KwonJoonho" userId="fa141e0c-4849-4deb-8f8c-65d25da6d8db" providerId="ADAL" clId="{249CE2DC-718F-4E68-B122-9C0E318BC0C7}" dt="2020-01-07T16:21:09.214" v="205" actId="20577"/>
        <pc:sldMkLst>
          <pc:docMk/>
          <pc:sldMk cId="4150613935" sldId="604"/>
        </pc:sldMkLst>
        <pc:spChg chg="mod">
          <ac:chgData name="KwonJoonho" userId="fa141e0c-4849-4deb-8f8c-65d25da6d8db" providerId="ADAL" clId="{249CE2DC-718F-4E68-B122-9C0E318BC0C7}" dt="2020-01-07T16:21:09.214" v="205" actId="20577"/>
          <ac:spMkLst>
            <pc:docMk/>
            <pc:sldMk cId="4150613935" sldId="604"/>
            <ac:spMk id="2" creationId="{41AD2CA6-0569-46A0-A6F7-41EB2C3851DC}"/>
          </ac:spMkLst>
        </pc:spChg>
        <pc:spChg chg="mod">
          <ac:chgData name="KwonJoonho" userId="fa141e0c-4849-4deb-8f8c-65d25da6d8db" providerId="ADAL" clId="{249CE2DC-718F-4E68-B122-9C0E318BC0C7}" dt="2020-01-07T16:21:01.373" v="203"/>
          <ac:spMkLst>
            <pc:docMk/>
            <pc:sldMk cId="4150613935" sldId="604"/>
            <ac:spMk id="3" creationId="{A359539E-0DB0-4A28-A9C1-3D11843A8E9F}"/>
          </ac:spMkLst>
        </pc:spChg>
      </pc:sldChg>
      <pc:sldChg chg="addSp delSp modSp add">
        <pc:chgData name="KwonJoonho" userId="fa141e0c-4849-4deb-8f8c-65d25da6d8db" providerId="ADAL" clId="{249CE2DC-718F-4E68-B122-9C0E318BC0C7}" dt="2020-01-07T16:22:44.896" v="230" actId="1076"/>
        <pc:sldMkLst>
          <pc:docMk/>
          <pc:sldMk cId="3626561971" sldId="605"/>
        </pc:sldMkLst>
        <pc:spChg chg="mod">
          <ac:chgData name="KwonJoonho" userId="fa141e0c-4849-4deb-8f8c-65d25da6d8db" providerId="ADAL" clId="{249CE2DC-718F-4E68-B122-9C0E318BC0C7}" dt="2020-01-07T16:21:18.445" v="207"/>
          <ac:spMkLst>
            <pc:docMk/>
            <pc:sldMk cId="3626561971" sldId="605"/>
            <ac:spMk id="2" creationId="{4589C250-9FCE-4F67-8F2A-4D4854A9F4C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5" creationId="{EF528B38-6D2B-4E8F-937A-5ED302D6D4ED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6" creationId="{E1091098-33A7-4432-9946-3A50166F0702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7" creationId="{AB5268B0-3721-425C-AAAC-47BEE5E2EBA8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8" creationId="{AED46D2C-D480-426A-8D97-4F2FCAE9338E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9" creationId="{EF645092-8AC2-47AE-B824-4AA969DF0CBE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0" creationId="{FBE92B92-0AEA-4178-9CFD-B318FDF84344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1" creationId="{6BA88C01-0728-4208-A07C-58CE67252DA7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2" creationId="{488833B2-708E-47BE-B05A-70D1AB980306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3" creationId="{2AA0D4D5-67F2-45C8-9B65-6976598C79DD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4" creationId="{B6D30415-66DB-4A1C-8D2A-4C50DE779A62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5" creationId="{4A18EE28-7C5F-4736-B59B-44EB4312F7AA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6" creationId="{B41DCA7B-5110-4455-81E8-8FED358EA68E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7" creationId="{23ACBCB0-D1C0-47DA-850B-59C0987AEF6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8" creationId="{9BD3F26E-7B1F-405C-B8DE-BC8E2B69D8ED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19" creationId="{8FAF62AE-19ED-47BF-A708-94E74837437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0" creationId="{2C8B338B-867C-4220-872B-775D12400CCC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1" creationId="{162BC4C6-EDFC-45D0-B062-9AA003F6BD63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2" creationId="{517B678C-E596-49FC-95B3-DECB100FD29A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3" creationId="{270D8AE9-856A-40B1-A226-C8AFF1BE05F2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4" creationId="{91C73F9B-CD2C-401B-A63A-177FD867672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5" creationId="{6BFD8337-8081-45D5-9CAD-F792B1D2B72F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6" creationId="{06A67D17-D188-4ECE-8F9B-874796F85F39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7" creationId="{B0615699-0C98-402A-956E-6CEA051339A1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8" creationId="{8C5AA466-A8F4-489F-8E8B-045784393BA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29" creationId="{F09045F6-0D7E-485D-9175-27DD4605352C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30" creationId="{D087D8AE-4FB8-4DB5-BAA7-CBEDA450DF55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31" creationId="{BABBAC0C-B67A-4C78-A12C-5C7B1022AC3E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32" creationId="{8C0A4AD3-4E72-4122-B8DE-6A7514406244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33" creationId="{8A079CF8-000D-41BB-A0BA-CB40FFAB367E}"/>
          </ac:spMkLst>
        </pc:spChg>
        <pc:spChg chg="add del">
          <ac:chgData name="KwonJoonho" userId="fa141e0c-4849-4deb-8f8c-65d25da6d8db" providerId="ADAL" clId="{249CE2DC-718F-4E68-B122-9C0E318BC0C7}" dt="2020-01-07T16:21:38.963" v="209"/>
          <ac:spMkLst>
            <pc:docMk/>
            <pc:sldMk cId="3626561971" sldId="605"/>
            <ac:spMk id="34" creationId="{EDB01BF0-1997-4A29-87DB-FD4BB404A1AE}"/>
          </ac:spMkLst>
        </pc:spChg>
        <pc:spChg chg="add mod">
          <ac:chgData name="KwonJoonho" userId="fa141e0c-4849-4deb-8f8c-65d25da6d8db" providerId="ADAL" clId="{249CE2DC-718F-4E68-B122-9C0E318BC0C7}" dt="2020-01-07T16:22:44.896" v="230" actId="1076"/>
          <ac:spMkLst>
            <pc:docMk/>
            <pc:sldMk cId="3626561971" sldId="605"/>
            <ac:spMk id="35" creationId="{77D341D3-B76A-4435-9671-84D493C4AD14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36" creationId="{513DBDE9-3F8A-4433-B39A-C3C613390E41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37" creationId="{51F36F01-41F9-4FC0-8412-C49C280A0C9C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38" creationId="{2B479F30-A8AA-421F-BF3E-81B4F220967B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39" creationId="{43C463EC-EBCA-4024-9AB9-97114D10BF5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0" creationId="{908D0089-1F78-4024-9048-7316066FF8D4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1" creationId="{44542C64-CBF6-468F-8420-11FC2A766B3E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2" creationId="{FE5649D4-9913-4121-8DA0-34654FEB919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3" creationId="{66B9D8BA-AE54-4794-BA09-1199C7F143DE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4" creationId="{E284B728-4F92-4647-B679-A72D1E9F023D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5" creationId="{D680829B-48C4-4A99-B3A7-C2F8BD7C98BA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6" creationId="{00EC783F-18FB-4CC3-9E8D-25B917FE16D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7" creationId="{98858096-30F0-4D3F-A2D2-8D6DDB5C0DA4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8" creationId="{059D9C6A-6CDA-45B4-80AC-3B4B65506E28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49" creationId="{B973791E-52DE-4B1C-B518-4233D3BA5A90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0" creationId="{C488CDC4-86B9-46D7-AEEA-61466B1CBA0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1" creationId="{6B28374C-EA2E-4524-9168-89FD53769206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2" creationId="{A7F24B85-705E-4B40-8BA7-0A2793CBABD9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3" creationId="{B10B294F-EDC1-4A44-96BB-33DB7A8FFD4F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4" creationId="{38F2B8BF-EED5-4DE5-9568-0386858DF060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5" creationId="{58579CB6-BFE4-4200-9EE0-2387C8E3958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6" creationId="{FAAFA048-6622-405E-8E7A-01C85B9C0AB7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7" creationId="{31F01F71-3D40-4C43-87AB-787F2EFC04AC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8" creationId="{8769D0B6-4DB1-497B-B100-C025283545E1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59" creationId="{633CCA30-C0CB-4D96-899F-BC5286478AB0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60" creationId="{35E3825B-9BEC-4EF8-9533-C86F4EE310CB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61" creationId="{938DD91B-2F5A-4FED-9336-4A192E8E6F88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62" creationId="{5D32E299-839A-4C05-8393-600472F18742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63" creationId="{AAF304E9-39BB-4583-8832-0AA262571231}"/>
          </ac:spMkLst>
        </pc:spChg>
        <pc:spChg chg="add del">
          <ac:chgData name="KwonJoonho" userId="fa141e0c-4849-4deb-8f8c-65d25da6d8db" providerId="ADAL" clId="{249CE2DC-718F-4E68-B122-9C0E318BC0C7}" dt="2020-01-07T16:22:40.140" v="228" actId="478"/>
          <ac:spMkLst>
            <pc:docMk/>
            <pc:sldMk cId="3626561971" sldId="605"/>
            <ac:spMk id="64" creationId="{DE402E58-AF05-464A-94A2-1DCE5FE91E47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65" creationId="{80F2156D-7E69-436C-9BDE-86BCBE529B14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66" creationId="{44890499-EF95-47CD-851A-035B3211056F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67" creationId="{16C2FBCE-FDDC-4DE5-A768-769CD277C788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68" creationId="{820D5C67-0F94-4DBF-B0D4-FEE0074558E0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69" creationId="{F23AB24C-BF92-4B5C-AA0A-FB88F31A676B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0" creationId="{C94E564C-3FBA-4AF4-992D-29C8011566ED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1" creationId="{148BDF1A-2B39-4A97-B16F-B6283119B149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2" creationId="{E1D17C23-4FDB-40B0-A5E3-E0B111CDC045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3" creationId="{953DC5DB-F19B-4B0C-815C-83CF002944A1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4" creationId="{B8391254-CC35-4603-82D4-336F23803263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5" creationId="{30B257A0-6166-47E2-9A84-97865DE30241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6" creationId="{5EB64C50-2DF2-40A2-8117-50B70F07F3B5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7" creationId="{FB431859-61F4-4AD1-87A3-0E36EA0E1299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8" creationId="{89860E45-875C-4623-BA08-6F7F51304BD1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79" creationId="{5FB902C6-7AD6-4DB4-90B5-5E6D4BF5D04B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0" creationId="{D8EF3E6A-B89B-46E4-916C-6A1E8C12FF6F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1" creationId="{28E78D9A-ABE4-4916-9DD3-75097B820F01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2" creationId="{0257DAFF-5926-4F8F-A436-D672CDA9B005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3" creationId="{6691F1FF-9649-42B9-8DAA-7D11A58E47D2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4" creationId="{EBB10D43-C395-42C6-84E0-8A861209CC54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5" creationId="{E1DCB247-2F8E-4174-B55D-DA5E4B659BA2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6" creationId="{3A4F410A-F6FC-4108-A7F2-D9F8AF99DA57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7" creationId="{3BD8B790-AF8F-4814-8C7D-26CDA4047447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8" creationId="{EFF78A46-80D9-4C83-B225-4C535B761DED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89" creationId="{98105A3B-66D7-4E3F-A19C-9BC198DA5A16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90" creationId="{B0D88D72-F70F-4039-A512-1434002CBBB9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91" creationId="{97ED9DC6-6F7A-40AF-A1C7-BE96AC19B32B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92" creationId="{DDC8D6C4-AA60-4A8D-98C8-CB8052BCAFB3}"/>
          </ac:spMkLst>
        </pc:spChg>
        <pc:spChg chg="add">
          <ac:chgData name="KwonJoonho" userId="fa141e0c-4849-4deb-8f8c-65d25da6d8db" providerId="ADAL" clId="{249CE2DC-718F-4E68-B122-9C0E318BC0C7}" dt="2020-01-07T16:22:40.460" v="229"/>
          <ac:spMkLst>
            <pc:docMk/>
            <pc:sldMk cId="3626561971" sldId="605"/>
            <ac:spMk id="93" creationId="{6F412793-EF42-4080-A163-AF7A0CB413D4}"/>
          </ac:spMkLst>
        </pc:spChg>
      </pc:sldChg>
      <pc:sldChg chg="addSp delSp modSp add">
        <pc:chgData name="KwonJoonho" userId="fa141e0c-4849-4deb-8f8c-65d25da6d8db" providerId="ADAL" clId="{249CE2DC-718F-4E68-B122-9C0E318BC0C7}" dt="2020-01-07T16:29:45.842" v="353" actId="20577"/>
        <pc:sldMkLst>
          <pc:docMk/>
          <pc:sldMk cId="2404969456" sldId="606"/>
        </pc:sldMkLst>
        <pc:spChg chg="mod">
          <ac:chgData name="KwonJoonho" userId="fa141e0c-4849-4deb-8f8c-65d25da6d8db" providerId="ADAL" clId="{249CE2DC-718F-4E68-B122-9C0E318BC0C7}" dt="2020-01-07T16:28:51.597" v="332" actId="6549"/>
          <ac:spMkLst>
            <pc:docMk/>
            <pc:sldMk cId="2404969456" sldId="606"/>
            <ac:spMk id="2" creationId="{A1197BD5-96B6-490C-8884-00B7A0634F86}"/>
          </ac:spMkLst>
        </pc:spChg>
        <pc:spChg chg="mod">
          <ac:chgData name="KwonJoonho" userId="fa141e0c-4849-4deb-8f8c-65d25da6d8db" providerId="ADAL" clId="{249CE2DC-718F-4E68-B122-9C0E318BC0C7}" dt="2020-01-07T16:29:45.842" v="353" actId="20577"/>
          <ac:spMkLst>
            <pc:docMk/>
            <pc:sldMk cId="2404969456" sldId="606"/>
            <ac:spMk id="3" creationId="{E354E283-E1F2-4695-84BC-F16FF340A791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5" creationId="{D26DDE4F-6A57-4C4D-B58F-FD0256CFF156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6" creationId="{77E176EE-2254-4021-AD25-F05D2ABA44C4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7" creationId="{9F2A5116-A91B-4E1A-AAD1-7F760AA9C558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8" creationId="{9F7FAFDC-758C-4A6A-AE9C-7BC1AE90F13F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9" creationId="{575C9713-1E82-4180-BA82-4F2B6CC1B56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0" creationId="{1AD9D335-076D-470B-8C20-AE82FB8F1B8C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1" creationId="{7E9CE986-753F-4A5D-9958-005D24B429C9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2" creationId="{68437670-4E48-4A53-93DA-5B56CC851EDC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3" creationId="{8AEAF5E5-D5FB-4FBC-A4AB-452F662A0540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4" creationId="{A927FAB6-917B-4F49-AE9E-35DCE4F9B087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5" creationId="{5B997A4C-B2FC-4772-9134-2D81D43BCE4D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6" creationId="{C851EC7F-256E-4CE2-9B23-4B3C17130A7C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7" creationId="{5A3A8AF4-9B4A-4E9D-8E38-E15AA27EF2A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8" creationId="{A037B593-DA97-4BEC-8BC4-B4635508083F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19" creationId="{8F6FC09A-88A3-44E1-9910-AE8B313A5FE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0" creationId="{0B08DE4B-16EF-4686-85EE-C133EAF2E842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1" creationId="{D072087B-2009-4802-A28F-350FE8BE3C0F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2" creationId="{766FBDA2-4453-45B0-9887-F9ED9D108C12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3" creationId="{8E85BE8B-AF9F-4B57-A834-4906AC655A5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4" creationId="{E647C679-EA59-45DC-9032-5002790FFCA3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5" creationId="{C1B7EF04-6862-4C5D-B046-4425E4C66993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6" creationId="{485CFA7F-4233-4C96-9FBB-4AC960BF7889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7" creationId="{A9CA8CDE-EDEE-4C07-A5B2-584CD4855DE7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8" creationId="{79ADC162-91DD-4221-BEAF-9B9B48A79D3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29" creationId="{C722F74B-6D28-4760-9FFF-3429F351EF89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30" creationId="{6E3ABBDF-6411-4936-B0C2-FD8EAE04D959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31" creationId="{49A4A82E-1F67-4580-873B-89406A9C0B2E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32" creationId="{1F0FDB11-45E5-4632-BB02-4C96E8145140}"/>
          </ac:spMkLst>
        </pc:spChg>
        <pc:spChg chg="add del">
          <ac:chgData name="KwonJoonho" userId="fa141e0c-4849-4deb-8f8c-65d25da6d8db" providerId="ADAL" clId="{249CE2DC-718F-4E68-B122-9C0E318BC0C7}" dt="2020-01-07T16:22:07.580" v="215"/>
          <ac:spMkLst>
            <pc:docMk/>
            <pc:sldMk cId="2404969456" sldId="606"/>
            <ac:spMk id="33" creationId="{A79E41D7-7E67-4A54-A3EE-8FA6CC0C7F74}"/>
          </ac:spMkLst>
        </pc:spChg>
        <pc:spChg chg="add del mod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4" creationId="{77FF9D3E-84BB-45CB-BD07-7C25324D4E4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5" creationId="{54F90B0D-5521-400F-B615-A6501B1079A9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6" creationId="{15A73508-B370-4DC9-A5C1-C7BD9A758D04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7" creationId="{DE607620-17B2-4B16-9997-E3696379FF28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8" creationId="{0876362B-6EC3-4DDC-A944-C993EA96DE7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39" creationId="{FFBAFB88-ADBB-4768-82DF-2EC62CE9E245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0" creationId="{32DED13A-3893-4C6C-A9F0-229AA4704B8E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1" creationId="{D0968F33-0227-4AE9-A509-4DA03B14B66C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2" creationId="{5539A7BF-C848-458C-9370-C5D6436F9257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3" creationId="{F884E42B-C4D8-49EA-BBAF-577A2D8041EE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4" creationId="{F3E12ACF-69D7-495C-A9F7-75A8A08B642A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5" creationId="{B11EA95C-9927-47EF-A272-4850DD33206E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6" creationId="{D67FFA47-FAB2-4978-B8C8-F5F819C06816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7" creationId="{09E23EDE-4C7F-4935-8B71-B2AC6A1D0D52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8" creationId="{26C13981-8FB3-409B-AF21-0F8BC6CB6F3E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49" creationId="{92629384-FCAE-42E6-92A2-AD8599F68ABC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0" creationId="{DA53A09D-9D13-43C8-8EF2-5A34572DFE08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1" creationId="{0D9DAE11-89CB-416D-B796-7ECD30865D9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2" creationId="{F318EEF1-3592-4D17-9858-05614836B787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3" creationId="{FFCE62E7-72B9-46AD-BCA1-B226AA0BEB8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4" creationId="{A81A8DD7-94BC-40DA-B9F6-73B93EA4140A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5" creationId="{4A45D2F8-1CB7-4760-9443-4D52A0768A2E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6" creationId="{619F04A8-92C5-4EA3-9183-AA2311CBA70C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7" creationId="{EA6C0932-EF31-40A1-BDDB-C6233E790FA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8" creationId="{6D66E574-A70A-4FA2-9F7A-519B8EE471B0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59" creationId="{4E8C2640-A8C2-4BCA-91C7-8F16F53A0547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60" creationId="{289C011B-18C4-43E4-A9A7-085D38684F4F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61" creationId="{B3DA2433-35D5-4ACE-80D4-6D8B0850A905}"/>
          </ac:spMkLst>
        </pc:spChg>
        <pc:spChg chg="add del">
          <ac:chgData name="KwonJoonho" userId="fa141e0c-4849-4deb-8f8c-65d25da6d8db" providerId="ADAL" clId="{249CE2DC-718F-4E68-B122-9C0E318BC0C7}" dt="2020-01-07T16:22:36.965" v="227"/>
          <ac:spMkLst>
            <pc:docMk/>
            <pc:sldMk cId="2404969456" sldId="606"/>
            <ac:spMk id="62" creationId="{64A413B8-45A8-4BC8-9797-95F2233E5CC1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3" creationId="{53C8E4A8-435D-4AC2-A699-3EC3C947D0C2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4" creationId="{629E76F1-B35C-4D86-86AE-F61566EDC348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5" creationId="{F82AF96F-0D13-4233-BC90-CBB853E516F4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6" creationId="{1109299B-2715-4936-B59F-003B47DF7D99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7" creationId="{4FCD2129-42EA-44C9-828C-CD7EDE9D063F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8" creationId="{A7CBD0F6-D838-416E-810C-27325E067E50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69" creationId="{ABA00C38-053F-46B6-B1CC-8DC1B4D5C1E0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0" creationId="{7293C3AF-3671-4FFD-95DA-31D4E548DDAB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1" creationId="{D08F9E48-420E-45DA-A43A-F1411F6D759E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2" creationId="{67DE105C-EEE3-42A7-BF79-F6DA36A9A349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3" creationId="{63FFB2BD-1343-4997-9ADD-B07C2597F956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4" creationId="{96D9D07B-33C8-4D98-B5C2-3EBED9B62DB2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5" creationId="{F585678E-9DDF-44FC-A6B7-72ECEE337224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6" creationId="{3E89825D-EDF1-4D5A-933A-135B639F71C5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7" creationId="{89AB4A7C-C30F-4384-991A-B9B4D2165704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8" creationId="{D7DA4372-DE77-4DC6-94E5-E56D882E2D22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79" creationId="{15FF66B9-8BFC-4193-8CBB-EB36A6ECC29B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0" creationId="{1EE6090D-A07C-4DB9-BB0F-65421CFEE753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1" creationId="{8C32B8DE-A1F7-4243-922C-C105A762D0D9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2" creationId="{AA283558-C5AB-4313-89F9-1E794230F276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3" creationId="{D867BB59-6E54-42EA-8A0C-0CDD5E138D72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4" creationId="{41A22CFA-4B49-4888-919F-0D290EF65AD7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5" creationId="{C97D8E8E-BA49-4AD3-BCA2-DF1BB51FA4FD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6" creationId="{0991248D-475C-4400-98B5-4C9A0D41A75B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7" creationId="{76835F4C-C9F1-4183-8125-48C0D9816FF0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8" creationId="{0E00AEBB-F620-46AA-A6E1-A1D74EF9E854}"/>
          </ac:spMkLst>
        </pc:spChg>
        <pc:spChg chg="add del">
          <ac:chgData name="KwonJoonho" userId="fa141e0c-4849-4deb-8f8c-65d25da6d8db" providerId="ADAL" clId="{249CE2DC-718F-4E68-B122-9C0E318BC0C7}" dt="2020-01-07T16:28:27.104" v="300"/>
          <ac:spMkLst>
            <pc:docMk/>
            <pc:sldMk cId="2404969456" sldId="606"/>
            <ac:spMk id="89" creationId="{6548F4A3-7842-4C6D-9A19-4A19286FBBB9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0" creationId="{638B9795-5E27-4611-A8CA-DE5110FEA9C3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1" creationId="{69AE5797-CE21-46A3-96F9-C8678C00B1EE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2" creationId="{9A0B52E9-CD1E-4DBA-B586-7BAAAC6E1AF5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3" creationId="{045A8550-0D19-40DC-97F1-29DFA40C3F2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4" creationId="{4704964D-772F-4C51-A026-B976495BFE9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5" creationId="{E94A840D-559C-4B05-B07A-677E2E50A920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6" creationId="{2EF9EA76-D5E8-409C-A377-435605DF4B6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7" creationId="{3B229AC5-74C6-4AF8-B98B-352E2FE308D4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8" creationId="{A6154C2B-FB8E-4C4F-BE96-70CBDA546F1D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99" creationId="{69589052-8700-46B8-B0CB-AF4CF1212DED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0" creationId="{44227760-EDCB-4EC3-B3AA-04914B53AF51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1" creationId="{4BCB5E2B-7E90-4A7B-B7C0-A6A96918D469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2" creationId="{FDD14264-658A-4D88-ADD0-114686F1FC0F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3" creationId="{40AA76D2-6457-47C0-8FAB-C22945905FB3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4" creationId="{3F056FE8-C16A-4E41-90D2-329926AC265F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5" creationId="{86920EEC-9F44-47F8-B7DA-E719E85ADE2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6" creationId="{2D6AFC88-B91B-4F0B-B248-1FC7D04C125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7" creationId="{05AA6EAD-AE62-4CAF-99EE-3F76EBCA9FA6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8" creationId="{C29DC7D7-E71A-4515-B24E-E48CE775E28A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09" creationId="{2EB71863-055E-461E-9AFC-C0EFE13702A6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0" creationId="{928C164D-0738-4D17-805C-002E15B341CF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1" creationId="{5FB86852-4074-45FF-9436-EB39710D5185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2" creationId="{55AD47A5-61E1-4F08-89E0-A5722A56E6A8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3" creationId="{93C92C63-B73E-4BA8-80E7-AD666FB35A02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4" creationId="{BEC26D31-565B-4253-AF3F-099C1D57FB57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5" creationId="{49271DB2-F5E7-4561-A535-585AB34E2C39}"/>
          </ac:spMkLst>
        </pc:spChg>
        <pc:spChg chg="add mod">
          <ac:chgData name="KwonJoonho" userId="fa141e0c-4849-4deb-8f8c-65d25da6d8db" providerId="ADAL" clId="{249CE2DC-718F-4E68-B122-9C0E318BC0C7}" dt="2020-01-07T16:28:45.791" v="307" actId="1076"/>
          <ac:spMkLst>
            <pc:docMk/>
            <pc:sldMk cId="2404969456" sldId="606"/>
            <ac:spMk id="116" creationId="{4A393C4F-C7D6-47AE-B5A5-F75890A0057B}"/>
          </ac:spMkLst>
        </pc:spChg>
      </pc:sldChg>
      <pc:sldChg chg="modSp add">
        <pc:chgData name="KwonJoonho" userId="fa141e0c-4849-4deb-8f8c-65d25da6d8db" providerId="ADAL" clId="{249CE2DC-718F-4E68-B122-9C0E318BC0C7}" dt="2020-01-07T16:23:03.198" v="234" actId="1076"/>
        <pc:sldMkLst>
          <pc:docMk/>
          <pc:sldMk cId="3934100801" sldId="607"/>
        </pc:sldMkLst>
        <pc:spChg chg="mod">
          <ac:chgData name="KwonJoonho" userId="fa141e0c-4849-4deb-8f8c-65d25da6d8db" providerId="ADAL" clId="{249CE2DC-718F-4E68-B122-9C0E318BC0C7}" dt="2020-01-07T16:23:03.198" v="234" actId="1076"/>
          <ac:spMkLst>
            <pc:docMk/>
            <pc:sldMk cId="3934100801" sldId="607"/>
            <ac:spMk id="2" creationId="{C84E7BB0-D197-4D86-8D31-658468AD542B}"/>
          </ac:spMkLst>
        </pc:spChg>
      </pc:sldChg>
      <pc:sldChg chg="addSp delSp modSp add">
        <pc:chgData name="KwonJoonho" userId="fa141e0c-4849-4deb-8f8c-65d25da6d8db" providerId="ADAL" clId="{249CE2DC-718F-4E68-B122-9C0E318BC0C7}" dt="2020-01-07T16:24:39.167" v="261" actId="1076"/>
        <pc:sldMkLst>
          <pc:docMk/>
          <pc:sldMk cId="2998601456" sldId="608"/>
        </pc:sldMkLst>
        <pc:spChg chg="mod">
          <ac:chgData name="KwonJoonho" userId="fa141e0c-4849-4deb-8f8c-65d25da6d8db" providerId="ADAL" clId="{249CE2DC-718F-4E68-B122-9C0E318BC0C7}" dt="2020-01-07T16:23:23.909" v="248" actId="6549"/>
          <ac:spMkLst>
            <pc:docMk/>
            <pc:sldMk cId="2998601456" sldId="608"/>
            <ac:spMk id="2" creationId="{DFDBCF60-6716-4C02-AFC6-E284A7AA8C66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2" creationId="{610CF249-CA87-4CCA-9CB4-36E735004F25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3" creationId="{788CD0BD-8DD0-4996-8810-1C1718ED2AE4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4" creationId="{472F3AAE-A182-4BCF-B541-53DF8C3B869F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5" creationId="{DD681841-63F6-49E5-AFF9-1B4441B4B11D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6" creationId="{7383E3DA-7728-4852-B962-440C29541825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7" creationId="{FBE5E2F3-C188-44EF-8333-0BB4641E8767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8" creationId="{A1B98326-C4BF-447C-96E2-CABBEB62B931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39" creationId="{E2F87789-FB60-439A-B726-5731BF76E72B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0" creationId="{D6EAEF85-BAA2-44C2-A851-A5A5613CABAA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1" creationId="{A8BFD099-46D7-4382-B715-FC7657C0E209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2" creationId="{48FECC59-1A06-411B-A7B6-3657296EE60E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3" creationId="{27AEF238-AC24-4849-9671-A781037C95B3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4" creationId="{B1CB0A5D-C481-451A-BA18-5C913107D1F6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5" creationId="{E295BA0C-EAB7-4C62-8FFE-DF955D9C188F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6" creationId="{79373ABA-250C-412A-B215-900D7BF9C0EA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7" creationId="{AFD3BCC1-C45B-46A7-8F57-239B17FC932C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8" creationId="{09971BF9-4592-4A39-931C-5BFE1544BE8D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49" creationId="{967996DD-239B-46D3-A3C4-5FC564769964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0" creationId="{344A93C3-0305-4B78-8052-C719453365FD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1" creationId="{EBE0A3E2-054C-49D4-98FF-AAF62B5A2E65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2" creationId="{A67D16BE-E05E-4156-A927-BD3C5B0B1E72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3" creationId="{CFA16DAE-CE69-4B77-8935-433BD2A80D65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4" creationId="{3338F785-241A-460B-9215-2FBAB5F364B8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5" creationId="{E4FD37A4-5B2B-45EB-86A3-0CA40DAFE101}"/>
          </ac:spMkLst>
        </pc:spChg>
        <pc:spChg chg="mod topLvl">
          <ac:chgData name="KwonJoonho" userId="fa141e0c-4849-4deb-8f8c-65d25da6d8db" providerId="ADAL" clId="{249CE2DC-718F-4E68-B122-9C0E318BC0C7}" dt="2020-01-07T16:24:37.088" v="260" actId="164"/>
          <ac:spMkLst>
            <pc:docMk/>
            <pc:sldMk cId="2998601456" sldId="608"/>
            <ac:spMk id="56" creationId="{46CD3826-287E-4F1C-9130-0C3E303D97E7}"/>
          </ac:spMkLst>
        </pc:spChg>
        <pc:grpChg chg="add del">
          <ac:chgData name="KwonJoonho" userId="fa141e0c-4849-4deb-8f8c-65d25da6d8db" providerId="ADAL" clId="{249CE2DC-718F-4E68-B122-9C0E318BC0C7}" dt="2020-01-07T16:23:33.527" v="250"/>
          <ac:grpSpMkLst>
            <pc:docMk/>
            <pc:sldMk cId="2998601456" sldId="608"/>
            <ac:grpSpMk id="5" creationId="{D5DC2F68-404D-4425-B957-1382F128D071}"/>
          </ac:grpSpMkLst>
        </pc:grpChg>
        <pc:grpChg chg="add del mod">
          <ac:chgData name="KwonJoonho" userId="fa141e0c-4849-4deb-8f8c-65d25da6d8db" providerId="ADAL" clId="{249CE2DC-718F-4E68-B122-9C0E318BC0C7}" dt="2020-01-07T16:24:00.449" v="255" actId="165"/>
          <ac:grpSpMkLst>
            <pc:docMk/>
            <pc:sldMk cId="2998601456" sldId="608"/>
            <ac:grpSpMk id="31" creationId="{5493BFC2-B3B2-4781-87E1-AA284ABB06B1}"/>
          </ac:grpSpMkLst>
        </pc:grpChg>
        <pc:grpChg chg="add mod">
          <ac:chgData name="KwonJoonho" userId="fa141e0c-4849-4deb-8f8c-65d25da6d8db" providerId="ADAL" clId="{249CE2DC-718F-4E68-B122-9C0E318BC0C7}" dt="2020-01-07T16:24:39.167" v="261" actId="1076"/>
          <ac:grpSpMkLst>
            <pc:docMk/>
            <pc:sldMk cId="2998601456" sldId="608"/>
            <ac:grpSpMk id="57" creationId="{B4599130-BF06-4AC5-B864-8F45F27F1A92}"/>
          </ac:grpSpMkLst>
        </pc:grpChg>
      </pc:sldChg>
      <pc:sldChg chg="addSp delSp modSp add">
        <pc:chgData name="KwonJoonho" userId="fa141e0c-4849-4deb-8f8c-65d25da6d8db" providerId="ADAL" clId="{249CE2DC-718F-4E68-B122-9C0E318BC0C7}" dt="2020-01-07T16:27:04.497" v="293" actId="1076"/>
        <pc:sldMkLst>
          <pc:docMk/>
          <pc:sldMk cId="3783743173" sldId="609"/>
        </pc:sldMkLst>
        <pc:spChg chg="mod">
          <ac:chgData name="KwonJoonho" userId="fa141e0c-4849-4deb-8f8c-65d25da6d8db" providerId="ADAL" clId="{249CE2DC-718F-4E68-B122-9C0E318BC0C7}" dt="2020-01-07T16:26:57.627" v="290" actId="1076"/>
          <ac:spMkLst>
            <pc:docMk/>
            <pc:sldMk cId="3783743173" sldId="609"/>
            <ac:spMk id="2" creationId="{E7665D9E-C370-4D3A-A576-6CE75419EA26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2" creationId="{95A966E6-9F62-4081-8CED-8322198235A2}"/>
          </ac:spMkLst>
        </pc:spChg>
        <pc:spChg chg="del mod topLvl">
          <ac:chgData name="KwonJoonho" userId="fa141e0c-4849-4deb-8f8c-65d25da6d8db" providerId="ADAL" clId="{249CE2DC-718F-4E68-B122-9C0E318BC0C7}" dt="2020-01-07T16:26:38.718" v="284"/>
          <ac:spMkLst>
            <pc:docMk/>
            <pc:sldMk cId="3783743173" sldId="609"/>
            <ac:spMk id="33" creationId="{2BF2CC9F-3F0A-4CA4-9C66-8259FC90306A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4" creationId="{BFD57241-A86D-4BDA-8D5D-8DE3295E8A58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5" creationId="{C1B0BDDF-BFB7-4ACD-A98C-124391A1CC46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6" creationId="{FCD5D19B-B477-4919-985E-4C39E41233B5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7" creationId="{D65D4819-AEDB-4FC2-AA42-F1874D5B1A26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8" creationId="{55FE8C6E-A5AB-4535-A16B-8027DC32246C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39" creationId="{E81BBEC6-46FB-4DDA-8555-E67BB493A39E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0" creationId="{48E2FFB9-9F75-46EA-AE72-EEAA385CAD17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1" creationId="{7172F2C0-4911-41CE-8B41-49D993980BD5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2" creationId="{AF61CA2C-F8D4-4312-830E-481C61E44781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3" creationId="{6B14DC61-28AB-4E73-96F6-6BA9BF4E3AB0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4" creationId="{170C5670-FBD1-47B5-8D64-5BA892C9C7ED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5" creationId="{2DFB2E8F-8081-4502-8242-BD7D0209AC0A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6" creationId="{BAFE1418-5240-4C1B-9E82-580849C96A2F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7" creationId="{59E0DF15-0FD6-4577-902C-867A62FE7CAF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8" creationId="{1B9F4A59-D94C-459A-AA50-C7583175F5A0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49" creationId="{88B09D0A-3B51-4EDD-BDDB-C22D9159C7B0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0" creationId="{55F6EBDB-BEBB-446C-9875-13AFDCEE28F9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1" creationId="{F662AB55-F5F6-427F-A280-74342AF6DB64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2" creationId="{CB19154C-ADDB-4C2E-A74E-072B4B459983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3" creationId="{20986829-3390-45AB-BED8-B1D89A17F886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4" creationId="{B4A28C49-658F-430E-B000-847C45D92E3C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5" creationId="{C32905CA-66A1-42FF-AD34-1C7EB7162E3C}"/>
          </ac:spMkLst>
        </pc:spChg>
        <pc:spChg chg="mod topLvl">
          <ac:chgData name="KwonJoonho" userId="fa141e0c-4849-4deb-8f8c-65d25da6d8db" providerId="ADAL" clId="{249CE2DC-718F-4E68-B122-9C0E318BC0C7}" dt="2020-01-07T16:26:55.697" v="288" actId="164"/>
          <ac:spMkLst>
            <pc:docMk/>
            <pc:sldMk cId="3783743173" sldId="609"/>
            <ac:spMk id="56" creationId="{693625D0-1580-435F-9A2D-D22985A77C8E}"/>
          </ac:spMkLst>
        </pc:spChg>
        <pc:grpChg chg="add del">
          <ac:chgData name="KwonJoonho" userId="fa141e0c-4849-4deb-8f8c-65d25da6d8db" providerId="ADAL" clId="{249CE2DC-718F-4E68-B122-9C0E318BC0C7}" dt="2020-01-07T16:25:19.453" v="268"/>
          <ac:grpSpMkLst>
            <pc:docMk/>
            <pc:sldMk cId="3783743173" sldId="609"/>
            <ac:grpSpMk id="5" creationId="{9371F04E-A3E9-4B54-91A3-A2E55E647C37}"/>
          </ac:grpSpMkLst>
        </pc:grpChg>
        <pc:grpChg chg="add del">
          <ac:chgData name="KwonJoonho" userId="fa141e0c-4849-4deb-8f8c-65d25da6d8db" providerId="ADAL" clId="{249CE2DC-718F-4E68-B122-9C0E318BC0C7}" dt="2020-01-07T16:25:40.895" v="270" actId="165"/>
          <ac:grpSpMkLst>
            <pc:docMk/>
            <pc:sldMk cId="3783743173" sldId="609"/>
            <ac:grpSpMk id="31" creationId="{8DA37660-AE04-4016-BF00-4B74D86B7569}"/>
          </ac:grpSpMkLst>
        </pc:grpChg>
        <pc:grpChg chg="add mod">
          <ac:chgData name="KwonJoonho" userId="fa141e0c-4849-4deb-8f8c-65d25da6d8db" providerId="ADAL" clId="{249CE2DC-718F-4E68-B122-9C0E318BC0C7}" dt="2020-01-07T16:27:04.497" v="293" actId="1076"/>
          <ac:grpSpMkLst>
            <pc:docMk/>
            <pc:sldMk cId="3783743173" sldId="609"/>
            <ac:grpSpMk id="57" creationId="{644DED0D-F79E-434B-A82A-B4E377BCD1BD}"/>
          </ac:grpSpMkLst>
        </pc:grpChg>
      </pc:sldChg>
      <pc:sldChg chg="modSp add">
        <pc:chgData name="KwonJoonho" userId="fa141e0c-4849-4deb-8f8c-65d25da6d8db" providerId="ADAL" clId="{249CE2DC-718F-4E68-B122-9C0E318BC0C7}" dt="2020-01-07T16:27:42.799" v="295"/>
        <pc:sldMkLst>
          <pc:docMk/>
          <pc:sldMk cId="3300197897" sldId="610"/>
        </pc:sldMkLst>
        <pc:spChg chg="mod">
          <ac:chgData name="KwonJoonho" userId="fa141e0c-4849-4deb-8f8c-65d25da6d8db" providerId="ADAL" clId="{249CE2DC-718F-4E68-B122-9C0E318BC0C7}" dt="2020-01-07T16:27:42.799" v="295"/>
          <ac:spMkLst>
            <pc:docMk/>
            <pc:sldMk cId="3300197897" sldId="610"/>
            <ac:spMk id="2" creationId="{1E7CEFE2-D62B-41F4-9BC4-4B2859FDF6DF}"/>
          </ac:spMkLst>
        </pc:spChg>
      </pc:sldChg>
      <pc:sldChg chg="modSp add">
        <pc:chgData name="KwonJoonho" userId="fa141e0c-4849-4deb-8f8c-65d25da6d8db" providerId="ADAL" clId="{249CE2DC-718F-4E68-B122-9C0E318BC0C7}" dt="2020-01-07T16:29:40.172" v="351" actId="20577"/>
        <pc:sldMkLst>
          <pc:docMk/>
          <pc:sldMk cId="987302403" sldId="611"/>
        </pc:sldMkLst>
        <pc:spChg chg="mod">
          <ac:chgData name="KwonJoonho" userId="fa141e0c-4849-4deb-8f8c-65d25da6d8db" providerId="ADAL" clId="{249CE2DC-718F-4E68-B122-9C0E318BC0C7}" dt="2020-01-07T16:28:06.148" v="298"/>
          <ac:spMkLst>
            <pc:docMk/>
            <pc:sldMk cId="987302403" sldId="611"/>
            <ac:spMk id="2" creationId="{BB3B9AE3-F519-4FA8-8CA9-117AA765C21B}"/>
          </ac:spMkLst>
        </pc:spChg>
        <pc:spChg chg="mod">
          <ac:chgData name="KwonJoonho" userId="fa141e0c-4849-4deb-8f8c-65d25da6d8db" providerId="ADAL" clId="{249CE2DC-718F-4E68-B122-9C0E318BC0C7}" dt="2020-01-07T16:29:40.172" v="351" actId="20577"/>
          <ac:spMkLst>
            <pc:docMk/>
            <pc:sldMk cId="987302403" sldId="611"/>
            <ac:spMk id="3" creationId="{C2A1FCA2-4E30-4A19-B146-E2FA0E1A567E}"/>
          </ac:spMkLst>
        </pc:spChg>
      </pc:sldChg>
      <pc:sldChg chg="addSp delSp modSp add">
        <pc:chgData name="KwonJoonho" userId="fa141e0c-4849-4deb-8f8c-65d25da6d8db" providerId="ADAL" clId="{249CE2DC-718F-4E68-B122-9C0E318BC0C7}" dt="2020-01-07T16:29:48.011" v="355" actId="20577"/>
        <pc:sldMkLst>
          <pc:docMk/>
          <pc:sldMk cId="2795953660" sldId="612"/>
        </pc:sldMkLst>
        <pc:spChg chg="mod">
          <ac:chgData name="KwonJoonho" userId="fa141e0c-4849-4deb-8f8c-65d25da6d8db" providerId="ADAL" clId="{249CE2DC-718F-4E68-B122-9C0E318BC0C7}" dt="2020-01-07T16:29:06.892" v="341" actId="15"/>
          <ac:spMkLst>
            <pc:docMk/>
            <pc:sldMk cId="2795953660" sldId="612"/>
            <ac:spMk id="2" creationId="{F71492E1-1BCB-45A1-9E7B-A6720F278386}"/>
          </ac:spMkLst>
        </pc:spChg>
        <pc:spChg chg="mod">
          <ac:chgData name="KwonJoonho" userId="fa141e0c-4849-4deb-8f8c-65d25da6d8db" providerId="ADAL" clId="{249CE2DC-718F-4E68-B122-9C0E318BC0C7}" dt="2020-01-07T16:29:48.011" v="355" actId="20577"/>
          <ac:spMkLst>
            <pc:docMk/>
            <pc:sldMk cId="2795953660" sldId="612"/>
            <ac:spMk id="3" creationId="{42A042BC-28FE-45E2-8317-D45660C9E859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5" creationId="{8A3BEA17-CD88-4124-B852-5DBD2FF54AE6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6" creationId="{3DCD9F54-1CCA-457F-A7C9-37BCB92CF7E7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7" creationId="{FAC55264-D8E7-4D62-8971-F620D12BBFC9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8" creationId="{F9A76271-4493-41B3-BB4F-85E3F38834B9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9" creationId="{8865424E-2052-4892-B7E4-F85F71B3237F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0" creationId="{ED99FF4D-3192-442F-9CEF-59FF3275D810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1" creationId="{8216C947-9C2E-46CB-8691-911DCC1B243B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2" creationId="{75850088-C2E4-4D73-91F5-4752F40945D9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3" creationId="{55C1EB7F-2849-43C5-A46F-620BE587DE06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4" creationId="{0F284E75-E33A-44CF-8166-AF4DD4CB25D6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5" creationId="{9FFCBF18-1134-413E-8BBF-15CCB28F0A13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6" creationId="{0080A2BF-737E-4BFF-90A8-5CB5CEAEF178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7" creationId="{FA9365E1-3441-4FC3-865F-896FCB4C77EC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8" creationId="{38B35C67-C384-474C-8BAD-1E5C724B0CC2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19" creationId="{934F9071-B3F9-451E-84BE-6818712984C5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0" creationId="{816BCFCB-B5C6-4FEC-90AC-1381401E924B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1" creationId="{DC42C7E6-35ED-4FDB-BC3B-E570DAD3C7EE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2" creationId="{E732419E-3AAF-449A-8DED-AEAD32D06E2A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3" creationId="{5CDB5888-AD4A-4ECD-BE18-FF0CD8F5968E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4" creationId="{533CB7C8-99F3-40A1-BAEB-B7B70537A1D1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5" creationId="{D76A2AF6-539A-43C4-B4B3-9A0A54687748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6" creationId="{BDB95253-94C3-497F-B5E0-45E336BDFD92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7" creationId="{C435C1D6-C910-486B-8452-6CAC9FD036A8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8" creationId="{08620885-A089-4A05-ABB7-3E9549530FCF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29" creationId="{64EC7E1A-4B3B-406B-978F-971DCD6F231F}"/>
          </ac:spMkLst>
        </pc:spChg>
        <pc:spChg chg="add del">
          <ac:chgData name="KwonJoonho" userId="fa141e0c-4849-4deb-8f8c-65d25da6d8db" providerId="ADAL" clId="{249CE2DC-718F-4E68-B122-9C0E318BC0C7}" dt="2020-01-07T16:29:17.167" v="343"/>
          <ac:spMkLst>
            <pc:docMk/>
            <pc:sldMk cId="2795953660" sldId="612"/>
            <ac:spMk id="30" creationId="{DCA00DBF-A054-435F-8099-DB622A905445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1" creationId="{5129565F-CC40-41B1-ABEB-8B2A20480184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2" creationId="{2E7F22DF-70CD-434C-B94D-C8D3DA583EA9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3" creationId="{62D2B023-D030-49D2-B895-DF3EC87CCD79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4" creationId="{D79E19DA-A208-4A92-B348-B7CA224A85A8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5" creationId="{74DACB35-A55E-472F-A5CD-6428ED950199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6" creationId="{06B35FB8-9ECC-48B9-82FB-C711E2AD7503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7" creationId="{534B410C-76AE-43ED-89B9-B4C7AD06ACD2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8" creationId="{F60A22FD-C130-422F-B66F-84332734F242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39" creationId="{A1870544-D0B0-423F-83D5-EFFC29D38682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0" creationId="{9A74DBA3-EB86-4DBB-A732-D169BB9C3EE6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1" creationId="{87033E97-9578-4E47-BD3B-D49A9698FBE7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2" creationId="{F84CAF69-AEE3-458F-A504-2018D068D067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3" creationId="{8E00FFFF-FCBE-4A83-A9F9-CA1E14ECB182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4" creationId="{63578D5E-B0D7-4BEA-AD49-004A371F6B30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5" creationId="{0E959EFE-4746-43B2-8C3B-37010B96F98A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6" creationId="{CBCD5240-D17A-4798-B5E0-6C69F1298E0C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7" creationId="{17F9DD86-23A5-4AAC-BD5C-190012AB3F3E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8" creationId="{9D8165E2-314B-48E2-AE7B-E19794E8AAFC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49" creationId="{D7CE3C09-2AE7-4740-90FF-A1374DE64BF5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0" creationId="{93E3AC4E-76FB-4A79-962D-052E43E877B7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1" creationId="{B9BDA72A-2A4B-409F-A52E-A0774349105F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2" creationId="{2FA21AF8-87B2-41E5-B418-0FBD966E1AA0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3" creationId="{69AE405D-982E-4BC9-BD49-F3A88AF18FA4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4" creationId="{B293B777-45C6-49EF-B030-BBCAFAFFEBE2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5" creationId="{9940C148-52A7-428E-9577-E74724B443AD}"/>
          </ac:spMkLst>
        </pc:spChg>
        <pc:spChg chg="add del">
          <ac:chgData name="KwonJoonho" userId="fa141e0c-4849-4deb-8f8c-65d25da6d8db" providerId="ADAL" clId="{249CE2DC-718F-4E68-B122-9C0E318BC0C7}" dt="2020-01-07T16:29:19.806" v="345"/>
          <ac:spMkLst>
            <pc:docMk/>
            <pc:sldMk cId="2795953660" sldId="612"/>
            <ac:spMk id="56" creationId="{3D6267BC-EB40-431B-B8A5-2B66F0D0F43A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57" creationId="{37AA5C27-4165-40F8-8CCA-7ADB59B7226E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58" creationId="{9A4A85A7-9828-4540-871D-B3AE15780501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59" creationId="{750497D1-5987-4880-B3F0-E9D700ADBA3D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0" creationId="{EA286DB2-C27C-4165-B931-FB76064F684F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1" creationId="{C9C234E1-753C-4538-BDD9-5C55D549FC06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2" creationId="{5D08FFD6-B7C7-4556-9C46-60899B4F2568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3" creationId="{5AECCDCC-9B71-436C-ABFD-81FEACFF3FE8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4" creationId="{DBB61C2F-DC8F-4A70-A8FA-C3FE37888933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5" creationId="{B8859C20-CE48-4DF7-8B7C-DC35DDE8614D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6" creationId="{B2C12253-69FF-4ADE-ADA3-54E1D44B4318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7" creationId="{ACF8BBF7-998B-4144-9CE1-8BA1FF458C3E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8" creationId="{7093BB2F-6258-4CD9-B74B-ED61AE3193C0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69" creationId="{E2E4ADF9-9509-4DFD-B4A1-164E8EEC127C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0" creationId="{51A2DB1A-2D6F-41D3-8057-D8F1C36D89C6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1" creationId="{9A94198F-A674-4D99-B81A-5FF4D8D51097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2" creationId="{56274483-F1D9-40DC-919B-F7FFEC1E3A12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3" creationId="{9B4D0E02-4DC6-42A7-B5FB-0212EF7F4E55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4" creationId="{A56A024D-349B-46AA-AC8E-9FFFC366345A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5" creationId="{BAC2F209-CFCF-49A3-BB90-BF05CC959951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6" creationId="{1B095F9A-22DF-457D-B736-F0D37DF87028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7" creationId="{A879CB5F-F05D-49FE-9E60-ADAFB1241D6D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8" creationId="{DE2945A4-C020-438E-83AE-4672E5B1EF06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79" creationId="{4E5F50E1-B498-4CFB-B5F0-EC157B2CEDFC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80" creationId="{A974AD9D-C8FA-436C-903F-E6C8EBA5979F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81" creationId="{9E7ECF83-2339-4202-A439-830BB1F1DEB3}"/>
          </ac:spMkLst>
        </pc:spChg>
        <pc:spChg chg="add">
          <ac:chgData name="KwonJoonho" userId="fa141e0c-4849-4deb-8f8c-65d25da6d8db" providerId="ADAL" clId="{249CE2DC-718F-4E68-B122-9C0E318BC0C7}" dt="2020-01-07T16:29:24.804" v="346"/>
          <ac:spMkLst>
            <pc:docMk/>
            <pc:sldMk cId="2795953660" sldId="612"/>
            <ac:spMk id="82" creationId="{42CC73E3-CC39-4A0B-87A3-5A00182C9B89}"/>
          </ac:spMkLst>
        </pc:spChg>
      </pc:sldChg>
      <pc:sldChg chg="modSp add">
        <pc:chgData name="KwonJoonho" userId="fa141e0c-4849-4deb-8f8c-65d25da6d8db" providerId="ADAL" clId="{249CE2DC-718F-4E68-B122-9C0E318BC0C7}" dt="2020-01-07T16:31:52.395" v="395" actId="20577"/>
        <pc:sldMkLst>
          <pc:docMk/>
          <pc:sldMk cId="3280166927" sldId="613"/>
        </pc:sldMkLst>
        <pc:spChg chg="mod">
          <ac:chgData name="KwonJoonho" userId="fa141e0c-4849-4deb-8f8c-65d25da6d8db" providerId="ADAL" clId="{249CE2DC-718F-4E68-B122-9C0E318BC0C7}" dt="2020-01-07T16:30:19.937" v="370" actId="15"/>
          <ac:spMkLst>
            <pc:docMk/>
            <pc:sldMk cId="3280166927" sldId="613"/>
            <ac:spMk id="2" creationId="{7A00424B-A4D2-4CAC-BB79-1F4568223918}"/>
          </ac:spMkLst>
        </pc:spChg>
        <pc:spChg chg="mod">
          <ac:chgData name="KwonJoonho" userId="fa141e0c-4849-4deb-8f8c-65d25da6d8db" providerId="ADAL" clId="{249CE2DC-718F-4E68-B122-9C0E318BC0C7}" dt="2020-01-07T16:31:52.395" v="395" actId="20577"/>
          <ac:spMkLst>
            <pc:docMk/>
            <pc:sldMk cId="3280166927" sldId="613"/>
            <ac:spMk id="3" creationId="{BAA49D9C-EA82-461B-AD95-5AB38C6D88C5}"/>
          </ac:spMkLst>
        </pc:spChg>
      </pc:sldChg>
      <pc:sldChg chg="modSp add">
        <pc:chgData name="KwonJoonho" userId="fa141e0c-4849-4deb-8f8c-65d25da6d8db" providerId="ADAL" clId="{249CE2DC-718F-4E68-B122-9C0E318BC0C7}" dt="2020-01-07T16:31:57.676" v="398" actId="6549"/>
        <pc:sldMkLst>
          <pc:docMk/>
          <pc:sldMk cId="1018934771" sldId="614"/>
        </pc:sldMkLst>
        <pc:spChg chg="mod">
          <ac:chgData name="KwonJoonho" userId="fa141e0c-4849-4deb-8f8c-65d25da6d8db" providerId="ADAL" clId="{249CE2DC-718F-4E68-B122-9C0E318BC0C7}" dt="2020-01-07T16:31:01.045" v="387" actId="20577"/>
          <ac:spMkLst>
            <pc:docMk/>
            <pc:sldMk cId="1018934771" sldId="614"/>
            <ac:spMk id="2" creationId="{79520FDA-9ECC-4634-B11C-76C77F37AE74}"/>
          </ac:spMkLst>
        </pc:spChg>
        <pc:spChg chg="mod">
          <ac:chgData name="KwonJoonho" userId="fa141e0c-4849-4deb-8f8c-65d25da6d8db" providerId="ADAL" clId="{249CE2DC-718F-4E68-B122-9C0E318BC0C7}" dt="2020-01-07T16:31:57.676" v="398" actId="6549"/>
          <ac:spMkLst>
            <pc:docMk/>
            <pc:sldMk cId="1018934771" sldId="614"/>
            <ac:spMk id="3" creationId="{E212E27C-505E-4703-92B5-E517454E255A}"/>
          </ac:spMkLst>
        </pc:spChg>
      </pc:sldChg>
      <pc:sldChg chg="modSp add">
        <pc:chgData name="KwonJoonho" userId="fa141e0c-4849-4deb-8f8c-65d25da6d8db" providerId="ADAL" clId="{249CE2DC-718F-4E68-B122-9C0E318BC0C7}" dt="2020-01-07T16:32:01.689" v="400" actId="20577"/>
        <pc:sldMkLst>
          <pc:docMk/>
          <pc:sldMk cId="528126847" sldId="615"/>
        </pc:sldMkLst>
        <pc:spChg chg="mod">
          <ac:chgData name="KwonJoonho" userId="fa141e0c-4849-4deb-8f8c-65d25da6d8db" providerId="ADAL" clId="{249CE2DC-718F-4E68-B122-9C0E318BC0C7}" dt="2020-01-07T16:31:43.686" v="390" actId="20577"/>
          <ac:spMkLst>
            <pc:docMk/>
            <pc:sldMk cId="528126847" sldId="615"/>
            <ac:spMk id="2" creationId="{CAD8A54E-F550-46CE-AA1E-265A56D309AA}"/>
          </ac:spMkLst>
        </pc:spChg>
        <pc:spChg chg="mod">
          <ac:chgData name="KwonJoonho" userId="fa141e0c-4849-4deb-8f8c-65d25da6d8db" providerId="ADAL" clId="{249CE2DC-718F-4E68-B122-9C0E318BC0C7}" dt="2020-01-07T16:32:01.689" v="400" actId="20577"/>
          <ac:spMkLst>
            <pc:docMk/>
            <pc:sldMk cId="528126847" sldId="615"/>
            <ac:spMk id="3" creationId="{DE2AD0DF-73BA-4EC5-B6C1-5A2CEFF3055D}"/>
          </ac:spMkLst>
        </pc:spChg>
      </pc:sldChg>
      <pc:sldChg chg="modSp add">
        <pc:chgData name="KwonJoonho" userId="fa141e0c-4849-4deb-8f8c-65d25da6d8db" providerId="ADAL" clId="{249CE2DC-718F-4E68-B122-9C0E318BC0C7}" dt="2020-01-07T16:32:19.743" v="403"/>
        <pc:sldMkLst>
          <pc:docMk/>
          <pc:sldMk cId="2151047557" sldId="616"/>
        </pc:sldMkLst>
        <pc:spChg chg="mod">
          <ac:chgData name="KwonJoonho" userId="fa141e0c-4849-4deb-8f8c-65d25da6d8db" providerId="ADAL" clId="{249CE2DC-718F-4E68-B122-9C0E318BC0C7}" dt="2020-01-07T16:32:19.743" v="403"/>
          <ac:spMkLst>
            <pc:docMk/>
            <pc:sldMk cId="2151047557" sldId="616"/>
            <ac:spMk id="2" creationId="{FBEAE6B2-8378-4F29-A40F-605F2AD98969}"/>
          </ac:spMkLst>
        </pc:spChg>
        <pc:spChg chg="mod">
          <ac:chgData name="KwonJoonho" userId="fa141e0c-4849-4deb-8f8c-65d25da6d8db" providerId="ADAL" clId="{249CE2DC-718F-4E68-B122-9C0E318BC0C7}" dt="2020-01-07T16:32:16.165" v="402"/>
          <ac:spMkLst>
            <pc:docMk/>
            <pc:sldMk cId="2151047557" sldId="616"/>
            <ac:spMk id="3" creationId="{F43EE119-8709-415E-BB31-05903E9C82D9}"/>
          </ac:spMkLst>
        </pc:spChg>
      </pc:sldChg>
      <pc:sldChg chg="modSp add">
        <pc:chgData name="KwonJoonho" userId="fa141e0c-4849-4deb-8f8c-65d25da6d8db" providerId="ADAL" clId="{249CE2DC-718F-4E68-B122-9C0E318BC0C7}" dt="2020-01-07T16:33:17.167" v="405" actId="207"/>
        <pc:sldMkLst>
          <pc:docMk/>
          <pc:sldMk cId="3973088288" sldId="617"/>
        </pc:sldMkLst>
        <pc:spChg chg="mod">
          <ac:chgData name="KwonJoonho" userId="fa141e0c-4849-4deb-8f8c-65d25da6d8db" providerId="ADAL" clId="{249CE2DC-718F-4E68-B122-9C0E318BC0C7}" dt="2020-01-07T16:33:17.167" v="405" actId="207"/>
          <ac:spMkLst>
            <pc:docMk/>
            <pc:sldMk cId="3973088288" sldId="617"/>
            <ac:spMk id="2" creationId="{B3FA8B4E-4542-4AE5-82BE-97FDC25D0A4C}"/>
          </ac:spMkLst>
        </pc:spChg>
      </pc:sldChg>
      <pc:sldChg chg="modSp add">
        <pc:chgData name="KwonJoonho" userId="fa141e0c-4849-4deb-8f8c-65d25da6d8db" providerId="ADAL" clId="{249CE2DC-718F-4E68-B122-9C0E318BC0C7}" dt="2020-01-07T16:33:49.709" v="418" actId="404"/>
        <pc:sldMkLst>
          <pc:docMk/>
          <pc:sldMk cId="1652533387" sldId="618"/>
        </pc:sldMkLst>
        <pc:spChg chg="mod">
          <ac:chgData name="KwonJoonho" userId="fa141e0c-4849-4deb-8f8c-65d25da6d8db" providerId="ADAL" clId="{249CE2DC-718F-4E68-B122-9C0E318BC0C7}" dt="2020-01-07T16:33:49.709" v="418" actId="404"/>
          <ac:spMkLst>
            <pc:docMk/>
            <pc:sldMk cId="1652533387" sldId="618"/>
            <ac:spMk id="2" creationId="{25760B93-CAF9-4964-9763-DD865E8FFE49}"/>
          </ac:spMkLst>
        </pc:spChg>
        <pc:spChg chg="mod">
          <ac:chgData name="KwonJoonho" userId="fa141e0c-4849-4deb-8f8c-65d25da6d8db" providerId="ADAL" clId="{249CE2DC-718F-4E68-B122-9C0E318BC0C7}" dt="2020-01-07T16:33:29.597" v="408"/>
          <ac:spMkLst>
            <pc:docMk/>
            <pc:sldMk cId="1652533387" sldId="618"/>
            <ac:spMk id="3" creationId="{27E61619-B398-4C3C-93A4-9301047A9AA8}"/>
          </ac:spMkLst>
        </pc:spChg>
      </pc:sldChg>
      <pc:sldChg chg="modSp add">
        <pc:chgData name="KwonJoonho" userId="fa141e0c-4849-4deb-8f8c-65d25da6d8db" providerId="ADAL" clId="{249CE2DC-718F-4E68-B122-9C0E318BC0C7}" dt="2020-01-07T16:34:20.558" v="421" actId="207"/>
        <pc:sldMkLst>
          <pc:docMk/>
          <pc:sldMk cId="1702637694" sldId="619"/>
        </pc:sldMkLst>
        <pc:spChg chg="mod">
          <ac:chgData name="KwonJoonho" userId="fa141e0c-4849-4deb-8f8c-65d25da6d8db" providerId="ADAL" clId="{249CE2DC-718F-4E68-B122-9C0E318BC0C7}" dt="2020-01-07T16:34:20.558" v="421" actId="207"/>
          <ac:spMkLst>
            <pc:docMk/>
            <pc:sldMk cId="1702637694" sldId="619"/>
            <ac:spMk id="2" creationId="{B3FA8B4E-4542-4AE5-82BE-97FDC25D0A4C}"/>
          </ac:spMkLst>
        </pc:spChg>
      </pc:sldChg>
      <pc:sldChg chg="modSp add ord">
        <pc:chgData name="KwonJoonho" userId="fa141e0c-4849-4deb-8f8c-65d25da6d8db" providerId="ADAL" clId="{249CE2DC-718F-4E68-B122-9C0E318BC0C7}" dt="2020-01-07T16:34:56.353" v="426"/>
        <pc:sldMkLst>
          <pc:docMk/>
          <pc:sldMk cId="3745250627" sldId="620"/>
        </pc:sldMkLst>
        <pc:spChg chg="mod">
          <ac:chgData name="KwonJoonho" userId="fa141e0c-4849-4deb-8f8c-65d25da6d8db" providerId="ADAL" clId="{249CE2DC-718F-4E68-B122-9C0E318BC0C7}" dt="2020-01-07T16:34:36.824" v="424"/>
          <ac:spMkLst>
            <pc:docMk/>
            <pc:sldMk cId="3745250627" sldId="620"/>
            <ac:spMk id="2" creationId="{3D77A46E-434C-4C7E-9E28-47E760D77E1F}"/>
          </ac:spMkLst>
        </pc:spChg>
      </pc:sldChg>
      <pc:sldChg chg="modSp add">
        <pc:chgData name="KwonJoonho" userId="fa141e0c-4849-4deb-8f8c-65d25da6d8db" providerId="ADAL" clId="{249CE2DC-718F-4E68-B122-9C0E318BC0C7}" dt="2020-01-07T16:35:04.586" v="428" actId="108"/>
        <pc:sldMkLst>
          <pc:docMk/>
          <pc:sldMk cId="3620263719" sldId="621"/>
        </pc:sldMkLst>
        <pc:spChg chg="mod">
          <ac:chgData name="KwonJoonho" userId="fa141e0c-4849-4deb-8f8c-65d25da6d8db" providerId="ADAL" clId="{249CE2DC-718F-4E68-B122-9C0E318BC0C7}" dt="2020-01-07T16:35:04.586" v="428" actId="108"/>
          <ac:spMkLst>
            <pc:docMk/>
            <pc:sldMk cId="3620263719" sldId="621"/>
            <ac:spMk id="2" creationId="{B3FA8B4E-4542-4AE5-82BE-97FDC25D0A4C}"/>
          </ac:spMkLst>
        </pc:spChg>
      </pc:sldChg>
      <pc:sldChg chg="modSp add">
        <pc:chgData name="KwonJoonho" userId="fa141e0c-4849-4deb-8f8c-65d25da6d8db" providerId="ADAL" clId="{249CE2DC-718F-4E68-B122-9C0E318BC0C7}" dt="2020-01-07T16:35:31.236" v="445" actId="20577"/>
        <pc:sldMkLst>
          <pc:docMk/>
          <pc:sldMk cId="271640838" sldId="622"/>
        </pc:sldMkLst>
        <pc:spChg chg="mod">
          <ac:chgData name="KwonJoonho" userId="fa141e0c-4849-4deb-8f8c-65d25da6d8db" providerId="ADAL" clId="{249CE2DC-718F-4E68-B122-9C0E318BC0C7}" dt="2020-01-07T16:35:31.236" v="445" actId="20577"/>
          <ac:spMkLst>
            <pc:docMk/>
            <pc:sldMk cId="271640838" sldId="622"/>
            <ac:spMk id="2" creationId="{E628D95D-73A5-4C6F-91F0-32560F8537A7}"/>
          </ac:spMkLst>
        </pc:spChg>
        <pc:spChg chg="mod">
          <ac:chgData name="KwonJoonho" userId="fa141e0c-4849-4deb-8f8c-65d25da6d8db" providerId="ADAL" clId="{249CE2DC-718F-4E68-B122-9C0E318BC0C7}" dt="2020-01-07T16:35:11.092" v="430"/>
          <ac:spMkLst>
            <pc:docMk/>
            <pc:sldMk cId="271640838" sldId="622"/>
            <ac:spMk id="3" creationId="{1E9AADC0-A94A-4F9D-B0EE-FCB898B554B5}"/>
          </ac:spMkLst>
        </pc:spChg>
      </pc:sldChg>
      <pc:sldChg chg="modSp add">
        <pc:chgData name="KwonJoonho" userId="fa141e0c-4849-4deb-8f8c-65d25da6d8db" providerId="ADAL" clId="{249CE2DC-718F-4E68-B122-9C0E318BC0C7}" dt="2020-01-07T16:36:41.021" v="458"/>
        <pc:sldMkLst>
          <pc:docMk/>
          <pc:sldMk cId="2056860459" sldId="623"/>
        </pc:sldMkLst>
        <pc:spChg chg="mod">
          <ac:chgData name="KwonJoonho" userId="fa141e0c-4849-4deb-8f8c-65d25da6d8db" providerId="ADAL" clId="{249CE2DC-718F-4E68-B122-9C0E318BC0C7}" dt="2020-01-07T16:36:32.268" v="457" actId="20577"/>
          <ac:spMkLst>
            <pc:docMk/>
            <pc:sldMk cId="2056860459" sldId="623"/>
            <ac:spMk id="2" creationId="{305BF981-86B8-488C-9227-F2CAAD500C36}"/>
          </ac:spMkLst>
        </pc:spChg>
        <pc:spChg chg="mod">
          <ac:chgData name="KwonJoonho" userId="fa141e0c-4849-4deb-8f8c-65d25da6d8db" providerId="ADAL" clId="{249CE2DC-718F-4E68-B122-9C0E318BC0C7}" dt="2020-01-07T16:36:41.021" v="458"/>
          <ac:spMkLst>
            <pc:docMk/>
            <pc:sldMk cId="2056860459" sldId="623"/>
            <ac:spMk id="3" creationId="{22015576-7E20-465D-AFFB-AEA9EBD8FCD8}"/>
          </ac:spMkLst>
        </pc:spChg>
      </pc:sldChg>
      <pc:sldChg chg="modSp add">
        <pc:chgData name="KwonJoonho" userId="fa141e0c-4849-4deb-8f8c-65d25da6d8db" providerId="ADAL" clId="{249CE2DC-718F-4E68-B122-9C0E318BC0C7}" dt="2020-01-07T16:37:21.324" v="467" actId="20577"/>
        <pc:sldMkLst>
          <pc:docMk/>
          <pc:sldMk cId="3131628583" sldId="624"/>
        </pc:sldMkLst>
        <pc:spChg chg="mod">
          <ac:chgData name="KwonJoonho" userId="fa141e0c-4849-4deb-8f8c-65d25da6d8db" providerId="ADAL" clId="{249CE2DC-718F-4E68-B122-9C0E318BC0C7}" dt="2020-01-07T16:37:21.324" v="467" actId="20577"/>
          <ac:spMkLst>
            <pc:docMk/>
            <pc:sldMk cId="3131628583" sldId="624"/>
            <ac:spMk id="2" creationId="{EC1E5CDB-53C3-4694-A852-44FD423291D4}"/>
          </ac:spMkLst>
        </pc:spChg>
        <pc:spChg chg="mod">
          <ac:chgData name="KwonJoonho" userId="fa141e0c-4849-4deb-8f8c-65d25da6d8db" providerId="ADAL" clId="{249CE2DC-718F-4E68-B122-9C0E318BC0C7}" dt="2020-01-07T16:36:48.356" v="460"/>
          <ac:spMkLst>
            <pc:docMk/>
            <pc:sldMk cId="3131628583" sldId="624"/>
            <ac:spMk id="3" creationId="{37D14023-4186-4015-84D9-A169B5D0C147}"/>
          </ac:spMkLst>
        </pc:spChg>
      </pc:sldChg>
      <pc:sldChg chg="addSp delSp add">
        <pc:chgData name="KwonJoonho" userId="fa141e0c-4849-4deb-8f8c-65d25da6d8db" providerId="ADAL" clId="{249CE2DC-718F-4E68-B122-9C0E318BC0C7}" dt="2020-01-07T16:37:34.470" v="475"/>
        <pc:sldMkLst>
          <pc:docMk/>
          <pc:sldMk cId="1194957331" sldId="625"/>
        </pc:sldMkLst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5" creationId="{9B25C8AC-3533-420D-9A12-0AB83297F2D0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6" creationId="{B49822A9-B431-4878-97F8-C2C1E1A74AF9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7" creationId="{3662A11D-F487-4119-8FA1-A17CD0EEE24A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8" creationId="{62D906B1-5154-456F-AD97-B7E9FCB836FA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9" creationId="{1D106A51-C674-4186-B3F1-E3BC03F8321B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0" creationId="{354F60BC-BEA8-4B98-ABE0-5A6459205B26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1" creationId="{C9947BD6-7994-4AEC-A370-AB02DB191EED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2" creationId="{B745A745-9DCB-4B11-9D60-970BBF057FD0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3" creationId="{C4B707E0-06A4-4AC2-83C8-F65D6BC56AB4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4" creationId="{F1B794F7-DA41-4EF4-AE11-E8483E7441EE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5" creationId="{D83091D8-A404-4FB8-B5C9-E39D0603DB17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6" creationId="{51B1F6D2-3106-40E3-BA8A-553C66860713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7" creationId="{6FC5736D-7DE1-42B5-9346-1146C054CB60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8" creationId="{D702DD63-C21A-4415-8A9F-0E29B2838A85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19" creationId="{F5A5BACB-2B78-44F2-9ADE-68BC528F69E6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0" creationId="{6C6B3B67-C6A8-476C-8382-FF650C40C462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1" creationId="{D2ABFB59-76F9-4C04-80CB-EBBE1980FBEB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2" creationId="{D89634FB-2AAE-462E-9800-B2A1F0E66499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3" creationId="{7F579104-2D11-4C6C-9916-184A875AF156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4" creationId="{501E8F83-4718-4A3E-8D0D-22EB724613A0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5" creationId="{FEC00D89-A491-4B7C-8981-5DC11C767106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6" creationId="{051BCDD5-FFF4-4946-BABE-C5D3A8C6DAB3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7" creationId="{3C1CE27E-CDA3-4DD6-B331-645EF10E3D0D}"/>
          </ac:spMkLst>
        </pc:spChg>
        <pc:spChg chg="add del">
          <ac:chgData name="KwonJoonho" userId="fa141e0c-4849-4deb-8f8c-65d25da6d8db" providerId="ADAL" clId="{249CE2DC-718F-4E68-B122-9C0E318BC0C7}" dt="2020-01-07T16:37:31.357" v="470"/>
          <ac:spMkLst>
            <pc:docMk/>
            <pc:sldMk cId="1194957331" sldId="625"/>
            <ac:spMk id="28" creationId="{35D8731C-2A90-428D-9377-AF4E9360B91A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29" creationId="{31BA8160-84AB-4824-959F-2313B1044693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0" creationId="{2AF78887-BD1A-4FD9-BC7D-41573E7859CC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1" creationId="{D4A4AED9-F384-46B3-B1B9-6108B412D7BA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2" creationId="{11F717AB-99CB-49A4-B6E9-8FF079331BC1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3" creationId="{C7208C86-1FB9-4A59-B089-A528C3AE9B96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4" creationId="{87AF0359-CD13-473B-A78A-F3DC0575276E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5" creationId="{DA81C6F4-A3D1-4833-8B63-AC186DFF3875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6" creationId="{C0BEBC94-50BE-4288-AA1A-FAC1EBB500FE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7" creationId="{2B41D6BB-F516-4F8E-90BE-3D61C58791F9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8" creationId="{8CCB0E07-1B57-497B-B766-600B2C3DB72D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39" creationId="{FCBA3C07-24AF-4C95-AF97-00545E93299E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0" creationId="{798C8329-6E12-4997-820E-43A2BCB8B65A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1" creationId="{C0601791-31E4-42EE-BB9E-D81B6201637B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2" creationId="{F49C9D8A-676F-47E9-A7B4-545240EDD01A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3" creationId="{16B8CCFF-FC92-40CC-8442-0FD86E9AF483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4" creationId="{2033BD79-5A6E-434B-8E63-3BAB7ABB95EB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5" creationId="{1017DAA5-1E6D-4135-831B-A3DA5C2F64E4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6" creationId="{152100C9-2ED3-4688-817D-DCBEEE52F147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7" creationId="{56D1DB94-3102-4FAE-8CAA-6CFE07C76FCD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8" creationId="{F96CA7DC-171A-45D3-9F87-20CA23D8E970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49" creationId="{CC84E462-3EDD-4D80-85EF-4F76304FFDE9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50" creationId="{005D3EF8-6F60-462A-92A5-B91FD507C901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51" creationId="{FF973C32-7908-49D1-8883-0F6066CE157C}"/>
          </ac:spMkLst>
        </pc:spChg>
        <pc:spChg chg="add del">
          <ac:chgData name="KwonJoonho" userId="fa141e0c-4849-4deb-8f8c-65d25da6d8db" providerId="ADAL" clId="{249CE2DC-718F-4E68-B122-9C0E318BC0C7}" dt="2020-01-07T16:37:34.462" v="474"/>
          <ac:spMkLst>
            <pc:docMk/>
            <pc:sldMk cId="1194957331" sldId="625"/>
            <ac:spMk id="52" creationId="{46D88E8A-C0DE-4E1B-83B8-F4A751264003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3" creationId="{D401E517-671E-4456-9F58-BC5514CDEDA9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4" creationId="{B5616E90-67C3-4D37-BDAF-0B8787889C08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5" creationId="{0002C20B-AA24-4C7A-9A38-686DB17ED8E0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6" creationId="{7A7CCD4D-93C8-421E-A239-13DE2D02FF17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7" creationId="{6B7B077C-DE30-4F84-8752-EDACB4B92006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8" creationId="{5A9C67EF-196B-4B23-8F53-3625727ACD51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59" creationId="{8254754F-EF2D-4C2A-90C1-6FC2609C60AF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0" creationId="{B1EBDC13-82C5-4D99-B6BA-A79B1D5DFEE2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1" creationId="{8BA8D67A-5560-4218-969F-EEE42E0820EC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2" creationId="{DE8E297D-0656-45DF-9A96-7E1D4D8AFEA7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3" creationId="{FBAC94DA-26FD-49BB-A1EF-2B132265E1D9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4" creationId="{32AAC519-8BE1-46A3-915A-80DBBCA51BF2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5" creationId="{C1950ECB-C5EA-4C69-9BA1-1ECDCD500FEC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6" creationId="{DFCB9FD2-79DA-4EDE-98DF-47DFF85E981C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7" creationId="{C25EBB2C-0EB7-4EB2-9175-910F926A9C14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8" creationId="{7A9C4982-3EC0-4681-8BE5-F53E0C477ADE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69" creationId="{C9527D40-675A-45EB-8660-62804169A492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0" creationId="{4BCA1C6B-E871-46AC-AA6D-446DF9134799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1" creationId="{545FC276-ADE8-42EE-B19C-A7513688E68C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2" creationId="{356C2DD2-0339-46DB-BD56-0C1FAD7CE6AE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3" creationId="{C25F652A-1E16-43BB-A928-F61E666AC9B6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4" creationId="{CAE3ABBF-3500-4084-86FF-489FABB92238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5" creationId="{4468BA5F-0A3B-44D8-B9A3-EC617F8C9814}"/>
          </ac:spMkLst>
        </pc:spChg>
        <pc:spChg chg="add">
          <ac:chgData name="KwonJoonho" userId="fa141e0c-4849-4deb-8f8c-65d25da6d8db" providerId="ADAL" clId="{249CE2DC-718F-4E68-B122-9C0E318BC0C7}" dt="2020-01-07T16:37:34.470" v="475"/>
          <ac:spMkLst>
            <pc:docMk/>
            <pc:sldMk cId="1194957331" sldId="625"/>
            <ac:spMk id="76" creationId="{95AD5E4A-7EC0-4A04-86ED-80FC325EADCA}"/>
          </ac:spMkLst>
        </pc:spChg>
      </pc:sldChg>
      <pc:sldChg chg="modSp add">
        <pc:chgData name="KwonJoonho" userId="fa141e0c-4849-4deb-8f8c-65d25da6d8db" providerId="ADAL" clId="{249CE2DC-718F-4E68-B122-9C0E318BC0C7}" dt="2020-01-07T16:38:07.624" v="478" actId="108"/>
        <pc:sldMkLst>
          <pc:docMk/>
          <pc:sldMk cId="3717708882" sldId="626"/>
        </pc:sldMkLst>
        <pc:spChg chg="mod">
          <ac:chgData name="KwonJoonho" userId="fa141e0c-4849-4deb-8f8c-65d25da6d8db" providerId="ADAL" clId="{249CE2DC-718F-4E68-B122-9C0E318BC0C7}" dt="2020-01-07T16:38:07.624" v="478" actId="108"/>
          <ac:spMkLst>
            <pc:docMk/>
            <pc:sldMk cId="3717708882" sldId="626"/>
            <ac:spMk id="2" creationId="{B3FA8B4E-4542-4AE5-82BE-97FDC25D0A4C}"/>
          </ac:spMkLst>
        </pc:spChg>
      </pc:sldChg>
    </pc:docChg>
  </pc:docChgLst>
  <pc:docChgLst>
    <pc:chgData name="KwonJoonho" userId="fa141e0c-4849-4deb-8f8c-65d25da6d8db" providerId="ADAL" clId="{8A7737AF-E425-48F2-BBC7-88CD3C37B0FB}"/>
    <pc:docChg chg="undo custSel addSld delSld modSld sldOrd">
      <pc:chgData name="KwonJoonho" userId="fa141e0c-4849-4deb-8f8c-65d25da6d8db" providerId="ADAL" clId="{8A7737AF-E425-48F2-BBC7-88CD3C37B0FB}" dt="2020-03-06T15:54:25.075" v="4996" actId="47"/>
      <pc:docMkLst>
        <pc:docMk/>
      </pc:docMkLst>
      <pc:sldChg chg="del">
        <pc:chgData name="KwonJoonho" userId="fa141e0c-4849-4deb-8f8c-65d25da6d8db" providerId="ADAL" clId="{8A7737AF-E425-48F2-BBC7-88CD3C37B0FB}" dt="2020-03-06T15:54:17.309" v="4994" actId="47"/>
        <pc:sldMkLst>
          <pc:docMk/>
          <pc:sldMk cId="3803719304" sldId="687"/>
        </pc:sldMkLst>
      </pc:sldChg>
      <pc:sldChg chg="modSp mod ord">
        <pc:chgData name="KwonJoonho" userId="fa141e0c-4849-4deb-8f8c-65d25da6d8db" providerId="ADAL" clId="{8A7737AF-E425-48F2-BBC7-88CD3C37B0FB}" dt="2020-03-06T12:51:41.477" v="1218"/>
        <pc:sldMkLst>
          <pc:docMk/>
          <pc:sldMk cId="2836072537" sldId="690"/>
        </pc:sldMkLst>
        <pc:spChg chg="mod">
          <ac:chgData name="KwonJoonho" userId="fa141e0c-4849-4deb-8f8c-65d25da6d8db" providerId="ADAL" clId="{8A7737AF-E425-48F2-BBC7-88CD3C37B0FB}" dt="2020-03-06T12:51:41.477" v="1218"/>
          <ac:spMkLst>
            <pc:docMk/>
            <pc:sldMk cId="2836072537" sldId="690"/>
            <ac:spMk id="2" creationId="{5FC4417E-8FB8-4CA2-A9D9-1BF6BC1B2E49}"/>
          </ac:spMkLst>
        </pc:spChg>
        <pc:spChg chg="mod">
          <ac:chgData name="KwonJoonho" userId="fa141e0c-4849-4deb-8f8c-65d25da6d8db" providerId="ADAL" clId="{8A7737AF-E425-48F2-BBC7-88CD3C37B0FB}" dt="2020-03-06T12:50:15.943" v="1212" actId="20577"/>
          <ac:spMkLst>
            <pc:docMk/>
            <pc:sldMk cId="2836072537" sldId="690"/>
            <ac:spMk id="3" creationId="{1C794DC3-CE8D-4F14-A4E3-C90CE95F44B7}"/>
          </ac:spMkLst>
        </pc:spChg>
      </pc:sldChg>
      <pc:sldChg chg="addSp delSp modSp mod modAnim">
        <pc:chgData name="KwonJoonho" userId="fa141e0c-4849-4deb-8f8c-65d25da6d8db" providerId="ADAL" clId="{8A7737AF-E425-48F2-BBC7-88CD3C37B0FB}" dt="2020-03-06T12:12:38.896" v="437" actId="14100"/>
        <pc:sldMkLst>
          <pc:docMk/>
          <pc:sldMk cId="3437542016" sldId="705"/>
        </pc:sldMkLst>
        <pc:spChg chg="mod topLvl">
          <ac:chgData name="KwonJoonho" userId="fa141e0c-4849-4deb-8f8c-65d25da6d8db" providerId="ADAL" clId="{8A7737AF-E425-48F2-BBC7-88CD3C37B0FB}" dt="2020-03-06T11:56:35.575" v="88" actId="164"/>
          <ac:spMkLst>
            <pc:docMk/>
            <pc:sldMk cId="3437542016" sldId="705"/>
            <ac:spMk id="27" creationId="{15355134-F05D-438C-ACC2-04394BAA9359}"/>
          </ac:spMkLst>
        </pc:spChg>
        <pc:spChg chg="mod topLvl">
          <ac:chgData name="KwonJoonho" userId="fa141e0c-4849-4deb-8f8c-65d25da6d8db" providerId="ADAL" clId="{8A7737AF-E425-48F2-BBC7-88CD3C37B0FB}" dt="2020-03-06T11:56:35.575" v="88" actId="164"/>
          <ac:spMkLst>
            <pc:docMk/>
            <pc:sldMk cId="3437542016" sldId="705"/>
            <ac:spMk id="28" creationId="{548B4FFE-C1D8-45C3-B036-5FBF75CD2B4F}"/>
          </ac:spMkLst>
        </pc:spChg>
        <pc:spChg chg="mod topLvl">
          <ac:chgData name="KwonJoonho" userId="fa141e0c-4849-4deb-8f8c-65d25da6d8db" providerId="ADAL" clId="{8A7737AF-E425-48F2-BBC7-88CD3C37B0FB}" dt="2020-03-06T11:58:13.821" v="100" actId="207"/>
          <ac:spMkLst>
            <pc:docMk/>
            <pc:sldMk cId="3437542016" sldId="705"/>
            <ac:spMk id="29" creationId="{B69BC6A3-6668-4B7C-94C3-436D03E26F70}"/>
          </ac:spMkLst>
        </pc:spChg>
        <pc:spChg chg="mod topLvl">
          <ac:chgData name="KwonJoonho" userId="fa141e0c-4849-4deb-8f8c-65d25da6d8db" providerId="ADAL" clId="{8A7737AF-E425-48F2-BBC7-88CD3C37B0FB}" dt="2020-03-06T11:58:21.853" v="101" actId="207"/>
          <ac:spMkLst>
            <pc:docMk/>
            <pc:sldMk cId="3437542016" sldId="705"/>
            <ac:spMk id="30" creationId="{3BDA7A4E-6431-450C-9E15-D6546317E02F}"/>
          </ac:spMkLst>
        </pc:spChg>
        <pc:spChg chg="mod topLvl">
          <ac:chgData name="KwonJoonho" userId="fa141e0c-4849-4deb-8f8c-65d25da6d8db" providerId="ADAL" clId="{8A7737AF-E425-48F2-BBC7-88CD3C37B0FB}" dt="2020-03-06T11:56:35.575" v="88" actId="164"/>
          <ac:spMkLst>
            <pc:docMk/>
            <pc:sldMk cId="3437542016" sldId="705"/>
            <ac:spMk id="31" creationId="{E5CFC457-9803-428F-ABC1-0498D9CED5AD}"/>
          </ac:spMkLst>
        </pc:spChg>
        <pc:spChg chg="add del mod">
          <ac:chgData name="KwonJoonho" userId="fa141e0c-4849-4deb-8f8c-65d25da6d8db" providerId="ADAL" clId="{8A7737AF-E425-48F2-BBC7-88CD3C37B0FB}" dt="2020-03-06T11:53:29.171" v="27"/>
          <ac:spMkLst>
            <pc:docMk/>
            <pc:sldMk cId="3437542016" sldId="705"/>
            <ac:spMk id="45" creationId="{E86754C4-18EE-453F-876B-ED7338890A80}"/>
          </ac:spMkLst>
        </pc:spChg>
        <pc:spChg chg="mod">
          <ac:chgData name="KwonJoonho" userId="fa141e0c-4849-4deb-8f8c-65d25da6d8db" providerId="ADAL" clId="{8A7737AF-E425-48F2-BBC7-88CD3C37B0FB}" dt="2020-03-06T11:57:36.180" v="96" actId="164"/>
          <ac:spMkLst>
            <pc:docMk/>
            <pc:sldMk cId="3437542016" sldId="705"/>
            <ac:spMk id="46" creationId="{D7F725F8-0ED9-4099-B169-11A7BE160A90}"/>
          </ac:spMkLst>
        </pc:spChg>
        <pc:spChg chg="mod">
          <ac:chgData name="KwonJoonho" userId="fa141e0c-4849-4deb-8f8c-65d25da6d8db" providerId="ADAL" clId="{8A7737AF-E425-48F2-BBC7-88CD3C37B0FB}" dt="2020-03-06T11:57:36.180" v="96" actId="164"/>
          <ac:spMkLst>
            <pc:docMk/>
            <pc:sldMk cId="3437542016" sldId="705"/>
            <ac:spMk id="47" creationId="{4CA1D17B-8C62-4700-870D-70924AD95D55}"/>
          </ac:spMkLst>
        </pc:spChg>
        <pc:spChg chg="mod">
          <ac:chgData name="KwonJoonho" userId="fa141e0c-4849-4deb-8f8c-65d25da6d8db" providerId="ADAL" clId="{8A7737AF-E425-48F2-BBC7-88CD3C37B0FB}" dt="2020-03-06T11:58:32.729" v="103" actId="207"/>
          <ac:spMkLst>
            <pc:docMk/>
            <pc:sldMk cId="3437542016" sldId="705"/>
            <ac:spMk id="48" creationId="{13B342A7-E903-4F1C-9052-CBEF7A81A2FA}"/>
          </ac:spMkLst>
        </pc:spChg>
        <pc:spChg chg="mod">
          <ac:chgData name="KwonJoonho" userId="fa141e0c-4849-4deb-8f8c-65d25da6d8db" providerId="ADAL" clId="{8A7737AF-E425-48F2-BBC7-88CD3C37B0FB}" dt="2020-03-06T11:58:25.948" v="102" actId="207"/>
          <ac:spMkLst>
            <pc:docMk/>
            <pc:sldMk cId="3437542016" sldId="705"/>
            <ac:spMk id="49" creationId="{13684CE3-9B1D-42B9-8A37-CC060DFA6C2B}"/>
          </ac:spMkLst>
        </pc:spChg>
        <pc:spChg chg="mod">
          <ac:chgData name="KwonJoonho" userId="fa141e0c-4849-4deb-8f8c-65d25da6d8db" providerId="ADAL" clId="{8A7737AF-E425-48F2-BBC7-88CD3C37B0FB}" dt="2020-03-06T11:57:36.180" v="96" actId="164"/>
          <ac:spMkLst>
            <pc:docMk/>
            <pc:sldMk cId="3437542016" sldId="705"/>
            <ac:spMk id="50" creationId="{A1945261-969F-477D-AAC5-B2157FBC6247}"/>
          </ac:spMkLst>
        </pc:spChg>
        <pc:spChg chg="add mod">
          <ac:chgData name="KwonJoonho" userId="fa141e0c-4849-4deb-8f8c-65d25da6d8db" providerId="ADAL" clId="{8A7737AF-E425-48F2-BBC7-88CD3C37B0FB}" dt="2020-03-06T11:58:13.821" v="100" actId="207"/>
          <ac:spMkLst>
            <pc:docMk/>
            <pc:sldMk cId="3437542016" sldId="705"/>
            <ac:spMk id="63" creationId="{0AED9EDA-B2B2-4744-8AA6-BC0036106B93}"/>
          </ac:spMkLst>
        </pc:spChg>
        <pc:spChg chg="add mod">
          <ac:chgData name="KwonJoonho" userId="fa141e0c-4849-4deb-8f8c-65d25da6d8db" providerId="ADAL" clId="{8A7737AF-E425-48F2-BBC7-88CD3C37B0FB}" dt="2020-03-06T11:58:21.853" v="101" actId="207"/>
          <ac:spMkLst>
            <pc:docMk/>
            <pc:sldMk cId="3437542016" sldId="705"/>
            <ac:spMk id="64" creationId="{117FF794-60D1-46B0-838C-BF65A626F02C}"/>
          </ac:spMkLst>
        </pc:spChg>
        <pc:spChg chg="add mod">
          <ac:chgData name="KwonJoonho" userId="fa141e0c-4849-4deb-8f8c-65d25da6d8db" providerId="ADAL" clId="{8A7737AF-E425-48F2-BBC7-88CD3C37B0FB}" dt="2020-03-06T12:12:31.297" v="436" actId="1076"/>
          <ac:spMkLst>
            <pc:docMk/>
            <pc:sldMk cId="3437542016" sldId="705"/>
            <ac:spMk id="65" creationId="{F4CD31C5-B858-4AA3-A583-97FDADD28CD2}"/>
          </ac:spMkLst>
        </pc:spChg>
        <pc:spChg chg="add mod">
          <ac:chgData name="KwonJoonho" userId="fa141e0c-4849-4deb-8f8c-65d25da6d8db" providerId="ADAL" clId="{8A7737AF-E425-48F2-BBC7-88CD3C37B0FB}" dt="2020-03-06T12:12:38.896" v="437" actId="14100"/>
          <ac:spMkLst>
            <pc:docMk/>
            <pc:sldMk cId="3437542016" sldId="705"/>
            <ac:spMk id="66" creationId="{A84CEC12-2F35-4674-A73E-77F7604B5BEB}"/>
          </ac:spMkLst>
        </pc:spChg>
        <pc:grpChg chg="add mod">
          <ac:chgData name="KwonJoonho" userId="fa141e0c-4849-4deb-8f8c-65d25da6d8db" providerId="ADAL" clId="{8A7737AF-E425-48F2-BBC7-88CD3C37B0FB}" dt="2020-03-06T11:56:35.575" v="88" actId="164"/>
          <ac:grpSpMkLst>
            <pc:docMk/>
            <pc:sldMk cId="3437542016" sldId="705"/>
            <ac:grpSpMk id="6" creationId="{89667A9D-1EEF-426F-89EA-EE60E01156AE}"/>
          </ac:grpSpMkLst>
        </pc:grpChg>
        <pc:grpChg chg="add mod">
          <ac:chgData name="KwonJoonho" userId="fa141e0c-4849-4deb-8f8c-65d25da6d8db" providerId="ADAL" clId="{8A7737AF-E425-48F2-BBC7-88CD3C37B0FB}" dt="2020-03-06T11:57:36.180" v="96" actId="164"/>
          <ac:grpSpMkLst>
            <pc:docMk/>
            <pc:sldMk cId="3437542016" sldId="705"/>
            <ac:grpSpMk id="7" creationId="{4D9722E3-C8A2-40AB-98D8-39A0F1AAA593}"/>
          </ac:grpSpMkLst>
        </pc:grpChg>
        <pc:grpChg chg="mod topLvl">
          <ac:chgData name="KwonJoonho" userId="fa141e0c-4849-4deb-8f8c-65d25da6d8db" providerId="ADAL" clId="{8A7737AF-E425-48F2-BBC7-88CD3C37B0FB}" dt="2020-03-06T11:56:35.575" v="88" actId="164"/>
          <ac:grpSpMkLst>
            <pc:docMk/>
            <pc:sldMk cId="3437542016" sldId="705"/>
            <ac:grpSpMk id="32" creationId="{5799C807-80EE-4EFB-A613-8034B4716806}"/>
          </ac:grpSpMkLst>
        </pc:grpChg>
        <pc:grpChg chg="del mod">
          <ac:chgData name="KwonJoonho" userId="fa141e0c-4849-4deb-8f8c-65d25da6d8db" providerId="ADAL" clId="{8A7737AF-E425-48F2-BBC7-88CD3C37B0FB}" dt="2020-03-06T11:56:29.731" v="87" actId="165"/>
          <ac:grpSpMkLst>
            <pc:docMk/>
            <pc:sldMk cId="3437542016" sldId="705"/>
            <ac:grpSpMk id="44" creationId="{11F81A5B-3C8F-4BE0-B49C-243217CC54C8}"/>
          </ac:grpSpMkLst>
        </pc:grpChg>
        <pc:grpChg chg="mod">
          <ac:chgData name="KwonJoonho" userId="fa141e0c-4849-4deb-8f8c-65d25da6d8db" providerId="ADAL" clId="{8A7737AF-E425-48F2-BBC7-88CD3C37B0FB}" dt="2020-03-06T11:57:36.180" v="96" actId="164"/>
          <ac:grpSpMkLst>
            <pc:docMk/>
            <pc:sldMk cId="3437542016" sldId="705"/>
            <ac:grpSpMk id="51" creationId="{AEA49C52-7DB3-4498-A01B-E19ED8F119F6}"/>
          </ac:grpSpMkLst>
        </pc:grpChg>
        <pc:cxnChg chg="mod ord">
          <ac:chgData name="KwonJoonho" userId="fa141e0c-4849-4deb-8f8c-65d25da6d8db" providerId="ADAL" clId="{8A7737AF-E425-48F2-BBC7-88CD3C37B0FB}" dt="2020-03-06T11:57:36.180" v="96" actId="164"/>
          <ac:cxnSpMkLst>
            <pc:docMk/>
            <pc:sldMk cId="3437542016" sldId="705"/>
            <ac:cxnSpMk id="71" creationId="{E3E98A27-0C8F-4B94-A410-9990DCC77B38}"/>
          </ac:cxnSpMkLst>
        </pc:cxnChg>
      </pc:sldChg>
      <pc:sldChg chg="modSp">
        <pc:chgData name="KwonJoonho" userId="fa141e0c-4849-4deb-8f8c-65d25da6d8db" providerId="ADAL" clId="{8A7737AF-E425-48F2-BBC7-88CD3C37B0FB}" dt="2020-03-06T11:47:05.911" v="0" actId="207"/>
        <pc:sldMkLst>
          <pc:docMk/>
          <pc:sldMk cId="1967977138" sldId="706"/>
        </pc:sldMkLst>
        <pc:spChg chg="mod">
          <ac:chgData name="KwonJoonho" userId="fa141e0c-4849-4deb-8f8c-65d25da6d8db" providerId="ADAL" clId="{8A7737AF-E425-48F2-BBC7-88CD3C37B0FB}" dt="2020-03-06T11:47:05.911" v="0" actId="207"/>
          <ac:spMkLst>
            <pc:docMk/>
            <pc:sldMk cId="1967977138" sldId="706"/>
            <ac:spMk id="73" creationId="{7B300549-9861-4F4B-9070-DE98F9E34D31}"/>
          </ac:spMkLst>
        </pc:spChg>
        <pc:spChg chg="mod">
          <ac:chgData name="KwonJoonho" userId="fa141e0c-4849-4deb-8f8c-65d25da6d8db" providerId="ADAL" clId="{8A7737AF-E425-48F2-BBC7-88CD3C37B0FB}" dt="2020-03-06T11:47:05.911" v="0" actId="207"/>
          <ac:spMkLst>
            <pc:docMk/>
            <pc:sldMk cId="1967977138" sldId="706"/>
            <ac:spMk id="74" creationId="{2CC1F1A5-1EB2-4ACF-9929-DEBE50605172}"/>
          </ac:spMkLst>
        </pc:spChg>
      </pc:sldChg>
      <pc:sldChg chg="add del">
        <pc:chgData name="KwonJoonho" userId="fa141e0c-4849-4deb-8f8c-65d25da6d8db" providerId="ADAL" clId="{8A7737AF-E425-48F2-BBC7-88CD3C37B0FB}" dt="2020-03-06T15:54:25.075" v="4996" actId="47"/>
        <pc:sldMkLst>
          <pc:docMk/>
          <pc:sldMk cId="1371196390" sldId="707"/>
        </pc:sldMkLst>
      </pc:sldChg>
      <pc:sldChg chg="del">
        <pc:chgData name="KwonJoonho" userId="fa141e0c-4849-4deb-8f8c-65d25da6d8db" providerId="ADAL" clId="{8A7737AF-E425-48F2-BBC7-88CD3C37B0FB}" dt="2020-03-06T12:48:05.405" v="1185" actId="2696"/>
        <pc:sldMkLst>
          <pc:docMk/>
          <pc:sldMk cId="4225057894" sldId="707"/>
        </pc:sldMkLst>
      </pc:sldChg>
      <pc:sldChg chg="del">
        <pc:chgData name="KwonJoonho" userId="fa141e0c-4849-4deb-8f8c-65d25da6d8db" providerId="ADAL" clId="{8A7737AF-E425-48F2-BBC7-88CD3C37B0FB}" dt="2020-03-06T15:54:18.762" v="4995" actId="47"/>
        <pc:sldMkLst>
          <pc:docMk/>
          <pc:sldMk cId="2538030030" sldId="708"/>
        </pc:sldMkLst>
      </pc:sldChg>
      <pc:sldChg chg="addSp delSp modSp add mod modAnim">
        <pc:chgData name="KwonJoonho" userId="fa141e0c-4849-4deb-8f8c-65d25da6d8db" providerId="ADAL" clId="{8A7737AF-E425-48F2-BBC7-88CD3C37B0FB}" dt="2020-03-06T12:47:37.431" v="1158" actId="6549"/>
        <pc:sldMkLst>
          <pc:docMk/>
          <pc:sldMk cId="2834517018" sldId="709"/>
        </pc:sldMkLst>
        <pc:spChg chg="mod">
          <ac:chgData name="KwonJoonho" userId="fa141e0c-4849-4deb-8f8c-65d25da6d8db" providerId="ADAL" clId="{8A7737AF-E425-48F2-BBC7-88CD3C37B0FB}" dt="2020-03-06T12:06:00.555" v="317" actId="15"/>
          <ac:spMkLst>
            <pc:docMk/>
            <pc:sldMk cId="2834517018" sldId="709"/>
            <ac:spMk id="2" creationId="{84F25BCA-545B-4941-863B-63E7D7194349}"/>
          </ac:spMkLst>
        </pc:spChg>
        <pc:spChg chg="mod">
          <ac:chgData name="KwonJoonho" userId="fa141e0c-4849-4deb-8f8c-65d25da6d8db" providerId="ADAL" clId="{8A7737AF-E425-48F2-BBC7-88CD3C37B0FB}" dt="2020-03-06T12:47:37.431" v="1158" actId="6549"/>
          <ac:spMkLst>
            <pc:docMk/>
            <pc:sldMk cId="2834517018" sldId="709"/>
            <ac:spMk id="3" creationId="{7BE8A4F9-9A44-46F5-86AA-49C8ABF4D6D6}"/>
          </ac:spMkLst>
        </pc:spChg>
        <pc:spChg chg="mod topLvl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6" creationId="{63D1FAEF-6745-4673-841B-B028A53BF317}"/>
          </ac:spMkLst>
        </pc:spChg>
        <pc:spChg chg="mod topLvl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7" creationId="{01060E26-2928-4D8A-A41F-A1C0B433BC5B}"/>
          </ac:spMkLst>
        </pc:spChg>
        <pc:spChg chg="mod topLvl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8" creationId="{0A652BDC-4746-48CA-8289-F938C83867B9}"/>
          </ac:spMkLst>
        </pc:spChg>
        <pc:spChg chg="mod topLvl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9" creationId="{2E752D14-DEB5-4FEF-9E24-879593DEFDE3}"/>
          </ac:spMkLst>
        </pc:spChg>
        <pc:spChg chg="mod topLvl">
          <ac:chgData name="KwonJoonho" userId="fa141e0c-4849-4deb-8f8c-65d25da6d8db" providerId="ADAL" clId="{8A7737AF-E425-48F2-BBC7-88CD3C37B0FB}" dt="2020-03-06T12:02:24.902" v="237" actId="1076"/>
          <ac:spMkLst>
            <pc:docMk/>
            <pc:sldMk cId="2834517018" sldId="709"/>
            <ac:spMk id="10" creationId="{2786B602-867C-4862-BDF1-80030EB95E96}"/>
          </ac:spMkLst>
        </pc:spChg>
        <pc:spChg chg="del">
          <ac:chgData name="KwonJoonho" userId="fa141e0c-4849-4deb-8f8c-65d25da6d8db" providerId="ADAL" clId="{8A7737AF-E425-48F2-BBC7-88CD3C37B0FB}" dt="2020-03-06T11:58:52.904" v="106" actId="478"/>
          <ac:spMkLst>
            <pc:docMk/>
            <pc:sldMk cId="2834517018" sldId="709"/>
            <ac:spMk id="12" creationId="{865C8570-20C6-4B6F-9671-1577535C6FA1}"/>
          </ac:spMkLst>
        </pc:spChg>
        <pc:spChg chg="del">
          <ac:chgData name="KwonJoonho" userId="fa141e0c-4849-4deb-8f8c-65d25da6d8db" providerId="ADAL" clId="{8A7737AF-E425-48F2-BBC7-88CD3C37B0FB}" dt="2020-03-06T11:58:56.733" v="107" actId="478"/>
          <ac:spMkLst>
            <pc:docMk/>
            <pc:sldMk cId="2834517018" sldId="709"/>
            <ac:spMk id="13" creationId="{4782B701-26F4-4A44-9A19-1B8F874AAFCD}"/>
          </ac:spMkLst>
        </pc:spChg>
        <pc:spChg chg="add mod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25" creationId="{00F423E5-6774-44F3-A288-35AEC0FD51BB}"/>
          </ac:spMkLst>
        </pc:spChg>
        <pc:spChg chg="add del mod">
          <ac:chgData name="KwonJoonho" userId="fa141e0c-4849-4deb-8f8c-65d25da6d8db" providerId="ADAL" clId="{8A7737AF-E425-48F2-BBC7-88CD3C37B0FB}" dt="2020-03-06T12:01:28.956" v="225" actId="478"/>
          <ac:spMkLst>
            <pc:docMk/>
            <pc:sldMk cId="2834517018" sldId="709"/>
            <ac:spMk id="26" creationId="{E4E255E6-A63C-4802-982C-D1A95385E05C}"/>
          </ac:spMkLst>
        </pc:spChg>
        <pc:spChg chg="add mod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27" creationId="{569FB0F6-38FD-496E-8C68-D94B7C62C0A7}"/>
          </ac:spMkLst>
        </pc:spChg>
        <pc:spChg chg="add mod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28" creationId="{4225E7FF-805A-44DD-A110-5C47F34A73C8}"/>
          </ac:spMkLst>
        </pc:spChg>
        <pc:spChg chg="add mod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29" creationId="{119AB20C-298D-47CA-AB50-4F58DD178895}"/>
          </ac:spMkLst>
        </pc:spChg>
        <pc:spChg chg="add mod">
          <ac:chgData name="KwonJoonho" userId="fa141e0c-4849-4deb-8f8c-65d25da6d8db" providerId="ADAL" clId="{8A7737AF-E425-48F2-BBC7-88CD3C37B0FB}" dt="2020-03-06T12:02:20.922" v="236" actId="164"/>
          <ac:spMkLst>
            <pc:docMk/>
            <pc:sldMk cId="2834517018" sldId="709"/>
            <ac:spMk id="30" creationId="{B8AC3F2D-0278-4618-A48B-25B14A71013C}"/>
          </ac:spMkLst>
        </pc:spChg>
        <pc:spChg chg="add mod">
          <ac:chgData name="KwonJoonho" userId="fa141e0c-4849-4deb-8f8c-65d25da6d8db" providerId="ADAL" clId="{8A7737AF-E425-48F2-BBC7-88CD3C37B0FB}" dt="2020-03-06T12:07:44.917" v="345" actId="207"/>
          <ac:spMkLst>
            <pc:docMk/>
            <pc:sldMk cId="2834517018" sldId="709"/>
            <ac:spMk id="32" creationId="{405CEFC7-D202-49B3-BB1E-41E3DF1D507F}"/>
          </ac:spMkLst>
        </pc:spChg>
        <pc:grpChg chg="add del mod">
          <ac:chgData name="KwonJoonho" userId="fa141e0c-4849-4deb-8f8c-65d25da6d8db" providerId="ADAL" clId="{8A7737AF-E425-48F2-BBC7-88CD3C37B0FB}" dt="2020-03-06T12:01:55.145" v="233" actId="165"/>
          <ac:grpSpMkLst>
            <pc:docMk/>
            <pc:sldMk cId="2834517018" sldId="709"/>
            <ac:grpSpMk id="5" creationId="{5EEA4F1F-5ADF-4C7E-B311-926785A0DE07}"/>
          </ac:grpSpMkLst>
        </pc:grpChg>
        <pc:grpChg chg="del mod topLvl">
          <ac:chgData name="KwonJoonho" userId="fa141e0c-4849-4deb-8f8c-65d25da6d8db" providerId="ADAL" clId="{8A7737AF-E425-48F2-BBC7-88CD3C37B0FB}" dt="2020-03-06T12:02:00.411" v="234" actId="478"/>
          <ac:grpSpMkLst>
            <pc:docMk/>
            <pc:sldMk cId="2834517018" sldId="709"/>
            <ac:grpSpMk id="11" creationId="{16015779-316A-4B21-B7EB-886B88D500ED}"/>
          </ac:grpSpMkLst>
        </pc:grpChg>
        <pc:grpChg chg="mod">
          <ac:chgData name="KwonJoonho" userId="fa141e0c-4849-4deb-8f8c-65d25da6d8db" providerId="ADAL" clId="{8A7737AF-E425-48F2-BBC7-88CD3C37B0FB}" dt="2020-03-06T12:01:22.073" v="215" actId="1076"/>
          <ac:grpSpMkLst>
            <pc:docMk/>
            <pc:sldMk cId="2834517018" sldId="709"/>
            <ac:grpSpMk id="14" creationId="{355DF955-CC47-446F-908F-544608DB23DE}"/>
          </ac:grpSpMkLst>
        </pc:grpChg>
        <pc:grpChg chg="mod">
          <ac:chgData name="KwonJoonho" userId="fa141e0c-4849-4deb-8f8c-65d25da6d8db" providerId="ADAL" clId="{8A7737AF-E425-48F2-BBC7-88CD3C37B0FB}" dt="2020-03-06T12:01:22.073" v="215" actId="1076"/>
          <ac:grpSpMkLst>
            <pc:docMk/>
            <pc:sldMk cId="2834517018" sldId="709"/>
            <ac:grpSpMk id="22" creationId="{4E6D9DEE-0960-4414-8BE7-0210BBE96CD8}"/>
          </ac:grpSpMkLst>
        </pc:grpChg>
        <pc:grpChg chg="add mod">
          <ac:chgData name="KwonJoonho" userId="fa141e0c-4849-4deb-8f8c-65d25da6d8db" providerId="ADAL" clId="{8A7737AF-E425-48F2-BBC7-88CD3C37B0FB}" dt="2020-03-06T12:02:39.562" v="245" actId="1076"/>
          <ac:grpSpMkLst>
            <pc:docMk/>
            <pc:sldMk cId="2834517018" sldId="709"/>
            <ac:grpSpMk id="31" creationId="{54E72FFA-D806-4D57-8FD0-CEDB94C6F414}"/>
          </ac:grpSpMkLst>
        </pc:grpChg>
        <pc:grpChg chg="add mod">
          <ac:chgData name="KwonJoonho" userId="fa141e0c-4849-4deb-8f8c-65d25da6d8db" providerId="ADAL" clId="{8A7737AF-E425-48F2-BBC7-88CD3C37B0FB}" dt="2020-03-06T12:04:37.951" v="305" actId="164"/>
          <ac:grpSpMkLst>
            <pc:docMk/>
            <pc:sldMk cId="2834517018" sldId="709"/>
            <ac:grpSpMk id="38" creationId="{051E16F4-64BF-4115-A867-90CAFDD9A80D}"/>
          </ac:grpSpMkLst>
        </pc:grpChg>
        <pc:cxnChg chg="add mod">
          <ac:chgData name="KwonJoonho" userId="fa141e0c-4849-4deb-8f8c-65d25da6d8db" providerId="ADAL" clId="{8A7737AF-E425-48F2-BBC7-88CD3C37B0FB}" dt="2020-03-06T12:07:17.977" v="343" actId="14100"/>
          <ac:cxnSpMkLst>
            <pc:docMk/>
            <pc:sldMk cId="2834517018" sldId="709"/>
            <ac:cxnSpMk id="34" creationId="{89F7ED4B-8C5E-4318-8428-5C4D3186C9B1}"/>
          </ac:cxnSpMkLst>
        </pc:cxnChg>
        <pc:cxnChg chg="add mod">
          <ac:chgData name="KwonJoonho" userId="fa141e0c-4849-4deb-8f8c-65d25da6d8db" providerId="ADAL" clId="{8A7737AF-E425-48F2-BBC7-88CD3C37B0FB}" dt="2020-03-06T12:07:17.977" v="343" actId="14100"/>
          <ac:cxnSpMkLst>
            <pc:docMk/>
            <pc:sldMk cId="2834517018" sldId="709"/>
            <ac:cxnSpMk id="35" creationId="{85489AF6-27A5-490B-9005-DFE935182455}"/>
          </ac:cxnSpMkLst>
        </pc:cxnChg>
      </pc:sldChg>
      <pc:sldChg chg="addSp delSp modSp add mod">
        <pc:chgData name="KwonJoonho" userId="fa141e0c-4849-4deb-8f8c-65d25da6d8db" providerId="ADAL" clId="{8A7737AF-E425-48F2-BBC7-88CD3C37B0FB}" dt="2020-03-06T12:47:55.967" v="1182" actId="20577"/>
        <pc:sldMkLst>
          <pc:docMk/>
          <pc:sldMk cId="3008280311" sldId="710"/>
        </pc:sldMkLst>
        <pc:spChg chg="mod">
          <ac:chgData name="KwonJoonho" userId="fa141e0c-4849-4deb-8f8c-65d25da6d8db" providerId="ADAL" clId="{8A7737AF-E425-48F2-BBC7-88CD3C37B0FB}" dt="2020-03-06T12:45:50.914" v="1123" actId="20577"/>
          <ac:spMkLst>
            <pc:docMk/>
            <pc:sldMk cId="3008280311" sldId="710"/>
            <ac:spMk id="2" creationId="{C1BD0F5B-F313-48DD-8817-237640EE1427}"/>
          </ac:spMkLst>
        </pc:spChg>
        <pc:spChg chg="mod">
          <ac:chgData name="KwonJoonho" userId="fa141e0c-4849-4deb-8f8c-65d25da6d8db" providerId="ADAL" clId="{8A7737AF-E425-48F2-BBC7-88CD3C37B0FB}" dt="2020-03-06T12:47:55.967" v="1182" actId="20577"/>
          <ac:spMkLst>
            <pc:docMk/>
            <pc:sldMk cId="3008280311" sldId="710"/>
            <ac:spMk id="3" creationId="{18DE2491-4379-40FB-B0A8-BBE62C225967}"/>
          </ac:spMkLst>
        </pc:spChg>
        <pc:grpChg chg="add del">
          <ac:chgData name="KwonJoonho" userId="fa141e0c-4849-4deb-8f8c-65d25da6d8db" providerId="ADAL" clId="{8A7737AF-E425-48F2-BBC7-88CD3C37B0FB}" dt="2020-03-06T12:43:09.551" v="1030" actId="478"/>
          <ac:grpSpMkLst>
            <pc:docMk/>
            <pc:sldMk cId="3008280311" sldId="710"/>
            <ac:grpSpMk id="5" creationId="{7C40C770-12F7-4923-95DB-95979706383B}"/>
          </ac:grpSpMkLst>
        </pc:grpChg>
      </pc:sldChg>
      <pc:sldChg chg="addSp delSp modSp add mod modAnim">
        <pc:chgData name="KwonJoonho" userId="fa141e0c-4849-4deb-8f8c-65d25da6d8db" providerId="ADAL" clId="{8A7737AF-E425-48F2-BBC7-88CD3C37B0FB}" dt="2020-03-06T12:47:46.257" v="1173" actId="20577"/>
        <pc:sldMkLst>
          <pc:docMk/>
          <pc:sldMk cId="578084372" sldId="711"/>
        </pc:sldMkLst>
        <pc:spChg chg="mod">
          <ac:chgData name="KwonJoonho" userId="fa141e0c-4849-4deb-8f8c-65d25da6d8db" providerId="ADAL" clId="{8A7737AF-E425-48F2-BBC7-88CD3C37B0FB}" dt="2020-03-06T12:34:22.583" v="850" actId="20577"/>
          <ac:spMkLst>
            <pc:docMk/>
            <pc:sldMk cId="578084372" sldId="711"/>
            <ac:spMk id="2" creationId="{A8A11044-8280-4064-A50D-FC57427335CE}"/>
          </ac:spMkLst>
        </pc:spChg>
        <pc:spChg chg="mod">
          <ac:chgData name="KwonJoonho" userId="fa141e0c-4849-4deb-8f8c-65d25da6d8db" providerId="ADAL" clId="{8A7737AF-E425-48F2-BBC7-88CD3C37B0FB}" dt="2020-03-06T12:47:46.257" v="1173" actId="20577"/>
          <ac:spMkLst>
            <pc:docMk/>
            <pc:sldMk cId="578084372" sldId="711"/>
            <ac:spMk id="3" creationId="{0DBB091F-A171-4182-87DB-8005683A265A}"/>
          </ac:spMkLst>
        </pc:spChg>
        <pc:spChg chg="mod">
          <ac:chgData name="KwonJoonho" userId="fa141e0c-4849-4deb-8f8c-65d25da6d8db" providerId="ADAL" clId="{8A7737AF-E425-48F2-BBC7-88CD3C37B0FB}" dt="2020-03-06T12:31:59.335" v="738" actId="1036"/>
          <ac:spMkLst>
            <pc:docMk/>
            <pc:sldMk cId="578084372" sldId="711"/>
            <ac:spMk id="6" creationId="{88006D78-B9DC-4ED4-A2A4-F25DC3EF9FCD}"/>
          </ac:spMkLst>
        </pc:spChg>
        <pc:spChg chg="mod">
          <ac:chgData name="KwonJoonho" userId="fa141e0c-4849-4deb-8f8c-65d25da6d8db" providerId="ADAL" clId="{8A7737AF-E425-48F2-BBC7-88CD3C37B0FB}" dt="2020-03-06T12:12:14.038" v="434" actId="1076"/>
          <ac:spMkLst>
            <pc:docMk/>
            <pc:sldMk cId="578084372" sldId="711"/>
            <ac:spMk id="12" creationId="{32E64654-EF85-4BAB-960D-EE07845325D9}"/>
          </ac:spMkLst>
        </pc:spChg>
        <pc:spChg chg="mod">
          <ac:chgData name="KwonJoonho" userId="fa141e0c-4849-4deb-8f8c-65d25da6d8db" providerId="ADAL" clId="{8A7737AF-E425-48F2-BBC7-88CD3C37B0FB}" dt="2020-03-06T12:12:08.897" v="433" actId="1076"/>
          <ac:spMkLst>
            <pc:docMk/>
            <pc:sldMk cId="578084372" sldId="711"/>
            <ac:spMk id="13" creationId="{4ED6C709-7A05-4901-BD2C-08DB9A7D35BC}"/>
          </ac:spMkLst>
        </pc:spChg>
        <pc:spChg chg="add del mod">
          <ac:chgData name="KwonJoonho" userId="fa141e0c-4849-4deb-8f8c-65d25da6d8db" providerId="ADAL" clId="{8A7737AF-E425-48F2-BBC7-88CD3C37B0FB}" dt="2020-03-06T12:32:50.405" v="763" actId="21"/>
          <ac:spMkLst>
            <pc:docMk/>
            <pc:sldMk cId="578084372" sldId="711"/>
            <ac:spMk id="26" creationId="{A467D8F0-F1EA-481A-8FF1-66CAC20107BC}"/>
          </ac:spMkLst>
        </pc:spChg>
        <pc:spChg chg="add del 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28" creationId="{1381C852-BAC1-4547-B9EB-2B399EDA782D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29" creationId="{29445A5C-C2BE-40DF-BE95-6792C5577E09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31" creationId="{9F572E3D-A3CE-4D0B-9A7C-8DB48D5D0138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32" creationId="{3E86DC8B-4E66-40CE-AA4A-8A7D2E02C7D4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33" creationId="{A89C22B7-36C5-4C5A-B40E-D2BAACE2599B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34" creationId="{3DE05D97-B516-4DA2-A53A-722E12108FCD}"/>
          </ac:spMkLst>
        </pc:spChg>
        <pc:spChg chg="mod topLvl">
          <ac:chgData name="KwonJoonho" userId="fa141e0c-4849-4deb-8f8c-65d25da6d8db" providerId="ADAL" clId="{8A7737AF-E425-48F2-BBC7-88CD3C37B0FB}" dt="2020-03-06T12:33:34.994" v="769" actId="164"/>
          <ac:spMkLst>
            <pc:docMk/>
            <pc:sldMk cId="578084372" sldId="711"/>
            <ac:spMk id="35" creationId="{34B836E0-A13D-48B1-8DD7-4AF2373CA47A}"/>
          </ac:spMkLst>
        </pc:spChg>
        <pc:spChg chg="mod">
          <ac:chgData name="KwonJoonho" userId="fa141e0c-4849-4deb-8f8c-65d25da6d8db" providerId="ADAL" clId="{8A7737AF-E425-48F2-BBC7-88CD3C37B0FB}" dt="2020-03-06T12:32:27.211" v="745" actId="20577"/>
          <ac:spMkLst>
            <pc:docMk/>
            <pc:sldMk cId="578084372" sldId="711"/>
            <ac:spMk id="41" creationId="{8B03752A-8999-4209-B7A0-44214502F600}"/>
          </ac:spMkLst>
        </pc:spChg>
        <pc:spChg chg="mod">
          <ac:chgData name="KwonJoonho" userId="fa141e0c-4849-4deb-8f8c-65d25da6d8db" providerId="ADAL" clId="{8A7737AF-E425-48F2-BBC7-88CD3C37B0FB}" dt="2020-03-06T12:33:52.246" v="773" actId="1035"/>
          <ac:spMkLst>
            <pc:docMk/>
            <pc:sldMk cId="578084372" sldId="711"/>
            <ac:spMk id="56" creationId="{FC1AC1D2-A4E5-464A-8252-BD018604D5AF}"/>
          </ac:spMkLst>
        </pc:spChg>
        <pc:spChg chg="mod">
          <ac:chgData name="KwonJoonho" userId="fa141e0c-4849-4deb-8f8c-65d25da6d8db" providerId="ADAL" clId="{8A7737AF-E425-48F2-BBC7-88CD3C37B0FB}" dt="2020-03-06T12:33:55.270" v="774" actId="1035"/>
          <ac:spMkLst>
            <pc:docMk/>
            <pc:sldMk cId="578084372" sldId="711"/>
            <ac:spMk id="57" creationId="{85CB7B28-A6A0-45B7-BA25-2AF0FAE0EEE0}"/>
          </ac:spMkLst>
        </pc:spChg>
        <pc:grpChg chg="add mod">
          <ac:chgData name="KwonJoonho" userId="fa141e0c-4849-4deb-8f8c-65d25da6d8db" providerId="ADAL" clId="{8A7737AF-E425-48F2-BBC7-88CD3C37B0FB}" dt="2020-03-06T12:32:05.402" v="739" actId="1076"/>
          <ac:grpSpMkLst>
            <pc:docMk/>
            <pc:sldMk cId="578084372" sldId="711"/>
            <ac:grpSpMk id="5" creationId="{AC444C74-758D-4DAC-B2DD-D3421207C866}"/>
          </ac:grpSpMkLst>
        </pc:grpChg>
        <pc:grpChg chg="mod">
          <ac:chgData name="KwonJoonho" userId="fa141e0c-4849-4deb-8f8c-65d25da6d8db" providerId="ADAL" clId="{8A7737AF-E425-48F2-BBC7-88CD3C37B0FB}" dt="2020-03-06T12:32:05.402" v="739" actId="1076"/>
          <ac:grpSpMkLst>
            <pc:docMk/>
            <pc:sldMk cId="578084372" sldId="711"/>
            <ac:grpSpMk id="8" creationId="{45C909AB-82D6-40CF-ABA4-A3B6F9AD00AC}"/>
          </ac:grpSpMkLst>
        </pc:grpChg>
        <pc:grpChg chg="mod">
          <ac:chgData name="KwonJoonho" userId="fa141e0c-4849-4deb-8f8c-65d25da6d8db" providerId="ADAL" clId="{8A7737AF-E425-48F2-BBC7-88CD3C37B0FB}" dt="2020-03-06T12:32:05.402" v="739" actId="1076"/>
          <ac:grpSpMkLst>
            <pc:docMk/>
            <pc:sldMk cId="578084372" sldId="711"/>
            <ac:grpSpMk id="15" creationId="{C3287708-DAEA-4F92-B661-291BC19FA4F0}"/>
          </ac:grpSpMkLst>
        </pc:grpChg>
        <pc:grpChg chg="mod">
          <ac:chgData name="KwonJoonho" userId="fa141e0c-4849-4deb-8f8c-65d25da6d8db" providerId="ADAL" clId="{8A7737AF-E425-48F2-BBC7-88CD3C37B0FB}" dt="2020-03-06T12:32:05.402" v="739" actId="1076"/>
          <ac:grpSpMkLst>
            <pc:docMk/>
            <pc:sldMk cId="578084372" sldId="711"/>
            <ac:grpSpMk id="23" creationId="{ECA01B78-8F30-43C6-8361-1B693A1F18CA}"/>
          </ac:grpSpMkLst>
        </pc:grpChg>
        <pc:grpChg chg="add del mod">
          <ac:chgData name="KwonJoonho" userId="fa141e0c-4849-4deb-8f8c-65d25da6d8db" providerId="ADAL" clId="{8A7737AF-E425-48F2-BBC7-88CD3C37B0FB}" dt="2020-03-06T12:32:33.290" v="746" actId="165"/>
          <ac:grpSpMkLst>
            <pc:docMk/>
            <pc:sldMk cId="578084372" sldId="711"/>
            <ac:grpSpMk id="27" creationId="{A9F7EB94-5436-4CD8-8619-1697331AEEDD}"/>
          </ac:grpSpMkLst>
        </pc:grpChg>
        <pc:grpChg chg="mod topLvl">
          <ac:chgData name="KwonJoonho" userId="fa141e0c-4849-4deb-8f8c-65d25da6d8db" providerId="ADAL" clId="{8A7737AF-E425-48F2-BBC7-88CD3C37B0FB}" dt="2020-03-06T12:33:34.994" v="769" actId="164"/>
          <ac:grpSpMkLst>
            <pc:docMk/>
            <pc:sldMk cId="578084372" sldId="711"/>
            <ac:grpSpMk id="30" creationId="{7A964455-D24A-4602-BA11-8D24D341D5F6}"/>
          </ac:grpSpMkLst>
        </pc:grpChg>
        <pc:grpChg chg="mod">
          <ac:chgData name="KwonJoonho" userId="fa141e0c-4849-4deb-8f8c-65d25da6d8db" providerId="ADAL" clId="{8A7737AF-E425-48F2-BBC7-88CD3C37B0FB}" dt="2020-03-06T12:32:13.124" v="742" actId="1076"/>
          <ac:grpSpMkLst>
            <pc:docMk/>
            <pc:sldMk cId="578084372" sldId="711"/>
            <ac:grpSpMk id="37" creationId="{46BC0855-D0E5-41C4-B162-8087FFBAF7A3}"/>
          </ac:grpSpMkLst>
        </pc:grpChg>
        <pc:grpChg chg="mod">
          <ac:chgData name="KwonJoonho" userId="fa141e0c-4849-4deb-8f8c-65d25da6d8db" providerId="ADAL" clId="{8A7737AF-E425-48F2-BBC7-88CD3C37B0FB}" dt="2020-03-06T12:32:13.124" v="742" actId="1076"/>
          <ac:grpSpMkLst>
            <pc:docMk/>
            <pc:sldMk cId="578084372" sldId="711"/>
            <ac:grpSpMk id="45" creationId="{42932CC5-9305-447C-A27A-0E5C95028B84}"/>
          </ac:grpSpMkLst>
        </pc:grpChg>
        <pc:grpChg chg="add del mod">
          <ac:chgData name="KwonJoonho" userId="fa141e0c-4849-4deb-8f8c-65d25da6d8db" providerId="ADAL" clId="{8A7737AF-E425-48F2-BBC7-88CD3C37B0FB}" dt="2020-03-06T12:33:35.572" v="770"/>
          <ac:grpSpMkLst>
            <pc:docMk/>
            <pc:sldMk cId="578084372" sldId="711"/>
            <ac:grpSpMk id="48" creationId="{86F9E73E-2FF5-4A08-B9C9-4E8C696B8C50}"/>
          </ac:grpSpMkLst>
        </pc:grpChg>
        <pc:grpChg chg="add">
          <ac:chgData name="KwonJoonho" userId="fa141e0c-4849-4deb-8f8c-65d25da6d8db" providerId="ADAL" clId="{8A7737AF-E425-48F2-BBC7-88CD3C37B0FB}" dt="2020-03-06T12:33:46.070" v="772"/>
          <ac:grpSpMkLst>
            <pc:docMk/>
            <pc:sldMk cId="578084372" sldId="711"/>
            <ac:grpSpMk id="49" creationId="{FF7B5ADE-926A-48F2-AF9C-BBF81C57FF20}"/>
          </ac:grpSpMkLst>
        </pc:grpChg>
        <pc:cxnChg chg="del">
          <ac:chgData name="KwonJoonho" userId="fa141e0c-4849-4deb-8f8c-65d25da6d8db" providerId="ADAL" clId="{8A7737AF-E425-48F2-BBC7-88CD3C37B0FB}" dt="2020-03-06T12:26:50.740" v="524" actId="478"/>
          <ac:cxnSpMkLst>
            <pc:docMk/>
            <pc:sldMk cId="578084372" sldId="711"/>
            <ac:cxnSpMk id="36" creationId="{42132992-2BC8-4893-92DE-B69AE7A0DA03}"/>
          </ac:cxnSpMkLst>
        </pc:cxnChg>
      </pc:sldChg>
      <pc:sldChg chg="addSp delSp modSp add mod modAnim">
        <pc:chgData name="KwonJoonho" userId="fa141e0c-4849-4deb-8f8c-65d25da6d8db" providerId="ADAL" clId="{8A7737AF-E425-48F2-BBC7-88CD3C37B0FB}" dt="2020-03-06T12:47:51.642" v="1176" actId="20577"/>
        <pc:sldMkLst>
          <pc:docMk/>
          <pc:sldMk cId="3597304080" sldId="712"/>
        </pc:sldMkLst>
        <pc:spChg chg="mod">
          <ac:chgData name="KwonJoonho" userId="fa141e0c-4849-4deb-8f8c-65d25da6d8db" providerId="ADAL" clId="{8A7737AF-E425-48F2-BBC7-88CD3C37B0FB}" dt="2020-03-06T12:39:21.124" v="943" actId="15"/>
          <ac:spMkLst>
            <pc:docMk/>
            <pc:sldMk cId="3597304080" sldId="712"/>
            <ac:spMk id="2" creationId="{D2A17D39-7EAE-43D8-A032-981CF802B2D8}"/>
          </ac:spMkLst>
        </pc:spChg>
        <pc:spChg chg="mod">
          <ac:chgData name="KwonJoonho" userId="fa141e0c-4849-4deb-8f8c-65d25da6d8db" providerId="ADAL" clId="{8A7737AF-E425-48F2-BBC7-88CD3C37B0FB}" dt="2020-03-06T12:47:51.642" v="1176" actId="20577"/>
          <ac:spMkLst>
            <pc:docMk/>
            <pc:sldMk cId="3597304080" sldId="712"/>
            <ac:spMk id="3" creationId="{0B2D8EE6-59F5-4588-BFE9-113977DCA738}"/>
          </ac:spMkLst>
        </pc:spChg>
        <pc:spChg chg="add mod">
          <ac:chgData name="KwonJoonho" userId="fa141e0c-4849-4deb-8f8c-65d25da6d8db" providerId="ADAL" clId="{8A7737AF-E425-48F2-BBC7-88CD3C37B0FB}" dt="2020-03-06T12:40:40.609" v="994" actId="20577"/>
          <ac:spMkLst>
            <pc:docMk/>
            <pc:sldMk cId="3597304080" sldId="712"/>
            <ac:spMk id="26" creationId="{87946A26-9EAC-40AE-A480-1C6BC242B8E4}"/>
          </ac:spMkLst>
        </pc:spChg>
        <pc:spChg chg="mod topLvl">
          <ac:chgData name="KwonJoonho" userId="fa141e0c-4849-4deb-8f8c-65d25da6d8db" providerId="ADAL" clId="{8A7737AF-E425-48F2-BBC7-88CD3C37B0FB}" dt="2020-03-06T12:38:01.074" v="927" actId="164"/>
          <ac:spMkLst>
            <pc:docMk/>
            <pc:sldMk cId="3597304080" sldId="712"/>
            <ac:spMk id="28" creationId="{2E2E9A5B-A4EC-469B-9C3A-80A61AFC9330}"/>
          </ac:spMkLst>
        </pc:spChg>
        <pc:spChg chg="mod topLvl">
          <ac:chgData name="KwonJoonho" userId="fa141e0c-4849-4deb-8f8c-65d25da6d8db" providerId="ADAL" clId="{8A7737AF-E425-48F2-BBC7-88CD3C37B0FB}" dt="2020-03-06T12:38:01.074" v="927" actId="164"/>
          <ac:spMkLst>
            <pc:docMk/>
            <pc:sldMk cId="3597304080" sldId="712"/>
            <ac:spMk id="29" creationId="{48B8A296-56D9-4E73-A9B6-E137CED78C6D}"/>
          </ac:spMkLst>
        </pc:spChg>
        <pc:spChg chg="mod topLvl">
          <ac:chgData name="KwonJoonho" userId="fa141e0c-4849-4deb-8f8c-65d25da6d8db" providerId="ADAL" clId="{8A7737AF-E425-48F2-BBC7-88CD3C37B0FB}" dt="2020-03-06T12:37:32.697" v="921" actId="164"/>
          <ac:spMkLst>
            <pc:docMk/>
            <pc:sldMk cId="3597304080" sldId="712"/>
            <ac:spMk id="31" creationId="{D04C3827-572A-4CE1-9B33-AD3290A3D712}"/>
          </ac:spMkLst>
        </pc:spChg>
        <pc:spChg chg="mod topLvl">
          <ac:chgData name="KwonJoonho" userId="fa141e0c-4849-4deb-8f8c-65d25da6d8db" providerId="ADAL" clId="{8A7737AF-E425-48F2-BBC7-88CD3C37B0FB}" dt="2020-03-06T12:38:01.074" v="927" actId="164"/>
          <ac:spMkLst>
            <pc:docMk/>
            <pc:sldMk cId="3597304080" sldId="712"/>
            <ac:spMk id="32" creationId="{8B2D87A3-4485-4816-9987-19EB6D0107A1}"/>
          </ac:spMkLst>
        </pc:spChg>
        <pc:spChg chg="mod topLvl">
          <ac:chgData name="KwonJoonho" userId="fa141e0c-4849-4deb-8f8c-65d25da6d8db" providerId="ADAL" clId="{8A7737AF-E425-48F2-BBC7-88CD3C37B0FB}" dt="2020-03-06T12:38:01.074" v="927" actId="164"/>
          <ac:spMkLst>
            <pc:docMk/>
            <pc:sldMk cId="3597304080" sldId="712"/>
            <ac:spMk id="33" creationId="{86D1F74A-6C25-4389-8B5D-5A78F71AF899}"/>
          </ac:spMkLst>
        </pc:spChg>
        <pc:spChg chg="mod topLvl">
          <ac:chgData name="KwonJoonho" userId="fa141e0c-4849-4deb-8f8c-65d25da6d8db" providerId="ADAL" clId="{8A7737AF-E425-48F2-BBC7-88CD3C37B0FB}" dt="2020-03-06T12:37:32.697" v="921" actId="164"/>
          <ac:spMkLst>
            <pc:docMk/>
            <pc:sldMk cId="3597304080" sldId="712"/>
            <ac:spMk id="34" creationId="{FC4D6820-BA0D-45EC-911B-47C7A7A1F7B4}"/>
          </ac:spMkLst>
        </pc:spChg>
        <pc:spChg chg="mod topLvl">
          <ac:chgData name="KwonJoonho" userId="fa141e0c-4849-4deb-8f8c-65d25da6d8db" providerId="ADAL" clId="{8A7737AF-E425-48F2-BBC7-88CD3C37B0FB}" dt="2020-03-06T12:38:01.074" v="927" actId="164"/>
          <ac:spMkLst>
            <pc:docMk/>
            <pc:sldMk cId="3597304080" sldId="712"/>
            <ac:spMk id="35" creationId="{E30CD788-0027-4A42-85F4-226ABD6ECF38}"/>
          </ac:spMkLst>
        </pc:spChg>
        <pc:spChg chg="mod">
          <ac:chgData name="KwonJoonho" userId="fa141e0c-4849-4deb-8f8c-65d25da6d8db" providerId="ADAL" clId="{8A7737AF-E425-48F2-BBC7-88CD3C37B0FB}" dt="2020-03-06T12:37:11.023" v="913" actId="20577"/>
          <ac:spMkLst>
            <pc:docMk/>
            <pc:sldMk cId="3597304080" sldId="712"/>
            <ac:spMk id="40" creationId="{A912BEE5-998C-45F7-864E-755BA7217A47}"/>
          </ac:spMkLst>
        </pc:spChg>
        <pc:spChg chg="add mod">
          <ac:chgData name="KwonJoonho" userId="fa141e0c-4849-4deb-8f8c-65d25da6d8db" providerId="ADAL" clId="{8A7737AF-E425-48F2-BBC7-88CD3C37B0FB}" dt="2020-03-06T12:37:32.697" v="921" actId="164"/>
          <ac:spMkLst>
            <pc:docMk/>
            <pc:sldMk cId="3597304080" sldId="712"/>
            <ac:spMk id="47" creationId="{1D334B0D-C7E0-4966-9692-87FB78D24743}"/>
          </ac:spMkLst>
        </pc:spChg>
        <pc:grpChg chg="add">
          <ac:chgData name="KwonJoonho" userId="fa141e0c-4849-4deb-8f8c-65d25da6d8db" providerId="ADAL" clId="{8A7737AF-E425-48F2-BBC7-88CD3C37B0FB}" dt="2020-03-06T12:30:17.774" v="647"/>
          <ac:grpSpMkLst>
            <pc:docMk/>
            <pc:sldMk cId="3597304080" sldId="712"/>
            <ac:grpSpMk id="5" creationId="{30F0F103-892A-4DB1-A085-B8B1DFC71583}"/>
          </ac:grpSpMkLst>
        </pc:grpChg>
        <pc:grpChg chg="add del mod">
          <ac:chgData name="KwonJoonho" userId="fa141e0c-4849-4deb-8f8c-65d25da6d8db" providerId="ADAL" clId="{8A7737AF-E425-48F2-BBC7-88CD3C37B0FB}" dt="2020-03-06T12:35:59.793" v="888" actId="165"/>
          <ac:grpSpMkLst>
            <pc:docMk/>
            <pc:sldMk cId="3597304080" sldId="712"/>
            <ac:grpSpMk id="27" creationId="{435B5DBF-FF73-4A04-910F-90D35C4D4FA4}"/>
          </ac:grpSpMkLst>
        </pc:grpChg>
        <pc:grpChg chg="mod topLvl">
          <ac:chgData name="KwonJoonho" userId="fa141e0c-4849-4deb-8f8c-65d25da6d8db" providerId="ADAL" clId="{8A7737AF-E425-48F2-BBC7-88CD3C37B0FB}" dt="2020-03-06T12:38:01.074" v="927" actId="164"/>
          <ac:grpSpMkLst>
            <pc:docMk/>
            <pc:sldMk cId="3597304080" sldId="712"/>
            <ac:grpSpMk id="30" creationId="{9E2DCDAF-1131-4D4E-A71A-BE0FF65D7A6B}"/>
          </ac:grpSpMkLst>
        </pc:grpChg>
        <pc:grpChg chg="mod">
          <ac:chgData name="KwonJoonho" userId="fa141e0c-4849-4deb-8f8c-65d25da6d8db" providerId="ADAL" clId="{8A7737AF-E425-48F2-BBC7-88CD3C37B0FB}" dt="2020-03-06T12:35:52.337" v="887" actId="1076"/>
          <ac:grpSpMkLst>
            <pc:docMk/>
            <pc:sldMk cId="3597304080" sldId="712"/>
            <ac:grpSpMk id="36" creationId="{2B3EB6D4-7DBB-41B0-B86E-95D5E6F15C29}"/>
          </ac:grpSpMkLst>
        </pc:grpChg>
        <pc:grpChg chg="mod">
          <ac:chgData name="KwonJoonho" userId="fa141e0c-4849-4deb-8f8c-65d25da6d8db" providerId="ADAL" clId="{8A7737AF-E425-48F2-BBC7-88CD3C37B0FB}" dt="2020-03-06T12:35:52.337" v="887" actId="1076"/>
          <ac:grpSpMkLst>
            <pc:docMk/>
            <pc:sldMk cId="3597304080" sldId="712"/>
            <ac:grpSpMk id="44" creationId="{14003D8D-3EE5-4416-A2D9-4BDC0D00DF16}"/>
          </ac:grpSpMkLst>
        </pc:grpChg>
        <pc:grpChg chg="add del mod">
          <ac:chgData name="KwonJoonho" userId="fa141e0c-4849-4deb-8f8c-65d25da6d8db" providerId="ADAL" clId="{8A7737AF-E425-48F2-BBC7-88CD3C37B0FB}" dt="2020-03-06T12:37:54.293" v="926" actId="478"/>
          <ac:grpSpMkLst>
            <pc:docMk/>
            <pc:sldMk cId="3597304080" sldId="712"/>
            <ac:grpSpMk id="51" creationId="{C5643AAF-8C73-4050-AA07-992A666DFC0B}"/>
          </ac:grpSpMkLst>
        </pc:grpChg>
        <pc:grpChg chg="add mod">
          <ac:chgData name="KwonJoonho" userId="fa141e0c-4849-4deb-8f8c-65d25da6d8db" providerId="ADAL" clId="{8A7737AF-E425-48F2-BBC7-88CD3C37B0FB}" dt="2020-03-06T12:38:01.074" v="927" actId="164"/>
          <ac:grpSpMkLst>
            <pc:docMk/>
            <pc:sldMk cId="3597304080" sldId="712"/>
            <ac:grpSpMk id="52" creationId="{3F78F1DF-D641-4B8C-9576-2448A0B84AA0}"/>
          </ac:grpSpMkLst>
        </pc:grpChg>
        <pc:grpChg chg="add">
          <ac:chgData name="KwonJoonho" userId="fa141e0c-4849-4deb-8f8c-65d25da6d8db" providerId="ADAL" clId="{8A7737AF-E425-48F2-BBC7-88CD3C37B0FB}" dt="2020-03-06T12:38:08.667" v="930"/>
          <ac:grpSpMkLst>
            <pc:docMk/>
            <pc:sldMk cId="3597304080" sldId="712"/>
            <ac:grpSpMk id="53" creationId="{7859DC7C-4294-4BB5-B3B4-5DE935CEACE0}"/>
          </ac:grpSpMkLst>
        </pc:grpChg>
        <pc:cxnChg chg="add mod">
          <ac:chgData name="KwonJoonho" userId="fa141e0c-4849-4deb-8f8c-65d25da6d8db" providerId="ADAL" clId="{8A7737AF-E425-48F2-BBC7-88CD3C37B0FB}" dt="2020-03-06T12:38:18.469" v="932" actId="14100"/>
          <ac:cxnSpMkLst>
            <pc:docMk/>
            <pc:sldMk cId="3597304080" sldId="712"/>
            <ac:cxnSpMk id="48" creationId="{AC5B4B7B-C2FA-4ADA-9F4D-51E38F85A730}"/>
          </ac:cxnSpMkLst>
        </pc:cxnChg>
      </pc:sldChg>
      <pc:sldChg chg="addSp delSp modSp add mod modAnim">
        <pc:chgData name="KwonJoonho" userId="fa141e0c-4849-4deb-8f8c-65d25da6d8db" providerId="ADAL" clId="{8A7737AF-E425-48F2-BBC7-88CD3C37B0FB}" dt="2020-03-06T12:47:53.746" v="1179" actId="20577"/>
        <pc:sldMkLst>
          <pc:docMk/>
          <pc:sldMk cId="3258061466" sldId="713"/>
        </pc:sldMkLst>
        <pc:spChg chg="mod">
          <ac:chgData name="KwonJoonho" userId="fa141e0c-4849-4deb-8f8c-65d25da6d8db" providerId="ADAL" clId="{8A7737AF-E425-48F2-BBC7-88CD3C37B0FB}" dt="2020-03-06T12:39:40.210" v="965" actId="6549"/>
          <ac:spMkLst>
            <pc:docMk/>
            <pc:sldMk cId="3258061466" sldId="713"/>
            <ac:spMk id="2" creationId="{E39AFD9A-F206-4A27-A5A2-4F3757C58B67}"/>
          </ac:spMkLst>
        </pc:spChg>
        <pc:spChg chg="mod">
          <ac:chgData name="KwonJoonho" userId="fa141e0c-4849-4deb-8f8c-65d25da6d8db" providerId="ADAL" clId="{8A7737AF-E425-48F2-BBC7-88CD3C37B0FB}" dt="2020-03-06T12:47:53.746" v="1179" actId="20577"/>
          <ac:spMkLst>
            <pc:docMk/>
            <pc:sldMk cId="3258061466" sldId="713"/>
            <ac:spMk id="3" creationId="{E5EF1C8E-1AC8-46ED-AE28-ADE45EB3BB67}"/>
          </ac:spMkLst>
        </pc:spChg>
        <pc:spChg chg="add mod">
          <ac:chgData name="KwonJoonho" userId="fa141e0c-4849-4deb-8f8c-65d25da6d8db" providerId="ADAL" clId="{8A7737AF-E425-48F2-BBC7-88CD3C37B0FB}" dt="2020-03-06T12:40:37.110" v="993" actId="20577"/>
          <ac:spMkLst>
            <pc:docMk/>
            <pc:sldMk cId="3258061466" sldId="713"/>
            <ac:spMk id="9" creationId="{5B8267DF-DB9A-4070-B78A-D47DA9DBEE6A}"/>
          </ac:spMkLst>
        </pc:spChg>
        <pc:spChg chg="mod topLvl">
          <ac:chgData name="KwonJoonho" userId="fa141e0c-4849-4deb-8f8c-65d25da6d8db" providerId="ADAL" clId="{8A7737AF-E425-48F2-BBC7-88CD3C37B0FB}" dt="2020-03-06T12:41:04.916" v="997" actId="165"/>
          <ac:spMkLst>
            <pc:docMk/>
            <pc:sldMk cId="3258061466" sldId="713"/>
            <ac:spMk id="11" creationId="{47F86D26-0A68-4E51-970A-A85A9229194C}"/>
          </ac:spMkLst>
        </pc:spChg>
        <pc:spChg chg="mod topLvl">
          <ac:chgData name="KwonJoonho" userId="fa141e0c-4849-4deb-8f8c-65d25da6d8db" providerId="ADAL" clId="{8A7737AF-E425-48F2-BBC7-88CD3C37B0FB}" dt="2020-03-06T12:41:04.916" v="997" actId="165"/>
          <ac:spMkLst>
            <pc:docMk/>
            <pc:sldMk cId="3258061466" sldId="713"/>
            <ac:spMk id="12" creationId="{C3D6E731-A0BE-4C2F-97C1-B921192D3F83}"/>
          </ac:spMkLst>
        </pc:spChg>
        <pc:spChg chg="mod topLvl">
          <ac:chgData name="KwonJoonho" userId="fa141e0c-4849-4deb-8f8c-65d25da6d8db" providerId="ADAL" clId="{8A7737AF-E425-48F2-BBC7-88CD3C37B0FB}" dt="2020-03-06T12:41:04.916" v="997" actId="165"/>
          <ac:spMkLst>
            <pc:docMk/>
            <pc:sldMk cId="3258061466" sldId="713"/>
            <ac:spMk id="14" creationId="{B9E21CF7-856A-480E-86C4-503EA8FA5261}"/>
          </ac:spMkLst>
        </pc:spChg>
        <pc:spChg chg="mod topLvl">
          <ac:chgData name="KwonJoonho" userId="fa141e0c-4849-4deb-8f8c-65d25da6d8db" providerId="ADAL" clId="{8A7737AF-E425-48F2-BBC7-88CD3C37B0FB}" dt="2020-03-06T12:41:04.916" v="997" actId="165"/>
          <ac:spMkLst>
            <pc:docMk/>
            <pc:sldMk cId="3258061466" sldId="713"/>
            <ac:spMk id="15" creationId="{9960DEC5-0F6B-4D8A-B5DC-3136E06254E8}"/>
          </ac:spMkLst>
        </pc:spChg>
        <pc:spChg chg="mod topLvl">
          <ac:chgData name="KwonJoonho" userId="fa141e0c-4849-4deb-8f8c-65d25da6d8db" providerId="ADAL" clId="{8A7737AF-E425-48F2-BBC7-88CD3C37B0FB}" dt="2020-03-06T12:42:26.820" v="1025" actId="1036"/>
          <ac:spMkLst>
            <pc:docMk/>
            <pc:sldMk cId="3258061466" sldId="713"/>
            <ac:spMk id="16" creationId="{0AEAEA1E-D35B-4568-A1C7-29455C6151B0}"/>
          </ac:spMkLst>
        </pc:spChg>
        <pc:spChg chg="mod topLvl">
          <ac:chgData name="KwonJoonho" userId="fa141e0c-4849-4deb-8f8c-65d25da6d8db" providerId="ADAL" clId="{8A7737AF-E425-48F2-BBC7-88CD3C37B0FB}" dt="2020-03-06T12:42:35.555" v="1026" actId="164"/>
          <ac:spMkLst>
            <pc:docMk/>
            <pc:sldMk cId="3258061466" sldId="713"/>
            <ac:spMk id="30" creationId="{17FB1017-0D01-46AB-92E6-2762D0D2E96F}"/>
          </ac:spMkLst>
        </pc:spChg>
        <pc:spChg chg="mod topLvl">
          <ac:chgData name="KwonJoonho" userId="fa141e0c-4849-4deb-8f8c-65d25da6d8db" providerId="ADAL" clId="{8A7737AF-E425-48F2-BBC7-88CD3C37B0FB}" dt="2020-03-06T12:42:35.555" v="1026" actId="164"/>
          <ac:spMkLst>
            <pc:docMk/>
            <pc:sldMk cId="3258061466" sldId="713"/>
            <ac:spMk id="31" creationId="{5E4B3BD8-3D4A-4202-B294-1A52941EC9F6}"/>
          </ac:spMkLst>
        </pc:spChg>
        <pc:spChg chg="mod topLvl">
          <ac:chgData name="KwonJoonho" userId="fa141e0c-4849-4deb-8f8c-65d25da6d8db" providerId="ADAL" clId="{8A7737AF-E425-48F2-BBC7-88CD3C37B0FB}" dt="2020-03-06T12:41:08.821" v="998" actId="165"/>
          <ac:spMkLst>
            <pc:docMk/>
            <pc:sldMk cId="3258061466" sldId="713"/>
            <ac:spMk id="32" creationId="{E444DED3-03F6-4EE8-ABE0-26E872C18FFB}"/>
          </ac:spMkLst>
        </pc:spChg>
        <pc:spChg chg="add mod">
          <ac:chgData name="KwonJoonho" userId="fa141e0c-4849-4deb-8f8c-65d25da6d8db" providerId="ADAL" clId="{8A7737AF-E425-48F2-BBC7-88CD3C37B0FB}" dt="2020-03-06T12:42:35.555" v="1026" actId="164"/>
          <ac:spMkLst>
            <pc:docMk/>
            <pc:sldMk cId="3258061466" sldId="713"/>
            <ac:spMk id="33" creationId="{D52723D1-EB89-4AE6-9793-2910248129EE}"/>
          </ac:spMkLst>
        </pc:spChg>
        <pc:grpChg chg="add del">
          <ac:chgData name="KwonJoonho" userId="fa141e0c-4849-4deb-8f8c-65d25da6d8db" providerId="ADAL" clId="{8A7737AF-E425-48F2-BBC7-88CD3C37B0FB}" dt="2020-03-06T12:38:07.811" v="929"/>
          <ac:grpSpMkLst>
            <pc:docMk/>
            <pc:sldMk cId="3258061466" sldId="713"/>
            <ac:grpSpMk id="5" creationId="{41DE47F7-C4EB-4CF9-88C1-0AE035EE186D}"/>
          </ac:grpSpMkLst>
        </pc:grpChg>
        <pc:grpChg chg="add del mod">
          <ac:chgData name="KwonJoonho" userId="fa141e0c-4849-4deb-8f8c-65d25da6d8db" providerId="ADAL" clId="{8A7737AF-E425-48F2-BBC7-88CD3C37B0FB}" dt="2020-03-06T12:41:04.916" v="997" actId="165"/>
          <ac:grpSpMkLst>
            <pc:docMk/>
            <pc:sldMk cId="3258061466" sldId="713"/>
            <ac:grpSpMk id="10" creationId="{B99256C3-779A-404B-90F4-C5D2B7B3AE07}"/>
          </ac:grpSpMkLst>
        </pc:grpChg>
        <pc:grpChg chg="mod topLvl">
          <ac:chgData name="KwonJoonho" userId="fa141e0c-4849-4deb-8f8c-65d25da6d8db" providerId="ADAL" clId="{8A7737AF-E425-48F2-BBC7-88CD3C37B0FB}" dt="2020-03-06T12:41:04.916" v="997" actId="165"/>
          <ac:grpSpMkLst>
            <pc:docMk/>
            <pc:sldMk cId="3258061466" sldId="713"/>
            <ac:grpSpMk id="13" creationId="{CDA1E588-F782-4A8B-91B3-4B7255119A5A}"/>
          </ac:grpSpMkLst>
        </pc:grpChg>
        <pc:grpChg chg="mod">
          <ac:chgData name="KwonJoonho" userId="fa141e0c-4849-4deb-8f8c-65d25da6d8db" providerId="ADAL" clId="{8A7737AF-E425-48F2-BBC7-88CD3C37B0FB}" dt="2020-03-06T12:40:54.500" v="996" actId="1076"/>
          <ac:grpSpMkLst>
            <pc:docMk/>
            <pc:sldMk cId="3258061466" sldId="713"/>
            <ac:grpSpMk id="18" creationId="{71D12FAB-7CBE-40CE-A02F-CCD3CCBA595E}"/>
          </ac:grpSpMkLst>
        </pc:grpChg>
        <pc:grpChg chg="mod">
          <ac:chgData name="KwonJoonho" userId="fa141e0c-4849-4deb-8f8c-65d25da6d8db" providerId="ADAL" clId="{8A7737AF-E425-48F2-BBC7-88CD3C37B0FB}" dt="2020-03-06T12:40:54.500" v="996" actId="1076"/>
          <ac:grpSpMkLst>
            <pc:docMk/>
            <pc:sldMk cId="3258061466" sldId="713"/>
            <ac:grpSpMk id="26" creationId="{A44362B0-A863-4F27-9FDF-E44AA1BB1784}"/>
          </ac:grpSpMkLst>
        </pc:grpChg>
        <pc:grpChg chg="add del mod">
          <ac:chgData name="KwonJoonho" userId="fa141e0c-4849-4deb-8f8c-65d25da6d8db" providerId="ADAL" clId="{8A7737AF-E425-48F2-BBC7-88CD3C37B0FB}" dt="2020-03-06T12:41:08.821" v="998" actId="165"/>
          <ac:grpSpMkLst>
            <pc:docMk/>
            <pc:sldMk cId="3258061466" sldId="713"/>
            <ac:grpSpMk id="29" creationId="{BB9CF320-984A-41A5-AF49-3B0A27D08A98}"/>
          </ac:grpSpMkLst>
        </pc:grpChg>
        <pc:grpChg chg="add del mod">
          <ac:chgData name="KwonJoonho" userId="fa141e0c-4849-4deb-8f8c-65d25da6d8db" providerId="ADAL" clId="{8A7737AF-E425-48F2-BBC7-88CD3C37B0FB}" dt="2020-03-06T12:42:37.196" v="1027"/>
          <ac:grpSpMkLst>
            <pc:docMk/>
            <pc:sldMk cId="3258061466" sldId="713"/>
            <ac:grpSpMk id="34" creationId="{41BA619D-2C6C-44DB-849E-21971D7FF7DC}"/>
          </ac:grpSpMkLst>
        </pc:grpChg>
        <pc:grpChg chg="add">
          <ac:chgData name="KwonJoonho" userId="fa141e0c-4849-4deb-8f8c-65d25da6d8db" providerId="ADAL" clId="{8A7737AF-E425-48F2-BBC7-88CD3C37B0FB}" dt="2020-03-06T12:42:40.039" v="1028"/>
          <ac:grpSpMkLst>
            <pc:docMk/>
            <pc:sldMk cId="3258061466" sldId="713"/>
            <ac:grpSpMk id="35" creationId="{5F97B140-7327-4D7B-9D63-05038B461581}"/>
          </ac:grpSpMkLst>
        </pc:grpChg>
        <pc:cxnChg chg="mod topLvl">
          <ac:chgData name="KwonJoonho" userId="fa141e0c-4849-4deb-8f8c-65d25da6d8db" providerId="ADAL" clId="{8A7737AF-E425-48F2-BBC7-88CD3C37B0FB}" dt="2020-03-06T12:41:04.916" v="997" actId="165"/>
          <ac:cxnSpMkLst>
            <pc:docMk/>
            <pc:sldMk cId="3258061466" sldId="713"/>
            <ac:cxnSpMk id="17" creationId="{F8F30B79-F237-462E-AEBF-3B21361CC27A}"/>
          </ac:cxnSpMkLst>
        </pc:cxnChg>
      </pc:sldChg>
      <pc:sldChg chg="modSp add mod">
        <pc:chgData name="KwonJoonho" userId="fa141e0c-4849-4deb-8f8c-65d25da6d8db" providerId="ADAL" clId="{8A7737AF-E425-48F2-BBC7-88CD3C37B0FB}" dt="2020-03-06T12:51:43.806" v="1219" actId="21"/>
        <pc:sldMkLst>
          <pc:docMk/>
          <pc:sldMk cId="1322328256" sldId="714"/>
        </pc:sldMkLst>
        <pc:spChg chg="mod">
          <ac:chgData name="KwonJoonho" userId="fa141e0c-4849-4deb-8f8c-65d25da6d8db" providerId="ADAL" clId="{8A7737AF-E425-48F2-BBC7-88CD3C37B0FB}" dt="2020-03-06T12:51:43.806" v="1219" actId="21"/>
          <ac:spMkLst>
            <pc:docMk/>
            <pc:sldMk cId="1322328256" sldId="714"/>
            <ac:spMk id="2" creationId="{CE1AD486-5770-4ABE-94B5-A0BB721FC345}"/>
          </ac:spMkLst>
        </pc:spChg>
        <pc:spChg chg="mod">
          <ac:chgData name="KwonJoonho" userId="fa141e0c-4849-4deb-8f8c-65d25da6d8db" providerId="ADAL" clId="{8A7737AF-E425-48F2-BBC7-88CD3C37B0FB}" dt="2020-03-06T12:50:21.625" v="1214" actId="20577"/>
          <ac:spMkLst>
            <pc:docMk/>
            <pc:sldMk cId="1322328256" sldId="714"/>
            <ac:spMk id="3" creationId="{AA3CBE42-E9D9-449B-A179-D1F99AAC5659}"/>
          </ac:spMkLst>
        </pc:spChg>
      </pc:sldChg>
      <pc:sldChg chg="modSp add mod">
        <pc:chgData name="KwonJoonho" userId="fa141e0c-4849-4deb-8f8c-65d25da6d8db" providerId="ADAL" clId="{8A7737AF-E425-48F2-BBC7-88CD3C37B0FB}" dt="2020-03-06T13:05:31.947" v="1540" actId="207"/>
        <pc:sldMkLst>
          <pc:docMk/>
          <pc:sldMk cId="3916564503" sldId="715"/>
        </pc:sldMkLst>
        <pc:spChg chg="mod">
          <ac:chgData name="KwonJoonho" userId="fa141e0c-4849-4deb-8f8c-65d25da6d8db" providerId="ADAL" clId="{8A7737AF-E425-48F2-BBC7-88CD3C37B0FB}" dt="2020-03-06T13:05:31.947" v="1540" actId="207"/>
          <ac:spMkLst>
            <pc:docMk/>
            <pc:sldMk cId="3916564503" sldId="715"/>
            <ac:spMk id="2" creationId="{87A7E816-76BE-4935-9E48-B33143927AD7}"/>
          </ac:spMkLst>
        </pc:spChg>
        <pc:spChg chg="mod">
          <ac:chgData name="KwonJoonho" userId="fa141e0c-4849-4deb-8f8c-65d25da6d8db" providerId="ADAL" clId="{8A7737AF-E425-48F2-BBC7-88CD3C37B0FB}" dt="2020-03-06T13:03:42.519" v="1429" actId="20577"/>
          <ac:spMkLst>
            <pc:docMk/>
            <pc:sldMk cId="3916564503" sldId="715"/>
            <ac:spMk id="3" creationId="{D2538A6D-5CAA-4A23-9040-ADAE1D89AC75}"/>
          </ac:spMkLst>
        </pc:spChg>
      </pc:sldChg>
      <pc:sldChg chg="modSp add mod">
        <pc:chgData name="KwonJoonho" userId="fa141e0c-4849-4deb-8f8c-65d25da6d8db" providerId="ADAL" clId="{8A7737AF-E425-48F2-BBC7-88CD3C37B0FB}" dt="2020-03-06T13:09:35.191" v="1758" actId="20577"/>
        <pc:sldMkLst>
          <pc:docMk/>
          <pc:sldMk cId="2975139328" sldId="716"/>
        </pc:sldMkLst>
        <pc:spChg chg="mod">
          <ac:chgData name="KwonJoonho" userId="fa141e0c-4849-4deb-8f8c-65d25da6d8db" providerId="ADAL" clId="{8A7737AF-E425-48F2-BBC7-88CD3C37B0FB}" dt="2020-03-06T13:09:35.191" v="1758" actId="20577"/>
          <ac:spMkLst>
            <pc:docMk/>
            <pc:sldMk cId="2975139328" sldId="716"/>
            <ac:spMk id="2" creationId="{475DF410-16D6-4592-9267-2FE648701A2F}"/>
          </ac:spMkLst>
        </pc:spChg>
        <pc:spChg chg="mod">
          <ac:chgData name="KwonJoonho" userId="fa141e0c-4849-4deb-8f8c-65d25da6d8db" providerId="ADAL" clId="{8A7737AF-E425-48F2-BBC7-88CD3C37B0FB}" dt="2020-03-06T13:06:43.962" v="1543" actId="27636"/>
          <ac:spMkLst>
            <pc:docMk/>
            <pc:sldMk cId="2975139328" sldId="716"/>
            <ac:spMk id="3" creationId="{B03F768C-57B8-42C0-A17F-827E531799BE}"/>
          </ac:spMkLst>
        </pc:spChg>
      </pc:sldChg>
      <pc:sldChg chg="addSp modSp add mod">
        <pc:chgData name="KwonJoonho" userId="fa141e0c-4849-4deb-8f8c-65d25da6d8db" providerId="ADAL" clId="{8A7737AF-E425-48F2-BBC7-88CD3C37B0FB}" dt="2020-03-06T13:14:03.903" v="1810" actId="1076"/>
        <pc:sldMkLst>
          <pc:docMk/>
          <pc:sldMk cId="3530904509" sldId="717"/>
        </pc:sldMkLst>
        <pc:spChg chg="mod">
          <ac:chgData name="KwonJoonho" userId="fa141e0c-4849-4deb-8f8c-65d25da6d8db" providerId="ADAL" clId="{8A7737AF-E425-48F2-BBC7-88CD3C37B0FB}" dt="2020-03-06T13:11:18.722" v="1801" actId="6549"/>
          <ac:spMkLst>
            <pc:docMk/>
            <pc:sldMk cId="3530904509" sldId="717"/>
            <ac:spMk id="2" creationId="{89A2C217-A888-4530-AA0E-DE99F222F949}"/>
          </ac:spMkLst>
        </pc:spChg>
        <pc:spChg chg="mod">
          <ac:chgData name="KwonJoonho" userId="fa141e0c-4849-4deb-8f8c-65d25da6d8db" providerId="ADAL" clId="{8A7737AF-E425-48F2-BBC7-88CD3C37B0FB}" dt="2020-03-06T13:10:31.952" v="1763" actId="27636"/>
          <ac:spMkLst>
            <pc:docMk/>
            <pc:sldMk cId="3530904509" sldId="717"/>
            <ac:spMk id="3" creationId="{0BCED90D-ED91-4417-B6D2-2C5143661CED}"/>
          </ac:spMkLst>
        </pc:spChg>
        <pc:spChg chg="add mod">
          <ac:chgData name="KwonJoonho" userId="fa141e0c-4849-4deb-8f8c-65d25da6d8db" providerId="ADAL" clId="{8A7737AF-E425-48F2-BBC7-88CD3C37B0FB}" dt="2020-03-06T13:14:03.903" v="1810" actId="1076"/>
          <ac:spMkLst>
            <pc:docMk/>
            <pc:sldMk cId="3530904509" sldId="717"/>
            <ac:spMk id="5" creationId="{3303578D-C317-4CFC-82B4-E55055EAD223}"/>
          </ac:spMkLst>
        </pc:spChg>
      </pc:sldChg>
      <pc:sldChg chg="addSp delSp modSp add mod">
        <pc:chgData name="KwonJoonho" userId="fa141e0c-4849-4deb-8f8c-65d25da6d8db" providerId="ADAL" clId="{8A7737AF-E425-48F2-BBC7-88CD3C37B0FB}" dt="2020-03-06T13:20:01.233" v="1971" actId="1076"/>
        <pc:sldMkLst>
          <pc:docMk/>
          <pc:sldMk cId="3880057798" sldId="718"/>
        </pc:sldMkLst>
        <pc:spChg chg="del mod">
          <ac:chgData name="KwonJoonho" userId="fa141e0c-4849-4deb-8f8c-65d25da6d8db" providerId="ADAL" clId="{8A7737AF-E425-48F2-BBC7-88CD3C37B0FB}" dt="2020-03-06T13:17:23.899" v="1854"/>
          <ac:spMkLst>
            <pc:docMk/>
            <pc:sldMk cId="3880057798" sldId="718"/>
            <ac:spMk id="2" creationId="{55757521-EF75-404E-B5BF-5ADF78C38DDA}"/>
          </ac:spMkLst>
        </pc:spChg>
        <pc:spChg chg="mod">
          <ac:chgData name="KwonJoonho" userId="fa141e0c-4849-4deb-8f8c-65d25da6d8db" providerId="ADAL" clId="{8A7737AF-E425-48F2-BBC7-88CD3C37B0FB}" dt="2020-03-06T13:14:43.409" v="1843" actId="20577"/>
          <ac:spMkLst>
            <pc:docMk/>
            <pc:sldMk cId="3880057798" sldId="718"/>
            <ac:spMk id="3" creationId="{C95BACD9-B9F1-40F3-8810-F5446F2E538C}"/>
          </ac:spMkLst>
        </pc:spChg>
        <pc:spChg chg="add mod">
          <ac:chgData name="KwonJoonho" userId="fa141e0c-4849-4deb-8f8c-65d25da6d8db" providerId="ADAL" clId="{8A7737AF-E425-48F2-BBC7-88CD3C37B0FB}" dt="2020-03-06T13:20:01.233" v="1971" actId="1076"/>
          <ac:spMkLst>
            <pc:docMk/>
            <pc:sldMk cId="3880057798" sldId="718"/>
            <ac:spMk id="5" creationId="{4F9AF114-069C-4662-B67D-9C32E499F3D1}"/>
          </ac:spMkLst>
        </pc:spChg>
        <pc:spChg chg="add del mod">
          <ac:chgData name="KwonJoonho" userId="fa141e0c-4849-4deb-8f8c-65d25da6d8db" providerId="ADAL" clId="{8A7737AF-E425-48F2-BBC7-88CD3C37B0FB}" dt="2020-03-06T13:19:58.734" v="1970" actId="478"/>
          <ac:spMkLst>
            <pc:docMk/>
            <pc:sldMk cId="3880057798" sldId="718"/>
            <ac:spMk id="6" creationId="{284C9CA6-204F-4EFB-B3B8-EAAEEFE59CA4}"/>
          </ac:spMkLst>
        </pc:spChg>
        <pc:spChg chg="add mod">
          <ac:chgData name="KwonJoonho" userId="fa141e0c-4849-4deb-8f8c-65d25da6d8db" providerId="ADAL" clId="{8A7737AF-E425-48F2-BBC7-88CD3C37B0FB}" dt="2020-03-06T13:19:53.765" v="1969" actId="6549"/>
          <ac:spMkLst>
            <pc:docMk/>
            <pc:sldMk cId="3880057798" sldId="718"/>
            <ac:spMk id="7" creationId="{1A59BACB-9887-4CD7-9CAD-90537D9FC0C5}"/>
          </ac:spMkLst>
        </pc:spChg>
      </pc:sldChg>
      <pc:sldChg chg="addSp delSp modSp add mod">
        <pc:chgData name="KwonJoonho" userId="fa141e0c-4849-4deb-8f8c-65d25da6d8db" providerId="ADAL" clId="{8A7737AF-E425-48F2-BBC7-88CD3C37B0FB}" dt="2020-03-06T13:21:27.473" v="2010"/>
        <pc:sldMkLst>
          <pc:docMk/>
          <pc:sldMk cId="6532140" sldId="719"/>
        </pc:sldMkLst>
        <pc:spChg chg="del">
          <ac:chgData name="KwonJoonho" userId="fa141e0c-4849-4deb-8f8c-65d25da6d8db" providerId="ADAL" clId="{8A7737AF-E425-48F2-BBC7-88CD3C37B0FB}" dt="2020-03-06T13:20:23.135" v="1975"/>
          <ac:spMkLst>
            <pc:docMk/>
            <pc:sldMk cId="6532140" sldId="719"/>
            <ac:spMk id="2" creationId="{AC515267-F95F-4E94-9BC2-A173811BD913}"/>
          </ac:spMkLst>
        </pc:spChg>
        <pc:spChg chg="del">
          <ac:chgData name="KwonJoonho" userId="fa141e0c-4849-4deb-8f8c-65d25da6d8db" providerId="ADAL" clId="{8A7737AF-E425-48F2-BBC7-88CD3C37B0FB}" dt="2020-03-06T13:20:23.135" v="1975"/>
          <ac:spMkLst>
            <pc:docMk/>
            <pc:sldMk cId="6532140" sldId="719"/>
            <ac:spMk id="3" creationId="{9A6B2E6F-80D2-416B-8953-AB4CF40DA599}"/>
          </ac:spMkLst>
        </pc:spChg>
        <pc:spChg chg="mod">
          <ac:chgData name="KwonJoonho" userId="fa141e0c-4849-4deb-8f8c-65d25da6d8db" providerId="ADAL" clId="{8A7737AF-E425-48F2-BBC7-88CD3C37B0FB}" dt="2020-03-06T13:20:14.888" v="1974" actId="20577"/>
          <ac:spMkLst>
            <pc:docMk/>
            <pc:sldMk cId="6532140" sldId="719"/>
            <ac:spMk id="5" creationId="{C0860BE2-25D3-4314-B1EA-BDEC35DE7B84}"/>
          </ac:spMkLst>
        </pc:spChg>
        <pc:spChg chg="add del mod">
          <ac:chgData name="KwonJoonho" userId="fa141e0c-4849-4deb-8f8c-65d25da6d8db" providerId="ADAL" clId="{8A7737AF-E425-48F2-BBC7-88CD3C37B0FB}" dt="2020-03-06T13:20:26.075" v="1976"/>
          <ac:spMkLst>
            <pc:docMk/>
            <pc:sldMk cId="6532140" sldId="719"/>
            <ac:spMk id="6" creationId="{F8A5F615-07FE-4867-B6A3-A3FA9A2BC62C}"/>
          </ac:spMkLst>
        </pc:spChg>
        <pc:spChg chg="add del mod">
          <ac:chgData name="KwonJoonho" userId="fa141e0c-4849-4deb-8f8c-65d25da6d8db" providerId="ADAL" clId="{8A7737AF-E425-48F2-BBC7-88CD3C37B0FB}" dt="2020-03-06T13:20:31.974" v="1977"/>
          <ac:spMkLst>
            <pc:docMk/>
            <pc:sldMk cId="6532140" sldId="719"/>
            <ac:spMk id="7" creationId="{9C36F917-155D-4813-80AB-0D12CB39B60A}"/>
          </ac:spMkLst>
        </pc:spChg>
        <pc:spChg chg="add mod">
          <ac:chgData name="KwonJoonho" userId="fa141e0c-4849-4deb-8f8c-65d25da6d8db" providerId="ADAL" clId="{8A7737AF-E425-48F2-BBC7-88CD3C37B0FB}" dt="2020-03-06T13:21:27.473" v="2010"/>
          <ac:spMkLst>
            <pc:docMk/>
            <pc:sldMk cId="6532140" sldId="719"/>
            <ac:spMk id="8" creationId="{4B001226-001E-4090-9098-79E779012587}"/>
          </ac:spMkLst>
        </pc:spChg>
      </pc:sldChg>
      <pc:sldChg chg="addSp delSp modSp add mod">
        <pc:chgData name="KwonJoonho" userId="fa141e0c-4849-4deb-8f8c-65d25da6d8db" providerId="ADAL" clId="{8A7737AF-E425-48F2-BBC7-88CD3C37B0FB}" dt="2020-03-06T13:31:08.373" v="2308" actId="1076"/>
        <pc:sldMkLst>
          <pc:docMk/>
          <pc:sldMk cId="950362624" sldId="720"/>
        </pc:sldMkLst>
        <pc:spChg chg="mod">
          <ac:chgData name="KwonJoonho" userId="fa141e0c-4849-4deb-8f8c-65d25da6d8db" providerId="ADAL" clId="{8A7737AF-E425-48F2-BBC7-88CD3C37B0FB}" dt="2020-03-06T13:31:00.530" v="2306" actId="1076"/>
          <ac:spMkLst>
            <pc:docMk/>
            <pc:sldMk cId="950362624" sldId="720"/>
            <ac:spMk id="2" creationId="{31D2AED9-7FF8-449A-BEBD-851DEE253C75}"/>
          </ac:spMkLst>
        </pc:spChg>
        <pc:spChg chg="mod">
          <ac:chgData name="KwonJoonho" userId="fa141e0c-4849-4deb-8f8c-65d25da6d8db" providerId="ADAL" clId="{8A7737AF-E425-48F2-BBC7-88CD3C37B0FB}" dt="2020-03-06T13:21:52.280" v="2012"/>
          <ac:spMkLst>
            <pc:docMk/>
            <pc:sldMk cId="950362624" sldId="720"/>
            <ac:spMk id="3" creationId="{3FEF0DC5-8662-4682-8D87-4F9628F2D94D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5" creationId="{78A44BB1-1125-45C5-A205-364C79D1B078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6" creationId="{B1205906-5302-4020-918D-F8BDB957E76D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7" creationId="{13ACC359-DAAF-4D57-BF28-B5E2B0FBE39B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8" creationId="{9CAA3759-EAAB-4E3D-AF18-BEC2F825B270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9" creationId="{4D084DB5-3F4E-4991-9CFE-474EE8A1AAFF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0" creationId="{53D74F1A-26D3-4079-A058-A61A880C85DB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1" creationId="{F2D6442F-51CD-465C-8227-0BB6438E7594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2" creationId="{A6E93CAD-CEF4-4156-B0DB-EF9D2BDC55C2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3" creationId="{13C9D9A3-ED12-41F1-80ED-A6D163DB9AB5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4" creationId="{B9D685E5-8B87-4BF5-8A4A-4B590B161875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5" creationId="{5DC40C0D-F3DC-4E10-8725-61655E714849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6" creationId="{CE2D7CB0-7CD7-44F5-9C56-EA0988795523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7" creationId="{FA0D32E9-6743-43A0-862B-0C9D76E3FA2F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8" creationId="{098BFAE9-264B-4BE2-B49F-85BC1547691F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19" creationId="{E1D8F09B-D284-45B3-BBBD-BBCBEDCE5F94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20" creationId="{6E8B07A8-3DF4-4848-ABE8-BBCE2DF278DC}"/>
          </ac:spMkLst>
        </pc:spChg>
        <pc:spChg chg="add del">
          <ac:chgData name="KwonJoonho" userId="fa141e0c-4849-4deb-8f8c-65d25da6d8db" providerId="ADAL" clId="{8A7737AF-E425-48F2-BBC7-88CD3C37B0FB}" dt="2020-03-06T13:23:45.826" v="2026"/>
          <ac:spMkLst>
            <pc:docMk/>
            <pc:sldMk cId="950362624" sldId="720"/>
            <ac:spMk id="21" creationId="{8A475204-777D-4722-97B9-AC198ED3E7D5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2" creationId="{3F38017D-E0F5-4AA2-A53C-93A20FD0EC53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3" creationId="{4D3E5BF4-8C36-4924-A577-011B46A458EF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4" creationId="{3EEC3FFD-14DA-40F4-946C-2CE6E7226B0B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5" creationId="{836EBA70-F6D9-4BFA-9511-5ECFB06B177C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6" creationId="{3C3293A6-5A88-4616-9C0A-544025D6DE29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7" creationId="{7C89AE97-7342-404C-8AC6-8F2ED15F194A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8" creationId="{582C4CB2-033F-4A4E-9077-D1D186586196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29" creationId="{2D4BB33C-D9E5-41F4-9A8A-2E007E64D1A4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0" creationId="{7AC20FD7-227D-4FAD-9EC2-09BEEC713A43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1" creationId="{F96D2875-6B55-4661-BF5B-2DDECB284663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2" creationId="{366D7644-7EE2-4B53-80E1-378C374673CA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3" creationId="{79A460FF-CBEB-4F18-AEF5-BA53355BF31A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4" creationId="{08848E42-1366-496E-B8C0-204945E450B3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5" creationId="{C3662FD9-8675-4C62-89E7-BEA6C1D08FB9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6" creationId="{ACB72C86-F4D7-4CC9-AE97-F4537FC4854F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7" creationId="{9D834102-0286-4CA3-94F7-4BEA0781440A}"/>
          </ac:spMkLst>
        </pc:spChg>
        <pc:spChg chg="add del mod">
          <ac:chgData name="KwonJoonho" userId="fa141e0c-4849-4deb-8f8c-65d25da6d8db" providerId="ADAL" clId="{8A7737AF-E425-48F2-BBC7-88CD3C37B0FB}" dt="2020-03-06T13:23:54.811" v="2032" actId="478"/>
          <ac:spMkLst>
            <pc:docMk/>
            <pc:sldMk cId="950362624" sldId="720"/>
            <ac:spMk id="38" creationId="{6C5A245B-81FE-4905-9719-3C6D146022CE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39" creationId="{46421184-3808-44B0-AADF-E16F6844495F}"/>
          </ac:spMkLst>
        </pc:spChg>
        <pc:spChg chg="add del mod">
          <ac:chgData name="KwonJoonho" userId="fa141e0c-4849-4deb-8f8c-65d25da6d8db" providerId="ADAL" clId="{8A7737AF-E425-48F2-BBC7-88CD3C37B0FB}" dt="2020-03-06T13:24:21.152" v="2036" actId="478"/>
          <ac:spMkLst>
            <pc:docMk/>
            <pc:sldMk cId="950362624" sldId="720"/>
            <ac:spMk id="40" creationId="{8E96C19B-6611-40F1-BF1B-82EE4FFFE4DD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1" creationId="{B6490948-793A-4053-B627-F2EF5867EBC1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2" creationId="{FDD698A9-E63E-46A2-8287-E4C7A80EE3A4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3" creationId="{4E688B59-7400-471F-A663-918625BCC0EA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4" creationId="{B8C542CD-7C9C-45C0-B651-48BBC4202057}"/>
          </ac:spMkLst>
        </pc:spChg>
        <pc:spChg chg="add del mod">
          <ac:chgData name="KwonJoonho" userId="fa141e0c-4849-4deb-8f8c-65d25da6d8db" providerId="ADAL" clId="{8A7737AF-E425-48F2-BBC7-88CD3C37B0FB}" dt="2020-03-06T13:26:15.232" v="2085" actId="478"/>
          <ac:spMkLst>
            <pc:docMk/>
            <pc:sldMk cId="950362624" sldId="720"/>
            <ac:spMk id="45" creationId="{CB6613DD-D1D3-4A93-8956-D52DCD78951F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6" creationId="{A5D3CEA8-2C81-4791-A7B8-8305589DC091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7" creationId="{C9728BD3-9690-4CC9-9B54-51138A44EB42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48" creationId="{84D6E53A-25FA-4009-8B79-69E21A408981}"/>
          </ac:spMkLst>
        </pc:spChg>
        <pc:spChg chg="add del">
          <ac:chgData name="KwonJoonho" userId="fa141e0c-4849-4deb-8f8c-65d25da6d8db" providerId="ADAL" clId="{8A7737AF-E425-48F2-BBC7-88CD3C37B0FB}" dt="2020-03-06T13:26:40.765" v="2092"/>
          <ac:spMkLst>
            <pc:docMk/>
            <pc:sldMk cId="950362624" sldId="720"/>
            <ac:spMk id="52" creationId="{029F0C8F-F189-4991-AF48-4DDADE3E0C09}"/>
          </ac:spMkLst>
        </pc:spChg>
        <pc:spChg chg="add mod">
          <ac:chgData name="KwonJoonho" userId="fa141e0c-4849-4deb-8f8c-65d25da6d8db" providerId="ADAL" clId="{8A7737AF-E425-48F2-BBC7-88CD3C37B0FB}" dt="2020-03-06T13:30:44.882" v="2293" actId="164"/>
          <ac:spMkLst>
            <pc:docMk/>
            <pc:sldMk cId="950362624" sldId="720"/>
            <ac:spMk id="56" creationId="{79886BDD-5E1F-434E-A3DE-E898B8BFBAF3}"/>
          </ac:spMkLst>
        </pc:spChg>
        <pc:grpChg chg="add del mod">
          <ac:chgData name="KwonJoonho" userId="fa141e0c-4849-4deb-8f8c-65d25da6d8db" providerId="ADAL" clId="{8A7737AF-E425-48F2-BBC7-88CD3C37B0FB}" dt="2020-03-06T13:30:54.228" v="2299"/>
          <ac:grpSpMkLst>
            <pc:docMk/>
            <pc:sldMk cId="950362624" sldId="720"/>
            <ac:grpSpMk id="69" creationId="{3174CF8C-982A-4789-9156-C2F72DB4E0D8}"/>
          </ac:grpSpMkLst>
        </pc:grpChg>
        <pc:grpChg chg="add mod">
          <ac:chgData name="KwonJoonho" userId="fa141e0c-4849-4deb-8f8c-65d25da6d8db" providerId="ADAL" clId="{8A7737AF-E425-48F2-BBC7-88CD3C37B0FB}" dt="2020-03-06T13:31:08.373" v="2308" actId="1076"/>
          <ac:grpSpMkLst>
            <pc:docMk/>
            <pc:sldMk cId="950362624" sldId="720"/>
            <ac:grpSpMk id="70" creationId="{2DCD9B75-9B61-4B47-97F5-5C8A1834F799}"/>
          </ac:grpSpMkLst>
        </pc:grpChg>
        <pc:cxnChg chg="add mod">
          <ac:chgData name="KwonJoonho" userId="fa141e0c-4849-4deb-8f8c-65d25da6d8db" providerId="ADAL" clId="{8A7737AF-E425-48F2-BBC7-88CD3C37B0FB}" dt="2020-03-06T13:30:44.882" v="2293" actId="164"/>
          <ac:cxnSpMkLst>
            <pc:docMk/>
            <pc:sldMk cId="950362624" sldId="720"/>
            <ac:cxnSpMk id="50" creationId="{34AAD3BA-4BCD-4FAF-B559-A1C108CB0845}"/>
          </ac:cxnSpMkLst>
        </pc:cxnChg>
        <pc:cxnChg chg="add mod">
          <ac:chgData name="KwonJoonho" userId="fa141e0c-4849-4deb-8f8c-65d25da6d8db" providerId="ADAL" clId="{8A7737AF-E425-48F2-BBC7-88CD3C37B0FB}" dt="2020-03-06T13:30:44.882" v="2293" actId="164"/>
          <ac:cxnSpMkLst>
            <pc:docMk/>
            <pc:sldMk cId="950362624" sldId="720"/>
            <ac:cxnSpMk id="53" creationId="{4227A456-DA63-4BAC-B547-4BDC229FE665}"/>
          </ac:cxnSpMkLst>
        </pc:cxnChg>
      </pc:sldChg>
      <pc:sldChg chg="modSp add mod">
        <pc:chgData name="KwonJoonho" userId="fa141e0c-4849-4deb-8f8c-65d25da6d8db" providerId="ADAL" clId="{8A7737AF-E425-48F2-BBC7-88CD3C37B0FB}" dt="2020-03-06T13:46:26.600" v="2705" actId="1076"/>
        <pc:sldMkLst>
          <pc:docMk/>
          <pc:sldMk cId="400265797" sldId="721"/>
        </pc:sldMkLst>
        <pc:spChg chg="mod">
          <ac:chgData name="KwonJoonho" userId="fa141e0c-4849-4deb-8f8c-65d25da6d8db" providerId="ADAL" clId="{8A7737AF-E425-48F2-BBC7-88CD3C37B0FB}" dt="2020-03-06T13:40:00.243" v="2519"/>
          <ac:spMkLst>
            <pc:docMk/>
            <pc:sldMk cId="400265797" sldId="721"/>
            <ac:spMk id="2" creationId="{717E52E0-C4FF-40FF-BD49-C98AA811B5F9}"/>
          </ac:spMkLst>
        </pc:spChg>
        <pc:spChg chg="mod">
          <ac:chgData name="KwonJoonho" userId="fa141e0c-4849-4deb-8f8c-65d25da6d8db" providerId="ADAL" clId="{8A7737AF-E425-48F2-BBC7-88CD3C37B0FB}" dt="2020-03-06T13:46:26.600" v="2705" actId="1076"/>
          <ac:spMkLst>
            <pc:docMk/>
            <pc:sldMk cId="400265797" sldId="721"/>
            <ac:spMk id="3" creationId="{71520963-7F6D-4597-B765-72F17E0C946A}"/>
          </ac:spMkLst>
        </pc:spChg>
      </pc:sldChg>
      <pc:sldChg chg="modSp add mod">
        <pc:chgData name="KwonJoonho" userId="fa141e0c-4849-4deb-8f8c-65d25da6d8db" providerId="ADAL" clId="{8A7737AF-E425-48F2-BBC7-88CD3C37B0FB}" dt="2020-03-06T13:46:32.241" v="2708" actId="20577"/>
        <pc:sldMkLst>
          <pc:docMk/>
          <pc:sldMk cId="360772483" sldId="722"/>
        </pc:sldMkLst>
        <pc:spChg chg="mod">
          <ac:chgData name="KwonJoonho" userId="fa141e0c-4849-4deb-8f8c-65d25da6d8db" providerId="ADAL" clId="{8A7737AF-E425-48F2-BBC7-88CD3C37B0FB}" dt="2020-03-06T13:46:18" v="2698" actId="20577"/>
          <ac:spMkLst>
            <pc:docMk/>
            <pc:sldMk cId="360772483" sldId="722"/>
            <ac:spMk id="2" creationId="{F6A247E6-5419-4E51-8BDC-828796775ABF}"/>
          </ac:spMkLst>
        </pc:spChg>
        <pc:spChg chg="mod">
          <ac:chgData name="KwonJoonho" userId="fa141e0c-4849-4deb-8f8c-65d25da6d8db" providerId="ADAL" clId="{8A7737AF-E425-48F2-BBC7-88CD3C37B0FB}" dt="2020-03-06T13:46:32.241" v="2708" actId="20577"/>
          <ac:spMkLst>
            <pc:docMk/>
            <pc:sldMk cId="360772483" sldId="722"/>
            <ac:spMk id="3" creationId="{EB29CDFF-8156-489E-A91E-E67E95D82A49}"/>
          </ac:spMkLst>
        </pc:spChg>
      </pc:sldChg>
      <pc:sldChg chg="modSp add mod">
        <pc:chgData name="KwonJoonho" userId="fa141e0c-4849-4deb-8f8c-65d25da6d8db" providerId="ADAL" clId="{8A7737AF-E425-48F2-BBC7-88CD3C37B0FB}" dt="2020-03-06T13:46:35.194" v="2711" actId="20577"/>
        <pc:sldMkLst>
          <pc:docMk/>
          <pc:sldMk cId="3537049524" sldId="723"/>
        </pc:sldMkLst>
        <pc:spChg chg="mod">
          <ac:chgData name="KwonJoonho" userId="fa141e0c-4849-4deb-8f8c-65d25da6d8db" providerId="ADAL" clId="{8A7737AF-E425-48F2-BBC7-88CD3C37B0FB}" dt="2020-03-06T13:42:10.889" v="2628" actId="207"/>
          <ac:spMkLst>
            <pc:docMk/>
            <pc:sldMk cId="3537049524" sldId="723"/>
            <ac:spMk id="2" creationId="{4385EF9B-88DF-4234-87DD-DB4C73DDA11E}"/>
          </ac:spMkLst>
        </pc:spChg>
        <pc:spChg chg="mod">
          <ac:chgData name="KwonJoonho" userId="fa141e0c-4849-4deb-8f8c-65d25da6d8db" providerId="ADAL" clId="{8A7737AF-E425-48F2-BBC7-88CD3C37B0FB}" dt="2020-03-06T13:46:35.194" v="2711" actId="20577"/>
          <ac:spMkLst>
            <pc:docMk/>
            <pc:sldMk cId="3537049524" sldId="723"/>
            <ac:spMk id="3" creationId="{496F94C8-0409-4634-B2D9-359E4A7EB1F0}"/>
          </ac:spMkLst>
        </pc:spChg>
      </pc:sldChg>
      <pc:sldChg chg="modSp add mod">
        <pc:chgData name="KwonJoonho" userId="fa141e0c-4849-4deb-8f8c-65d25da6d8db" providerId="ADAL" clId="{8A7737AF-E425-48F2-BBC7-88CD3C37B0FB}" dt="2020-03-06T13:47:04.778" v="2714" actId="108"/>
        <pc:sldMkLst>
          <pc:docMk/>
          <pc:sldMk cId="3064174327" sldId="724"/>
        </pc:sldMkLst>
        <pc:spChg chg="mod">
          <ac:chgData name="KwonJoonho" userId="fa141e0c-4849-4deb-8f8c-65d25da6d8db" providerId="ADAL" clId="{8A7737AF-E425-48F2-BBC7-88CD3C37B0FB}" dt="2020-03-06T13:47:04.778" v="2714" actId="108"/>
          <ac:spMkLst>
            <pc:docMk/>
            <pc:sldMk cId="3064174327" sldId="724"/>
            <ac:spMk id="2" creationId="{B3FA8B4E-4542-4AE5-82BE-97FDC25D0A4C}"/>
          </ac:spMkLst>
        </pc:spChg>
      </pc:sldChg>
      <pc:sldChg chg="modSp add mod">
        <pc:chgData name="KwonJoonho" userId="fa141e0c-4849-4deb-8f8c-65d25da6d8db" providerId="ADAL" clId="{8A7737AF-E425-48F2-BBC7-88CD3C37B0FB}" dt="2020-03-06T13:54:41.855" v="2816" actId="20577"/>
        <pc:sldMkLst>
          <pc:docMk/>
          <pc:sldMk cId="1336777403" sldId="725"/>
        </pc:sldMkLst>
        <pc:spChg chg="mod">
          <ac:chgData name="KwonJoonho" userId="fa141e0c-4849-4deb-8f8c-65d25da6d8db" providerId="ADAL" clId="{8A7737AF-E425-48F2-BBC7-88CD3C37B0FB}" dt="2020-03-06T13:54:41.855" v="2816" actId="20577"/>
          <ac:spMkLst>
            <pc:docMk/>
            <pc:sldMk cId="1336777403" sldId="725"/>
            <ac:spMk id="2" creationId="{70A1372A-0E2B-4377-949B-233891889BFD}"/>
          </ac:spMkLst>
        </pc:spChg>
        <pc:spChg chg="mod">
          <ac:chgData name="KwonJoonho" userId="fa141e0c-4849-4deb-8f8c-65d25da6d8db" providerId="ADAL" clId="{8A7737AF-E425-48F2-BBC7-88CD3C37B0FB}" dt="2020-03-06T13:51:40.860" v="2731" actId="20577"/>
          <ac:spMkLst>
            <pc:docMk/>
            <pc:sldMk cId="1336777403" sldId="725"/>
            <ac:spMk id="3" creationId="{EA73A4CB-4264-4102-80A3-CD250DCB7EE7}"/>
          </ac:spMkLst>
        </pc:spChg>
      </pc:sldChg>
      <pc:sldChg chg="addSp modSp add mod">
        <pc:chgData name="KwonJoonho" userId="fa141e0c-4849-4deb-8f8c-65d25da6d8db" providerId="ADAL" clId="{8A7737AF-E425-48F2-BBC7-88CD3C37B0FB}" dt="2020-03-06T13:59:47.513" v="2838" actId="1076"/>
        <pc:sldMkLst>
          <pc:docMk/>
          <pc:sldMk cId="169230977" sldId="726"/>
        </pc:sldMkLst>
        <pc:spChg chg="mod">
          <ac:chgData name="KwonJoonho" userId="fa141e0c-4849-4deb-8f8c-65d25da6d8db" providerId="ADAL" clId="{8A7737AF-E425-48F2-BBC7-88CD3C37B0FB}" dt="2020-03-06T13:57:10.428" v="2827" actId="404"/>
          <ac:spMkLst>
            <pc:docMk/>
            <pc:sldMk cId="169230977" sldId="726"/>
            <ac:spMk id="2" creationId="{CB574E46-57A2-4BE5-B95B-277D6C2545A7}"/>
          </ac:spMkLst>
        </pc:spChg>
        <pc:spChg chg="mod">
          <ac:chgData name="KwonJoonho" userId="fa141e0c-4849-4deb-8f8c-65d25da6d8db" providerId="ADAL" clId="{8A7737AF-E425-48F2-BBC7-88CD3C37B0FB}" dt="2020-03-06T13:56:45.306" v="2820"/>
          <ac:spMkLst>
            <pc:docMk/>
            <pc:sldMk cId="169230977" sldId="726"/>
            <ac:spMk id="3" creationId="{A430F5EB-F4DA-4CFC-BC62-B4BD087FEC05}"/>
          </ac:spMkLst>
        </pc:spChg>
        <pc:spChg chg="add mod">
          <ac:chgData name="KwonJoonho" userId="fa141e0c-4849-4deb-8f8c-65d25da6d8db" providerId="ADAL" clId="{8A7737AF-E425-48F2-BBC7-88CD3C37B0FB}" dt="2020-03-06T13:59:47.513" v="2838" actId="1076"/>
          <ac:spMkLst>
            <pc:docMk/>
            <pc:sldMk cId="169230977" sldId="726"/>
            <ac:spMk id="5" creationId="{E01E0EF2-1F18-41AB-A29B-C7DBFB66219D}"/>
          </ac:spMkLst>
        </pc:spChg>
      </pc:sldChg>
      <pc:sldChg chg="addSp delSp modSp add del mod ord">
        <pc:chgData name="KwonJoonho" userId="fa141e0c-4849-4deb-8f8c-65d25da6d8db" providerId="ADAL" clId="{8A7737AF-E425-48F2-BBC7-88CD3C37B0FB}" dt="2020-03-06T15:54:25.075" v="4996" actId="47"/>
        <pc:sldMkLst>
          <pc:docMk/>
          <pc:sldMk cId="2597303338" sldId="727"/>
        </pc:sldMkLst>
        <pc:spChg chg="del">
          <ac:chgData name="KwonJoonho" userId="fa141e0c-4849-4deb-8f8c-65d25da6d8db" providerId="ADAL" clId="{8A7737AF-E425-48F2-BBC7-88CD3C37B0FB}" dt="2020-03-06T14:03:11.014" v="2840"/>
          <ac:spMkLst>
            <pc:docMk/>
            <pc:sldMk cId="2597303338" sldId="727"/>
            <ac:spMk id="2" creationId="{CB38773C-E624-41CE-A4A0-227EFD7794FD}"/>
          </ac:spMkLst>
        </pc:spChg>
        <pc:spChg chg="del">
          <ac:chgData name="KwonJoonho" userId="fa141e0c-4849-4deb-8f8c-65d25da6d8db" providerId="ADAL" clId="{8A7737AF-E425-48F2-BBC7-88CD3C37B0FB}" dt="2020-03-06T14:03:11.014" v="2840"/>
          <ac:spMkLst>
            <pc:docMk/>
            <pc:sldMk cId="2597303338" sldId="727"/>
            <ac:spMk id="3" creationId="{07D3F47F-BA51-43C0-B536-1E4EE4FF0D8B}"/>
          </ac:spMkLst>
        </pc:spChg>
        <pc:spChg chg="mod">
          <ac:chgData name="KwonJoonho" userId="fa141e0c-4849-4deb-8f8c-65d25da6d8db" providerId="ADAL" clId="{8A7737AF-E425-48F2-BBC7-88CD3C37B0FB}" dt="2020-03-06T14:09:28.337" v="3046" actId="1076"/>
          <ac:spMkLst>
            <pc:docMk/>
            <pc:sldMk cId="2597303338" sldId="727"/>
            <ac:spMk id="4" creationId="{78CC3D4D-419D-41B9-8CF4-3DE19EB6F5CC}"/>
          </ac:spMkLst>
        </pc:spChg>
        <pc:spChg chg="del mod topLvl">
          <ac:chgData name="KwonJoonho" userId="fa141e0c-4849-4deb-8f8c-65d25da6d8db" providerId="ADAL" clId="{8A7737AF-E425-48F2-BBC7-88CD3C37B0FB}" dt="2020-03-06T14:07:53.715" v="3024" actId="478"/>
          <ac:spMkLst>
            <pc:docMk/>
            <pc:sldMk cId="2597303338" sldId="727"/>
            <ac:spMk id="7" creationId="{B1CB8361-E3C8-44C8-A900-A4B58ED2749F}"/>
          </ac:spMkLst>
        </pc:spChg>
        <pc:spChg chg="del mod topLvl">
          <ac:chgData name="KwonJoonho" userId="fa141e0c-4849-4deb-8f8c-65d25da6d8db" providerId="ADAL" clId="{8A7737AF-E425-48F2-BBC7-88CD3C37B0FB}" dt="2020-03-06T14:07:54.727" v="3025" actId="478"/>
          <ac:spMkLst>
            <pc:docMk/>
            <pc:sldMk cId="2597303338" sldId="727"/>
            <ac:spMk id="8" creationId="{29359B45-B893-43C6-897A-CD183E2DBF4B}"/>
          </ac:spMkLst>
        </pc:spChg>
        <pc:spChg chg="mod topLvl">
          <ac:chgData name="KwonJoonho" userId="fa141e0c-4849-4deb-8f8c-65d25da6d8db" providerId="ADAL" clId="{8A7737AF-E425-48F2-BBC7-88CD3C37B0FB}" dt="2020-03-06T14:12:12.339" v="3106" actId="1035"/>
          <ac:spMkLst>
            <pc:docMk/>
            <pc:sldMk cId="2597303338" sldId="727"/>
            <ac:spMk id="9" creationId="{C2D10CDD-F4D8-4A80-B320-D30F5209B48E}"/>
          </ac:spMkLst>
        </pc:spChg>
        <pc:spChg chg="del mod topLvl">
          <ac:chgData name="KwonJoonho" userId="fa141e0c-4849-4deb-8f8c-65d25da6d8db" providerId="ADAL" clId="{8A7737AF-E425-48F2-BBC7-88CD3C37B0FB}" dt="2020-03-06T14:03:29.464" v="2845" actId="478"/>
          <ac:spMkLst>
            <pc:docMk/>
            <pc:sldMk cId="2597303338" sldId="727"/>
            <ac:spMk id="10" creationId="{0A42FD36-FAD4-4407-B16B-474D08FE0A7E}"/>
          </ac:spMkLst>
        </pc:spChg>
        <pc:spChg chg="del mod topLvl">
          <ac:chgData name="KwonJoonho" userId="fa141e0c-4849-4deb-8f8c-65d25da6d8db" providerId="ADAL" clId="{8A7737AF-E425-48F2-BBC7-88CD3C37B0FB}" dt="2020-03-06T14:07:53.715" v="3024" actId="478"/>
          <ac:spMkLst>
            <pc:docMk/>
            <pc:sldMk cId="2597303338" sldId="727"/>
            <ac:spMk id="11" creationId="{0510D117-F92A-4115-AD30-F76DFFEBA3DE}"/>
          </ac:spMkLst>
        </pc:spChg>
        <pc:spChg chg="mod topLvl">
          <ac:chgData name="KwonJoonho" userId="fa141e0c-4849-4deb-8f8c-65d25da6d8db" providerId="ADAL" clId="{8A7737AF-E425-48F2-BBC7-88CD3C37B0FB}" dt="2020-03-06T14:12:12.339" v="3106" actId="1035"/>
          <ac:spMkLst>
            <pc:docMk/>
            <pc:sldMk cId="2597303338" sldId="727"/>
            <ac:spMk id="12" creationId="{BE7E044B-96A4-498B-87B7-55859F9B35D7}"/>
          </ac:spMkLst>
        </pc:spChg>
        <pc:spChg chg="mod topLvl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13" creationId="{FD1A0B7D-2793-4A5C-B05E-C0A9FE635E3F}"/>
          </ac:spMkLst>
        </pc:spChg>
        <pc:spChg chg="mod topLvl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15" creationId="{67551E1C-884D-4C29-9B6A-552549BCE28E}"/>
          </ac:spMkLst>
        </pc:spChg>
        <pc:spChg chg="del mod topLvl">
          <ac:chgData name="KwonJoonho" userId="fa141e0c-4849-4deb-8f8c-65d25da6d8db" providerId="ADAL" clId="{8A7737AF-E425-48F2-BBC7-88CD3C37B0FB}" dt="2020-03-06T14:04:04.284" v="2852" actId="478"/>
          <ac:spMkLst>
            <pc:docMk/>
            <pc:sldMk cId="2597303338" sldId="727"/>
            <ac:spMk id="16" creationId="{A2BD0018-D4D9-4B15-B99D-AF510A4CB4B8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17" creationId="{014A91CB-EA81-4605-AF90-932B9F9B10B8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18" creationId="{54B9DD3F-1349-45C2-901E-D9C0DB62C3A0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19" creationId="{2EBD727E-5FAC-4F6A-A53F-6FCFE51A1923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0" creationId="{AB8778FC-B081-4896-8496-04F4FD310ED3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1" creationId="{2D094050-41BD-44F4-B694-090350998AD0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2" creationId="{7777E1CD-7545-4C3C-89CC-5EB2535611B0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3" creationId="{F04F101F-F35A-4D9E-B841-B6E4ADA640CF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4" creationId="{B4FE6820-6A6D-498E-A12F-69C2F8481C41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5" creationId="{435E96C7-A582-4489-9221-0106311E1F1A}"/>
          </ac:spMkLst>
        </pc:spChg>
        <pc:spChg chg="add mod">
          <ac:chgData name="KwonJoonho" userId="fa141e0c-4849-4deb-8f8c-65d25da6d8db" providerId="ADAL" clId="{8A7737AF-E425-48F2-BBC7-88CD3C37B0FB}" dt="2020-03-06T14:11:07.107" v="3081" actId="1076"/>
          <ac:spMkLst>
            <pc:docMk/>
            <pc:sldMk cId="2597303338" sldId="727"/>
            <ac:spMk id="26" creationId="{103EEB76-820E-42D6-AA73-23D22C26DAEA}"/>
          </ac:spMkLst>
        </pc:spChg>
        <pc:spChg chg="add del">
          <ac:chgData name="KwonJoonho" userId="fa141e0c-4849-4deb-8f8c-65d25da6d8db" providerId="ADAL" clId="{8A7737AF-E425-48F2-BBC7-88CD3C37B0FB}" dt="2020-03-06T14:06:09.531" v="2962"/>
          <ac:spMkLst>
            <pc:docMk/>
            <pc:sldMk cId="2597303338" sldId="727"/>
            <ac:spMk id="27" creationId="{A6024A24-8F09-4A6C-AEDA-185B050D9F10}"/>
          </ac:spMkLst>
        </pc:spChg>
        <pc:spChg chg="add del">
          <ac:chgData name="KwonJoonho" userId="fa141e0c-4849-4deb-8f8c-65d25da6d8db" providerId="ADAL" clId="{8A7737AF-E425-48F2-BBC7-88CD3C37B0FB}" dt="2020-03-06T14:06:09.531" v="2962"/>
          <ac:spMkLst>
            <pc:docMk/>
            <pc:sldMk cId="2597303338" sldId="727"/>
            <ac:spMk id="28" creationId="{693CD83C-5DB5-49C4-B4C9-22A6A717191E}"/>
          </ac:spMkLst>
        </pc:spChg>
        <pc:spChg chg="add del">
          <ac:chgData name="KwonJoonho" userId="fa141e0c-4849-4deb-8f8c-65d25da6d8db" providerId="ADAL" clId="{8A7737AF-E425-48F2-BBC7-88CD3C37B0FB}" dt="2020-03-06T14:06:09.531" v="2962"/>
          <ac:spMkLst>
            <pc:docMk/>
            <pc:sldMk cId="2597303338" sldId="727"/>
            <ac:spMk id="29" creationId="{D2F79667-E1D1-4510-8DDF-19D204D41B4C}"/>
          </ac:spMkLst>
        </pc:spChg>
        <pc:spChg chg="add del">
          <ac:chgData name="KwonJoonho" userId="fa141e0c-4849-4deb-8f8c-65d25da6d8db" providerId="ADAL" clId="{8A7737AF-E425-48F2-BBC7-88CD3C37B0FB}" dt="2020-03-06T14:06:09.531" v="2962"/>
          <ac:spMkLst>
            <pc:docMk/>
            <pc:sldMk cId="2597303338" sldId="727"/>
            <ac:spMk id="30" creationId="{9389ED17-A2CA-46C7-889A-69D807071439}"/>
          </ac:spMkLst>
        </pc:spChg>
        <pc:spChg chg="add mod">
          <ac:chgData name="KwonJoonho" userId="fa141e0c-4849-4deb-8f8c-65d25da6d8db" providerId="ADAL" clId="{8A7737AF-E425-48F2-BBC7-88CD3C37B0FB}" dt="2020-03-06T14:11:48.247" v="3090" actId="1076"/>
          <ac:spMkLst>
            <pc:docMk/>
            <pc:sldMk cId="2597303338" sldId="727"/>
            <ac:spMk id="31" creationId="{00EC7350-9664-4DDA-AA49-A5B7E192EFA9}"/>
          </ac:spMkLst>
        </pc:spChg>
        <pc:spChg chg="add mod ord">
          <ac:chgData name="KwonJoonho" userId="fa141e0c-4849-4deb-8f8c-65d25da6d8db" providerId="ADAL" clId="{8A7737AF-E425-48F2-BBC7-88CD3C37B0FB}" dt="2020-03-06T14:12:12.089" v="3104" actId="14100"/>
          <ac:spMkLst>
            <pc:docMk/>
            <pc:sldMk cId="2597303338" sldId="727"/>
            <ac:spMk id="32" creationId="{726BA7E5-1A54-4341-93C6-5AC1788011D5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3" creationId="{3CC49A3D-102A-4891-BBC9-7606F1BC55A8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4" creationId="{B1C042CE-B45B-4A58-B0D3-3E04F3A14284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5" creationId="{4033B1F8-AA2C-4FCC-8B27-0C28E9D478EC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6" creationId="{936ED1F2-ECCD-40ED-921B-F7B5FC90B04E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7" creationId="{A9D210A5-0855-4CE2-9CA4-4918C0ED25B2}"/>
          </ac:spMkLst>
        </pc:spChg>
        <pc:spChg chg="add mod">
          <ac:chgData name="KwonJoonho" userId="fa141e0c-4849-4deb-8f8c-65d25da6d8db" providerId="ADAL" clId="{8A7737AF-E425-48F2-BBC7-88CD3C37B0FB}" dt="2020-03-06T14:11:02.622" v="3080" actId="1076"/>
          <ac:spMkLst>
            <pc:docMk/>
            <pc:sldMk cId="2597303338" sldId="727"/>
            <ac:spMk id="38" creationId="{68F2ECB2-50B0-4DFA-9378-F6DD2597532D}"/>
          </ac:spMkLst>
        </pc:spChg>
        <pc:spChg chg="add mod">
          <ac:chgData name="KwonJoonho" userId="fa141e0c-4849-4deb-8f8c-65d25da6d8db" providerId="ADAL" clId="{8A7737AF-E425-48F2-BBC7-88CD3C37B0FB}" dt="2020-03-06T14:14:09.077" v="3152" actId="1076"/>
          <ac:spMkLst>
            <pc:docMk/>
            <pc:sldMk cId="2597303338" sldId="727"/>
            <ac:spMk id="55" creationId="{F14DFF1F-9C4D-42A7-A61A-F5E1BC5669D0}"/>
          </ac:spMkLst>
        </pc:spChg>
        <pc:grpChg chg="add del">
          <ac:chgData name="KwonJoonho" userId="fa141e0c-4849-4deb-8f8c-65d25da6d8db" providerId="ADAL" clId="{8A7737AF-E425-48F2-BBC7-88CD3C37B0FB}" dt="2020-03-06T14:03:17.178" v="2842" actId="165"/>
          <ac:grpSpMkLst>
            <pc:docMk/>
            <pc:sldMk cId="2597303338" sldId="727"/>
            <ac:grpSpMk id="5" creationId="{91609792-F799-438E-AA9F-030E7781F2E5}"/>
          </ac:grpSpMkLst>
        </pc:grpChg>
        <pc:grpChg chg="del mod topLvl">
          <ac:chgData name="KwonJoonho" userId="fa141e0c-4849-4deb-8f8c-65d25da6d8db" providerId="ADAL" clId="{8A7737AF-E425-48F2-BBC7-88CD3C37B0FB}" dt="2020-03-06T14:03:44.998" v="2846" actId="165"/>
          <ac:grpSpMkLst>
            <pc:docMk/>
            <pc:sldMk cId="2597303338" sldId="727"/>
            <ac:grpSpMk id="6" creationId="{1F40B69F-184E-4412-992C-D5D0D4ED341C}"/>
          </ac:grpSpMkLst>
        </pc:grpChg>
        <pc:grpChg chg="del mod topLvl">
          <ac:chgData name="KwonJoonho" userId="fa141e0c-4849-4deb-8f8c-65d25da6d8db" providerId="ADAL" clId="{8A7737AF-E425-48F2-BBC7-88CD3C37B0FB}" dt="2020-03-06T14:04:00.455" v="2850" actId="165"/>
          <ac:grpSpMkLst>
            <pc:docMk/>
            <pc:sldMk cId="2597303338" sldId="727"/>
            <ac:grpSpMk id="14" creationId="{E059C9FF-1719-4BA8-8355-6905E0342FFA}"/>
          </ac:grpSpMkLst>
        </pc:grpChg>
        <pc:cxnChg chg="add mod">
          <ac:chgData name="KwonJoonho" userId="fa141e0c-4849-4deb-8f8c-65d25da6d8db" providerId="ADAL" clId="{8A7737AF-E425-48F2-BBC7-88CD3C37B0FB}" dt="2020-03-06T14:11:10.077" v="3082" actId="14100"/>
          <ac:cxnSpMkLst>
            <pc:docMk/>
            <pc:sldMk cId="2597303338" sldId="727"/>
            <ac:cxnSpMk id="40" creationId="{5A7C2226-9DD5-4772-A06E-4C39F0D9EDE2}"/>
          </ac:cxnSpMkLst>
        </pc:cxnChg>
        <pc:cxnChg chg="add mod">
          <ac:chgData name="KwonJoonho" userId="fa141e0c-4849-4deb-8f8c-65d25da6d8db" providerId="ADAL" clId="{8A7737AF-E425-48F2-BBC7-88CD3C37B0FB}" dt="2020-03-06T14:11:11.874" v="3083" actId="14100"/>
          <ac:cxnSpMkLst>
            <pc:docMk/>
            <pc:sldMk cId="2597303338" sldId="727"/>
            <ac:cxnSpMk id="41" creationId="{FBC4D308-0D40-4746-8367-F3CD1D04ABFC}"/>
          </ac:cxnSpMkLst>
        </pc:cxnChg>
        <pc:cxnChg chg="add mod">
          <ac:chgData name="KwonJoonho" userId="fa141e0c-4849-4deb-8f8c-65d25da6d8db" providerId="ADAL" clId="{8A7737AF-E425-48F2-BBC7-88CD3C37B0FB}" dt="2020-03-06T14:11:13.342" v="3084" actId="14100"/>
          <ac:cxnSpMkLst>
            <pc:docMk/>
            <pc:sldMk cId="2597303338" sldId="727"/>
            <ac:cxnSpMk id="44" creationId="{F1059DA6-8D2B-4429-AFBD-C146C261A6BA}"/>
          </ac:cxnSpMkLst>
        </pc:cxnChg>
        <pc:cxnChg chg="add mod">
          <ac:chgData name="KwonJoonho" userId="fa141e0c-4849-4deb-8f8c-65d25da6d8db" providerId="ADAL" clId="{8A7737AF-E425-48F2-BBC7-88CD3C37B0FB}" dt="2020-03-06T14:11:16.016" v="3085" actId="14100"/>
          <ac:cxnSpMkLst>
            <pc:docMk/>
            <pc:sldMk cId="2597303338" sldId="727"/>
            <ac:cxnSpMk id="47" creationId="{381C0903-F9E8-44E4-9C44-26EA78402A83}"/>
          </ac:cxnSpMkLst>
        </pc:cxnChg>
      </pc:sldChg>
      <pc:sldChg chg="addSp delSp modSp add mod modAnim">
        <pc:chgData name="KwonJoonho" userId="fa141e0c-4849-4deb-8f8c-65d25da6d8db" providerId="ADAL" clId="{8A7737AF-E425-48F2-BBC7-88CD3C37B0FB}" dt="2020-03-06T15:14:11.654" v="4347"/>
        <pc:sldMkLst>
          <pc:docMk/>
          <pc:sldMk cId="3260092177" sldId="728"/>
        </pc:sldMkLst>
        <pc:spChg chg="mod">
          <ac:chgData name="KwonJoonho" userId="fa141e0c-4849-4deb-8f8c-65d25da6d8db" providerId="ADAL" clId="{8A7737AF-E425-48F2-BBC7-88CD3C37B0FB}" dt="2020-03-06T15:14:03.808" v="4339"/>
          <ac:spMkLst>
            <pc:docMk/>
            <pc:sldMk cId="3260092177" sldId="728"/>
            <ac:spMk id="2" creationId="{2F37B87D-3059-4AB6-B5A5-1BA854576641}"/>
          </ac:spMkLst>
        </pc:spChg>
        <pc:spChg chg="mod">
          <ac:chgData name="KwonJoonho" userId="fa141e0c-4849-4deb-8f8c-65d25da6d8db" providerId="ADAL" clId="{8A7737AF-E425-48F2-BBC7-88CD3C37B0FB}" dt="2020-03-06T15:14:11.654" v="4347"/>
          <ac:spMkLst>
            <pc:docMk/>
            <pc:sldMk cId="3260092177" sldId="728"/>
            <ac:spMk id="3" creationId="{88FD056D-0E46-4489-83C7-BB475834243B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5" creationId="{62D3AD4F-2F34-4E5D-AD27-F63683893633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6" creationId="{2D22D7DE-EEE5-4723-B44B-054B6344192B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7" creationId="{2F49DC09-808C-4E8A-A3E1-64CBD016055C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8" creationId="{DE20A5BB-637B-41B0-AE93-B2F6819728AC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9" creationId="{E7050374-5500-4C43-9060-8F4AACC6DAA9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0" creationId="{C5E309D6-8C38-453B-8D83-3013E6F2AB51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1" creationId="{45ED9F15-579E-4CD6-81C0-55494C31FC01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2" creationId="{D03084BB-C8B7-4203-B3BD-278D262E3C0E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3" creationId="{CE2977E5-D0C6-4A99-BFB3-02FCC93FA89F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4" creationId="{ABEFB65C-7249-41EC-8829-34F9ACFB803F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5" creationId="{3F8A63A6-A776-4DD6-8EA5-20876678C4BB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6" creationId="{460A8D74-D259-4F0B-A851-140C357642DE}"/>
          </ac:spMkLst>
        </pc:spChg>
        <pc:spChg chg="add del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17" creationId="{4A82D2C0-8B52-42FB-B217-60F3D8EEBC50}"/>
          </ac:spMkLst>
        </pc:spChg>
        <pc:spChg chg="add del mod">
          <ac:chgData name="KwonJoonho" userId="fa141e0c-4849-4deb-8f8c-65d25da6d8db" providerId="ADAL" clId="{8A7737AF-E425-48F2-BBC7-88CD3C37B0FB}" dt="2020-03-06T14:12:44.148" v="3121" actId="478"/>
          <ac:spMkLst>
            <pc:docMk/>
            <pc:sldMk cId="3260092177" sldId="728"/>
            <ac:spMk id="18" creationId="{20BE6B74-CCBE-49EB-853C-9BFE37D5A375}"/>
          </ac:spMkLst>
        </pc:spChg>
        <pc:spChg chg="add del mod">
          <ac:chgData name="KwonJoonho" userId="fa141e0c-4849-4deb-8f8c-65d25da6d8db" providerId="ADAL" clId="{8A7737AF-E425-48F2-BBC7-88CD3C37B0FB}" dt="2020-03-06T14:12:44.897" v="3122" actId="478"/>
          <ac:spMkLst>
            <pc:docMk/>
            <pc:sldMk cId="3260092177" sldId="728"/>
            <ac:spMk id="19" creationId="{F951108A-1999-4F29-B4CE-FF510455AC9B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0" creationId="{2F6BD16C-D190-4531-B32F-E2E2EBEC7F8C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1" creationId="{431363E6-7050-445C-BDB0-7E137AA87FF1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2" creationId="{16FED878-04FB-4005-8BB4-58B174465601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3" creationId="{3FDE3C7F-2AE2-4B7D-BED2-04C442CC9BD7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4" creationId="{4F08F6B3-6AFA-41B0-8843-D44088A0ADB4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5" creationId="{8A6D5E8B-1FF4-4DEA-B503-E2949E0B8228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26" creationId="{9288E31A-B2D4-463D-9620-A53226A464FD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36" creationId="{379B4AAA-2686-425A-967F-3E5F2DBF2544}"/>
          </ac:spMkLst>
        </pc:spChg>
        <pc:spChg chg="add mod">
          <ac:chgData name="KwonJoonho" userId="fa141e0c-4849-4deb-8f8c-65d25da6d8db" providerId="ADAL" clId="{8A7737AF-E425-48F2-BBC7-88CD3C37B0FB}" dt="2020-03-06T14:14:45.077" v="3183" actId="164"/>
          <ac:spMkLst>
            <pc:docMk/>
            <pc:sldMk cId="3260092177" sldId="728"/>
            <ac:spMk id="37" creationId="{04DA4113-CF6C-461E-9090-A2BD499B6854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0" creationId="{7DD9B867-F989-4045-A823-8E7A4505E0F0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1" creationId="{22F38A24-9D29-4AD8-910C-4EA855B8ECFE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2" creationId="{72CC9E04-8DEC-445C-9F0D-1BC8A875DDCA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3" creationId="{B251553E-CDC9-44B3-87F1-4815FCA24401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4" creationId="{F648FB2E-B846-4D58-984A-78DA8AA00475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5" creationId="{B93298B9-535F-47B5-939A-0948CAE06CFD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6" creationId="{324BD421-6376-4414-8FEB-527AD16067D2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7" creationId="{810206B3-13E7-4868-AF10-C61D2A8231D2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8" creationId="{712A7664-236E-4457-AA09-DDA81CD56C1A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49" creationId="{393A863C-ADBA-4024-B692-61300B4C18FB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50" creationId="{23919B42-331C-47BF-BF20-0EB6D09979C6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51" creationId="{7A616951-C64A-4E11-B573-E857CBD2C2BB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52" creationId="{60984F1B-CDE3-40B5-B160-4339D8839992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53" creationId="{4E485251-824F-4AF8-AF10-E07EA1395A55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4" creationId="{99D2524B-A06F-461C-830A-224F63AF87DB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5" creationId="{1BBE8718-E13C-4A42-B7A0-56D8ED3FD7ED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6" creationId="{BC3A0B59-61A8-4DEB-880F-C662AB8247BA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7" creationId="{CC770DD8-431A-4B93-B81F-3C3FB6893780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8" creationId="{1501790C-ADC7-4060-95F8-14725194506C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59" creationId="{6FA54859-78FC-487B-9F3F-ADBD16DE8390}"/>
          </ac:spMkLst>
        </pc:spChg>
        <pc:spChg chg="mod topLvl">
          <ac:chgData name="KwonJoonho" userId="fa141e0c-4849-4deb-8f8c-65d25da6d8db" providerId="ADAL" clId="{8A7737AF-E425-48F2-BBC7-88CD3C37B0FB}" dt="2020-03-06T14:15:48.998" v="3206" actId="164"/>
          <ac:spMkLst>
            <pc:docMk/>
            <pc:sldMk cId="3260092177" sldId="728"/>
            <ac:spMk id="64" creationId="{196B49B6-F5F3-4B98-8C89-B32993FC5A7A}"/>
          </ac:spMkLst>
        </pc:spChg>
        <pc:spChg chg="mod topLvl">
          <ac:chgData name="KwonJoonho" userId="fa141e0c-4849-4deb-8f8c-65d25da6d8db" providerId="ADAL" clId="{8A7737AF-E425-48F2-BBC7-88CD3C37B0FB}" dt="2020-03-06T14:16:09.234" v="3208" actId="338"/>
          <ac:spMkLst>
            <pc:docMk/>
            <pc:sldMk cId="3260092177" sldId="728"/>
            <ac:spMk id="65" creationId="{A459E00E-37D6-4B26-9E7F-F5DF0C658348}"/>
          </ac:spMkLst>
        </pc:spChg>
        <pc:grpChg chg="add mod">
          <ac:chgData name="KwonJoonho" userId="fa141e0c-4849-4deb-8f8c-65d25da6d8db" providerId="ADAL" clId="{8A7737AF-E425-48F2-BBC7-88CD3C37B0FB}" dt="2020-03-06T14:14:45.077" v="3183" actId="164"/>
          <ac:grpSpMkLst>
            <pc:docMk/>
            <pc:sldMk cId="3260092177" sldId="728"/>
            <ac:grpSpMk id="38" creationId="{ED37C5CC-76CA-4F21-BD81-96A911F148B2}"/>
          </ac:grpSpMkLst>
        </pc:grpChg>
        <pc:grpChg chg="add del mod">
          <ac:chgData name="KwonJoonho" userId="fa141e0c-4849-4deb-8f8c-65d25da6d8db" providerId="ADAL" clId="{8A7737AF-E425-48F2-BBC7-88CD3C37B0FB}" dt="2020-03-06T14:15:43.656" v="3205" actId="165"/>
          <ac:grpSpMkLst>
            <pc:docMk/>
            <pc:sldMk cId="3260092177" sldId="728"/>
            <ac:grpSpMk id="39" creationId="{B845F604-B660-4CD5-B1FB-B1CB0455E91D}"/>
          </ac:grpSpMkLst>
        </pc:grpChg>
        <pc:grpChg chg="add mod">
          <ac:chgData name="KwonJoonho" userId="fa141e0c-4849-4deb-8f8c-65d25da6d8db" providerId="ADAL" clId="{8A7737AF-E425-48F2-BBC7-88CD3C37B0FB}" dt="2020-03-06T14:15:48.998" v="3206" actId="164"/>
          <ac:grpSpMkLst>
            <pc:docMk/>
            <pc:sldMk cId="3260092177" sldId="728"/>
            <ac:grpSpMk id="66" creationId="{46AE46BB-C317-46FE-AAAD-140C232C87CF}"/>
          </ac:grpSpMkLst>
        </pc:grpChg>
        <pc:grpChg chg="add mod">
          <ac:chgData name="KwonJoonho" userId="fa141e0c-4849-4deb-8f8c-65d25da6d8db" providerId="ADAL" clId="{8A7737AF-E425-48F2-BBC7-88CD3C37B0FB}" dt="2020-03-06T14:16:09.234" v="3208" actId="338"/>
          <ac:grpSpMkLst>
            <pc:docMk/>
            <pc:sldMk cId="3260092177" sldId="728"/>
            <ac:grpSpMk id="67" creationId="{FA4D9C44-B157-4DD1-B05F-22966F51847C}"/>
          </ac:grpSpMkLst>
        </pc:grpChg>
        <pc:grpChg chg="add mod">
          <ac:chgData name="KwonJoonho" userId="fa141e0c-4849-4deb-8f8c-65d25da6d8db" providerId="ADAL" clId="{8A7737AF-E425-48F2-BBC7-88CD3C37B0FB}" dt="2020-03-06T14:17:23.293" v="3222" actId="164"/>
          <ac:grpSpMkLst>
            <pc:docMk/>
            <pc:sldMk cId="3260092177" sldId="728"/>
            <ac:grpSpMk id="73" creationId="{70036275-EEC8-4902-8CA3-2EAD77BD5CD1}"/>
          </ac:grpSpMkLst>
        </pc:grpChg>
        <pc:cxnChg chg="add mod">
          <ac:chgData name="KwonJoonho" userId="fa141e0c-4849-4deb-8f8c-65d25da6d8db" providerId="ADAL" clId="{8A7737AF-E425-48F2-BBC7-88CD3C37B0FB}" dt="2020-03-06T14:14:45.077" v="3183" actId="164"/>
          <ac:cxnSpMkLst>
            <pc:docMk/>
            <pc:sldMk cId="3260092177" sldId="728"/>
            <ac:cxnSpMk id="27" creationId="{6251C11E-1D2A-469E-B895-0A6A5B34942A}"/>
          </ac:cxnSpMkLst>
        </pc:cxnChg>
        <pc:cxnChg chg="add mod">
          <ac:chgData name="KwonJoonho" userId="fa141e0c-4849-4deb-8f8c-65d25da6d8db" providerId="ADAL" clId="{8A7737AF-E425-48F2-BBC7-88CD3C37B0FB}" dt="2020-03-06T14:14:45.077" v="3183" actId="164"/>
          <ac:cxnSpMkLst>
            <pc:docMk/>
            <pc:sldMk cId="3260092177" sldId="728"/>
            <ac:cxnSpMk id="28" creationId="{41F7FC6A-2D20-4102-8C47-66BB019729A5}"/>
          </ac:cxnSpMkLst>
        </pc:cxnChg>
        <pc:cxnChg chg="add mod">
          <ac:chgData name="KwonJoonho" userId="fa141e0c-4849-4deb-8f8c-65d25da6d8db" providerId="ADAL" clId="{8A7737AF-E425-48F2-BBC7-88CD3C37B0FB}" dt="2020-03-06T14:14:45.077" v="3183" actId="164"/>
          <ac:cxnSpMkLst>
            <pc:docMk/>
            <pc:sldMk cId="3260092177" sldId="728"/>
            <ac:cxnSpMk id="29" creationId="{0BDD83A1-4C45-4B6C-B1FE-235827562363}"/>
          </ac:cxnSpMkLst>
        </pc:cxnChg>
        <pc:cxnChg chg="add mod">
          <ac:chgData name="KwonJoonho" userId="fa141e0c-4849-4deb-8f8c-65d25da6d8db" providerId="ADAL" clId="{8A7737AF-E425-48F2-BBC7-88CD3C37B0FB}" dt="2020-03-06T14:14:45.077" v="3183" actId="164"/>
          <ac:cxnSpMkLst>
            <pc:docMk/>
            <pc:sldMk cId="3260092177" sldId="728"/>
            <ac:cxnSpMk id="30" creationId="{7988E44F-9B34-4823-B30F-2E1BF2659B45}"/>
          </ac:cxnSpMkLst>
        </pc:cxnChg>
        <pc:cxnChg chg="mod ord topLvl">
          <ac:chgData name="KwonJoonho" userId="fa141e0c-4849-4deb-8f8c-65d25da6d8db" providerId="ADAL" clId="{8A7737AF-E425-48F2-BBC7-88CD3C37B0FB}" dt="2020-03-06T14:17:23.293" v="3222" actId="164"/>
          <ac:cxnSpMkLst>
            <pc:docMk/>
            <pc:sldMk cId="3260092177" sldId="728"/>
            <ac:cxnSpMk id="60" creationId="{6E931D22-42A4-402A-A61E-10DAC91CEBED}"/>
          </ac:cxnSpMkLst>
        </pc:cxnChg>
        <pc:cxnChg chg="mod ord topLvl">
          <ac:chgData name="KwonJoonho" userId="fa141e0c-4849-4deb-8f8c-65d25da6d8db" providerId="ADAL" clId="{8A7737AF-E425-48F2-BBC7-88CD3C37B0FB}" dt="2020-03-06T15:13:25.522" v="4306" actId="14100"/>
          <ac:cxnSpMkLst>
            <pc:docMk/>
            <pc:sldMk cId="3260092177" sldId="728"/>
            <ac:cxnSpMk id="61" creationId="{14FDBD6E-3C8F-4E0F-8C23-0FA65ACDC607}"/>
          </ac:cxnSpMkLst>
        </pc:cxnChg>
        <pc:cxnChg chg="mod ord topLvl">
          <ac:chgData name="KwonJoonho" userId="fa141e0c-4849-4deb-8f8c-65d25da6d8db" providerId="ADAL" clId="{8A7737AF-E425-48F2-BBC7-88CD3C37B0FB}" dt="2020-03-06T14:17:23.293" v="3222" actId="164"/>
          <ac:cxnSpMkLst>
            <pc:docMk/>
            <pc:sldMk cId="3260092177" sldId="728"/>
            <ac:cxnSpMk id="62" creationId="{9F5AA443-8EAC-4A32-B706-3DB8AB5A407A}"/>
          </ac:cxnSpMkLst>
        </pc:cxnChg>
        <pc:cxnChg chg="mod ord topLvl">
          <ac:chgData name="KwonJoonho" userId="fa141e0c-4849-4deb-8f8c-65d25da6d8db" providerId="ADAL" clId="{8A7737AF-E425-48F2-BBC7-88CD3C37B0FB}" dt="2020-03-06T14:17:23.293" v="3222" actId="164"/>
          <ac:cxnSpMkLst>
            <pc:docMk/>
            <pc:sldMk cId="3260092177" sldId="728"/>
            <ac:cxnSpMk id="63" creationId="{57B01E2E-0330-4608-86AC-5747D310DC36}"/>
          </ac:cxnSpMkLst>
        </pc:cxnChg>
      </pc:sldChg>
      <pc:sldChg chg="addSp delSp modSp add mod">
        <pc:chgData name="KwonJoonho" userId="fa141e0c-4849-4deb-8f8c-65d25da6d8db" providerId="ADAL" clId="{8A7737AF-E425-48F2-BBC7-88CD3C37B0FB}" dt="2020-03-06T14:25:54.576" v="3383" actId="1076"/>
        <pc:sldMkLst>
          <pc:docMk/>
          <pc:sldMk cId="1934491927" sldId="729"/>
        </pc:sldMkLst>
        <pc:spChg chg="mod">
          <ac:chgData name="KwonJoonho" userId="fa141e0c-4849-4deb-8f8c-65d25da6d8db" providerId="ADAL" clId="{8A7737AF-E425-48F2-BBC7-88CD3C37B0FB}" dt="2020-03-06T14:25:15.200" v="3357"/>
          <ac:spMkLst>
            <pc:docMk/>
            <pc:sldMk cId="1934491927" sldId="729"/>
            <ac:spMk id="2" creationId="{9C165789-2B71-4786-A724-2D517C3AF133}"/>
          </ac:spMkLst>
        </pc:spChg>
        <pc:spChg chg="mod">
          <ac:chgData name="KwonJoonho" userId="fa141e0c-4849-4deb-8f8c-65d25da6d8db" providerId="ADAL" clId="{8A7737AF-E425-48F2-BBC7-88CD3C37B0FB}" dt="2020-03-06T14:25:50.914" v="3382"/>
          <ac:spMkLst>
            <pc:docMk/>
            <pc:sldMk cId="1934491927" sldId="729"/>
            <ac:spMk id="3" creationId="{B4D14943-3F6B-4A11-82F7-28F436F994E5}"/>
          </ac:spMkLst>
        </pc:spChg>
        <pc:spChg chg="add mod">
          <ac:chgData name="KwonJoonho" userId="fa141e0c-4849-4deb-8f8c-65d25da6d8db" providerId="ADAL" clId="{8A7737AF-E425-48F2-BBC7-88CD3C37B0FB}" dt="2020-03-06T14:25:54.576" v="3383" actId="1076"/>
          <ac:spMkLst>
            <pc:docMk/>
            <pc:sldMk cId="1934491927" sldId="729"/>
            <ac:spMk id="5" creationId="{B4A5AFD5-BD65-4736-8166-55BEB8C243F9}"/>
          </ac:spMkLst>
        </pc:spChg>
        <pc:spChg chg="add del mod">
          <ac:chgData name="KwonJoonho" userId="fa141e0c-4849-4deb-8f8c-65d25da6d8db" providerId="ADAL" clId="{8A7737AF-E425-48F2-BBC7-88CD3C37B0FB}" dt="2020-03-06T14:25:15.747" v="3359"/>
          <ac:spMkLst>
            <pc:docMk/>
            <pc:sldMk cId="1934491927" sldId="729"/>
            <ac:spMk id="6" creationId="{C90355DF-D4D9-42FC-8548-C43DF9D08F35}"/>
          </ac:spMkLst>
        </pc:spChg>
      </pc:sldChg>
      <pc:sldChg chg="modSp add del mod">
        <pc:chgData name="KwonJoonho" userId="fa141e0c-4849-4deb-8f8c-65d25da6d8db" providerId="ADAL" clId="{8A7737AF-E425-48F2-BBC7-88CD3C37B0FB}" dt="2020-03-06T14:24:58.323" v="3344" actId="47"/>
        <pc:sldMkLst>
          <pc:docMk/>
          <pc:sldMk cId="113720873" sldId="730"/>
        </pc:sldMkLst>
        <pc:spChg chg="mod">
          <ac:chgData name="KwonJoonho" userId="fa141e0c-4849-4deb-8f8c-65d25da6d8db" providerId="ADAL" clId="{8A7737AF-E425-48F2-BBC7-88CD3C37B0FB}" dt="2020-03-06T14:24:52.901" v="3343"/>
          <ac:spMkLst>
            <pc:docMk/>
            <pc:sldMk cId="113720873" sldId="730"/>
            <ac:spMk id="2" creationId="{186A8357-4CBA-4762-9905-67A2F5EBABFD}"/>
          </ac:spMkLst>
        </pc:spChg>
        <pc:spChg chg="mod">
          <ac:chgData name="KwonJoonho" userId="fa141e0c-4849-4deb-8f8c-65d25da6d8db" providerId="ADAL" clId="{8A7737AF-E425-48F2-BBC7-88CD3C37B0FB}" dt="2020-03-06T14:22:55.216" v="3305"/>
          <ac:spMkLst>
            <pc:docMk/>
            <pc:sldMk cId="113720873" sldId="730"/>
            <ac:spMk id="3" creationId="{EC4A9420-EDF4-442B-916E-5E2101CFA757}"/>
          </ac:spMkLst>
        </pc:spChg>
      </pc:sldChg>
      <pc:sldChg chg="modSp add mod">
        <pc:chgData name="KwonJoonho" userId="fa141e0c-4849-4deb-8f8c-65d25da6d8db" providerId="ADAL" clId="{8A7737AF-E425-48F2-BBC7-88CD3C37B0FB}" dt="2020-03-06T14:25:46.935" v="3378"/>
        <pc:sldMkLst>
          <pc:docMk/>
          <pc:sldMk cId="495797254" sldId="730"/>
        </pc:sldMkLst>
        <pc:spChg chg="mod">
          <ac:chgData name="KwonJoonho" userId="fa141e0c-4849-4deb-8f8c-65d25da6d8db" providerId="ADAL" clId="{8A7737AF-E425-48F2-BBC7-88CD3C37B0FB}" dt="2020-03-06T14:25:32.055" v="3367" actId="20577"/>
          <ac:spMkLst>
            <pc:docMk/>
            <pc:sldMk cId="495797254" sldId="730"/>
            <ac:spMk id="2" creationId="{BD3B6F84-D8BF-46F9-A8A9-AD187ACAADD4}"/>
          </ac:spMkLst>
        </pc:spChg>
        <pc:spChg chg="mod">
          <ac:chgData name="KwonJoonho" userId="fa141e0c-4849-4deb-8f8c-65d25da6d8db" providerId="ADAL" clId="{8A7737AF-E425-48F2-BBC7-88CD3C37B0FB}" dt="2020-03-06T14:25:46.935" v="3378"/>
          <ac:spMkLst>
            <pc:docMk/>
            <pc:sldMk cId="495797254" sldId="730"/>
            <ac:spMk id="3" creationId="{A94D723F-F72A-4A7B-BF44-18D743D06486}"/>
          </ac:spMkLst>
        </pc:spChg>
      </pc:sldChg>
      <pc:sldChg chg="modSp add mod">
        <pc:chgData name="KwonJoonho" userId="fa141e0c-4849-4deb-8f8c-65d25da6d8db" providerId="ADAL" clId="{8A7737AF-E425-48F2-BBC7-88CD3C37B0FB}" dt="2020-03-06T14:29:48.088" v="3590" actId="20577"/>
        <pc:sldMkLst>
          <pc:docMk/>
          <pc:sldMk cId="1905077743" sldId="731"/>
        </pc:sldMkLst>
        <pc:spChg chg="mod">
          <ac:chgData name="KwonJoonho" userId="fa141e0c-4849-4deb-8f8c-65d25da6d8db" providerId="ADAL" clId="{8A7737AF-E425-48F2-BBC7-88CD3C37B0FB}" dt="2020-03-06T14:29:48.088" v="3590" actId="20577"/>
          <ac:spMkLst>
            <pc:docMk/>
            <pc:sldMk cId="1905077743" sldId="731"/>
            <ac:spMk id="2" creationId="{2F144FB3-23FE-4C55-9268-F424A04FDCF5}"/>
          </ac:spMkLst>
        </pc:spChg>
        <pc:spChg chg="mod">
          <ac:chgData name="KwonJoonho" userId="fa141e0c-4849-4deb-8f8c-65d25da6d8db" providerId="ADAL" clId="{8A7737AF-E425-48F2-BBC7-88CD3C37B0FB}" dt="2020-03-06T14:26:21.352" v="3390" actId="27636"/>
          <ac:spMkLst>
            <pc:docMk/>
            <pc:sldMk cId="1905077743" sldId="731"/>
            <ac:spMk id="3" creationId="{BC550A64-4050-4185-8195-B0499C76D826}"/>
          </ac:spMkLst>
        </pc:spChg>
      </pc:sldChg>
      <pc:sldChg chg="addSp modSp add mod modAnim">
        <pc:chgData name="KwonJoonho" userId="fa141e0c-4849-4deb-8f8c-65d25da6d8db" providerId="ADAL" clId="{8A7737AF-E425-48F2-BBC7-88CD3C37B0FB}" dt="2020-03-06T15:54:05.228" v="4992" actId="14100"/>
        <pc:sldMkLst>
          <pc:docMk/>
          <pc:sldMk cId="3092766698" sldId="732"/>
        </pc:sldMkLst>
        <pc:spChg chg="mod">
          <ac:chgData name="KwonJoonho" userId="fa141e0c-4849-4deb-8f8c-65d25da6d8db" providerId="ADAL" clId="{8A7737AF-E425-48F2-BBC7-88CD3C37B0FB}" dt="2020-03-06T15:53:43.664" v="4990" actId="404"/>
          <ac:spMkLst>
            <pc:docMk/>
            <pc:sldMk cId="3092766698" sldId="732"/>
            <ac:spMk id="2" creationId="{A58D7A5F-0A62-42C0-A943-3BC0213AAADE}"/>
          </ac:spMkLst>
        </pc:spChg>
        <pc:spChg chg="mod">
          <ac:chgData name="KwonJoonho" userId="fa141e0c-4849-4deb-8f8c-65d25da6d8db" providerId="ADAL" clId="{8A7737AF-E425-48F2-BBC7-88CD3C37B0FB}" dt="2020-03-06T14:30:42.542" v="3593" actId="27636"/>
          <ac:spMkLst>
            <pc:docMk/>
            <pc:sldMk cId="3092766698" sldId="732"/>
            <ac:spMk id="3" creationId="{E8C985F8-2B5B-4CEF-974B-B2E2667D7EA6}"/>
          </ac:spMkLst>
        </pc:spChg>
        <pc:spChg chg="add mod">
          <ac:chgData name="KwonJoonho" userId="fa141e0c-4849-4deb-8f8c-65d25da6d8db" providerId="ADAL" clId="{8A7737AF-E425-48F2-BBC7-88CD3C37B0FB}" dt="2020-03-06T15:54:05.228" v="4992" actId="14100"/>
          <ac:spMkLst>
            <pc:docMk/>
            <pc:sldMk cId="3092766698" sldId="732"/>
            <ac:spMk id="5" creationId="{D2FE1945-4B8A-4939-974F-8C45C65AFDCF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6" creationId="{582CBCB0-7C5A-4941-A40C-74676C409836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7" creationId="{129E0DB2-B61A-4468-ADA9-8A98CC78DAF5}"/>
          </ac:spMkLst>
        </pc:spChg>
        <pc:spChg chg="add mod">
          <ac:chgData name="KwonJoonho" userId="fa141e0c-4849-4deb-8f8c-65d25da6d8db" providerId="ADAL" clId="{8A7737AF-E425-48F2-BBC7-88CD3C37B0FB}" dt="2020-03-06T15:54:05.228" v="4992" actId="14100"/>
          <ac:spMkLst>
            <pc:docMk/>
            <pc:sldMk cId="3092766698" sldId="732"/>
            <ac:spMk id="8" creationId="{F335071F-1C27-4C7B-BF1B-C5A9D3F72A44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9" creationId="{0C7F28BC-C7DF-448E-8D8C-98C41C363271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10" creationId="{3A3F15F8-710C-4F8B-962A-7EED3DEE6F14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11" creationId="{7B33C050-5DF0-4793-A687-B1B8EF6F8764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12" creationId="{7937477A-B207-4DC0-B5F5-FE6199C2E821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13" creationId="{1C949178-A0C1-4BD0-96E9-AD9784C95400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25" creationId="{528BB0F3-A4E9-46C1-9C15-18391567B61F}"/>
          </ac:spMkLst>
        </pc:spChg>
        <pc:spChg chg="add mod">
          <ac:chgData name="KwonJoonho" userId="fa141e0c-4849-4deb-8f8c-65d25da6d8db" providerId="ADAL" clId="{8A7737AF-E425-48F2-BBC7-88CD3C37B0FB}" dt="2020-03-06T15:53:50.289" v="4991" actId="1076"/>
          <ac:spMkLst>
            <pc:docMk/>
            <pc:sldMk cId="3092766698" sldId="732"/>
            <ac:spMk id="31" creationId="{1DEFDBAF-82A2-4331-83BC-4F164A36E463}"/>
          </ac:spMkLst>
        </pc:spChg>
        <pc:grpChg chg="add mod">
          <ac:chgData name="KwonJoonho" userId="fa141e0c-4849-4deb-8f8c-65d25da6d8db" providerId="ADAL" clId="{8A7737AF-E425-48F2-BBC7-88CD3C37B0FB}" dt="2020-03-06T15:53:50.289" v="4991" actId="1076"/>
          <ac:grpSpMkLst>
            <pc:docMk/>
            <pc:sldMk cId="3092766698" sldId="732"/>
            <ac:grpSpMk id="14" creationId="{7D0BB070-39B2-484E-8563-6CC2C5665B2C}"/>
          </ac:grpSpMkLst>
        </pc:grpChg>
        <pc:grpChg chg="add mod">
          <ac:chgData name="KwonJoonho" userId="fa141e0c-4849-4deb-8f8c-65d25da6d8db" providerId="ADAL" clId="{8A7737AF-E425-48F2-BBC7-88CD3C37B0FB}" dt="2020-03-06T15:53:50.289" v="4991" actId="1076"/>
          <ac:grpSpMkLst>
            <pc:docMk/>
            <pc:sldMk cId="3092766698" sldId="732"/>
            <ac:grpSpMk id="26" creationId="{CD56E550-5690-4207-97E6-3252F61FA4C8}"/>
          </ac:grpSpMkLst>
        </pc:grpChg>
        <pc:cxnChg chg="mod">
          <ac:chgData name="KwonJoonho" userId="fa141e0c-4849-4deb-8f8c-65d25da6d8db" providerId="ADAL" clId="{8A7737AF-E425-48F2-BBC7-88CD3C37B0FB}" dt="2020-03-06T15:53:50.289" v="4991" actId="1076"/>
          <ac:cxnSpMkLst>
            <pc:docMk/>
            <pc:sldMk cId="3092766698" sldId="732"/>
            <ac:cxnSpMk id="30" creationId="{9D096BAD-E6BA-4CF8-B03A-A05A930D7884}"/>
          </ac:cxnSpMkLst>
        </pc:cxnChg>
      </pc:sldChg>
      <pc:sldChg chg="addSp delSp modSp add del mod ord modAnim">
        <pc:chgData name="KwonJoonho" userId="fa141e0c-4849-4deb-8f8c-65d25da6d8db" providerId="ADAL" clId="{8A7737AF-E425-48F2-BBC7-88CD3C37B0FB}" dt="2020-03-06T15:54:25.075" v="4996" actId="47"/>
        <pc:sldMkLst>
          <pc:docMk/>
          <pc:sldMk cId="3523273709" sldId="733"/>
        </pc:sldMkLst>
        <pc:spChg chg="mod">
          <ac:chgData name="KwonJoonho" userId="fa141e0c-4849-4deb-8f8c-65d25da6d8db" providerId="ADAL" clId="{8A7737AF-E425-48F2-BBC7-88CD3C37B0FB}" dt="2020-03-06T14:36:38.039" v="3670" actId="14100"/>
          <ac:spMkLst>
            <pc:docMk/>
            <pc:sldMk cId="3523273709" sldId="733"/>
            <ac:spMk id="2" creationId="{ECFB853F-64F4-4369-92C6-78F01463ACE8}"/>
          </ac:spMkLst>
        </pc:spChg>
        <pc:spChg chg="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4" creationId="{7AE06119-A6E8-4734-A196-A5340AFEDE19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5" creationId="{EF5950EB-E313-4DB4-85BD-CCFAF7B6A120}"/>
          </ac:spMkLst>
        </pc:spChg>
        <pc:spChg chg="add mod">
          <ac:chgData name="KwonJoonho" userId="fa141e0c-4849-4deb-8f8c-65d25da6d8db" providerId="ADAL" clId="{8A7737AF-E425-48F2-BBC7-88CD3C37B0FB}" dt="2020-03-06T14:37:12.996" v="3695" actId="1076"/>
          <ac:spMkLst>
            <pc:docMk/>
            <pc:sldMk cId="3523273709" sldId="733"/>
            <ac:spMk id="6" creationId="{629E9D13-0025-4524-A420-858CC91E9449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7" creationId="{1CD6F7DB-1608-496A-AEE8-06102513F00A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8" creationId="{393C5F95-B848-46FC-824D-2FB106222DDE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9" creationId="{0765FD30-F493-463A-A226-8E44D228D65C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10" creationId="{5D90010B-19BD-4272-8047-1671674B9B9F}"/>
          </ac:spMkLst>
        </pc:spChg>
        <pc:spChg chg="add mod">
          <ac:chgData name="KwonJoonho" userId="fa141e0c-4849-4deb-8f8c-65d25da6d8db" providerId="ADAL" clId="{8A7737AF-E425-48F2-BBC7-88CD3C37B0FB}" dt="2020-03-06T14:36:50.979" v="3673" actId="1076"/>
          <ac:spMkLst>
            <pc:docMk/>
            <pc:sldMk cId="3523273709" sldId="733"/>
            <ac:spMk id="11" creationId="{287DEBA0-D1EA-4811-925A-63F15BD5803F}"/>
          </ac:spMkLst>
        </pc:spChg>
        <pc:spChg chg="del mod topLvl">
          <ac:chgData name="KwonJoonho" userId="fa141e0c-4849-4deb-8f8c-65d25da6d8db" providerId="ADAL" clId="{8A7737AF-E425-48F2-BBC7-88CD3C37B0FB}" dt="2020-03-06T14:37:20.730" v="3697" actId="478"/>
          <ac:spMkLst>
            <pc:docMk/>
            <pc:sldMk cId="3523273709" sldId="733"/>
            <ac:spMk id="13" creationId="{5DC69552-8CFA-4BF9-B603-E0F574F0D810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14" creationId="{FA67C48F-12D0-4D74-B4CE-2736075CDB7D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15" creationId="{3942761B-7162-4488-AE3F-2A0D6C5FDAD5}"/>
          </ac:spMkLst>
        </pc:spChg>
        <pc:spChg chg="del mod topLvl">
          <ac:chgData name="KwonJoonho" userId="fa141e0c-4849-4deb-8f8c-65d25da6d8db" providerId="ADAL" clId="{8A7737AF-E425-48F2-BBC7-88CD3C37B0FB}" dt="2020-03-06T14:38:04.604" v="3709" actId="478"/>
          <ac:spMkLst>
            <pc:docMk/>
            <pc:sldMk cId="3523273709" sldId="733"/>
            <ac:spMk id="16" creationId="{BEA29C6F-DEAB-4D31-8035-953E97C56F65}"/>
          </ac:spMkLst>
        </pc:spChg>
        <pc:spChg chg="del mod topLvl">
          <ac:chgData name="KwonJoonho" userId="fa141e0c-4849-4deb-8f8c-65d25da6d8db" providerId="ADAL" clId="{8A7737AF-E425-48F2-BBC7-88CD3C37B0FB}" dt="2020-03-06T14:38:02.714" v="3708" actId="478"/>
          <ac:spMkLst>
            <pc:docMk/>
            <pc:sldMk cId="3523273709" sldId="733"/>
            <ac:spMk id="17" creationId="{34AB895C-3F36-4C85-91E1-3B69CF2F012E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18" creationId="{0212CC6E-6167-4187-A3F9-72FD9BE2BADD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19" creationId="{56B9A653-B624-4D5B-A46D-7FB7C3BCDAFA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0" creationId="{386BDC49-C2BE-42F1-B253-085FA7AED9B0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1" creationId="{84F50375-30AB-48B5-8EEE-C1E9641E7B2C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2" creationId="{76D73139-C048-46AE-9856-2154D25111FE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3" creationId="{AAC7B708-FED8-49B6-8A86-F6E03C515DE7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4" creationId="{53DD2CBC-FAFC-4961-A8ED-7390F0B4DAC3}"/>
          </ac:spMkLst>
        </pc:spChg>
        <pc:spChg chg="mod topLvl">
          <ac:chgData name="KwonJoonho" userId="fa141e0c-4849-4deb-8f8c-65d25da6d8db" providerId="ADAL" clId="{8A7737AF-E425-48F2-BBC7-88CD3C37B0FB}" dt="2020-03-06T14:39:06.331" v="3738" actId="338"/>
          <ac:spMkLst>
            <pc:docMk/>
            <pc:sldMk cId="3523273709" sldId="733"/>
            <ac:spMk id="25" creationId="{D357900D-8F3D-4F2D-882A-514E5724F976}"/>
          </ac:spMkLst>
        </pc:spChg>
        <pc:spChg chg="del mod topLvl">
          <ac:chgData name="KwonJoonho" userId="fa141e0c-4849-4deb-8f8c-65d25da6d8db" providerId="ADAL" clId="{8A7737AF-E425-48F2-BBC7-88CD3C37B0FB}" dt="2020-03-06T14:38:00.463" v="3707" actId="478"/>
          <ac:spMkLst>
            <pc:docMk/>
            <pc:sldMk cId="3523273709" sldId="733"/>
            <ac:spMk id="26" creationId="{8A403023-4205-4FE3-B794-B75F9B74DD34}"/>
          </ac:spMkLst>
        </pc:spChg>
        <pc:spChg chg="del mod topLvl">
          <ac:chgData name="KwonJoonho" userId="fa141e0c-4849-4deb-8f8c-65d25da6d8db" providerId="ADAL" clId="{8A7737AF-E425-48F2-BBC7-88CD3C37B0FB}" dt="2020-03-06T14:37:26.898" v="3699" actId="478"/>
          <ac:spMkLst>
            <pc:docMk/>
            <pc:sldMk cId="3523273709" sldId="733"/>
            <ac:spMk id="27" creationId="{F58DB978-4DCE-4366-A153-FC8D64C5F014}"/>
          </ac:spMkLst>
        </pc:spChg>
        <pc:spChg chg="add mod">
          <ac:chgData name="KwonJoonho" userId="fa141e0c-4849-4deb-8f8c-65d25da6d8db" providerId="ADAL" clId="{8A7737AF-E425-48F2-BBC7-88CD3C37B0FB}" dt="2020-03-06T14:37:16.099" v="3696" actId="1076"/>
          <ac:spMkLst>
            <pc:docMk/>
            <pc:sldMk cId="3523273709" sldId="733"/>
            <ac:spMk id="28" creationId="{35DC34B3-CAB5-42AA-A03A-7AC0B388276B}"/>
          </ac:spMkLst>
        </pc:spChg>
        <pc:spChg chg="add mod ord">
          <ac:chgData name="KwonJoonho" userId="fa141e0c-4849-4deb-8f8c-65d25da6d8db" providerId="ADAL" clId="{8A7737AF-E425-48F2-BBC7-88CD3C37B0FB}" dt="2020-03-06T14:38:44.993" v="3732" actId="1076"/>
          <ac:spMkLst>
            <pc:docMk/>
            <pc:sldMk cId="3523273709" sldId="733"/>
            <ac:spMk id="34" creationId="{41DCCE3D-D9B1-468F-ADA5-623715C544AC}"/>
          </ac:spMkLst>
        </pc:spChg>
        <pc:spChg chg="add del">
          <ac:chgData name="KwonJoonho" userId="fa141e0c-4849-4deb-8f8c-65d25da6d8db" providerId="ADAL" clId="{8A7737AF-E425-48F2-BBC7-88CD3C37B0FB}" dt="2020-03-06T14:38:07.552" v="3711"/>
          <ac:spMkLst>
            <pc:docMk/>
            <pc:sldMk cId="3523273709" sldId="733"/>
            <ac:spMk id="35" creationId="{73834C3D-8CB5-45C5-BCA9-2792A2948EEC}"/>
          </ac:spMkLst>
        </pc:spChg>
        <pc:spChg chg="add mod">
          <ac:chgData name="KwonJoonho" userId="fa141e0c-4849-4deb-8f8c-65d25da6d8db" providerId="ADAL" clId="{8A7737AF-E425-48F2-BBC7-88CD3C37B0FB}" dt="2020-03-06T14:38:44.993" v="3732" actId="1076"/>
          <ac:spMkLst>
            <pc:docMk/>
            <pc:sldMk cId="3523273709" sldId="733"/>
            <ac:spMk id="36" creationId="{7EAF9DD0-3FB1-4DE2-96AD-3539C559A1BD}"/>
          </ac:spMkLst>
        </pc:spChg>
        <pc:grpChg chg="add del mod">
          <ac:chgData name="KwonJoonho" userId="fa141e0c-4849-4deb-8f8c-65d25da6d8db" providerId="ADAL" clId="{8A7737AF-E425-48F2-BBC7-88CD3C37B0FB}" dt="2020-03-06T14:37:01.417" v="3676" actId="165"/>
          <ac:grpSpMkLst>
            <pc:docMk/>
            <pc:sldMk cId="3523273709" sldId="733"/>
            <ac:grpSpMk id="12" creationId="{47A0FB42-0CAF-4A63-B7AD-5F90187B85E2}"/>
          </ac:grpSpMkLst>
        </pc:grpChg>
        <pc:grpChg chg="add mod">
          <ac:chgData name="KwonJoonho" userId="fa141e0c-4849-4deb-8f8c-65d25da6d8db" providerId="ADAL" clId="{8A7737AF-E425-48F2-BBC7-88CD3C37B0FB}" dt="2020-03-06T14:36:55.808" v="3675" actId="1076"/>
          <ac:grpSpMkLst>
            <pc:docMk/>
            <pc:sldMk cId="3523273709" sldId="733"/>
            <ac:grpSpMk id="29" creationId="{0E5EF880-F6ED-4ACB-8A04-F9C616FAD9D4}"/>
          </ac:grpSpMkLst>
        </pc:grpChg>
        <pc:grpChg chg="add mod">
          <ac:chgData name="KwonJoonho" userId="fa141e0c-4849-4deb-8f8c-65d25da6d8db" providerId="ADAL" clId="{8A7737AF-E425-48F2-BBC7-88CD3C37B0FB}" dt="2020-03-06T14:39:06.331" v="3738" actId="338"/>
          <ac:grpSpMkLst>
            <pc:docMk/>
            <pc:sldMk cId="3523273709" sldId="733"/>
            <ac:grpSpMk id="45" creationId="{3231E655-5E1E-4E41-96B0-4B075676807E}"/>
          </ac:grpSpMkLst>
        </pc:grpChg>
        <pc:cxnChg chg="mod">
          <ac:chgData name="KwonJoonho" userId="fa141e0c-4849-4deb-8f8c-65d25da6d8db" providerId="ADAL" clId="{8A7737AF-E425-48F2-BBC7-88CD3C37B0FB}" dt="2020-03-06T14:38:59.702" v="3737" actId="14100"/>
          <ac:cxnSpMkLst>
            <pc:docMk/>
            <pc:sldMk cId="3523273709" sldId="733"/>
            <ac:cxnSpMk id="30" creationId="{5E6B7F4D-081C-48EF-835C-9CAA313A7EF3}"/>
          </ac:cxnSpMkLst>
        </pc:cxnChg>
        <pc:cxnChg chg="mod">
          <ac:chgData name="KwonJoonho" userId="fa141e0c-4849-4deb-8f8c-65d25da6d8db" providerId="ADAL" clId="{8A7737AF-E425-48F2-BBC7-88CD3C37B0FB}" dt="2020-03-06T14:38:48.900" v="3733" actId="14100"/>
          <ac:cxnSpMkLst>
            <pc:docMk/>
            <pc:sldMk cId="3523273709" sldId="733"/>
            <ac:cxnSpMk id="31" creationId="{60DF859E-8875-4F89-BE90-B94F150D23B0}"/>
          </ac:cxnSpMkLst>
        </pc:cxnChg>
        <pc:cxnChg chg="mod">
          <ac:chgData name="KwonJoonho" userId="fa141e0c-4849-4deb-8f8c-65d25da6d8db" providerId="ADAL" clId="{8A7737AF-E425-48F2-BBC7-88CD3C37B0FB}" dt="2020-03-06T14:38:57.796" v="3736" actId="14100"/>
          <ac:cxnSpMkLst>
            <pc:docMk/>
            <pc:sldMk cId="3523273709" sldId="733"/>
            <ac:cxnSpMk id="32" creationId="{32128292-30C6-46D4-9D02-55A96F5F5886}"/>
          </ac:cxnSpMkLst>
        </pc:cxnChg>
        <pc:cxnChg chg="mod">
          <ac:chgData name="KwonJoonho" userId="fa141e0c-4849-4deb-8f8c-65d25da6d8db" providerId="ADAL" clId="{8A7737AF-E425-48F2-BBC7-88CD3C37B0FB}" dt="2020-03-06T14:38:55.316" v="3735" actId="14100"/>
          <ac:cxnSpMkLst>
            <pc:docMk/>
            <pc:sldMk cId="3523273709" sldId="733"/>
            <ac:cxnSpMk id="33" creationId="{5DD9D184-357E-43BA-96CC-8916E73024FF}"/>
          </ac:cxnSpMkLst>
        </pc:cxnChg>
      </pc:sldChg>
      <pc:sldChg chg="modSp add del mod">
        <pc:chgData name="KwonJoonho" userId="fa141e0c-4849-4deb-8f8c-65d25da6d8db" providerId="ADAL" clId="{8A7737AF-E425-48F2-BBC7-88CD3C37B0FB}" dt="2020-03-06T15:54:10.931" v="4993" actId="47"/>
        <pc:sldMkLst>
          <pc:docMk/>
          <pc:sldMk cId="1656072644" sldId="734"/>
        </pc:sldMkLst>
        <pc:spChg chg="mod">
          <ac:chgData name="KwonJoonho" userId="fa141e0c-4849-4deb-8f8c-65d25da6d8db" providerId="ADAL" clId="{8A7737AF-E425-48F2-BBC7-88CD3C37B0FB}" dt="2020-03-06T15:53:25.239" v="4987"/>
          <ac:spMkLst>
            <pc:docMk/>
            <pc:sldMk cId="1656072644" sldId="734"/>
            <ac:spMk id="2" creationId="{51A3E88F-782A-4101-BC08-497C89BF7305}"/>
          </ac:spMkLst>
        </pc:spChg>
      </pc:sldChg>
      <pc:sldChg chg="modSp add mod">
        <pc:chgData name="KwonJoonho" userId="fa141e0c-4849-4deb-8f8c-65d25da6d8db" providerId="ADAL" clId="{8A7737AF-E425-48F2-BBC7-88CD3C37B0FB}" dt="2020-03-06T15:08:04.353" v="4278"/>
        <pc:sldMkLst>
          <pc:docMk/>
          <pc:sldMk cId="3723231736" sldId="735"/>
        </pc:sldMkLst>
        <pc:spChg chg="mod">
          <ac:chgData name="KwonJoonho" userId="fa141e0c-4849-4deb-8f8c-65d25da6d8db" providerId="ADAL" clId="{8A7737AF-E425-48F2-BBC7-88CD3C37B0FB}" dt="2020-03-06T14:59:51.151" v="4019" actId="6549"/>
          <ac:spMkLst>
            <pc:docMk/>
            <pc:sldMk cId="3723231736" sldId="735"/>
            <ac:spMk id="2" creationId="{3BBB43A9-EFA4-45F8-B180-A4472801B99C}"/>
          </ac:spMkLst>
        </pc:spChg>
        <pc:spChg chg="mod">
          <ac:chgData name="KwonJoonho" userId="fa141e0c-4849-4deb-8f8c-65d25da6d8db" providerId="ADAL" clId="{8A7737AF-E425-48F2-BBC7-88CD3C37B0FB}" dt="2020-03-06T15:08:04.353" v="4278"/>
          <ac:spMkLst>
            <pc:docMk/>
            <pc:sldMk cId="3723231736" sldId="735"/>
            <ac:spMk id="3" creationId="{75C247BD-285E-45E1-A09B-3BFB4826E2BF}"/>
          </ac:spMkLst>
        </pc:spChg>
      </pc:sldChg>
      <pc:sldChg chg="addSp delSp modSp add del mod modAnim">
        <pc:chgData name="KwonJoonho" userId="fa141e0c-4849-4deb-8f8c-65d25da6d8db" providerId="ADAL" clId="{8A7737AF-E425-48F2-BBC7-88CD3C37B0FB}" dt="2020-03-06T15:08:11.025" v="4283" actId="47"/>
        <pc:sldMkLst>
          <pc:docMk/>
          <pc:sldMk cId="1677054147" sldId="736"/>
        </pc:sldMkLst>
        <pc:spChg chg="mod">
          <ac:chgData name="KwonJoonho" userId="fa141e0c-4849-4deb-8f8c-65d25da6d8db" providerId="ADAL" clId="{8A7737AF-E425-48F2-BBC7-88CD3C37B0FB}" dt="2020-03-06T15:06:44.975" v="4252"/>
          <ac:spMkLst>
            <pc:docMk/>
            <pc:sldMk cId="1677054147" sldId="736"/>
            <ac:spMk id="2" creationId="{10431C08-8E99-4353-88C3-5AF356D79E7A}"/>
          </ac:spMkLst>
        </pc:spChg>
        <pc:grpChg chg="add del">
          <ac:chgData name="KwonJoonho" userId="fa141e0c-4849-4deb-8f8c-65d25da6d8db" providerId="ADAL" clId="{8A7737AF-E425-48F2-BBC7-88CD3C37B0FB}" dt="2020-03-06T15:01:52.978" v="4058"/>
          <ac:grpSpMkLst>
            <pc:docMk/>
            <pc:sldMk cId="1677054147" sldId="736"/>
            <ac:grpSpMk id="5" creationId="{3F6559B3-8773-426A-B6AF-A00E6D4888BE}"/>
          </ac:grpSpMkLst>
        </pc:grpChg>
        <pc:grpChg chg="add del">
          <ac:chgData name="KwonJoonho" userId="fa141e0c-4849-4deb-8f8c-65d25da6d8db" providerId="ADAL" clId="{8A7737AF-E425-48F2-BBC7-88CD3C37B0FB}" dt="2020-03-06T15:01:52.978" v="4058"/>
          <ac:grpSpMkLst>
            <pc:docMk/>
            <pc:sldMk cId="1677054147" sldId="736"/>
            <ac:grpSpMk id="24" creationId="{EAC0CDE0-89FF-44E2-854C-842C9BE18559}"/>
          </ac:grpSpMkLst>
        </pc:grpChg>
      </pc:sldChg>
      <pc:sldChg chg="addSp delSp modSp add mod modAnim">
        <pc:chgData name="KwonJoonho" userId="fa141e0c-4849-4deb-8f8c-65d25da6d8db" providerId="ADAL" clId="{8A7737AF-E425-48F2-BBC7-88CD3C37B0FB}" dt="2020-03-06T15:08:08.807" v="4282"/>
        <pc:sldMkLst>
          <pc:docMk/>
          <pc:sldMk cId="2275038274" sldId="737"/>
        </pc:sldMkLst>
        <pc:spChg chg="mod">
          <ac:chgData name="KwonJoonho" userId="fa141e0c-4849-4deb-8f8c-65d25da6d8db" providerId="ADAL" clId="{8A7737AF-E425-48F2-BBC7-88CD3C37B0FB}" dt="2020-03-06T15:07:18.210" v="4261" actId="15"/>
          <ac:spMkLst>
            <pc:docMk/>
            <pc:sldMk cId="2275038274" sldId="737"/>
            <ac:spMk id="2" creationId="{13930F0D-503D-4417-A091-D737D54B90F7}"/>
          </ac:spMkLst>
        </pc:spChg>
        <pc:spChg chg="mod">
          <ac:chgData name="KwonJoonho" userId="fa141e0c-4849-4deb-8f8c-65d25da6d8db" providerId="ADAL" clId="{8A7737AF-E425-48F2-BBC7-88CD3C37B0FB}" dt="2020-03-06T15:08:08.807" v="4282"/>
          <ac:spMkLst>
            <pc:docMk/>
            <pc:sldMk cId="2275038274" sldId="737"/>
            <ac:spMk id="3" creationId="{4B391B97-E775-4D8F-965D-BF1900A02316}"/>
          </ac:spMkLst>
        </pc:spChg>
        <pc:spChg chg="add del mod">
          <ac:chgData name="KwonJoonho" userId="fa141e0c-4849-4deb-8f8c-65d25da6d8db" providerId="ADAL" clId="{8A7737AF-E425-48F2-BBC7-88CD3C37B0FB}" dt="2020-03-06T15:01:13.382" v="4041" actId="478"/>
          <ac:spMkLst>
            <pc:docMk/>
            <pc:sldMk cId="2275038274" sldId="737"/>
            <ac:spMk id="5" creationId="{8FAFC404-B524-4741-9E94-C99E822C94BA}"/>
          </ac:spMkLst>
        </pc:spChg>
        <pc:spChg chg="add del mod">
          <ac:chgData name="KwonJoonho" userId="fa141e0c-4849-4deb-8f8c-65d25da6d8db" providerId="ADAL" clId="{8A7737AF-E425-48F2-BBC7-88CD3C37B0FB}" dt="2020-03-06T15:01:13.382" v="4041" actId="478"/>
          <ac:spMkLst>
            <pc:docMk/>
            <pc:sldMk cId="2275038274" sldId="737"/>
            <ac:spMk id="17" creationId="{9131D9E5-64B7-423A-9A42-34DFBA54E01B}"/>
          </ac:spMkLst>
        </pc:spChg>
        <pc:spChg chg="del mod topLvl">
          <ac:chgData name="KwonJoonho" userId="fa141e0c-4849-4deb-8f8c-65d25da6d8db" providerId="ADAL" clId="{8A7737AF-E425-48F2-BBC7-88CD3C37B0FB}" dt="2020-03-06T15:05:56.689" v="4227"/>
          <ac:spMkLst>
            <pc:docMk/>
            <pc:sldMk cId="2275038274" sldId="737"/>
            <ac:spMk id="19" creationId="{9105B362-0FC1-4CC8-A686-0720876535EA}"/>
          </ac:spMkLst>
        </pc:spChg>
        <pc:spChg chg="del mod topLvl">
          <ac:chgData name="KwonJoonho" userId="fa141e0c-4849-4deb-8f8c-65d25da6d8db" providerId="ADAL" clId="{8A7737AF-E425-48F2-BBC7-88CD3C37B0FB}" dt="2020-03-06T15:05:41.763" v="4196"/>
          <ac:spMkLst>
            <pc:docMk/>
            <pc:sldMk cId="2275038274" sldId="737"/>
            <ac:spMk id="20" creationId="{E1EF23AE-AECB-44C1-860B-DE63436820EE}"/>
          </ac:spMkLst>
        </pc:spChg>
        <pc:spChg chg="del mod topLvl">
          <ac:chgData name="KwonJoonho" userId="fa141e0c-4849-4deb-8f8c-65d25da6d8db" providerId="ADAL" clId="{8A7737AF-E425-48F2-BBC7-88CD3C37B0FB}" dt="2020-03-06T15:02:21.676" v="4063" actId="478"/>
          <ac:spMkLst>
            <pc:docMk/>
            <pc:sldMk cId="2275038274" sldId="737"/>
            <ac:spMk id="22" creationId="{DA43A63F-141C-473F-BB8B-0FF49818305B}"/>
          </ac:spMkLst>
        </pc:spChg>
        <pc:spChg chg="del mod topLvl">
          <ac:chgData name="KwonJoonho" userId="fa141e0c-4849-4deb-8f8c-65d25da6d8db" providerId="ADAL" clId="{8A7737AF-E425-48F2-BBC7-88CD3C37B0FB}" dt="2020-03-06T15:06:27.788" v="4244" actId="478"/>
          <ac:spMkLst>
            <pc:docMk/>
            <pc:sldMk cId="2275038274" sldId="737"/>
            <ac:spMk id="23" creationId="{31D46C4A-3FE5-4ED2-AD5E-464E26C7C61F}"/>
          </ac:spMkLst>
        </pc:spChg>
        <pc:spChg chg="del mod topLvl">
          <ac:chgData name="KwonJoonho" userId="fa141e0c-4849-4deb-8f8c-65d25da6d8db" providerId="ADAL" clId="{8A7737AF-E425-48F2-BBC7-88CD3C37B0FB}" dt="2020-03-06T15:02:21.676" v="4063" actId="478"/>
          <ac:spMkLst>
            <pc:docMk/>
            <pc:sldMk cId="2275038274" sldId="737"/>
            <ac:spMk id="24" creationId="{BED75490-5858-4D1D-B23C-C3A97B5E5ABF}"/>
          </ac:spMkLst>
        </pc:spChg>
        <pc:spChg chg="del mod topLvl">
          <ac:chgData name="KwonJoonho" userId="fa141e0c-4849-4deb-8f8c-65d25da6d8db" providerId="ADAL" clId="{8A7737AF-E425-48F2-BBC7-88CD3C37B0FB}" dt="2020-03-06T15:02:21.676" v="4063" actId="478"/>
          <ac:spMkLst>
            <pc:docMk/>
            <pc:sldMk cId="2275038274" sldId="737"/>
            <ac:spMk id="38" creationId="{926CE8F6-3027-4885-AE16-4576CAA46F49}"/>
          </ac:spMkLst>
        </pc:spChg>
        <pc:spChg chg="del mod topLvl">
          <ac:chgData name="KwonJoonho" userId="fa141e0c-4849-4deb-8f8c-65d25da6d8db" providerId="ADAL" clId="{8A7737AF-E425-48F2-BBC7-88CD3C37B0FB}" dt="2020-03-06T15:06:27.788" v="4244" actId="478"/>
          <ac:spMkLst>
            <pc:docMk/>
            <pc:sldMk cId="2275038274" sldId="737"/>
            <ac:spMk id="39" creationId="{AF4AD72B-0853-45E2-9614-E7AFA228C82B}"/>
          </ac:spMkLst>
        </pc:spChg>
        <pc:spChg chg="del mod topLvl">
          <ac:chgData name="KwonJoonho" userId="fa141e0c-4849-4deb-8f8c-65d25da6d8db" providerId="ADAL" clId="{8A7737AF-E425-48F2-BBC7-88CD3C37B0FB}" dt="2020-03-06T15:02:21.676" v="4063" actId="478"/>
          <ac:spMkLst>
            <pc:docMk/>
            <pc:sldMk cId="2275038274" sldId="737"/>
            <ac:spMk id="40" creationId="{673BCE0C-ED93-43A3-ABA0-AC95526D3D54}"/>
          </ac:spMkLst>
        </pc:spChg>
        <pc:spChg chg="add mod">
          <ac:chgData name="KwonJoonho" userId="fa141e0c-4849-4deb-8f8c-65d25da6d8db" providerId="ADAL" clId="{8A7737AF-E425-48F2-BBC7-88CD3C37B0FB}" dt="2020-03-06T15:06:37.726" v="4247" actId="14100"/>
          <ac:spMkLst>
            <pc:docMk/>
            <pc:sldMk cId="2275038274" sldId="737"/>
            <ac:spMk id="53" creationId="{762BBB14-750F-4253-B3EC-B276B7750331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4" creationId="{EE9F434C-5DE5-4494-A90E-5ABA1181E969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5" creationId="{ADCB9852-87D4-455A-96AF-BF0D43B46245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6" creationId="{EC2434D0-91BD-4C46-872B-4CEFCC1D5EBC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7" creationId="{11A21035-D6E1-4C62-BAAF-AE7F0809BC1F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8" creationId="{5F4076A2-668D-4A04-A378-8A908A2E858C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59" creationId="{4C77BE7D-F783-42EE-88C4-F33DBC9663A2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60" creationId="{67DBFCB4-3D95-47A9-AC87-B1BF32086802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61" creationId="{52498C04-23B4-41ED-BEF9-33A2FD3DDCB8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67" creationId="{BC300F9B-44F1-4AB7-AF25-692447A9ACCE}"/>
          </ac:spMkLst>
        </pc:spChg>
        <pc:spChg chg="add mod">
          <ac:chgData name="KwonJoonho" userId="fa141e0c-4849-4deb-8f8c-65d25da6d8db" providerId="ADAL" clId="{8A7737AF-E425-48F2-BBC7-88CD3C37B0FB}" dt="2020-03-06T15:06:41.101" v="4250" actId="1035"/>
          <ac:spMkLst>
            <pc:docMk/>
            <pc:sldMk cId="2275038274" sldId="737"/>
            <ac:spMk id="68" creationId="{57519C3E-45B3-42C8-8475-17D422C11FFD}"/>
          </ac:spMkLst>
        </pc:spChg>
        <pc:spChg chg="add mod">
          <ac:chgData name="KwonJoonho" userId="fa141e0c-4849-4deb-8f8c-65d25da6d8db" providerId="ADAL" clId="{8A7737AF-E425-48F2-BBC7-88CD3C37B0FB}" dt="2020-03-06T15:06:31.366" v="4246" actId="1076"/>
          <ac:spMkLst>
            <pc:docMk/>
            <pc:sldMk cId="2275038274" sldId="737"/>
            <ac:spMk id="69" creationId="{8CBA189A-DED3-480F-84E2-950F8A04E6FD}"/>
          </ac:spMkLst>
        </pc:spChg>
        <pc:grpChg chg="add del mod">
          <ac:chgData name="KwonJoonho" userId="fa141e0c-4849-4deb-8f8c-65d25da6d8db" providerId="ADAL" clId="{8A7737AF-E425-48F2-BBC7-88CD3C37B0FB}" dt="2020-03-06T15:01:13.382" v="4041" actId="478"/>
          <ac:grpSpMkLst>
            <pc:docMk/>
            <pc:sldMk cId="2275038274" sldId="737"/>
            <ac:grpSpMk id="6" creationId="{273747E6-FC57-4B65-9AEC-E8A6E3215FA1}"/>
          </ac:grpSpMkLst>
        </pc:grpChg>
        <pc:grpChg chg="add del mod">
          <ac:chgData name="KwonJoonho" userId="fa141e0c-4849-4deb-8f8c-65d25da6d8db" providerId="ADAL" clId="{8A7737AF-E425-48F2-BBC7-88CD3C37B0FB}" dt="2020-03-06T15:01:59.853" v="4061" actId="165"/>
          <ac:grpSpMkLst>
            <pc:docMk/>
            <pc:sldMk cId="2275038274" sldId="737"/>
            <ac:grpSpMk id="18" creationId="{7A5D8429-3B13-4614-97E5-3C6C82978D22}"/>
          </ac:grpSpMkLst>
        </pc:grpChg>
        <pc:grpChg chg="del mod topLvl">
          <ac:chgData name="KwonJoonho" userId="fa141e0c-4849-4deb-8f8c-65d25da6d8db" providerId="ADAL" clId="{8A7737AF-E425-48F2-BBC7-88CD3C37B0FB}" dt="2020-03-06T15:02:38.921" v="4068"/>
          <ac:grpSpMkLst>
            <pc:docMk/>
            <pc:sldMk cId="2275038274" sldId="737"/>
            <ac:grpSpMk id="21" creationId="{678C007A-93D6-4741-B2E7-6779EDFCF4A2}"/>
          </ac:grpSpMkLst>
        </pc:grpChg>
        <pc:grpChg chg="mod">
          <ac:chgData name="KwonJoonho" userId="fa141e0c-4849-4deb-8f8c-65d25da6d8db" providerId="ADAL" clId="{8A7737AF-E425-48F2-BBC7-88CD3C37B0FB}" dt="2020-03-06T15:01:57.307" v="4060" actId="1076"/>
          <ac:grpSpMkLst>
            <pc:docMk/>
            <pc:sldMk cId="2275038274" sldId="737"/>
            <ac:grpSpMk id="26" creationId="{D2B18B73-A9F6-48BD-A659-EE65D0DA6564}"/>
          </ac:grpSpMkLst>
        </pc:grpChg>
        <pc:grpChg chg="mod">
          <ac:chgData name="KwonJoonho" userId="fa141e0c-4849-4deb-8f8c-65d25da6d8db" providerId="ADAL" clId="{8A7737AF-E425-48F2-BBC7-88CD3C37B0FB}" dt="2020-03-06T15:01:57.307" v="4060" actId="1076"/>
          <ac:grpSpMkLst>
            <pc:docMk/>
            <pc:sldMk cId="2275038274" sldId="737"/>
            <ac:grpSpMk id="34" creationId="{21602BE0-0135-467A-840F-2239A1AE5671}"/>
          </ac:grpSpMkLst>
        </pc:grpChg>
        <pc:grpChg chg="add del mod">
          <ac:chgData name="KwonJoonho" userId="fa141e0c-4849-4deb-8f8c-65d25da6d8db" providerId="ADAL" clId="{8A7737AF-E425-48F2-BBC7-88CD3C37B0FB}" dt="2020-03-06T15:01:59.853" v="4061" actId="165"/>
          <ac:grpSpMkLst>
            <pc:docMk/>
            <pc:sldMk cId="2275038274" sldId="737"/>
            <ac:grpSpMk id="37" creationId="{81D009C2-7F3B-4E7A-82D7-7B518BE31766}"/>
          </ac:grpSpMkLst>
        </pc:grpChg>
        <pc:grpChg chg="add del">
          <ac:chgData name="KwonJoonho" userId="fa141e0c-4849-4deb-8f8c-65d25da6d8db" providerId="ADAL" clId="{8A7737AF-E425-48F2-BBC7-88CD3C37B0FB}" dt="2020-03-06T15:02:40.764" v="4070"/>
          <ac:grpSpMkLst>
            <pc:docMk/>
            <pc:sldMk cId="2275038274" sldId="737"/>
            <ac:grpSpMk id="41" creationId="{63826771-C278-47CA-9CCD-2EB31D954DD5}"/>
          </ac:grpSpMkLst>
        </pc:grpChg>
        <pc:grpChg chg="add mod">
          <ac:chgData name="KwonJoonho" userId="fa141e0c-4849-4deb-8f8c-65d25da6d8db" providerId="ADAL" clId="{8A7737AF-E425-48F2-BBC7-88CD3C37B0FB}" dt="2020-03-06T15:06:41.101" v="4250" actId="1035"/>
          <ac:grpSpMkLst>
            <pc:docMk/>
            <pc:sldMk cId="2275038274" sldId="737"/>
            <ac:grpSpMk id="62" creationId="{D789AD76-35B0-4CAE-A824-1299CEA6D17B}"/>
          </ac:grpSpMkLst>
        </pc:grpChg>
        <pc:cxnChg chg="del mod topLvl">
          <ac:chgData name="KwonJoonho" userId="fa141e0c-4849-4deb-8f8c-65d25da6d8db" providerId="ADAL" clId="{8A7737AF-E425-48F2-BBC7-88CD3C37B0FB}" dt="2020-03-06T15:06:27.788" v="4244" actId="478"/>
          <ac:cxnSpMkLst>
            <pc:docMk/>
            <pc:sldMk cId="2275038274" sldId="737"/>
            <ac:cxnSpMk id="25" creationId="{3FBFC2B4-0217-416F-80F8-DE17925534B6}"/>
          </ac:cxnSpMkLst>
        </pc:cxnChg>
        <pc:cxnChg chg="add mod">
          <ac:chgData name="KwonJoonho" userId="fa141e0c-4849-4deb-8f8c-65d25da6d8db" providerId="ADAL" clId="{8A7737AF-E425-48F2-BBC7-88CD3C37B0FB}" dt="2020-03-06T15:06:41.101" v="4250" actId="1035"/>
          <ac:cxnSpMkLst>
            <pc:docMk/>
            <pc:sldMk cId="2275038274" sldId="737"/>
            <ac:cxnSpMk id="66" creationId="{D3EA7376-4C69-47E2-AC87-D4B75D896786}"/>
          </ac:cxnSpMkLst>
        </pc:cxnChg>
      </pc:sldChg>
      <pc:sldChg chg="add del">
        <pc:chgData name="KwonJoonho" userId="fa141e0c-4849-4deb-8f8c-65d25da6d8db" providerId="ADAL" clId="{8A7737AF-E425-48F2-BBC7-88CD3C37B0FB}" dt="2020-03-06T15:12:36.826" v="4286"/>
        <pc:sldMkLst>
          <pc:docMk/>
          <pc:sldMk cId="9966660" sldId="738"/>
        </pc:sldMkLst>
      </pc:sldChg>
      <pc:sldChg chg="addSp delSp modSp add del mod">
        <pc:chgData name="KwonJoonho" userId="fa141e0c-4849-4deb-8f8c-65d25da6d8db" providerId="ADAL" clId="{8A7737AF-E425-48F2-BBC7-88CD3C37B0FB}" dt="2020-03-06T15:08:11.025" v="4283" actId="47"/>
        <pc:sldMkLst>
          <pc:docMk/>
          <pc:sldMk cId="444998092" sldId="738"/>
        </pc:sldMkLst>
        <pc:spChg chg="del">
          <ac:chgData name="KwonJoonho" userId="fa141e0c-4849-4deb-8f8c-65d25da6d8db" providerId="ADAL" clId="{8A7737AF-E425-48F2-BBC7-88CD3C37B0FB}" dt="2020-03-06T15:02:35.919" v="4067"/>
          <ac:spMkLst>
            <pc:docMk/>
            <pc:sldMk cId="444998092" sldId="738"/>
            <ac:spMk id="2" creationId="{3ECBA32B-0523-46B4-A567-BCE57C1656D4}"/>
          </ac:spMkLst>
        </pc:spChg>
        <pc:spChg chg="del">
          <ac:chgData name="KwonJoonho" userId="fa141e0c-4849-4deb-8f8c-65d25da6d8db" providerId="ADAL" clId="{8A7737AF-E425-48F2-BBC7-88CD3C37B0FB}" dt="2020-03-06T15:02:35.919" v="4067"/>
          <ac:spMkLst>
            <pc:docMk/>
            <pc:sldMk cId="444998092" sldId="738"/>
            <ac:spMk id="3" creationId="{C97EDE5E-0740-43DE-BF9E-F915283E0F89}"/>
          </ac:spMkLst>
        </pc:spChg>
        <pc:spChg chg="del mod topLvl">
          <ac:chgData name="KwonJoonho" userId="fa141e0c-4849-4deb-8f8c-65d25da6d8db" providerId="ADAL" clId="{8A7737AF-E425-48F2-BBC7-88CD3C37B0FB}" dt="2020-03-06T15:02:48.359" v="4073" actId="478"/>
          <ac:spMkLst>
            <pc:docMk/>
            <pc:sldMk cId="444998092" sldId="738"/>
            <ac:spMk id="7" creationId="{3A590FAE-223D-4DF7-A64F-42EFE9A6B9E6}"/>
          </ac:spMkLst>
        </pc:spChg>
        <pc:spChg chg="del mod topLvl">
          <ac:chgData name="KwonJoonho" userId="fa141e0c-4849-4deb-8f8c-65d25da6d8db" providerId="ADAL" clId="{8A7737AF-E425-48F2-BBC7-88CD3C37B0FB}" dt="2020-03-06T15:02:48.359" v="4073" actId="478"/>
          <ac:spMkLst>
            <pc:docMk/>
            <pc:sldMk cId="444998092" sldId="738"/>
            <ac:spMk id="8" creationId="{DC73FBEE-0428-4CAC-94CD-9A398ACCBDA1}"/>
          </ac:spMkLst>
        </pc:spChg>
        <pc:spChg chg="del mod topLvl">
          <ac:chgData name="KwonJoonho" userId="fa141e0c-4849-4deb-8f8c-65d25da6d8db" providerId="ADAL" clId="{8A7737AF-E425-48F2-BBC7-88CD3C37B0FB}" dt="2020-03-06T15:02:55.586" v="4076" actId="478"/>
          <ac:spMkLst>
            <pc:docMk/>
            <pc:sldMk cId="444998092" sldId="738"/>
            <ac:spMk id="9" creationId="{B208CE63-E893-4182-ABAD-D54FC40CE41D}"/>
          </ac:spMkLst>
        </pc:spChg>
        <pc:spChg chg="del mod topLvl">
          <ac:chgData name="KwonJoonho" userId="fa141e0c-4849-4deb-8f8c-65d25da6d8db" providerId="ADAL" clId="{8A7737AF-E425-48F2-BBC7-88CD3C37B0FB}" dt="2020-03-06T15:02:55.586" v="4076" actId="478"/>
          <ac:spMkLst>
            <pc:docMk/>
            <pc:sldMk cId="444998092" sldId="738"/>
            <ac:spMk id="10" creationId="{3CE46CBE-05EF-49DE-A74A-451611D19610}"/>
          </ac:spMkLst>
        </pc:spChg>
        <pc:spChg chg="del mod topLvl">
          <ac:chgData name="KwonJoonho" userId="fa141e0c-4849-4deb-8f8c-65d25da6d8db" providerId="ADAL" clId="{8A7737AF-E425-48F2-BBC7-88CD3C37B0FB}" dt="2020-03-06T15:02:48.359" v="4073" actId="478"/>
          <ac:spMkLst>
            <pc:docMk/>
            <pc:sldMk cId="444998092" sldId="738"/>
            <ac:spMk id="11" creationId="{60C45396-C870-47E8-83E4-D1287C8EA666}"/>
          </ac:spMkLst>
        </pc:spChg>
        <pc:spChg chg="del mod topLvl">
          <ac:chgData name="KwonJoonho" userId="fa141e0c-4849-4deb-8f8c-65d25da6d8db" providerId="ADAL" clId="{8A7737AF-E425-48F2-BBC7-88CD3C37B0FB}" dt="2020-03-06T15:02:48.359" v="4073" actId="478"/>
          <ac:spMkLst>
            <pc:docMk/>
            <pc:sldMk cId="444998092" sldId="738"/>
            <ac:spMk id="12" creationId="{70C31B8A-592E-42C2-B2F8-25252D67065D}"/>
          </ac:spMkLst>
        </pc:spChg>
        <pc:spChg chg="del mod topLvl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13" creationId="{967B1CA2-944B-4186-96EA-78DC405A4337}"/>
          </ac:spMkLst>
        </pc:spChg>
        <pc:spChg chg="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15" creationId="{6E890F50-0E95-4637-B946-A4002D1DB888}"/>
          </ac:spMkLst>
        </pc:spChg>
        <pc:spChg chg="del mod">
          <ac:chgData name="KwonJoonho" userId="fa141e0c-4849-4deb-8f8c-65d25da6d8db" providerId="ADAL" clId="{8A7737AF-E425-48F2-BBC7-88CD3C37B0FB}" dt="2020-03-06T15:02:59.961" v="4078" actId="478"/>
          <ac:spMkLst>
            <pc:docMk/>
            <pc:sldMk cId="444998092" sldId="738"/>
            <ac:spMk id="16" creationId="{86F7682F-95D1-4DFE-AB43-1CB0A11C5A4C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17" creationId="{325FF415-FAA1-4348-A125-90090610824B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18" creationId="{663154FA-F796-4060-9D44-81DE46796B9B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19" creationId="{798BAAC0-D242-4F49-A5ED-9B1888E42F26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20" creationId="{499A7AB5-F0B7-42AB-A89E-33141062FEB7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21" creationId="{617C6DAE-2EDC-4B42-B93B-7C73A3E35986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22" creationId="{29B9CDE5-9D26-4444-8A86-85FFB2045C61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39" creationId="{30B02BD9-AE3E-43F9-8AD3-6BEB4D9D6029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40" creationId="{52B1A967-C5E9-48B7-9667-271AB030F102}"/>
          </ac:spMkLst>
        </pc:spChg>
        <pc:spChg chg="add del mod or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41" creationId="{69C5B496-76E2-4565-86BB-5225B7B68CE9}"/>
          </ac:spMkLst>
        </pc:spChg>
        <pc:spChg chg="add del mod">
          <ac:chgData name="KwonJoonho" userId="fa141e0c-4849-4deb-8f8c-65d25da6d8db" providerId="ADAL" clId="{8A7737AF-E425-48F2-BBC7-88CD3C37B0FB}" dt="2020-03-06T15:06:22.848" v="4243"/>
          <ac:spMkLst>
            <pc:docMk/>
            <pc:sldMk cId="444998092" sldId="738"/>
            <ac:spMk id="42" creationId="{B7AF8140-9987-4AF4-A751-2219D5CE8680}"/>
          </ac:spMkLst>
        </pc:spChg>
        <pc:grpChg chg="add del">
          <ac:chgData name="KwonJoonho" userId="fa141e0c-4849-4deb-8f8c-65d25da6d8db" providerId="ADAL" clId="{8A7737AF-E425-48F2-BBC7-88CD3C37B0FB}" dt="2020-03-06T15:02:45.105" v="4072" actId="165"/>
          <ac:grpSpMkLst>
            <pc:docMk/>
            <pc:sldMk cId="444998092" sldId="738"/>
            <ac:grpSpMk id="5" creationId="{969240E9-1D14-4912-BC0B-DD02EE79CA2F}"/>
          </ac:grpSpMkLst>
        </pc:grpChg>
        <pc:grpChg chg="del mod topLvl">
          <ac:chgData name="KwonJoonho" userId="fa141e0c-4849-4deb-8f8c-65d25da6d8db" providerId="ADAL" clId="{8A7737AF-E425-48F2-BBC7-88CD3C37B0FB}" dt="2020-03-06T15:02:52.883" v="4075" actId="165"/>
          <ac:grpSpMkLst>
            <pc:docMk/>
            <pc:sldMk cId="444998092" sldId="738"/>
            <ac:grpSpMk id="6" creationId="{9E68E271-3A18-49A4-994D-BC298EE8CA44}"/>
          </ac:grpSpMkLst>
        </pc:grpChg>
        <pc:grpChg chg="del mod topLvl">
          <ac:chgData name="KwonJoonho" userId="fa141e0c-4849-4deb-8f8c-65d25da6d8db" providerId="ADAL" clId="{8A7737AF-E425-48F2-BBC7-88CD3C37B0FB}" dt="2020-03-06T15:02:59.961" v="4078" actId="478"/>
          <ac:grpSpMkLst>
            <pc:docMk/>
            <pc:sldMk cId="444998092" sldId="738"/>
            <ac:grpSpMk id="14" creationId="{50B50975-A89E-4131-837A-DFEF7199EC00}"/>
          </ac:grpSpMkLst>
        </pc:grpChg>
        <pc:grpChg chg="add del mod">
          <ac:chgData name="KwonJoonho" userId="fa141e0c-4849-4deb-8f8c-65d25da6d8db" providerId="ADAL" clId="{8A7737AF-E425-48F2-BBC7-88CD3C37B0FB}" dt="2020-03-06T15:06:22.848" v="4243"/>
          <ac:grpSpMkLst>
            <pc:docMk/>
            <pc:sldMk cId="444998092" sldId="738"/>
            <ac:grpSpMk id="34" creationId="{79EA48F4-B4C0-4CA1-92A9-2B7E8B765043}"/>
          </ac:grpSpMkLst>
        </pc:grpChg>
        <pc:cxnChg chg="add del mod">
          <ac:chgData name="KwonJoonho" userId="fa141e0c-4849-4deb-8f8c-65d25da6d8db" providerId="ADAL" clId="{8A7737AF-E425-48F2-BBC7-88CD3C37B0FB}" dt="2020-03-06T15:04:18.869" v="4149" actId="11529"/>
          <ac:cxnSpMkLst>
            <pc:docMk/>
            <pc:sldMk cId="444998092" sldId="738"/>
            <ac:cxnSpMk id="24" creationId="{4F2866E6-D38E-44EB-BDB9-2807D5706E78}"/>
          </ac:cxnSpMkLst>
        </pc:cxnChg>
        <pc:cxnChg chg="add mod">
          <ac:chgData name="KwonJoonho" userId="fa141e0c-4849-4deb-8f8c-65d25da6d8db" providerId="ADAL" clId="{8A7737AF-E425-48F2-BBC7-88CD3C37B0FB}" dt="2020-03-06T15:04:53.014" v="4160" actId="208"/>
          <ac:cxnSpMkLst>
            <pc:docMk/>
            <pc:sldMk cId="444998092" sldId="738"/>
            <ac:cxnSpMk id="26" creationId="{89F717BF-A370-479C-B0E7-5DDB1F0FD815}"/>
          </ac:cxnSpMkLst>
        </pc:cxnChg>
        <pc:cxnChg chg="add mod">
          <ac:chgData name="KwonJoonho" userId="fa141e0c-4849-4deb-8f8c-65d25da6d8db" providerId="ADAL" clId="{8A7737AF-E425-48F2-BBC7-88CD3C37B0FB}" dt="2020-03-06T15:04:53.014" v="4160" actId="208"/>
          <ac:cxnSpMkLst>
            <pc:docMk/>
            <pc:sldMk cId="444998092" sldId="738"/>
            <ac:cxnSpMk id="27" creationId="{562F9A16-62E0-474A-AD43-C2EF3D4A82C0}"/>
          </ac:cxnSpMkLst>
        </pc:cxnChg>
        <pc:cxnChg chg="add del">
          <ac:chgData name="KwonJoonho" userId="fa141e0c-4849-4deb-8f8c-65d25da6d8db" providerId="ADAL" clId="{8A7737AF-E425-48F2-BBC7-88CD3C37B0FB}" dt="2020-03-06T15:04:32.745" v="4156" actId="478"/>
          <ac:cxnSpMkLst>
            <pc:docMk/>
            <pc:sldMk cId="444998092" sldId="738"/>
            <ac:cxnSpMk id="31" creationId="{0A10A64A-0674-459E-90AA-52B696F4DCD7}"/>
          </ac:cxnSpMkLst>
        </pc:cxnChg>
        <pc:cxnChg chg="add mod">
          <ac:chgData name="KwonJoonho" userId="fa141e0c-4849-4deb-8f8c-65d25da6d8db" providerId="ADAL" clId="{8A7737AF-E425-48F2-BBC7-88CD3C37B0FB}" dt="2020-03-06T15:04:53.014" v="4160" actId="208"/>
          <ac:cxnSpMkLst>
            <pc:docMk/>
            <pc:sldMk cId="444998092" sldId="738"/>
            <ac:cxnSpMk id="33" creationId="{260769AE-0733-46FA-AA52-1059CCEDCDB5}"/>
          </ac:cxnSpMkLst>
        </pc:cxnChg>
        <pc:cxnChg chg="add del mod">
          <ac:chgData name="KwonJoonho" userId="fa141e0c-4849-4deb-8f8c-65d25da6d8db" providerId="ADAL" clId="{8A7737AF-E425-48F2-BBC7-88CD3C37B0FB}" dt="2020-03-06T15:06:22.848" v="4243"/>
          <ac:cxnSpMkLst>
            <pc:docMk/>
            <pc:sldMk cId="444998092" sldId="738"/>
            <ac:cxnSpMk id="35" creationId="{DAB6733F-D88F-4062-B650-B50E6D2C5B14}"/>
          </ac:cxnSpMkLst>
        </pc:cxnChg>
        <pc:cxnChg chg="add del">
          <ac:chgData name="KwonJoonho" userId="fa141e0c-4849-4deb-8f8c-65d25da6d8db" providerId="ADAL" clId="{8A7737AF-E425-48F2-BBC7-88CD3C37B0FB}" dt="2020-03-06T15:05:10.594" v="4165"/>
          <ac:cxnSpMkLst>
            <pc:docMk/>
            <pc:sldMk cId="444998092" sldId="738"/>
            <ac:cxnSpMk id="38" creationId="{C1763A80-3C76-4546-82F0-BD455F31E082}"/>
          </ac:cxnSpMkLst>
        </pc:cxnChg>
      </pc:sldChg>
      <pc:sldChg chg="addSp delSp modSp add mod addAnim delAnim modAnim">
        <pc:chgData name="KwonJoonho" userId="fa141e0c-4849-4deb-8f8c-65d25da6d8db" providerId="ADAL" clId="{8A7737AF-E425-48F2-BBC7-88CD3C37B0FB}" dt="2020-03-06T15:51:22.353" v="4786"/>
        <pc:sldMkLst>
          <pc:docMk/>
          <pc:sldMk cId="1572982315" sldId="738"/>
        </pc:sldMkLst>
        <pc:spChg chg="mod">
          <ac:chgData name="KwonJoonho" userId="fa141e0c-4849-4deb-8f8c-65d25da6d8db" providerId="ADAL" clId="{8A7737AF-E425-48F2-BBC7-88CD3C37B0FB}" dt="2020-03-06T15:16:27.820" v="4432"/>
          <ac:spMkLst>
            <pc:docMk/>
            <pc:sldMk cId="1572982315" sldId="738"/>
            <ac:spMk id="2" creationId="{D13DEDEE-089D-43DE-94BE-3068DC2A9921}"/>
          </ac:spMkLst>
        </pc:spChg>
        <pc:spChg chg="mod">
          <ac:chgData name="KwonJoonho" userId="fa141e0c-4849-4deb-8f8c-65d25da6d8db" providerId="ADAL" clId="{8A7737AF-E425-48F2-BBC7-88CD3C37B0FB}" dt="2020-03-06T15:14:25.530" v="4353"/>
          <ac:spMkLst>
            <pc:docMk/>
            <pc:sldMk cId="1572982315" sldId="738"/>
            <ac:spMk id="3" creationId="{6021969C-193C-4D29-B1FB-B2CA918B0FCC}"/>
          </ac:spMkLst>
        </pc:spChg>
        <pc:spChg chg="add">
          <ac:chgData name="KwonJoonho" userId="fa141e0c-4849-4deb-8f8c-65d25da6d8db" providerId="ADAL" clId="{8A7737AF-E425-48F2-BBC7-88CD3C37B0FB}" dt="2020-03-06T15:14:19.029" v="4349"/>
          <ac:spMkLst>
            <pc:docMk/>
            <pc:sldMk cId="1572982315" sldId="738"/>
            <ac:spMk id="5" creationId="{E7237785-5F72-4157-A0E7-E5B4CBD6EB6B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6" creationId="{28C619AF-5B94-422B-BC7B-A722466FDF58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7" creationId="{5C613466-11C5-48A3-B0D0-7C9DAB76F625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8" creationId="{D84F9F67-27D6-4004-8875-84D4D433F0A4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9" creationId="{1C8B2E2C-A12B-41AF-8FB3-B76FFC62F653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10" creationId="{2DE06DED-7047-45E3-8380-CEB2F3414DEB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11" creationId="{B477A44A-E269-4E47-B94B-9667C29E8E06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3" creationId="{288DC0E8-55E9-45DB-ACED-EB5B5F25935A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4" creationId="{F69AB94E-BEA5-4C60-87BF-7858B199476A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5" creationId="{0437402B-4D58-4662-8C0D-052EE27DF482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6" creationId="{56C2AEBB-E3DF-4B36-AB3F-274A1E67DDDD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7" creationId="{83676CC7-40B7-400D-A3F0-0F5F4FABF303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8" creationId="{AE864524-D60F-48DD-9A3B-87468C8800B6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19" creationId="{9F033BDA-C072-48F6-844B-0F434EF058BD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0" creationId="{1EDAA78D-5A91-46A7-BF5B-BB74880CC219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1" creationId="{3C131CD8-10E1-4B08-9AC3-DFB77745CEB8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2" creationId="{00075F17-6099-49B5-8838-F8E3AC533B8D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3" creationId="{E7F92FDF-C3AA-4430-A5C0-D7390906C89A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4" creationId="{8A513EA7-1AC2-471E-8A38-F52C1E4F6756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5" creationId="{871794DA-7EC4-4832-A351-AFB6322337F7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6" creationId="{9641289B-0DB3-42F9-9963-2C61AC92F2CE}"/>
          </ac:spMkLst>
        </pc:spChg>
        <pc:spChg chg="mod topLvl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27" creationId="{29D91F8F-FA3E-4027-A804-8081878D7904}"/>
          </ac:spMkLst>
        </pc:spChg>
        <pc:spChg chg="add mod">
          <ac:chgData name="KwonJoonho" userId="fa141e0c-4849-4deb-8f8c-65d25da6d8db" providerId="ADAL" clId="{8A7737AF-E425-48F2-BBC7-88CD3C37B0FB}" dt="2020-03-06T15:17:50.586" v="4482" actId="164"/>
          <ac:spMkLst>
            <pc:docMk/>
            <pc:sldMk cId="1572982315" sldId="738"/>
            <ac:spMk id="28" creationId="{0678263C-5E50-45FE-AA72-E71B5D883AAD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35" creationId="{2C18B61F-F070-4B62-BC4E-D41C93F0B1EC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36" creationId="{56CE816E-7D19-4E56-B5AA-FEF28060F88B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37" creationId="{02F1CA2E-59DE-447E-ACBB-7BDF5C05F32D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38" creationId="{A541D057-2E5D-4E4E-8004-F8EEE7CB52E1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39" creationId="{17FC6DCC-37BA-4A5E-A9F1-A0FFA0140E74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40" creationId="{B8BBDD35-DE84-4C70-B8A9-B4118733D3FE}"/>
          </ac:spMkLst>
        </pc:spChg>
        <pc:spChg chg="add del mod">
          <ac:chgData name="KwonJoonho" userId="fa141e0c-4849-4deb-8f8c-65d25da6d8db" providerId="ADAL" clId="{8A7737AF-E425-48F2-BBC7-88CD3C37B0FB}" dt="2020-03-06T15:17:42.569" v="4479"/>
          <ac:spMkLst>
            <pc:docMk/>
            <pc:sldMk cId="1572982315" sldId="738"/>
            <ac:spMk id="41" creationId="{43D28202-F965-44ED-B87F-61F350B1DE13}"/>
          </ac:spMkLst>
        </pc:spChg>
        <pc:spChg chg="add del">
          <ac:chgData name="KwonJoonho" userId="fa141e0c-4849-4deb-8f8c-65d25da6d8db" providerId="ADAL" clId="{8A7737AF-E425-48F2-BBC7-88CD3C37B0FB}" dt="2020-03-06T15:17:45.851" v="4481" actId="478"/>
          <ac:spMkLst>
            <pc:docMk/>
            <pc:sldMk cId="1572982315" sldId="738"/>
            <ac:spMk id="46" creationId="{1FADEB5D-7A97-40C7-A15A-95CB3B802F02}"/>
          </ac:spMkLst>
        </pc:spChg>
        <pc:spChg chg="mod topLvl">
          <ac:chgData name="KwonJoonho" userId="fa141e0c-4849-4deb-8f8c-65d25da6d8db" providerId="ADAL" clId="{8A7737AF-E425-48F2-BBC7-88CD3C37B0FB}" dt="2020-03-06T15:23:00.561" v="4559" actId="164"/>
          <ac:spMkLst>
            <pc:docMk/>
            <pc:sldMk cId="1572982315" sldId="738"/>
            <ac:spMk id="49" creationId="{9BA21A91-C541-4C37-96D7-7EC9BEC65309}"/>
          </ac:spMkLst>
        </pc:spChg>
        <pc:spChg chg="del mod topLvl">
          <ac:chgData name="KwonJoonho" userId="fa141e0c-4849-4deb-8f8c-65d25da6d8db" providerId="ADAL" clId="{8A7737AF-E425-48F2-BBC7-88CD3C37B0FB}" dt="2020-03-06T15:32:04.662" v="4650" actId="478"/>
          <ac:spMkLst>
            <pc:docMk/>
            <pc:sldMk cId="1572982315" sldId="738"/>
            <ac:spMk id="50" creationId="{7E0B073B-321C-41B1-8787-2D1439D6A253}"/>
          </ac:spMkLst>
        </pc:spChg>
        <pc:spChg chg="del mod topLvl">
          <ac:chgData name="KwonJoonho" userId="fa141e0c-4849-4deb-8f8c-65d25da6d8db" providerId="ADAL" clId="{8A7737AF-E425-48F2-BBC7-88CD3C37B0FB}" dt="2020-03-06T15:36:30.458" v="4670" actId="478"/>
          <ac:spMkLst>
            <pc:docMk/>
            <pc:sldMk cId="1572982315" sldId="738"/>
            <ac:spMk id="51" creationId="{47C28364-FF8A-426A-8484-D6D0D72DD37A}"/>
          </ac:spMkLst>
        </pc:spChg>
        <pc:spChg chg="del mod topLvl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52" creationId="{135B68BA-F53B-4F76-BDA1-F5FD535F8DA5}"/>
          </ac:spMkLst>
        </pc:spChg>
        <pc:spChg chg="del mod topLvl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53" creationId="{1DA13363-7609-4D6C-8AD6-79334EDAAD99}"/>
          </ac:spMkLst>
        </pc:spChg>
        <pc:spChg chg="del mod topLvl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54" creationId="{B20BC3D8-1DE9-401D-9A9B-E5F288E01523}"/>
          </ac:spMkLst>
        </pc:spChg>
        <pc:spChg chg="mod topLvl">
          <ac:chgData name="KwonJoonho" userId="fa141e0c-4849-4deb-8f8c-65d25da6d8db" providerId="ADAL" clId="{8A7737AF-E425-48F2-BBC7-88CD3C37B0FB}" dt="2020-03-06T15:23:00.561" v="4559" actId="164"/>
          <ac:spMkLst>
            <pc:docMk/>
            <pc:sldMk cId="1572982315" sldId="738"/>
            <ac:spMk id="55" creationId="{4E0394FB-85D3-42F6-96FC-CBEB47C4639E}"/>
          </ac:spMkLst>
        </pc:spChg>
        <pc:spChg chg="add mod topLvl">
          <ac:chgData name="KwonJoonho" userId="fa141e0c-4849-4deb-8f8c-65d25da6d8db" providerId="ADAL" clId="{8A7737AF-E425-48F2-BBC7-88CD3C37B0FB}" dt="2020-03-06T15:40:37.389" v="4715" actId="164"/>
          <ac:spMkLst>
            <pc:docMk/>
            <pc:sldMk cId="1572982315" sldId="738"/>
            <ac:spMk id="79" creationId="{2BEDAEB0-D2CC-4FF2-8988-B054F5334CA1}"/>
          </ac:spMkLst>
        </pc:spChg>
        <pc:spChg chg="add mod">
          <ac:chgData name="KwonJoonho" userId="fa141e0c-4849-4deb-8f8c-65d25da6d8db" providerId="ADAL" clId="{8A7737AF-E425-48F2-BBC7-88CD3C37B0FB}" dt="2020-03-06T15:28:24.981" v="4620" actId="164"/>
          <ac:spMkLst>
            <pc:docMk/>
            <pc:sldMk cId="1572982315" sldId="738"/>
            <ac:spMk id="80" creationId="{6210D948-043A-4067-AB24-E49764EDF1BC}"/>
          </ac:spMkLst>
        </pc:spChg>
        <pc:spChg chg="add del mod ord topLvl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81" creationId="{11875E95-A4B3-40B9-BA28-103C9DB9AE4A}"/>
          </ac:spMkLst>
        </pc:spChg>
        <pc:spChg chg="add mod">
          <ac:chgData name="KwonJoonho" userId="fa141e0c-4849-4deb-8f8c-65d25da6d8db" providerId="ADAL" clId="{8A7737AF-E425-48F2-BBC7-88CD3C37B0FB}" dt="2020-03-06T15:42:05.468" v="4728" actId="164"/>
          <ac:spMkLst>
            <pc:docMk/>
            <pc:sldMk cId="1572982315" sldId="738"/>
            <ac:spMk id="82" creationId="{977B5F75-3B8F-4619-B33B-569058EC578D}"/>
          </ac:spMkLst>
        </pc:spChg>
        <pc:spChg chg="add del mod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83" creationId="{54846FE8-1EB9-40E9-8725-8A1B420CE8A6}"/>
          </ac:spMkLst>
        </pc:spChg>
        <pc:spChg chg="add del mod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84" creationId="{8FCE3C86-5AD6-492B-AAC4-F6D8FF6ED762}"/>
          </ac:spMkLst>
        </pc:spChg>
        <pc:spChg chg="add del mod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111" creationId="{CB0C0520-5C7F-49F4-A01C-EDA71DCAF2E8}"/>
          </ac:spMkLst>
        </pc:spChg>
        <pc:spChg chg="add del mod">
          <ac:chgData name="KwonJoonho" userId="fa141e0c-4849-4deb-8f8c-65d25da6d8db" providerId="ADAL" clId="{8A7737AF-E425-48F2-BBC7-88CD3C37B0FB}" dt="2020-03-06T15:50:56.046" v="4783" actId="478"/>
          <ac:spMkLst>
            <pc:docMk/>
            <pc:sldMk cId="1572982315" sldId="738"/>
            <ac:spMk id="112" creationId="{690C6893-CDDC-4952-88A1-5C538047E719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35" creationId="{8932B2F3-96EF-4294-86D7-0712D3BD924B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36" creationId="{AA9965CF-96BC-4B5C-B748-0F2DB887CE3E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37" creationId="{8460E812-A1FF-4671-ABE9-16372E704A8A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55" creationId="{3905555F-8C7C-4DCF-A522-5B94C65E81F7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64" creationId="{34735F95-FA5A-4F1A-ABAA-0CC77BBBCF40}"/>
          </ac:spMkLst>
        </pc:spChg>
        <pc:spChg chg="add">
          <ac:chgData name="KwonJoonho" userId="fa141e0c-4849-4deb-8f8c-65d25da6d8db" providerId="ADAL" clId="{8A7737AF-E425-48F2-BBC7-88CD3C37B0FB}" dt="2020-03-06T15:50:56.624" v="4784"/>
          <ac:spMkLst>
            <pc:docMk/>
            <pc:sldMk cId="1572982315" sldId="738"/>
            <ac:spMk id="165" creationId="{2CE4DB39-C1D0-4F6C-8EEA-B54608EA3E59}"/>
          </ac:spMkLst>
        </pc:spChg>
        <pc:grpChg chg="add del mod">
          <ac:chgData name="KwonJoonho" userId="fa141e0c-4849-4deb-8f8c-65d25da6d8db" providerId="ADAL" clId="{8A7737AF-E425-48F2-BBC7-88CD3C37B0FB}" dt="2020-03-06T15:24:49.102" v="4565" actId="165"/>
          <ac:grpSpMkLst>
            <pc:docMk/>
            <pc:sldMk cId="1572982315" sldId="738"/>
            <ac:grpSpMk id="12" creationId="{04D5C369-3180-4067-83FB-8418413AEA09}"/>
          </ac:grpSpMkLst>
        </pc:grpChg>
        <pc:grpChg chg="add del mod">
          <ac:chgData name="KwonJoonho" userId="fa141e0c-4849-4deb-8f8c-65d25da6d8db" providerId="ADAL" clId="{8A7737AF-E425-48F2-BBC7-88CD3C37B0FB}" dt="2020-03-06T15:19:16.604" v="4521" actId="165"/>
          <ac:grpSpMkLst>
            <pc:docMk/>
            <pc:sldMk cId="1572982315" sldId="738"/>
            <ac:grpSpMk id="29" creationId="{7C23F2A2-5C04-48C8-9F45-5757F6090AA1}"/>
          </ac:grpSpMkLst>
        </pc:grpChg>
        <pc:grpChg chg="add del mod">
          <ac:chgData name="KwonJoonho" userId="fa141e0c-4849-4deb-8f8c-65d25da6d8db" providerId="ADAL" clId="{8A7737AF-E425-48F2-BBC7-88CD3C37B0FB}" dt="2020-03-06T15:50:56.046" v="4783" actId="478"/>
          <ac:grpSpMkLst>
            <pc:docMk/>
            <pc:sldMk cId="1572982315" sldId="738"/>
            <ac:grpSpMk id="47" creationId="{5DDCD705-98FF-4EAC-B8C2-F0E7BCCF81B8}"/>
          </ac:grpSpMkLst>
        </pc:grpChg>
        <pc:grpChg chg="add del mod">
          <ac:chgData name="KwonJoonho" userId="fa141e0c-4849-4deb-8f8c-65d25da6d8db" providerId="ADAL" clId="{8A7737AF-E425-48F2-BBC7-88CD3C37B0FB}" dt="2020-03-06T15:20:01.539" v="4528" actId="165"/>
          <ac:grpSpMkLst>
            <pc:docMk/>
            <pc:sldMk cId="1572982315" sldId="738"/>
            <ac:grpSpMk id="48" creationId="{F11BC9FB-D4D2-47E5-BB6C-ADB5D7FA87F2}"/>
          </ac:grpSpMkLst>
        </pc:grpChg>
        <pc:grpChg chg="add del mod topLvl">
          <ac:chgData name="KwonJoonho" userId="fa141e0c-4849-4deb-8f8c-65d25da6d8db" providerId="ADAL" clId="{8A7737AF-E425-48F2-BBC7-88CD3C37B0FB}" dt="2020-03-06T15:26:25.887" v="4591" actId="478"/>
          <ac:grpSpMkLst>
            <pc:docMk/>
            <pc:sldMk cId="1572982315" sldId="738"/>
            <ac:grpSpMk id="56" creationId="{E2331B53-9A6E-4B5E-AC92-56A482FE6069}"/>
          </ac:grpSpMkLst>
        </pc:grpChg>
        <pc:grpChg chg="add del mod">
          <ac:chgData name="KwonJoonho" userId="fa141e0c-4849-4deb-8f8c-65d25da6d8db" providerId="ADAL" clId="{8A7737AF-E425-48F2-BBC7-88CD3C37B0FB}" dt="2020-03-06T15:20:33.187" v="4532" actId="165"/>
          <ac:grpSpMkLst>
            <pc:docMk/>
            <pc:sldMk cId="1572982315" sldId="738"/>
            <ac:grpSpMk id="61" creationId="{CD0052F6-BC83-4307-8520-B79D80296110}"/>
          </ac:grpSpMkLst>
        </pc:grpChg>
        <pc:grpChg chg="add del mod topLvl">
          <ac:chgData name="KwonJoonho" userId="fa141e0c-4849-4deb-8f8c-65d25da6d8db" providerId="ADAL" clId="{8A7737AF-E425-48F2-BBC7-88CD3C37B0FB}" dt="2020-03-06T15:26:20.668" v="4589" actId="478"/>
          <ac:grpSpMkLst>
            <pc:docMk/>
            <pc:sldMk cId="1572982315" sldId="738"/>
            <ac:grpSpMk id="62" creationId="{C5F81122-BD17-49DB-B613-741F06A8EA6B}"/>
          </ac:grpSpMkLst>
        </pc:grpChg>
        <pc:grpChg chg="add del mod topLvl">
          <ac:chgData name="KwonJoonho" userId="fa141e0c-4849-4deb-8f8c-65d25da6d8db" providerId="ADAL" clId="{8A7737AF-E425-48F2-BBC7-88CD3C37B0FB}" dt="2020-03-06T15:26:14.787" v="4587" actId="478"/>
          <ac:grpSpMkLst>
            <pc:docMk/>
            <pc:sldMk cId="1572982315" sldId="738"/>
            <ac:grpSpMk id="66" creationId="{42D3B0D8-5ED3-43AE-8EAD-785B729DA066}"/>
          </ac:grpSpMkLst>
        </pc:grpChg>
        <pc:grpChg chg="add del mod topLvl">
          <ac:chgData name="KwonJoonho" userId="fa141e0c-4849-4deb-8f8c-65d25da6d8db" providerId="ADAL" clId="{8A7737AF-E425-48F2-BBC7-88CD3C37B0FB}" dt="2020-03-06T15:26:13.197" v="4586" actId="478"/>
          <ac:grpSpMkLst>
            <pc:docMk/>
            <pc:sldMk cId="1572982315" sldId="738"/>
            <ac:grpSpMk id="70" creationId="{F0C88E49-330F-4EFD-88F2-278DB9CE8D27}"/>
          </ac:grpSpMkLst>
        </pc:grpChg>
        <pc:grpChg chg="add del mod">
          <ac:chgData name="KwonJoonho" userId="fa141e0c-4849-4deb-8f8c-65d25da6d8db" providerId="ADAL" clId="{8A7737AF-E425-48F2-BBC7-88CD3C37B0FB}" dt="2020-03-06T15:26:23.809" v="4590" actId="165"/>
          <ac:grpSpMkLst>
            <pc:docMk/>
            <pc:sldMk cId="1572982315" sldId="738"/>
            <ac:grpSpMk id="74" creationId="{9CA080D9-DAD7-44A0-898F-5B4105CD57E4}"/>
          </ac:grpSpMkLst>
        </pc:grpChg>
        <pc:grpChg chg="add del mod">
          <ac:chgData name="KwonJoonho" userId="fa141e0c-4849-4deb-8f8c-65d25da6d8db" providerId="ADAL" clId="{8A7737AF-E425-48F2-BBC7-88CD3C37B0FB}" dt="2020-03-06T15:26:19.184" v="4588" actId="165"/>
          <ac:grpSpMkLst>
            <pc:docMk/>
            <pc:sldMk cId="1572982315" sldId="738"/>
            <ac:grpSpMk id="75" creationId="{4343DAC6-4FD3-41F4-AD85-766A69026849}"/>
          </ac:grpSpMkLst>
        </pc:grpChg>
        <pc:grpChg chg="add del mod">
          <ac:chgData name="KwonJoonho" userId="fa141e0c-4849-4deb-8f8c-65d25da6d8db" providerId="ADAL" clId="{8A7737AF-E425-48F2-BBC7-88CD3C37B0FB}" dt="2020-03-06T15:25:58.096" v="4582" actId="165"/>
          <ac:grpSpMkLst>
            <pc:docMk/>
            <pc:sldMk cId="1572982315" sldId="738"/>
            <ac:grpSpMk id="76" creationId="{43A150FF-EFBE-4944-8C89-5D4CDD512460}"/>
          </ac:grpSpMkLst>
        </pc:grpChg>
        <pc:grpChg chg="add del mod">
          <ac:chgData name="KwonJoonho" userId="fa141e0c-4849-4deb-8f8c-65d25da6d8db" providerId="ADAL" clId="{8A7737AF-E425-48F2-BBC7-88CD3C37B0FB}" dt="2020-03-06T15:26:11.102" v="4585" actId="165"/>
          <ac:grpSpMkLst>
            <pc:docMk/>
            <pc:sldMk cId="1572982315" sldId="738"/>
            <ac:grpSpMk id="77" creationId="{B16C55B7-DDE3-4FFD-88BD-19B51C2A07DC}"/>
          </ac:grpSpMkLst>
        </pc:grpChg>
        <pc:grpChg chg="add del mod">
          <ac:chgData name="KwonJoonho" userId="fa141e0c-4849-4deb-8f8c-65d25da6d8db" providerId="ADAL" clId="{8A7737AF-E425-48F2-BBC7-88CD3C37B0FB}" dt="2020-03-06T15:50:56.046" v="4783" actId="478"/>
          <ac:grpSpMkLst>
            <pc:docMk/>
            <pc:sldMk cId="1572982315" sldId="738"/>
            <ac:grpSpMk id="78" creationId="{28377D66-1402-424C-B4F0-94A1327DD8CA}"/>
          </ac:grpSpMkLst>
        </pc:grpChg>
        <pc:grpChg chg="add del mod">
          <ac:chgData name="KwonJoonho" userId="fa141e0c-4849-4deb-8f8c-65d25da6d8db" providerId="ADAL" clId="{8A7737AF-E425-48F2-BBC7-88CD3C37B0FB}" dt="2020-03-06T15:28:49.676" v="4623" actId="165"/>
          <ac:grpSpMkLst>
            <pc:docMk/>
            <pc:sldMk cId="1572982315" sldId="738"/>
            <ac:grpSpMk id="91" creationId="{0FDECF2B-EC8D-42A9-89DA-F250FA76714C}"/>
          </ac:grpSpMkLst>
        </pc:grpChg>
        <pc:grpChg chg="add del mod">
          <ac:chgData name="KwonJoonho" userId="fa141e0c-4849-4deb-8f8c-65d25da6d8db" providerId="ADAL" clId="{8A7737AF-E425-48F2-BBC7-88CD3C37B0FB}" dt="2020-03-06T15:50:56.046" v="4783" actId="478"/>
          <ac:grpSpMkLst>
            <pc:docMk/>
            <pc:sldMk cId="1572982315" sldId="738"/>
            <ac:grpSpMk id="92" creationId="{3954C3AE-1C56-4CC4-8117-E4403FFF7F93}"/>
          </ac:grpSpMkLst>
        </pc:grpChg>
        <pc:grpChg chg="add del mod">
          <ac:chgData name="KwonJoonho" userId="fa141e0c-4849-4deb-8f8c-65d25da6d8db" providerId="ADAL" clId="{8A7737AF-E425-48F2-BBC7-88CD3C37B0FB}" dt="2020-03-06T15:32:49.431" v="4654" actId="165"/>
          <ac:grpSpMkLst>
            <pc:docMk/>
            <pc:sldMk cId="1572982315" sldId="738"/>
            <ac:grpSpMk id="93" creationId="{42D5982E-7212-47AC-9780-5C43AC8225E4}"/>
          </ac:grpSpMkLst>
        </pc:grpChg>
        <pc:grpChg chg="add del mod">
          <ac:chgData name="KwonJoonho" userId="fa141e0c-4849-4deb-8f8c-65d25da6d8db" providerId="ADAL" clId="{8A7737AF-E425-48F2-BBC7-88CD3C37B0FB}" dt="2020-03-06T15:32:04.662" v="4650" actId="478"/>
          <ac:grpSpMkLst>
            <pc:docMk/>
            <pc:sldMk cId="1572982315" sldId="738"/>
            <ac:grpSpMk id="94" creationId="{C1CDFF0C-CF3F-4D1D-B953-3C1605C56773}"/>
          </ac:grpSpMkLst>
        </pc:grpChg>
        <pc:grpChg chg="add del mod">
          <ac:chgData name="KwonJoonho" userId="fa141e0c-4849-4deb-8f8c-65d25da6d8db" providerId="ADAL" clId="{8A7737AF-E425-48F2-BBC7-88CD3C37B0FB}" dt="2020-03-06T15:35:29.463" v="4664" actId="165"/>
          <ac:grpSpMkLst>
            <pc:docMk/>
            <pc:sldMk cId="1572982315" sldId="738"/>
            <ac:grpSpMk id="98" creationId="{4B48BA29-4A31-47CB-9AA6-AE04BAA52526}"/>
          </ac:grpSpMkLst>
        </pc:grpChg>
        <pc:grpChg chg="add del mod">
          <ac:chgData name="KwonJoonho" userId="fa141e0c-4849-4deb-8f8c-65d25da6d8db" providerId="ADAL" clId="{8A7737AF-E425-48F2-BBC7-88CD3C37B0FB}" dt="2020-03-06T15:36:30.458" v="4670" actId="478"/>
          <ac:grpSpMkLst>
            <pc:docMk/>
            <pc:sldMk cId="1572982315" sldId="738"/>
            <ac:grpSpMk id="106" creationId="{9BD39502-ADDF-4F6C-A13B-B976B184B470}"/>
          </ac:grpSpMkLst>
        </pc:grpChg>
        <pc:grpChg chg="add del mod">
          <ac:chgData name="KwonJoonho" userId="fa141e0c-4849-4deb-8f8c-65d25da6d8db" providerId="ADAL" clId="{8A7737AF-E425-48F2-BBC7-88CD3C37B0FB}" dt="2020-03-06T15:40:31.498" v="4714" actId="165"/>
          <ac:grpSpMkLst>
            <pc:docMk/>
            <pc:sldMk cId="1572982315" sldId="738"/>
            <ac:grpSpMk id="113" creationId="{757F7A76-44B6-4840-9D52-2CDB0E542E15}"/>
          </ac:grpSpMkLst>
        </pc:grpChg>
        <pc:grpChg chg="add del mod">
          <ac:chgData name="KwonJoonho" userId="fa141e0c-4849-4deb-8f8c-65d25da6d8db" providerId="ADAL" clId="{8A7737AF-E425-48F2-BBC7-88CD3C37B0FB}" dt="2020-03-06T15:50:56.046" v="4783" actId="478"/>
          <ac:grpSpMkLst>
            <pc:docMk/>
            <pc:sldMk cId="1572982315" sldId="738"/>
            <ac:grpSpMk id="114" creationId="{2D577B4D-9569-43E0-95A6-8CED2CB13FA9}"/>
          </ac:grpSpMkLst>
        </pc:grpChg>
        <pc:grpChg chg="add del mod">
          <ac:chgData name="KwonJoonho" userId="fa141e0c-4849-4deb-8f8c-65d25da6d8db" providerId="ADAL" clId="{8A7737AF-E425-48F2-BBC7-88CD3C37B0FB}" dt="2020-03-06T15:44:24.633" v="4743" actId="165"/>
          <ac:grpSpMkLst>
            <pc:docMk/>
            <pc:sldMk cId="1572982315" sldId="738"/>
            <ac:grpSpMk id="115" creationId="{67235196-1AA8-494D-9B36-E4D5EBFD58FD}"/>
          </ac:grpSpMkLst>
        </pc:grpChg>
        <pc:grpChg chg="add del mod">
          <ac:chgData name="KwonJoonho" userId="fa141e0c-4849-4deb-8f8c-65d25da6d8db" providerId="ADAL" clId="{8A7737AF-E425-48F2-BBC7-88CD3C37B0FB}" dt="2020-03-06T15:50:56.046" v="4783" actId="478"/>
          <ac:grpSpMkLst>
            <pc:docMk/>
            <pc:sldMk cId="1572982315" sldId="738"/>
            <ac:grpSpMk id="120" creationId="{1661EA6B-EF38-42E3-B5C1-E4C3AA0C42C3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24" creationId="{2446258F-28F2-4631-9F15-36DC00D5E4F8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27" creationId="{B359FBC8-233A-4D5F-9B52-452C2D4A4F91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38" creationId="{52306902-8DDD-4D7E-AFC6-600043E41A76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56" creationId="{4AFA8433-CF49-4822-8D6E-FB49AFBD5978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60" creationId="{9B2070A3-E74D-4A0D-8B9C-94F4DE1AF318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66" creationId="{096A7027-4DF5-483B-B2D9-72E9C34425DA}"/>
          </ac:grpSpMkLst>
        </pc:grpChg>
        <pc:grpChg chg="add">
          <ac:chgData name="KwonJoonho" userId="fa141e0c-4849-4deb-8f8c-65d25da6d8db" providerId="ADAL" clId="{8A7737AF-E425-48F2-BBC7-88CD3C37B0FB}" dt="2020-03-06T15:50:56.624" v="4784"/>
          <ac:grpSpMkLst>
            <pc:docMk/>
            <pc:sldMk cId="1572982315" sldId="738"/>
            <ac:grpSpMk id="170" creationId="{14E8AAD4-E41F-4CA2-A983-3B95EFC02AB8}"/>
          </ac:grpSpMkLst>
        </pc:grpChg>
        <pc:cxnChg chg="mod topLvl">
          <ac:chgData name="KwonJoonho" userId="fa141e0c-4849-4deb-8f8c-65d25da6d8db" providerId="ADAL" clId="{8A7737AF-E425-48F2-BBC7-88CD3C37B0FB}" dt="2020-03-06T15:40:37.389" v="4715" actId="164"/>
          <ac:cxnSpMkLst>
            <pc:docMk/>
            <pc:sldMk cId="1572982315" sldId="738"/>
            <ac:cxnSpMk id="30" creationId="{C6AB2F3A-75EF-4DCB-8CD7-78542FF0BF54}"/>
          </ac:cxnSpMkLst>
        </pc:cxnChg>
        <pc:cxnChg chg="mod ord topLvl">
          <ac:chgData name="KwonJoonho" userId="fa141e0c-4849-4deb-8f8c-65d25da6d8db" providerId="ADAL" clId="{8A7737AF-E425-48F2-BBC7-88CD3C37B0FB}" dt="2020-03-06T15:43:28.827" v="4740" actId="1076"/>
          <ac:cxnSpMkLst>
            <pc:docMk/>
            <pc:sldMk cId="1572982315" sldId="738"/>
            <ac:cxnSpMk id="31" creationId="{8C637A45-CCFD-4BF0-B4D8-0D87A2FE77B6}"/>
          </ac:cxnSpMkLst>
        </pc:cxnChg>
        <pc:cxnChg chg="del mod ord topLvl">
          <ac:chgData name="KwonJoonho" userId="fa141e0c-4849-4deb-8f8c-65d25da6d8db" providerId="ADAL" clId="{8A7737AF-E425-48F2-BBC7-88CD3C37B0FB}" dt="2020-03-06T15:50:56.046" v="4783" actId="478"/>
          <ac:cxnSpMkLst>
            <pc:docMk/>
            <pc:sldMk cId="1572982315" sldId="738"/>
            <ac:cxnSpMk id="32" creationId="{47F54620-5A07-41B7-99B1-82FF89F867E0}"/>
          </ac:cxnSpMkLst>
        </pc:cxnChg>
        <pc:cxnChg chg="del mod ord topLvl">
          <ac:chgData name="KwonJoonho" userId="fa141e0c-4849-4deb-8f8c-65d25da6d8db" providerId="ADAL" clId="{8A7737AF-E425-48F2-BBC7-88CD3C37B0FB}" dt="2020-03-06T15:50:56.046" v="4783" actId="478"/>
          <ac:cxnSpMkLst>
            <pc:docMk/>
            <pc:sldMk cId="1572982315" sldId="738"/>
            <ac:cxnSpMk id="33" creationId="{96256354-9CF7-4287-8CB2-2F966A90C3E4}"/>
          </ac:cxnSpMkLst>
        </pc:cxnChg>
        <pc:cxnChg chg="add del mod">
          <ac:chgData name="KwonJoonho" userId="fa141e0c-4849-4deb-8f8c-65d25da6d8db" providerId="ADAL" clId="{8A7737AF-E425-48F2-BBC7-88CD3C37B0FB}" dt="2020-03-06T15:17:25.159" v="4474" actId="478"/>
          <ac:cxnSpMkLst>
            <pc:docMk/>
            <pc:sldMk cId="1572982315" sldId="738"/>
            <ac:cxnSpMk id="44" creationId="{D384677D-6513-4BB6-92FA-3F7D6344873A}"/>
          </ac:cxnSpMkLst>
        </pc:cxnChg>
        <pc:cxnChg chg="mod">
          <ac:chgData name="KwonJoonho" userId="fa141e0c-4849-4deb-8f8c-65d25da6d8db" providerId="ADAL" clId="{8A7737AF-E425-48F2-BBC7-88CD3C37B0FB}" dt="2020-03-06T15:19:47.726" v="4527" actId="14100"/>
          <ac:cxnSpMkLst>
            <pc:docMk/>
            <pc:sldMk cId="1572982315" sldId="738"/>
            <ac:cxnSpMk id="59" creationId="{1DA6A305-BE31-41C8-95A3-E0610E25B5CA}"/>
          </ac:cxnSpMkLst>
        </pc:cxnChg>
        <pc:cxnChg chg="add mod topLvl">
          <ac:chgData name="KwonJoonho" userId="fa141e0c-4849-4deb-8f8c-65d25da6d8db" providerId="ADAL" clId="{8A7737AF-E425-48F2-BBC7-88CD3C37B0FB}" dt="2020-03-06T15:40:37.389" v="4715" actId="164"/>
          <ac:cxnSpMkLst>
            <pc:docMk/>
            <pc:sldMk cId="1572982315" sldId="738"/>
            <ac:cxnSpMk id="85" creationId="{1FDE4CC1-CC33-421C-A446-3D94277EE73C}"/>
          </ac:cxnSpMkLst>
        </pc:cxnChg>
        <pc:cxnChg chg="add del mod topLvl">
          <ac:chgData name="KwonJoonho" userId="fa141e0c-4849-4deb-8f8c-65d25da6d8db" providerId="ADAL" clId="{8A7737AF-E425-48F2-BBC7-88CD3C37B0FB}" dt="2020-03-06T15:32:08.350" v="4651" actId="478"/>
          <ac:cxnSpMkLst>
            <pc:docMk/>
            <pc:sldMk cId="1572982315" sldId="738"/>
            <ac:cxnSpMk id="88" creationId="{195FCC67-F4D0-4BEE-8F45-CBE0E15BDAD8}"/>
          </ac:cxnSpMkLst>
        </pc:cxnChg>
        <pc:cxnChg chg="add del mod topLvl">
          <ac:chgData name="KwonJoonho" userId="fa141e0c-4849-4deb-8f8c-65d25da6d8db" providerId="ADAL" clId="{8A7737AF-E425-48F2-BBC7-88CD3C37B0FB}" dt="2020-03-06T15:50:56.046" v="4783" actId="478"/>
          <ac:cxnSpMkLst>
            <pc:docMk/>
            <pc:sldMk cId="1572982315" sldId="738"/>
            <ac:cxnSpMk id="95" creationId="{41110CC0-05D1-48E7-9461-C97BB13493BB}"/>
          </ac:cxnSpMkLst>
        </pc:cxnChg>
        <pc:cxnChg chg="add del mod topLvl">
          <ac:chgData name="KwonJoonho" userId="fa141e0c-4849-4deb-8f8c-65d25da6d8db" providerId="ADAL" clId="{8A7737AF-E425-48F2-BBC7-88CD3C37B0FB}" dt="2020-03-06T15:36:49.024" v="4671" actId="478"/>
          <ac:cxnSpMkLst>
            <pc:docMk/>
            <pc:sldMk cId="1572982315" sldId="738"/>
            <ac:cxnSpMk id="100" creationId="{C615E848-4B3E-48F0-B058-21FB5F09FAE1}"/>
          </ac:cxnSpMkLst>
        </pc:cxnChg>
        <pc:cxnChg chg="add mod">
          <ac:chgData name="KwonJoonho" userId="fa141e0c-4849-4deb-8f8c-65d25da6d8db" providerId="ADAL" clId="{8A7737AF-E425-48F2-BBC7-88CD3C37B0FB}" dt="2020-03-06T15:43:08.822" v="4737" actId="14100"/>
          <ac:cxnSpMkLst>
            <pc:docMk/>
            <pc:sldMk cId="1572982315" sldId="738"/>
            <ac:cxnSpMk id="116" creationId="{0F2B0A71-B42A-4109-AB4C-F2F9F37A0503}"/>
          </ac:cxnSpMkLst>
        </pc:cxnChg>
        <pc:cxnChg chg="add del mod">
          <ac:chgData name="KwonJoonho" userId="fa141e0c-4849-4deb-8f8c-65d25da6d8db" providerId="ADAL" clId="{8A7737AF-E425-48F2-BBC7-88CD3C37B0FB}" dt="2020-03-06T15:50:56.046" v="4783" actId="478"/>
          <ac:cxnSpMkLst>
            <pc:docMk/>
            <pc:sldMk cId="1572982315" sldId="738"/>
            <ac:cxnSpMk id="117" creationId="{5C2B1D3E-A7BC-4878-8E7C-575CF004DCA6}"/>
          </ac:cxnSpMkLst>
        </pc:cxnChg>
      </pc:sldChg>
      <pc:sldChg chg="addSp delSp modSp add del mod modAnim">
        <pc:chgData name="KwonJoonho" userId="fa141e0c-4849-4deb-8f8c-65d25da6d8db" providerId="ADAL" clId="{8A7737AF-E425-48F2-BBC7-88CD3C37B0FB}" dt="2020-03-06T15:51:36.824" v="4787" actId="47"/>
        <pc:sldMkLst>
          <pc:docMk/>
          <pc:sldMk cId="850404850" sldId="739"/>
        </pc:sldMkLst>
        <pc:spChg chg="del">
          <ac:chgData name="KwonJoonho" userId="fa141e0c-4849-4deb-8f8c-65d25da6d8db" providerId="ADAL" clId="{8A7737AF-E425-48F2-BBC7-88CD3C37B0FB}" dt="2020-03-06T15:44:50.198" v="4745"/>
          <ac:spMkLst>
            <pc:docMk/>
            <pc:sldMk cId="850404850" sldId="739"/>
            <ac:spMk id="2" creationId="{B7535754-5913-414C-B017-58343B9F40E3}"/>
          </ac:spMkLst>
        </pc:spChg>
        <pc:spChg chg="del">
          <ac:chgData name="KwonJoonho" userId="fa141e0c-4849-4deb-8f8c-65d25da6d8db" providerId="ADAL" clId="{8A7737AF-E425-48F2-BBC7-88CD3C37B0FB}" dt="2020-03-06T15:44:50.198" v="4745"/>
          <ac:spMkLst>
            <pc:docMk/>
            <pc:sldMk cId="850404850" sldId="739"/>
            <ac:spMk id="3" creationId="{35CA041F-CFDE-4B6E-97C6-08F141B83047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16" creationId="{ED540B0B-C666-4E7E-ACDF-4665009A7380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17" creationId="{BDA1AD50-6EFF-445F-ADED-CAC28CE8873B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18" creationId="{418ED08A-2DF3-47EE-AF91-7BEA2E31DAF3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36" creationId="{3DF7E1FD-AC6E-4D8C-9B5D-A93C843C611E}"/>
          </ac:spMkLst>
        </pc:spChg>
        <pc:spChg chg="add mod">
          <ac:chgData name="KwonJoonho" userId="fa141e0c-4849-4deb-8f8c-65d25da6d8db" providerId="ADAL" clId="{8A7737AF-E425-48F2-BBC7-88CD3C37B0FB}" dt="2020-03-06T15:46:08.659" v="4757" actId="164"/>
          <ac:spMkLst>
            <pc:docMk/>
            <pc:sldMk cId="850404850" sldId="739"/>
            <ac:spMk id="37" creationId="{EC94F279-66D5-4F05-A55F-D00C71F30F72}"/>
          </ac:spMkLst>
        </pc:spChg>
        <pc:spChg chg="add mod">
          <ac:chgData name="KwonJoonho" userId="fa141e0c-4849-4deb-8f8c-65d25da6d8db" providerId="ADAL" clId="{8A7737AF-E425-48F2-BBC7-88CD3C37B0FB}" dt="2020-03-06T15:45:32.667" v="4751" actId="164"/>
          <ac:spMkLst>
            <pc:docMk/>
            <pc:sldMk cId="850404850" sldId="739"/>
            <ac:spMk id="43" creationId="{01BD5C43-AA3E-4876-AB1F-50659DD5772F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46" creationId="{D3DCCD9B-8D34-4B5A-A778-6ECB20D7F750}"/>
          </ac:spMkLst>
        </pc:spChg>
        <pc:spChg chg="add">
          <ac:chgData name="KwonJoonho" userId="fa141e0c-4849-4deb-8f8c-65d25da6d8db" providerId="ADAL" clId="{8A7737AF-E425-48F2-BBC7-88CD3C37B0FB}" dt="2020-03-06T15:44:50.916" v="4746"/>
          <ac:spMkLst>
            <pc:docMk/>
            <pc:sldMk cId="850404850" sldId="739"/>
            <ac:spMk id="47" creationId="{BFCCBF6E-50BA-4F38-AB72-52AE3F2AD01C}"/>
          </ac:spMkLst>
        </pc:spChg>
        <pc:spChg chg="mod topLvl">
          <ac:chgData name="KwonJoonho" userId="fa141e0c-4849-4deb-8f8c-65d25da6d8db" providerId="ADAL" clId="{8A7737AF-E425-48F2-BBC7-88CD3C37B0FB}" dt="2020-03-06T15:46:00.252" v="4756" actId="164"/>
          <ac:spMkLst>
            <pc:docMk/>
            <pc:sldMk cId="850404850" sldId="739"/>
            <ac:spMk id="49" creationId="{B5B003DB-72B8-40C1-AE49-98FE93C795DC}"/>
          </ac:spMkLst>
        </pc:spChg>
        <pc:grpChg chg="add">
          <ac:chgData name="KwonJoonho" userId="fa141e0c-4849-4deb-8f8c-65d25da6d8db" providerId="ADAL" clId="{8A7737AF-E425-48F2-BBC7-88CD3C37B0FB}" dt="2020-03-06T15:44:50.916" v="4746"/>
          <ac:grpSpMkLst>
            <pc:docMk/>
            <pc:sldMk cId="850404850" sldId="739"/>
            <ac:grpSpMk id="5" creationId="{357DF655-2EBF-44CB-BCE4-335E793D35F8}"/>
          </ac:grpSpMkLst>
        </pc:grpChg>
        <pc:grpChg chg="add">
          <ac:chgData name="KwonJoonho" userId="fa141e0c-4849-4deb-8f8c-65d25da6d8db" providerId="ADAL" clId="{8A7737AF-E425-48F2-BBC7-88CD3C37B0FB}" dt="2020-03-06T15:44:50.916" v="4746"/>
          <ac:grpSpMkLst>
            <pc:docMk/>
            <pc:sldMk cId="850404850" sldId="739"/>
            <ac:grpSpMk id="8" creationId="{007702BE-DC43-4FD3-B9D6-62B54F9831B2}"/>
          </ac:grpSpMkLst>
        </pc:grpChg>
        <pc:grpChg chg="add mod">
          <ac:chgData name="KwonJoonho" userId="fa141e0c-4849-4deb-8f8c-65d25da6d8db" providerId="ADAL" clId="{8A7737AF-E425-48F2-BBC7-88CD3C37B0FB}" dt="2020-03-06T15:45:35.216" v="4753" actId="1076"/>
          <ac:grpSpMkLst>
            <pc:docMk/>
            <pc:sldMk cId="850404850" sldId="739"/>
            <ac:grpSpMk id="19" creationId="{736F44B2-F821-4589-B869-20BB20AC857B}"/>
          </ac:grpSpMkLst>
        </pc:grpChg>
        <pc:grpChg chg="add mod">
          <ac:chgData name="KwonJoonho" userId="fa141e0c-4849-4deb-8f8c-65d25da6d8db" providerId="ADAL" clId="{8A7737AF-E425-48F2-BBC7-88CD3C37B0FB}" dt="2020-03-06T15:46:13.614" v="4758" actId="1076"/>
          <ac:grpSpMkLst>
            <pc:docMk/>
            <pc:sldMk cId="850404850" sldId="739"/>
            <ac:grpSpMk id="38" creationId="{D71AB6C7-8E50-4C34-BA0D-C0A13C8E692F}"/>
          </ac:grpSpMkLst>
        </pc:grpChg>
        <pc:grpChg chg="add del">
          <ac:chgData name="KwonJoonho" userId="fa141e0c-4849-4deb-8f8c-65d25da6d8db" providerId="ADAL" clId="{8A7737AF-E425-48F2-BBC7-88CD3C37B0FB}" dt="2020-03-06T15:45:49.702" v="4755" actId="165"/>
          <ac:grpSpMkLst>
            <pc:docMk/>
            <pc:sldMk cId="850404850" sldId="739"/>
            <ac:grpSpMk id="48" creationId="{EA06F64F-B9AC-46F6-9A79-E4C00EA954A5}"/>
          </ac:grpSpMkLst>
        </pc:grpChg>
        <pc:grpChg chg="add mod">
          <ac:chgData name="KwonJoonho" userId="fa141e0c-4849-4deb-8f8c-65d25da6d8db" providerId="ADAL" clId="{8A7737AF-E425-48F2-BBC7-88CD3C37B0FB}" dt="2020-03-06T15:46:32.088" v="4761" actId="1076"/>
          <ac:grpSpMkLst>
            <pc:docMk/>
            <pc:sldMk cId="850404850" sldId="739"/>
            <ac:grpSpMk id="53" creationId="{868A32A3-206B-4578-9F2F-A17A9A79AD61}"/>
          </ac:grpSpMkLst>
        </pc:grpChg>
        <pc:grpChg chg="add mod">
          <ac:chgData name="KwonJoonho" userId="fa141e0c-4849-4deb-8f8c-65d25da6d8db" providerId="ADAL" clId="{8A7737AF-E425-48F2-BBC7-88CD3C37B0FB}" dt="2020-03-06T15:46:00.252" v="4756" actId="164"/>
          <ac:grpSpMkLst>
            <pc:docMk/>
            <pc:sldMk cId="850404850" sldId="739"/>
            <ac:grpSpMk id="54" creationId="{7833BB45-F1DE-482A-90A6-9B04BE70219D}"/>
          </ac:grpSpMkLst>
        </pc:grpChg>
        <pc:grpChg chg="add mod">
          <ac:chgData name="KwonJoonho" userId="fa141e0c-4849-4deb-8f8c-65d25da6d8db" providerId="ADAL" clId="{8A7737AF-E425-48F2-BBC7-88CD3C37B0FB}" dt="2020-03-06T15:46:08.659" v="4757" actId="164"/>
          <ac:grpSpMkLst>
            <pc:docMk/>
            <pc:sldMk cId="850404850" sldId="739"/>
            <ac:grpSpMk id="55" creationId="{EB88CCCA-94F2-42C5-96A5-F66F9A9A7FCF}"/>
          </ac:grpSpMkLst>
        </pc:grpChg>
        <pc:cxnChg chg="add mod">
          <ac:chgData name="KwonJoonho" userId="fa141e0c-4849-4deb-8f8c-65d25da6d8db" providerId="ADAL" clId="{8A7737AF-E425-48F2-BBC7-88CD3C37B0FB}" dt="2020-03-06T15:45:32.667" v="4751" actId="164"/>
          <ac:cxnSpMkLst>
            <pc:docMk/>
            <pc:sldMk cId="850404850" sldId="739"/>
            <ac:cxnSpMk id="42" creationId="{3188C08E-13FB-42EC-B4D9-8344B0FF174F}"/>
          </ac:cxnSpMkLst>
        </pc:cxnChg>
        <pc:cxnChg chg="add mod">
          <ac:chgData name="KwonJoonho" userId="fa141e0c-4849-4deb-8f8c-65d25da6d8db" providerId="ADAL" clId="{8A7737AF-E425-48F2-BBC7-88CD3C37B0FB}" dt="2020-03-06T15:45:32.667" v="4751" actId="164"/>
          <ac:cxnSpMkLst>
            <pc:docMk/>
            <pc:sldMk cId="850404850" sldId="739"/>
            <ac:cxnSpMk id="44" creationId="{75261F5A-E6A4-4B1F-8C65-1DC9FA976167}"/>
          </ac:cxnSpMkLst>
        </pc:cxnChg>
        <pc:cxnChg chg="add mod">
          <ac:chgData name="KwonJoonho" userId="fa141e0c-4849-4deb-8f8c-65d25da6d8db" providerId="ADAL" clId="{8A7737AF-E425-48F2-BBC7-88CD3C37B0FB}" dt="2020-03-06T15:46:00.252" v="4756" actId="164"/>
          <ac:cxnSpMkLst>
            <pc:docMk/>
            <pc:sldMk cId="850404850" sldId="739"/>
            <ac:cxnSpMk id="45" creationId="{4D694922-0D5C-4D82-90EF-B8D6706C9E62}"/>
          </ac:cxnSpMkLst>
        </pc:cxnChg>
        <pc:cxnChg chg="mod topLvl">
          <ac:chgData name="KwonJoonho" userId="fa141e0c-4849-4deb-8f8c-65d25da6d8db" providerId="ADAL" clId="{8A7737AF-E425-48F2-BBC7-88CD3C37B0FB}" dt="2020-03-06T15:46:08.659" v="4757" actId="164"/>
          <ac:cxnSpMkLst>
            <pc:docMk/>
            <pc:sldMk cId="850404850" sldId="739"/>
            <ac:cxnSpMk id="50" creationId="{675BDDFF-BBDB-4C44-8B41-6CBBA5A018AA}"/>
          </ac:cxnSpMkLst>
        </pc:cxnChg>
        <pc:cxnChg chg="mod topLvl">
          <ac:chgData name="KwonJoonho" userId="fa141e0c-4849-4deb-8f8c-65d25da6d8db" providerId="ADAL" clId="{8A7737AF-E425-48F2-BBC7-88CD3C37B0FB}" dt="2020-03-06T15:46:00.252" v="4756" actId="164"/>
          <ac:cxnSpMkLst>
            <pc:docMk/>
            <pc:sldMk cId="850404850" sldId="739"/>
            <ac:cxnSpMk id="51" creationId="{0FE57E58-D779-4782-9DBC-A6FE9FFDE2EE}"/>
          </ac:cxnSpMkLst>
        </pc:cxnChg>
        <pc:cxnChg chg="add mod">
          <ac:chgData name="KwonJoonho" userId="fa141e0c-4849-4deb-8f8c-65d25da6d8db" providerId="ADAL" clId="{8A7737AF-E425-48F2-BBC7-88CD3C37B0FB}" dt="2020-03-06T15:46:08.659" v="4757" actId="164"/>
          <ac:cxnSpMkLst>
            <pc:docMk/>
            <pc:sldMk cId="850404850" sldId="739"/>
            <ac:cxnSpMk id="52" creationId="{1DE18518-B42E-4558-8E63-19A3621764EF}"/>
          </ac:cxnSpMkLst>
        </pc:cxnChg>
      </pc:sldChg>
    </pc:docChg>
  </pc:docChgLst>
  <pc:docChgLst>
    <pc:chgData name="Joonho Kwon" userId="fa141e0c-4849-4deb-8f8c-65d25da6d8db" providerId="ADAL" clId="{261B0ADF-DC3E-41B1-A954-7B394627D313}"/>
    <pc:docChg chg="undo redo custSel addSld delSld modSld sldOrd">
      <pc:chgData name="Joonho Kwon" userId="fa141e0c-4849-4deb-8f8c-65d25da6d8db" providerId="ADAL" clId="{261B0ADF-DC3E-41B1-A954-7B394627D313}" dt="2020-03-06T09:39:46.393" v="5600"/>
      <pc:docMkLst>
        <pc:docMk/>
      </pc:docMkLst>
      <pc:sldChg chg="modSp">
        <pc:chgData name="Joonho Kwon" userId="fa141e0c-4849-4deb-8f8c-65d25da6d8db" providerId="ADAL" clId="{261B0ADF-DC3E-41B1-A954-7B394627D313}" dt="2020-03-03T08:30:46.398" v="51" actId="20577"/>
        <pc:sldMkLst>
          <pc:docMk/>
          <pc:sldMk cId="0" sldId="256"/>
        </pc:sldMkLst>
        <pc:spChg chg="mod">
          <ac:chgData name="Joonho Kwon" userId="fa141e0c-4849-4deb-8f8c-65d25da6d8db" providerId="ADAL" clId="{261B0ADF-DC3E-41B1-A954-7B394627D313}" dt="2020-03-03T08:30:46.398" v="51" actId="20577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Joonho Kwon" userId="fa141e0c-4849-4deb-8f8c-65d25da6d8db" providerId="ADAL" clId="{261B0ADF-DC3E-41B1-A954-7B394627D313}" dt="2020-03-03T08:31:26.926" v="85" actId="207"/>
        <pc:sldMkLst>
          <pc:docMk/>
          <pc:sldMk cId="3103766124" sldId="686"/>
        </pc:sldMkLst>
        <pc:spChg chg="mod">
          <ac:chgData name="Joonho Kwon" userId="fa141e0c-4849-4deb-8f8c-65d25da6d8db" providerId="ADAL" clId="{261B0ADF-DC3E-41B1-A954-7B394627D313}" dt="2020-03-03T08:31:26.926" v="85" actId="207"/>
          <ac:spMkLst>
            <pc:docMk/>
            <pc:sldMk cId="3103766124" sldId="686"/>
            <ac:spMk id="2" creationId="{B3FA8B4E-4542-4AE5-82BE-97FDC25D0A4C}"/>
          </ac:spMkLst>
        </pc:spChg>
      </pc:sldChg>
      <pc:sldChg chg="modSp add">
        <pc:chgData name="Joonho Kwon" userId="fa141e0c-4849-4deb-8f8c-65d25da6d8db" providerId="ADAL" clId="{261B0ADF-DC3E-41B1-A954-7B394627D313}" dt="2020-03-03T08:46:36.191" v="189" actId="15"/>
        <pc:sldMkLst>
          <pc:docMk/>
          <pc:sldMk cId="3548783634" sldId="688"/>
        </pc:sldMkLst>
        <pc:spChg chg="mod">
          <ac:chgData name="Joonho Kwon" userId="fa141e0c-4849-4deb-8f8c-65d25da6d8db" providerId="ADAL" clId="{261B0ADF-DC3E-41B1-A954-7B394627D313}" dt="2020-03-03T08:46:36.191" v="189" actId="15"/>
          <ac:spMkLst>
            <pc:docMk/>
            <pc:sldMk cId="3548783634" sldId="688"/>
            <ac:spMk id="2" creationId="{8AF0A168-21DB-4F78-84CB-FD06E40DD497}"/>
          </ac:spMkLst>
        </pc:spChg>
        <pc:spChg chg="mod">
          <ac:chgData name="Joonho Kwon" userId="fa141e0c-4849-4deb-8f8c-65d25da6d8db" providerId="ADAL" clId="{261B0ADF-DC3E-41B1-A954-7B394627D313}" dt="2020-03-03T08:46:22.010" v="174" actId="20577"/>
          <ac:spMkLst>
            <pc:docMk/>
            <pc:sldMk cId="3548783634" sldId="688"/>
            <ac:spMk id="3" creationId="{2C83EC45-FBB1-4C1A-B795-183C65A0403C}"/>
          </ac:spMkLst>
        </pc:spChg>
      </pc:sldChg>
      <pc:sldChg chg="modSp add">
        <pc:chgData name="Joonho Kwon" userId="fa141e0c-4849-4deb-8f8c-65d25da6d8db" providerId="ADAL" clId="{261B0ADF-DC3E-41B1-A954-7B394627D313}" dt="2020-03-03T08:51:58.162" v="473" actId="6549"/>
        <pc:sldMkLst>
          <pc:docMk/>
          <pc:sldMk cId="393222788" sldId="689"/>
        </pc:sldMkLst>
        <pc:spChg chg="mod">
          <ac:chgData name="Joonho Kwon" userId="fa141e0c-4849-4deb-8f8c-65d25da6d8db" providerId="ADAL" clId="{261B0ADF-DC3E-41B1-A954-7B394627D313}" dt="2020-03-03T08:51:58.162" v="473" actId="6549"/>
          <ac:spMkLst>
            <pc:docMk/>
            <pc:sldMk cId="393222788" sldId="689"/>
            <ac:spMk id="2" creationId="{BD659DC4-91E3-45BD-B978-42437CAA41B0}"/>
          </ac:spMkLst>
        </pc:spChg>
        <pc:spChg chg="mod">
          <ac:chgData name="Joonho Kwon" userId="fa141e0c-4849-4deb-8f8c-65d25da6d8db" providerId="ADAL" clId="{261B0ADF-DC3E-41B1-A954-7B394627D313}" dt="2020-03-03T08:51:48.402" v="470"/>
          <ac:spMkLst>
            <pc:docMk/>
            <pc:sldMk cId="393222788" sldId="689"/>
            <ac:spMk id="3" creationId="{65F73A68-F8ED-4B12-9BC5-B5EFB9521CE0}"/>
          </ac:spMkLst>
        </pc:spChg>
      </pc:sldChg>
      <pc:sldChg chg="modSp add">
        <pc:chgData name="Joonho Kwon" userId="fa141e0c-4849-4deb-8f8c-65d25da6d8db" providerId="ADAL" clId="{261B0ADF-DC3E-41B1-A954-7B394627D313}" dt="2020-03-06T06:53:37.255" v="2675" actId="20577"/>
        <pc:sldMkLst>
          <pc:docMk/>
          <pc:sldMk cId="2836072537" sldId="690"/>
        </pc:sldMkLst>
        <pc:spChg chg="mod">
          <ac:chgData name="Joonho Kwon" userId="fa141e0c-4849-4deb-8f8c-65d25da6d8db" providerId="ADAL" clId="{261B0ADF-DC3E-41B1-A954-7B394627D313}" dt="2020-03-06T06:43:28.336" v="2002"/>
          <ac:spMkLst>
            <pc:docMk/>
            <pc:sldMk cId="2836072537" sldId="690"/>
            <ac:spMk id="2" creationId="{5FC4417E-8FB8-4CA2-A9D9-1BF6BC1B2E49}"/>
          </ac:spMkLst>
        </pc:spChg>
        <pc:spChg chg="mod">
          <ac:chgData name="Joonho Kwon" userId="fa141e0c-4849-4deb-8f8c-65d25da6d8db" providerId="ADAL" clId="{261B0ADF-DC3E-41B1-A954-7B394627D313}" dt="2020-03-06T06:53:37.255" v="2675" actId="20577"/>
          <ac:spMkLst>
            <pc:docMk/>
            <pc:sldMk cId="2836072537" sldId="690"/>
            <ac:spMk id="3" creationId="{1C794DC3-CE8D-4F14-A4E3-C90CE95F44B7}"/>
          </ac:spMkLst>
        </pc:spChg>
      </pc:sldChg>
      <pc:sldChg chg="modSp add">
        <pc:chgData name="Joonho Kwon" userId="fa141e0c-4849-4deb-8f8c-65d25da6d8db" providerId="ADAL" clId="{261B0ADF-DC3E-41B1-A954-7B394627D313}" dt="2020-03-03T08:57:08.732" v="517" actId="108"/>
        <pc:sldMkLst>
          <pc:docMk/>
          <pc:sldMk cId="2985404009" sldId="691"/>
        </pc:sldMkLst>
        <pc:spChg chg="mod">
          <ac:chgData name="Joonho Kwon" userId="fa141e0c-4849-4deb-8f8c-65d25da6d8db" providerId="ADAL" clId="{261B0ADF-DC3E-41B1-A954-7B394627D313}" dt="2020-03-03T08:57:08.732" v="517" actId="108"/>
          <ac:spMkLst>
            <pc:docMk/>
            <pc:sldMk cId="2985404009" sldId="691"/>
            <ac:spMk id="2" creationId="{B3FA8B4E-4542-4AE5-82BE-97FDC25D0A4C}"/>
          </ac:spMkLst>
        </pc:spChg>
      </pc:sldChg>
      <pc:sldChg chg="addSp delSp modSp add modAnim">
        <pc:chgData name="Joonho Kwon" userId="fa141e0c-4849-4deb-8f8c-65d25da6d8db" providerId="ADAL" clId="{261B0ADF-DC3E-41B1-A954-7B394627D313}" dt="2020-03-06T09:13:18.842" v="4800" actId="478"/>
        <pc:sldMkLst>
          <pc:docMk/>
          <pc:sldMk cId="346022599" sldId="692"/>
        </pc:sldMkLst>
        <pc:spChg chg="mod">
          <ac:chgData name="Joonho Kwon" userId="fa141e0c-4849-4deb-8f8c-65d25da6d8db" providerId="ADAL" clId="{261B0ADF-DC3E-41B1-A954-7B394627D313}" dt="2020-03-03T09:15:09.615" v="1441" actId="404"/>
          <ac:spMkLst>
            <pc:docMk/>
            <pc:sldMk cId="346022599" sldId="692"/>
            <ac:spMk id="2" creationId="{E2DD70D4-F308-4658-AEDD-71B9275B7231}"/>
          </ac:spMkLst>
        </pc:spChg>
        <pc:spChg chg="mod">
          <ac:chgData name="Joonho Kwon" userId="fa141e0c-4849-4deb-8f8c-65d25da6d8db" providerId="ADAL" clId="{261B0ADF-DC3E-41B1-A954-7B394627D313}" dt="2020-03-03T09:14:58.859" v="1436" actId="20577"/>
          <ac:spMkLst>
            <pc:docMk/>
            <pc:sldMk cId="346022599" sldId="692"/>
            <ac:spMk id="3" creationId="{622A087B-6AAA-432F-B8DA-B9DCBA6555D0}"/>
          </ac:spMkLst>
        </pc:spChg>
        <pc:spChg chg="add del mod">
          <ac:chgData name="Joonho Kwon" userId="fa141e0c-4849-4deb-8f8c-65d25da6d8db" providerId="ADAL" clId="{261B0ADF-DC3E-41B1-A954-7B394627D313}" dt="2020-03-03T09:06:36.232" v="815"/>
          <ac:spMkLst>
            <pc:docMk/>
            <pc:sldMk cId="346022599" sldId="692"/>
            <ac:spMk id="5" creationId="{AECEA9FD-F473-464D-A45F-72C7DC893686}"/>
          </ac:spMkLst>
        </pc:spChg>
        <pc:spChg chg="add mod">
          <ac:chgData name="Joonho Kwon" userId="fa141e0c-4849-4deb-8f8c-65d25da6d8db" providerId="ADAL" clId="{261B0ADF-DC3E-41B1-A954-7B394627D313}" dt="2020-03-03T09:15:48.282" v="1448" actId="1076"/>
          <ac:spMkLst>
            <pc:docMk/>
            <pc:sldMk cId="346022599" sldId="692"/>
            <ac:spMk id="6" creationId="{65E5AD45-EBED-4C73-B0EF-E9304249EDA6}"/>
          </ac:spMkLst>
        </pc:spChg>
        <pc:spChg chg="add mod">
          <ac:chgData name="Joonho Kwon" userId="fa141e0c-4849-4deb-8f8c-65d25da6d8db" providerId="ADAL" clId="{261B0ADF-DC3E-41B1-A954-7B394627D313}" dt="2020-03-03T09:15:55.293" v="1450" actId="14100"/>
          <ac:spMkLst>
            <pc:docMk/>
            <pc:sldMk cId="346022599" sldId="692"/>
            <ac:spMk id="7" creationId="{6858B661-0B8C-4E57-B288-EE357574B7CE}"/>
          </ac:spMkLst>
        </pc:spChg>
        <pc:spChg chg="add mod">
          <ac:chgData name="Joonho Kwon" userId="fa141e0c-4849-4deb-8f8c-65d25da6d8db" providerId="ADAL" clId="{261B0ADF-DC3E-41B1-A954-7B394627D313}" dt="2020-03-03T09:15:23.181" v="1443" actId="255"/>
          <ac:spMkLst>
            <pc:docMk/>
            <pc:sldMk cId="346022599" sldId="692"/>
            <ac:spMk id="8" creationId="{07603BE5-B3E7-4287-BB23-BFEC2CD73153}"/>
          </ac:spMkLst>
        </pc:spChg>
        <pc:spChg chg="mod topLvl">
          <ac:chgData name="Joonho Kwon" userId="fa141e0c-4849-4deb-8f8c-65d25da6d8db" providerId="ADAL" clId="{261B0ADF-DC3E-41B1-A954-7B394627D313}" dt="2020-03-03T09:17:31.184" v="1491" actId="164"/>
          <ac:spMkLst>
            <pc:docMk/>
            <pc:sldMk cId="346022599" sldId="692"/>
            <ac:spMk id="11" creationId="{B9C4AF37-A8C3-4BF2-A32E-ABEF1EE8AA49}"/>
          </ac:spMkLst>
        </pc:spChg>
        <pc:spChg chg="mod topLvl">
          <ac:chgData name="Joonho Kwon" userId="fa141e0c-4849-4deb-8f8c-65d25da6d8db" providerId="ADAL" clId="{261B0ADF-DC3E-41B1-A954-7B394627D313}" dt="2020-03-03T09:17:31.184" v="1491" actId="164"/>
          <ac:spMkLst>
            <pc:docMk/>
            <pc:sldMk cId="346022599" sldId="692"/>
            <ac:spMk id="12" creationId="{501E6EC2-CBB9-483F-BFE6-77CDBCF1D0A3}"/>
          </ac:spMkLst>
        </pc:spChg>
        <pc:spChg chg="add mod">
          <ac:chgData name="Joonho Kwon" userId="fa141e0c-4849-4deb-8f8c-65d25da6d8db" providerId="ADAL" clId="{261B0ADF-DC3E-41B1-A954-7B394627D313}" dt="2020-03-03T09:17:31.184" v="1491" actId="164"/>
          <ac:spMkLst>
            <pc:docMk/>
            <pc:sldMk cId="346022599" sldId="692"/>
            <ac:spMk id="13" creationId="{933CA977-0C64-410D-A15D-CE7555B37541}"/>
          </ac:spMkLst>
        </pc:spChg>
        <pc:spChg chg="add del">
          <ac:chgData name="Joonho Kwon" userId="fa141e0c-4849-4deb-8f8c-65d25da6d8db" providerId="ADAL" clId="{261B0ADF-DC3E-41B1-A954-7B394627D313}" dt="2020-03-06T09:13:18.842" v="4800" actId="478"/>
          <ac:spMkLst>
            <pc:docMk/>
            <pc:sldMk cId="346022599" sldId="692"/>
            <ac:spMk id="15" creationId="{2BF9B517-ED67-4CB8-A91F-107302B93A78}"/>
          </ac:spMkLst>
        </pc:spChg>
        <pc:grpChg chg="add mod">
          <ac:chgData name="Joonho Kwon" userId="fa141e0c-4849-4deb-8f8c-65d25da6d8db" providerId="ADAL" clId="{261B0ADF-DC3E-41B1-A954-7B394627D313}" dt="2020-03-03T09:15:51.995" v="1449" actId="1076"/>
          <ac:grpSpMkLst>
            <pc:docMk/>
            <pc:sldMk cId="346022599" sldId="692"/>
            <ac:grpSpMk id="9" creationId="{1921D4D1-6568-4C85-9B1D-265B58EE5976}"/>
          </ac:grpSpMkLst>
        </pc:grpChg>
        <pc:grpChg chg="add del mod">
          <ac:chgData name="Joonho Kwon" userId="fa141e0c-4849-4deb-8f8c-65d25da6d8db" providerId="ADAL" clId="{261B0ADF-DC3E-41B1-A954-7B394627D313}" dt="2020-03-03T09:16:02.044" v="1452" actId="165"/>
          <ac:grpSpMkLst>
            <pc:docMk/>
            <pc:sldMk cId="346022599" sldId="692"/>
            <ac:grpSpMk id="10" creationId="{90DEBE2D-3808-4A05-942F-27D99B8C488A}"/>
          </ac:grpSpMkLst>
        </pc:grpChg>
        <pc:grpChg chg="add mod">
          <ac:chgData name="Joonho Kwon" userId="fa141e0c-4849-4deb-8f8c-65d25da6d8db" providerId="ADAL" clId="{261B0ADF-DC3E-41B1-A954-7B394627D313}" dt="2020-03-03T09:17:31.184" v="1491" actId="164"/>
          <ac:grpSpMkLst>
            <pc:docMk/>
            <pc:sldMk cId="346022599" sldId="692"/>
            <ac:grpSpMk id="14" creationId="{7A5FE656-FC05-44B5-852D-D3BAF6A3153A}"/>
          </ac:grpSpMkLst>
        </pc:grpChg>
      </pc:sldChg>
      <pc:sldChg chg="modSp add">
        <pc:chgData name="Joonho Kwon" userId="fa141e0c-4849-4deb-8f8c-65d25da6d8db" providerId="ADAL" clId="{261B0ADF-DC3E-41B1-A954-7B394627D313}" dt="2020-03-03T09:15:04.084" v="1440" actId="20577"/>
        <pc:sldMkLst>
          <pc:docMk/>
          <pc:sldMk cId="3884622534" sldId="693"/>
        </pc:sldMkLst>
        <pc:spChg chg="mod">
          <ac:chgData name="Joonho Kwon" userId="fa141e0c-4849-4deb-8f8c-65d25da6d8db" providerId="ADAL" clId="{261B0ADF-DC3E-41B1-A954-7B394627D313}" dt="2020-03-03T09:14:47.545" v="1430" actId="20577"/>
          <ac:spMkLst>
            <pc:docMk/>
            <pc:sldMk cId="3884622534" sldId="693"/>
            <ac:spMk id="2" creationId="{FBA576F1-3A49-46CC-B70B-63AB66FD6445}"/>
          </ac:spMkLst>
        </pc:spChg>
        <pc:spChg chg="mod">
          <ac:chgData name="Joonho Kwon" userId="fa141e0c-4849-4deb-8f8c-65d25da6d8db" providerId="ADAL" clId="{261B0ADF-DC3E-41B1-A954-7B394627D313}" dt="2020-03-03T09:15:04.084" v="1440" actId="20577"/>
          <ac:spMkLst>
            <pc:docMk/>
            <pc:sldMk cId="3884622534" sldId="693"/>
            <ac:spMk id="3" creationId="{25FCE6AE-005B-444F-86CE-47AF0FBD14A5}"/>
          </ac:spMkLst>
        </pc:spChg>
      </pc:sldChg>
      <pc:sldChg chg="modSp add">
        <pc:chgData name="Joonho Kwon" userId="fa141e0c-4849-4deb-8f8c-65d25da6d8db" providerId="ADAL" clId="{261B0ADF-DC3E-41B1-A954-7B394627D313}" dt="2020-03-03T09:23:25.744" v="1992" actId="6549"/>
        <pc:sldMkLst>
          <pc:docMk/>
          <pc:sldMk cId="1791400167" sldId="694"/>
        </pc:sldMkLst>
        <pc:spChg chg="mod">
          <ac:chgData name="Joonho Kwon" userId="fa141e0c-4849-4deb-8f8c-65d25da6d8db" providerId="ADAL" clId="{261B0ADF-DC3E-41B1-A954-7B394627D313}" dt="2020-03-03T09:23:25.744" v="1992" actId="6549"/>
          <ac:spMkLst>
            <pc:docMk/>
            <pc:sldMk cId="1791400167" sldId="694"/>
            <ac:spMk id="2" creationId="{1980AFC3-D364-436A-816C-24F6EF76BD73}"/>
          </ac:spMkLst>
        </pc:spChg>
        <pc:spChg chg="mod">
          <ac:chgData name="Joonho Kwon" userId="fa141e0c-4849-4deb-8f8c-65d25da6d8db" providerId="ADAL" clId="{261B0ADF-DC3E-41B1-A954-7B394627D313}" dt="2020-03-03T09:22:17.621" v="1962" actId="20577"/>
          <ac:spMkLst>
            <pc:docMk/>
            <pc:sldMk cId="1791400167" sldId="694"/>
            <ac:spMk id="3" creationId="{FBB46857-90A2-4DE5-8AE9-8A2E223484F5}"/>
          </ac:spMkLst>
        </pc:spChg>
      </pc:sldChg>
      <pc:sldChg chg="modSp add">
        <pc:chgData name="Joonho Kwon" userId="fa141e0c-4849-4deb-8f8c-65d25da6d8db" providerId="ADAL" clId="{261B0ADF-DC3E-41B1-A954-7B394627D313}" dt="2020-03-06T07:53:30.410" v="4267" actId="20577"/>
        <pc:sldMkLst>
          <pc:docMk/>
          <pc:sldMk cId="3630549426" sldId="695"/>
        </pc:sldMkLst>
        <pc:spChg chg="mod">
          <ac:chgData name="Joonho Kwon" userId="fa141e0c-4849-4deb-8f8c-65d25da6d8db" providerId="ADAL" clId="{261B0ADF-DC3E-41B1-A954-7B394627D313}" dt="2020-03-06T06:48:56.174" v="2616" actId="20577"/>
          <ac:spMkLst>
            <pc:docMk/>
            <pc:sldMk cId="3630549426" sldId="695"/>
            <ac:spMk id="2" creationId="{63F01B01-E03B-4AAD-896A-43D16D8CF9CA}"/>
          </ac:spMkLst>
        </pc:spChg>
        <pc:spChg chg="mod">
          <ac:chgData name="Joonho Kwon" userId="fa141e0c-4849-4deb-8f8c-65d25da6d8db" providerId="ADAL" clId="{261B0ADF-DC3E-41B1-A954-7B394627D313}" dt="2020-03-06T07:53:30.410" v="4267" actId="20577"/>
          <ac:spMkLst>
            <pc:docMk/>
            <pc:sldMk cId="3630549426" sldId="695"/>
            <ac:spMk id="3" creationId="{AA73049B-A554-410C-AF67-EA63D3A96F7F}"/>
          </ac:spMkLst>
        </pc:spChg>
      </pc:sldChg>
      <pc:sldChg chg="addSp delSp modSp add modAnim">
        <pc:chgData name="Joonho Kwon" userId="fa141e0c-4849-4deb-8f8c-65d25da6d8db" providerId="ADAL" clId="{261B0ADF-DC3E-41B1-A954-7B394627D313}" dt="2020-03-06T07:12:00.073" v="3105"/>
        <pc:sldMkLst>
          <pc:docMk/>
          <pc:sldMk cId="557293157" sldId="696"/>
        </pc:sldMkLst>
        <pc:spChg chg="mod">
          <ac:chgData name="Joonho Kwon" userId="fa141e0c-4849-4deb-8f8c-65d25da6d8db" providerId="ADAL" clId="{261B0ADF-DC3E-41B1-A954-7B394627D313}" dt="2020-03-06T07:08:58.021" v="3001" actId="6549"/>
          <ac:spMkLst>
            <pc:docMk/>
            <pc:sldMk cId="557293157" sldId="696"/>
            <ac:spMk id="2" creationId="{3CE2BE8A-378A-4CAB-BD5D-B9E9428E3B61}"/>
          </ac:spMkLst>
        </pc:spChg>
        <pc:spChg chg="mod">
          <ac:chgData name="Joonho Kwon" userId="fa141e0c-4849-4deb-8f8c-65d25da6d8db" providerId="ADAL" clId="{261B0ADF-DC3E-41B1-A954-7B394627D313}" dt="2020-03-06T06:54:14.030" v="2706" actId="20577"/>
          <ac:spMkLst>
            <pc:docMk/>
            <pc:sldMk cId="557293157" sldId="696"/>
            <ac:spMk id="3" creationId="{C4A7D7CD-5260-48B9-9BCB-C109EF988BE4}"/>
          </ac:spMkLst>
        </pc:spChg>
        <pc:spChg chg="add del">
          <ac:chgData name="Joonho Kwon" userId="fa141e0c-4849-4deb-8f8c-65d25da6d8db" providerId="ADAL" clId="{261B0ADF-DC3E-41B1-A954-7B394627D313}" dt="2020-03-06T07:06:41.700" v="2976" actId="21"/>
          <ac:spMkLst>
            <pc:docMk/>
            <pc:sldMk cId="557293157" sldId="696"/>
            <ac:spMk id="38" creationId="{A0E9A2CF-2B5E-457F-B570-1951E2E69FF6}"/>
          </ac:spMkLst>
        </pc:spChg>
        <pc:spChg chg="add del">
          <ac:chgData name="Joonho Kwon" userId="fa141e0c-4849-4deb-8f8c-65d25da6d8db" providerId="ADAL" clId="{261B0ADF-DC3E-41B1-A954-7B394627D313}" dt="2020-03-06T07:06:41.700" v="2976" actId="21"/>
          <ac:spMkLst>
            <pc:docMk/>
            <pc:sldMk cId="557293157" sldId="696"/>
            <ac:spMk id="42" creationId="{9692D8CD-E2AA-4046-B553-C63EA12A22A5}"/>
          </ac:spMkLst>
        </pc:spChg>
        <pc:spChg chg="add del">
          <ac:chgData name="Joonho Kwon" userId="fa141e0c-4849-4deb-8f8c-65d25da6d8db" providerId="ADAL" clId="{261B0ADF-DC3E-41B1-A954-7B394627D313}" dt="2020-03-06T07:06:41.700" v="2976" actId="21"/>
          <ac:spMkLst>
            <pc:docMk/>
            <pc:sldMk cId="557293157" sldId="696"/>
            <ac:spMk id="43" creationId="{7DB54E2E-9718-438E-B044-56864DC72FB4}"/>
          </ac:spMkLst>
        </pc:spChg>
        <pc:spChg chg="add del">
          <ac:chgData name="Joonho Kwon" userId="fa141e0c-4849-4deb-8f8c-65d25da6d8db" providerId="ADAL" clId="{261B0ADF-DC3E-41B1-A954-7B394627D313}" dt="2020-03-06T07:06:41.700" v="2976" actId="21"/>
          <ac:spMkLst>
            <pc:docMk/>
            <pc:sldMk cId="557293157" sldId="696"/>
            <ac:spMk id="44" creationId="{681B36E6-F0C3-4676-ADE5-7401350EF725}"/>
          </ac:spMkLst>
        </pc:spChg>
        <pc:spChg chg="add del">
          <ac:chgData name="Joonho Kwon" userId="fa141e0c-4849-4deb-8f8c-65d25da6d8db" providerId="ADAL" clId="{261B0ADF-DC3E-41B1-A954-7B394627D313}" dt="2020-03-06T07:06:41.700" v="2976" actId="21"/>
          <ac:spMkLst>
            <pc:docMk/>
            <pc:sldMk cId="557293157" sldId="696"/>
            <ac:spMk id="45" creationId="{4552A0E6-BEA9-4883-956C-93D0117659CB}"/>
          </ac:spMkLst>
        </pc:spChg>
        <pc:spChg chg="mod">
          <ac:chgData name="Joonho Kwon" userId="fa141e0c-4849-4deb-8f8c-65d25da6d8db" providerId="ADAL" clId="{261B0ADF-DC3E-41B1-A954-7B394627D313}" dt="2020-03-06T07:07:42.474" v="2995" actId="1076"/>
          <ac:spMkLst>
            <pc:docMk/>
            <pc:sldMk cId="557293157" sldId="696"/>
            <ac:spMk id="49" creationId="{E2A2631B-9ACB-4D4C-9DA1-63C2B22A6725}"/>
          </ac:spMkLst>
        </pc:spChg>
        <pc:spChg chg="mod">
          <ac:chgData name="Joonho Kwon" userId="fa141e0c-4849-4deb-8f8c-65d25da6d8db" providerId="ADAL" clId="{261B0ADF-DC3E-41B1-A954-7B394627D313}" dt="2020-03-06T07:07:37.629" v="2993" actId="1076"/>
          <ac:spMkLst>
            <pc:docMk/>
            <pc:sldMk cId="557293157" sldId="696"/>
            <ac:spMk id="52" creationId="{B5A9217E-B8C6-4AB9-80DA-42B0356CA8FA}"/>
          </ac:spMkLst>
        </pc:spChg>
        <pc:spChg chg="mod">
          <ac:chgData name="Joonho Kwon" userId="fa141e0c-4849-4deb-8f8c-65d25da6d8db" providerId="ADAL" clId="{261B0ADF-DC3E-41B1-A954-7B394627D313}" dt="2020-03-06T07:07:45.457" v="2996" actId="1076"/>
          <ac:spMkLst>
            <pc:docMk/>
            <pc:sldMk cId="557293157" sldId="696"/>
            <ac:spMk id="54" creationId="{2A4058EC-93B2-4FE7-B291-53A7D3B21465}"/>
          </ac:spMkLst>
        </pc:spChg>
        <pc:spChg chg="mod">
          <ac:chgData name="Joonho Kwon" userId="fa141e0c-4849-4deb-8f8c-65d25da6d8db" providerId="ADAL" clId="{261B0ADF-DC3E-41B1-A954-7B394627D313}" dt="2020-03-06T07:07:49.818" v="2998" actId="1076"/>
          <ac:spMkLst>
            <pc:docMk/>
            <pc:sldMk cId="557293157" sldId="696"/>
            <ac:spMk id="62" creationId="{85175446-D44D-4B9F-8998-BFC42A35CF25}"/>
          </ac:spMkLst>
        </pc:spChg>
        <pc:spChg chg="mod">
          <ac:chgData name="Joonho Kwon" userId="fa141e0c-4849-4deb-8f8c-65d25da6d8db" providerId="ADAL" clId="{261B0ADF-DC3E-41B1-A954-7B394627D313}" dt="2020-03-06T07:07:47.350" v="2997" actId="1076"/>
          <ac:spMkLst>
            <pc:docMk/>
            <pc:sldMk cId="557293157" sldId="696"/>
            <ac:spMk id="66" creationId="{7C58C2D6-50A0-4635-B32C-785238AD09CA}"/>
          </ac:spMkLst>
        </pc:spChg>
        <pc:spChg chg="mod">
          <ac:chgData name="Joonho Kwon" userId="fa141e0c-4849-4deb-8f8c-65d25da6d8db" providerId="ADAL" clId="{261B0ADF-DC3E-41B1-A954-7B394627D313}" dt="2020-03-06T07:11:06.095" v="3059" actId="20577"/>
          <ac:spMkLst>
            <pc:docMk/>
            <pc:sldMk cId="557293157" sldId="696"/>
            <ac:spMk id="70" creationId="{007107AD-AF8D-4D99-A1C4-430CEE1E898B}"/>
          </ac:spMkLst>
        </pc:spChg>
        <pc:spChg chg="mod">
          <ac:chgData name="Joonho Kwon" userId="fa141e0c-4849-4deb-8f8c-65d25da6d8db" providerId="ADAL" clId="{261B0ADF-DC3E-41B1-A954-7B394627D313}" dt="2020-03-06T07:09:32.685" v="3017" actId="1076"/>
          <ac:spMkLst>
            <pc:docMk/>
            <pc:sldMk cId="557293157" sldId="696"/>
            <ac:spMk id="82" creationId="{E05E0234-851F-4D27-8B6A-A0CAB2D633F1}"/>
          </ac:spMkLst>
        </pc:spChg>
        <pc:spChg chg="mod">
          <ac:chgData name="Joonho Kwon" userId="fa141e0c-4849-4deb-8f8c-65d25da6d8db" providerId="ADAL" clId="{261B0ADF-DC3E-41B1-A954-7B394627D313}" dt="2020-03-06T07:10:59.294" v="3054" actId="1076"/>
          <ac:spMkLst>
            <pc:docMk/>
            <pc:sldMk cId="557293157" sldId="696"/>
            <ac:spMk id="83" creationId="{7A1A917A-F0AD-4CEC-960A-808A1025BA82}"/>
          </ac:spMkLst>
        </pc:spChg>
        <pc:spChg chg="mod">
          <ac:chgData name="Joonho Kwon" userId="fa141e0c-4849-4deb-8f8c-65d25da6d8db" providerId="ADAL" clId="{261B0ADF-DC3E-41B1-A954-7B394627D313}" dt="2020-03-06T07:11:01.313" v="3055" actId="1076"/>
          <ac:spMkLst>
            <pc:docMk/>
            <pc:sldMk cId="557293157" sldId="696"/>
            <ac:spMk id="87" creationId="{B0E56C06-5443-4870-80BD-40E17D3DC8C1}"/>
          </ac:spMkLst>
        </pc:spChg>
        <pc:spChg chg="del mod topLvl">
          <ac:chgData name="Joonho Kwon" userId="fa141e0c-4849-4deb-8f8c-65d25da6d8db" providerId="ADAL" clId="{261B0ADF-DC3E-41B1-A954-7B394627D313}" dt="2020-03-06T07:10:19.973" v="3044" actId="478"/>
          <ac:spMkLst>
            <pc:docMk/>
            <pc:sldMk cId="557293157" sldId="696"/>
            <ac:spMk id="91" creationId="{5BFC9B22-4C14-496E-96A1-C57F239DB49B}"/>
          </ac:spMkLst>
        </pc:spChg>
        <pc:spChg chg="mod topLvl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93" creationId="{7885843D-7624-44C0-B9C2-CA53664CF630}"/>
          </ac:spMkLst>
        </pc:spChg>
        <pc:spChg chg="mod topLvl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94" creationId="{FD0E7FB3-C096-402A-8A6A-D69E146101FC}"/>
          </ac:spMkLst>
        </pc:spChg>
        <pc:spChg chg="mod topLvl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95" creationId="{1DAA29B7-E162-4E12-8FCE-450D946EC263}"/>
          </ac:spMkLst>
        </pc:spChg>
        <pc:spChg chg="mod topLvl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96" creationId="{0B6D0DE8-CE64-413B-A480-F3861958AAD6}"/>
          </ac:spMkLst>
        </pc:spChg>
        <pc:spChg chg="mod">
          <ac:chgData name="Joonho Kwon" userId="fa141e0c-4849-4deb-8f8c-65d25da6d8db" providerId="ADAL" clId="{261B0ADF-DC3E-41B1-A954-7B394627D313}" dt="2020-03-06T07:10:56.559" v="3053" actId="1076"/>
          <ac:spMkLst>
            <pc:docMk/>
            <pc:sldMk cId="557293157" sldId="696"/>
            <ac:spMk id="104" creationId="{D6347554-A727-4B24-93C2-BB4EDEB3D943}"/>
          </ac:spMkLst>
        </pc:spChg>
        <pc:spChg chg="mod">
          <ac:chgData name="Joonho Kwon" userId="fa141e0c-4849-4deb-8f8c-65d25da6d8db" providerId="ADAL" clId="{261B0ADF-DC3E-41B1-A954-7B394627D313}" dt="2020-03-06T07:11:14.804" v="3061" actId="207"/>
          <ac:spMkLst>
            <pc:docMk/>
            <pc:sldMk cId="557293157" sldId="696"/>
            <ac:spMk id="115" creationId="{A99C40FC-8639-4C9E-BA14-67BC368A7918}"/>
          </ac:spMkLst>
        </pc:spChg>
        <pc:spChg chg="add mod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116" creationId="{0F14F032-16C3-445F-BB91-E631C3DED604}"/>
          </ac:spMkLst>
        </pc:spChg>
        <pc:spChg chg="add mod">
          <ac:chgData name="Joonho Kwon" userId="fa141e0c-4849-4deb-8f8c-65d25da6d8db" providerId="ADAL" clId="{261B0ADF-DC3E-41B1-A954-7B394627D313}" dt="2020-03-06T07:11:45.183" v="3101" actId="164"/>
          <ac:spMkLst>
            <pc:docMk/>
            <pc:sldMk cId="557293157" sldId="696"/>
            <ac:spMk id="117" creationId="{58FCF098-0ABE-4DB4-90B6-A68547F19A8C}"/>
          </ac:spMkLst>
        </pc:spChg>
        <pc:grpChg chg="add del">
          <ac:chgData name="Joonho Kwon" userId="fa141e0c-4849-4deb-8f8c-65d25da6d8db" providerId="ADAL" clId="{261B0ADF-DC3E-41B1-A954-7B394627D313}" dt="2020-03-06T07:05:26.428" v="2934" actId="21"/>
          <ac:grpSpMkLst>
            <pc:docMk/>
            <pc:sldMk cId="557293157" sldId="696"/>
            <ac:grpSpMk id="5" creationId="{D20AB4F4-FC28-4A5A-9727-C983AAABEA7A}"/>
          </ac:grpSpMkLst>
        </pc:grpChg>
        <pc:grpChg chg="add del">
          <ac:chgData name="Joonho Kwon" userId="fa141e0c-4849-4deb-8f8c-65d25da6d8db" providerId="ADAL" clId="{261B0ADF-DC3E-41B1-A954-7B394627D313}" dt="2020-03-06T07:06:41.700" v="2976" actId="21"/>
          <ac:grpSpMkLst>
            <pc:docMk/>
            <pc:sldMk cId="557293157" sldId="696"/>
            <ac:grpSpMk id="26" creationId="{711B0353-1C53-48A9-BE91-1986F819F7B0}"/>
          </ac:grpSpMkLst>
        </pc:grpChg>
        <pc:grpChg chg="add del">
          <ac:chgData name="Joonho Kwon" userId="fa141e0c-4849-4deb-8f8c-65d25da6d8db" providerId="ADAL" clId="{261B0ADF-DC3E-41B1-A954-7B394627D313}" dt="2020-03-06T07:06:41.700" v="2976" actId="21"/>
          <ac:grpSpMkLst>
            <pc:docMk/>
            <pc:sldMk cId="557293157" sldId="696"/>
            <ac:grpSpMk id="31" creationId="{A32D378B-32A5-4F82-8716-6723D41118BA}"/>
          </ac:grpSpMkLst>
        </pc:grpChg>
        <pc:grpChg chg="add del">
          <ac:chgData name="Joonho Kwon" userId="fa141e0c-4849-4deb-8f8c-65d25da6d8db" providerId="ADAL" clId="{261B0ADF-DC3E-41B1-A954-7B394627D313}" dt="2020-03-06T07:06:41.700" v="2976" actId="21"/>
          <ac:grpSpMkLst>
            <pc:docMk/>
            <pc:sldMk cId="557293157" sldId="696"/>
            <ac:grpSpMk id="39" creationId="{136057C0-6191-4EFE-934D-FBD32D90B5D3}"/>
          </ac:grpSpMkLst>
        </pc:grpChg>
        <pc:grpChg chg="add 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46" creationId="{83A12232-F373-47BA-9EEE-A5CE8365BBA3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47" creationId="{0406D9FD-4061-4A98-B1E4-44FFA19C2F96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48" creationId="{D9E2DAAE-E07C-4F31-8F15-4AAD824279A4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50" creationId="{16A32235-382E-4C61-9512-C926FA5870F7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57" creationId="{621CA643-3694-4190-91AA-A97A9BC22F39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58" creationId="{8BE1A031-D23D-4D48-920F-99038A1BFF6D}"/>
          </ac:grpSpMkLst>
        </pc:grpChg>
        <pc:grpChg chg="mod">
          <ac:chgData name="Joonho Kwon" userId="fa141e0c-4849-4deb-8f8c-65d25da6d8db" providerId="ADAL" clId="{261B0ADF-DC3E-41B1-A954-7B394627D313}" dt="2020-03-06T07:07:56.071" v="2999" actId="1076"/>
          <ac:grpSpMkLst>
            <pc:docMk/>
            <pc:sldMk cId="557293157" sldId="696"/>
            <ac:grpSpMk id="64" creationId="{9EE99675-AC25-43FD-81F6-3757DEA0086B}"/>
          </ac:grpSpMkLst>
        </pc:grpChg>
        <pc:grpChg chg="add 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67" creationId="{A7CEE582-D10E-4244-877A-28469E06FB97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68" creationId="{4552B354-87BB-4707-A66C-F3247EC89433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69" creationId="{68440864-04FD-4DD7-933D-23207D6BEAAE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71" creationId="{CA00A57A-094D-476E-8AF4-03DD54F98A29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78" creationId="{65C4A894-CEED-4CB1-A041-8FC5BC276CAC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79" creationId="{06063DBA-CBE6-47C4-9AEB-5A3775EABE50}"/>
          </ac:grpSpMkLst>
        </pc:grpChg>
        <pc:grpChg chg="mod">
          <ac:chgData name="Joonho Kwon" userId="fa141e0c-4849-4deb-8f8c-65d25da6d8db" providerId="ADAL" clId="{261B0ADF-DC3E-41B1-A954-7B394627D313}" dt="2020-03-06T07:11:47.745" v="3102" actId="1076"/>
          <ac:grpSpMkLst>
            <pc:docMk/>
            <pc:sldMk cId="557293157" sldId="696"/>
            <ac:grpSpMk id="85" creationId="{2C7B3084-3C79-41A5-BF8D-D3E0642CFDAA}"/>
          </ac:grpSpMkLst>
        </pc:grpChg>
        <pc:grpChg chg="add del mod">
          <ac:chgData name="Joonho Kwon" userId="fa141e0c-4849-4deb-8f8c-65d25da6d8db" providerId="ADAL" clId="{261B0ADF-DC3E-41B1-A954-7B394627D313}" dt="2020-03-06T07:10:16.988" v="3042" actId="165"/>
          <ac:grpSpMkLst>
            <pc:docMk/>
            <pc:sldMk cId="557293157" sldId="696"/>
            <ac:grpSpMk id="88" creationId="{2CCD0C4C-999A-4D1E-BA74-CED8B19BA585}"/>
          </ac:grpSpMkLst>
        </pc:grpChg>
        <pc:grpChg chg="mod topLvl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89" creationId="{DC8ACB85-A086-42CE-8630-BF25F3593587}"/>
          </ac:grpSpMkLst>
        </pc:grpChg>
        <pc:grpChg chg="mod topLvl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90" creationId="{F4E4FB6E-FB6D-4460-B7A5-FFC57A997C6D}"/>
          </ac:grpSpMkLst>
        </pc:grpChg>
        <pc:grpChg chg="mod topLvl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92" creationId="{AE0FABD0-23EA-4C3F-9D16-12499164AA47}"/>
          </ac:grpSpMkLst>
        </pc:grpChg>
        <pc:grpChg chg="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99" creationId="{DFF85ED5-918E-4F75-9863-F0DA8E25B144}"/>
          </ac:grpSpMkLst>
        </pc:grpChg>
        <pc:grpChg chg="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00" creationId="{248DDBF5-8727-4852-94F0-A06AFFCFF15B}"/>
          </ac:grpSpMkLst>
        </pc:grpChg>
        <pc:grpChg chg="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06" creationId="{440BC1BB-6BB8-4799-A1BB-65199D220878}"/>
          </ac:grpSpMkLst>
        </pc:grpChg>
        <pc:grpChg chg="add 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09" creationId="{B8EA5981-CBF0-4F2A-9125-756F0BE6A714}"/>
          </ac:grpSpMkLst>
        </pc:grpChg>
        <pc:grpChg chg="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10" creationId="{3B8202D1-2F65-4D31-BD7C-D63C81D878DA}"/>
          </ac:grpSpMkLst>
        </pc:grpChg>
        <pc:grpChg chg="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11" creationId="{106A3DE5-2300-4239-845B-E6A8862BEB78}"/>
          </ac:grpSpMkLst>
        </pc:grpChg>
        <pc:grpChg chg="add mod">
          <ac:chgData name="Joonho Kwon" userId="fa141e0c-4849-4deb-8f8c-65d25da6d8db" providerId="ADAL" clId="{261B0ADF-DC3E-41B1-A954-7B394627D313}" dt="2020-03-06T07:11:54.323" v="3103" actId="1076"/>
          <ac:grpSpMkLst>
            <pc:docMk/>
            <pc:sldMk cId="557293157" sldId="696"/>
            <ac:grpSpMk id="118" creationId="{F937A34C-C402-48D0-A9E6-B401A182F2B3}"/>
          </ac:grpSpMkLst>
        </pc:grpChg>
      </pc:sldChg>
      <pc:sldChg chg="modSp add">
        <pc:chgData name="Joonho Kwon" userId="fa141e0c-4849-4deb-8f8c-65d25da6d8db" providerId="ADAL" clId="{261B0ADF-DC3E-41B1-A954-7B394627D313}" dt="2020-03-06T07:53:37.804" v="4270" actId="20577"/>
        <pc:sldMkLst>
          <pc:docMk/>
          <pc:sldMk cId="3193257405" sldId="697"/>
        </pc:sldMkLst>
        <pc:spChg chg="mod">
          <ac:chgData name="Joonho Kwon" userId="fa141e0c-4849-4deb-8f8c-65d25da6d8db" providerId="ADAL" clId="{261B0ADF-DC3E-41B1-A954-7B394627D313}" dt="2020-03-06T06:49:32.289" v="2659" actId="20577"/>
          <ac:spMkLst>
            <pc:docMk/>
            <pc:sldMk cId="3193257405" sldId="697"/>
            <ac:spMk id="2" creationId="{67ABCEF2-1931-44CE-A3CF-9360DEF433E1}"/>
          </ac:spMkLst>
        </pc:spChg>
        <pc:spChg chg="mod">
          <ac:chgData name="Joonho Kwon" userId="fa141e0c-4849-4deb-8f8c-65d25da6d8db" providerId="ADAL" clId="{261B0ADF-DC3E-41B1-A954-7B394627D313}" dt="2020-03-06T07:53:37.804" v="4270" actId="20577"/>
          <ac:spMkLst>
            <pc:docMk/>
            <pc:sldMk cId="3193257405" sldId="697"/>
            <ac:spMk id="3" creationId="{2D18EE7A-C56C-4B84-9E7D-BEFAE31CCE64}"/>
          </ac:spMkLst>
        </pc:spChg>
      </pc:sldChg>
      <pc:sldChg chg="modSp add">
        <pc:chgData name="Joonho Kwon" userId="fa141e0c-4849-4deb-8f8c-65d25da6d8db" providerId="ADAL" clId="{261B0ADF-DC3E-41B1-A954-7B394627D313}" dt="2020-03-06T07:47:55.163" v="4056" actId="20577"/>
        <pc:sldMkLst>
          <pc:docMk/>
          <pc:sldMk cId="1603304007" sldId="698"/>
        </pc:sldMkLst>
        <pc:spChg chg="mod">
          <ac:chgData name="Joonho Kwon" userId="fa141e0c-4849-4deb-8f8c-65d25da6d8db" providerId="ADAL" clId="{261B0ADF-DC3E-41B1-A954-7B394627D313}" dt="2020-03-06T07:16:54.106" v="3580" actId="20577"/>
          <ac:spMkLst>
            <pc:docMk/>
            <pc:sldMk cId="1603304007" sldId="698"/>
            <ac:spMk id="2" creationId="{DA48F6DD-2C43-4FC2-AFD4-BE0C28424FCE}"/>
          </ac:spMkLst>
        </pc:spChg>
        <pc:spChg chg="mod">
          <ac:chgData name="Joonho Kwon" userId="fa141e0c-4849-4deb-8f8c-65d25da6d8db" providerId="ADAL" clId="{261B0ADF-DC3E-41B1-A954-7B394627D313}" dt="2020-03-06T07:47:55.163" v="4056" actId="20577"/>
          <ac:spMkLst>
            <pc:docMk/>
            <pc:sldMk cId="1603304007" sldId="698"/>
            <ac:spMk id="3" creationId="{5E3887D5-C2FA-430E-B642-A5EE01CEDE3E}"/>
          </ac:spMkLst>
        </pc:spChg>
      </pc:sldChg>
      <pc:sldChg chg="addSp delSp modSp add del modAnim">
        <pc:chgData name="Joonho Kwon" userId="fa141e0c-4849-4deb-8f8c-65d25da6d8db" providerId="ADAL" clId="{261B0ADF-DC3E-41B1-A954-7B394627D313}" dt="2020-03-06T07:12:10.663" v="3107" actId="47"/>
        <pc:sldMkLst>
          <pc:docMk/>
          <pc:sldMk cId="882923281" sldId="699"/>
        </pc:sldMkLst>
        <pc:spChg chg="del">
          <ac:chgData name="Joonho Kwon" userId="fa141e0c-4849-4deb-8f8c-65d25da6d8db" providerId="ADAL" clId="{261B0ADF-DC3E-41B1-A954-7B394627D313}" dt="2020-03-06T07:05:33.742" v="2936"/>
          <ac:spMkLst>
            <pc:docMk/>
            <pc:sldMk cId="882923281" sldId="699"/>
            <ac:spMk id="2" creationId="{3D117D17-A05A-4964-A573-E260C9EEDE61}"/>
          </ac:spMkLst>
        </pc:spChg>
        <pc:spChg chg="del">
          <ac:chgData name="Joonho Kwon" userId="fa141e0c-4849-4deb-8f8c-65d25da6d8db" providerId="ADAL" clId="{261B0ADF-DC3E-41B1-A954-7B394627D313}" dt="2020-03-06T07:05:33.742" v="2936"/>
          <ac:spMkLst>
            <pc:docMk/>
            <pc:sldMk cId="882923281" sldId="699"/>
            <ac:spMk id="3" creationId="{0D9C4ED4-7BCF-493A-894D-B100A8775B93}"/>
          </ac:spMkLst>
        </pc:spChg>
        <pc:spChg chg="add mod">
          <ac:chgData name="Joonho Kwon" userId="fa141e0c-4849-4deb-8f8c-65d25da6d8db" providerId="ADAL" clId="{261B0ADF-DC3E-41B1-A954-7B394627D313}" dt="2020-03-06T07:05:33.742" v="2936"/>
          <ac:spMkLst>
            <pc:docMk/>
            <pc:sldMk cId="882923281" sldId="699"/>
            <ac:spMk id="5" creationId="{399FDABF-B38E-482E-8E9E-F191E1005929}"/>
          </ac:spMkLst>
        </pc:spChg>
        <pc:spChg chg="del mod topLvl">
          <ac:chgData name="Joonho Kwon" userId="fa141e0c-4849-4deb-8f8c-65d25da6d8db" providerId="ADAL" clId="{261B0ADF-DC3E-41B1-A954-7B394627D313}" dt="2020-03-06T07:06:09.466" v="2964" actId="478"/>
          <ac:spMkLst>
            <pc:docMk/>
            <pc:sldMk cId="882923281" sldId="699"/>
            <ac:spMk id="9" creationId="{78CC9323-DFAE-4E96-BC53-E48CB29C361B}"/>
          </ac:spMkLst>
        </pc:spChg>
        <pc:spChg chg="del mod topLvl">
          <ac:chgData name="Joonho Kwon" userId="fa141e0c-4849-4deb-8f8c-65d25da6d8db" providerId="ADAL" clId="{261B0ADF-DC3E-41B1-A954-7B394627D313}" dt="2020-03-06T07:12:07.320" v="3106" actId="478"/>
          <ac:spMkLst>
            <pc:docMk/>
            <pc:sldMk cId="882923281" sldId="699"/>
            <ac:spMk id="10" creationId="{6EDF2ECD-F8B2-4104-991B-446F9FFF3C87}"/>
          </ac:spMkLst>
        </pc:spChg>
        <pc:spChg chg="del mod topLvl">
          <ac:chgData name="Joonho Kwon" userId="fa141e0c-4849-4deb-8f8c-65d25da6d8db" providerId="ADAL" clId="{261B0ADF-DC3E-41B1-A954-7B394627D313}" dt="2020-03-06T07:12:07.320" v="3106" actId="478"/>
          <ac:spMkLst>
            <pc:docMk/>
            <pc:sldMk cId="882923281" sldId="699"/>
            <ac:spMk id="12" creationId="{EE30F59A-09AC-4AB0-B1D2-8F0688D3C91B}"/>
          </ac:spMkLst>
        </pc:spChg>
        <pc:spChg chg="del mod topLvl">
          <ac:chgData name="Joonho Kwon" userId="fa141e0c-4849-4deb-8f8c-65d25da6d8db" providerId="ADAL" clId="{261B0ADF-DC3E-41B1-A954-7B394627D313}" dt="2020-03-06T07:12:07.320" v="3106" actId="478"/>
          <ac:spMkLst>
            <pc:docMk/>
            <pc:sldMk cId="882923281" sldId="699"/>
            <ac:spMk id="13" creationId="{9BEE7237-9DE5-4F63-9012-C2CB40A9F5B4}"/>
          </ac:spMkLst>
        </pc:spChg>
        <pc:spChg chg="del mod topLvl">
          <ac:chgData name="Joonho Kwon" userId="fa141e0c-4849-4deb-8f8c-65d25da6d8db" providerId="ADAL" clId="{261B0ADF-DC3E-41B1-A954-7B394627D313}" dt="2020-03-06T07:12:07.320" v="3106" actId="478"/>
          <ac:spMkLst>
            <pc:docMk/>
            <pc:sldMk cId="882923281" sldId="699"/>
            <ac:spMk id="14" creationId="{B3EEAA52-903A-41CF-A867-E8C5A6CD8773}"/>
          </ac:spMkLst>
        </pc:spChg>
        <pc:spChg chg="mod">
          <ac:chgData name="Joonho Kwon" userId="fa141e0c-4849-4deb-8f8c-65d25da6d8db" providerId="ADAL" clId="{261B0ADF-DC3E-41B1-A954-7B394627D313}" dt="2020-03-06T07:06:17.810" v="2967" actId="6549"/>
          <ac:spMkLst>
            <pc:docMk/>
            <pc:sldMk cId="882923281" sldId="699"/>
            <ac:spMk id="23" creationId="{7F4F8D10-D95D-42EF-ABA8-CFD50D10315E}"/>
          </ac:spMkLst>
        </pc:spChg>
        <pc:spChg chg="add del mod">
          <ac:chgData name="Joonho Kwon" userId="fa141e0c-4849-4deb-8f8c-65d25da6d8db" providerId="ADAL" clId="{261B0ADF-DC3E-41B1-A954-7B394627D313}" dt="2020-03-06T07:12:07.320" v="3106" actId="478"/>
          <ac:spMkLst>
            <pc:docMk/>
            <pc:sldMk cId="882923281" sldId="699"/>
            <ac:spMk id="27" creationId="{66E95342-8B38-4630-A60F-EDAC1AE09565}"/>
          </ac:spMkLst>
        </pc:spChg>
        <pc:spChg chg="mod">
          <ac:chgData name="Joonho Kwon" userId="fa141e0c-4849-4deb-8f8c-65d25da6d8db" providerId="ADAL" clId="{261B0ADF-DC3E-41B1-A954-7B394627D313}" dt="2020-03-06T07:07:05.701" v="2984" actId="2711"/>
          <ac:spMkLst>
            <pc:docMk/>
            <pc:sldMk cId="882923281" sldId="699"/>
            <ac:spMk id="32" creationId="{B380832C-1CC7-4F58-A05F-8A2559BDBED6}"/>
          </ac:spMkLst>
        </pc:spChg>
        <pc:spChg chg="mod">
          <ac:chgData name="Joonho Kwon" userId="fa141e0c-4849-4deb-8f8c-65d25da6d8db" providerId="ADAL" clId="{261B0ADF-DC3E-41B1-A954-7B394627D313}" dt="2020-03-06T07:07:05.701" v="2984" actId="2711"/>
          <ac:spMkLst>
            <pc:docMk/>
            <pc:sldMk cId="882923281" sldId="699"/>
            <ac:spMk id="39" creationId="{B09B524D-B104-4C6C-9B0F-7FD2FC301B36}"/>
          </ac:spMkLst>
        </pc:spChg>
        <pc:spChg chg="add mod">
          <ac:chgData name="Joonho Kwon" userId="fa141e0c-4849-4deb-8f8c-65d25da6d8db" providerId="ADAL" clId="{261B0ADF-DC3E-41B1-A954-7B394627D313}" dt="2020-03-06T07:07:20.282" v="2988" actId="255"/>
          <ac:spMkLst>
            <pc:docMk/>
            <pc:sldMk cId="882923281" sldId="699"/>
            <ac:spMk id="40" creationId="{611F0DAA-66C1-4212-A075-383332FA8A83}"/>
          </ac:spMkLst>
        </pc:spChg>
        <pc:spChg chg="add mod">
          <ac:chgData name="Joonho Kwon" userId="fa141e0c-4849-4deb-8f8c-65d25da6d8db" providerId="ADAL" clId="{261B0ADF-DC3E-41B1-A954-7B394627D313}" dt="2020-03-06T07:06:47.637" v="2979" actId="164"/>
          <ac:spMkLst>
            <pc:docMk/>
            <pc:sldMk cId="882923281" sldId="699"/>
            <ac:spMk id="44" creationId="{578A2835-D83A-488E-B648-F2C7303C2262}"/>
          </ac:spMkLst>
        </pc:spChg>
        <pc:spChg chg="add mod">
          <ac:chgData name="Joonho Kwon" userId="fa141e0c-4849-4deb-8f8c-65d25da6d8db" providerId="ADAL" clId="{261B0ADF-DC3E-41B1-A954-7B394627D313}" dt="2020-03-06T07:07:20.282" v="2988" actId="255"/>
          <ac:spMkLst>
            <pc:docMk/>
            <pc:sldMk cId="882923281" sldId="699"/>
            <ac:spMk id="45" creationId="{CAD528B1-5C97-4FF7-8ABD-B97D8552F568}"/>
          </ac:spMkLst>
        </pc:spChg>
        <pc:spChg chg="add mod">
          <ac:chgData name="Joonho Kwon" userId="fa141e0c-4849-4deb-8f8c-65d25da6d8db" providerId="ADAL" clId="{261B0ADF-DC3E-41B1-A954-7B394627D313}" dt="2020-03-06T07:06:47.637" v="2979" actId="164"/>
          <ac:spMkLst>
            <pc:docMk/>
            <pc:sldMk cId="882923281" sldId="699"/>
            <ac:spMk id="46" creationId="{24B9E400-376D-40F3-BF8A-F67621610F97}"/>
          </ac:spMkLst>
        </pc:spChg>
        <pc:spChg chg="add mod">
          <ac:chgData name="Joonho Kwon" userId="fa141e0c-4849-4deb-8f8c-65d25da6d8db" providerId="ADAL" clId="{261B0ADF-DC3E-41B1-A954-7B394627D313}" dt="2020-03-06T07:07:05.701" v="2984" actId="2711"/>
          <ac:spMkLst>
            <pc:docMk/>
            <pc:sldMk cId="882923281" sldId="699"/>
            <ac:spMk id="47" creationId="{E61F0524-1234-448F-A3EE-EF7109C23629}"/>
          </ac:spMkLst>
        </pc:spChg>
        <pc:grpChg chg="add del mod">
          <ac:chgData name="Joonho Kwon" userId="fa141e0c-4849-4deb-8f8c-65d25da6d8db" providerId="ADAL" clId="{261B0ADF-DC3E-41B1-A954-7B394627D313}" dt="2020-03-06T07:05:38.227" v="2939" actId="165"/>
          <ac:grpSpMkLst>
            <pc:docMk/>
            <pc:sldMk cId="882923281" sldId="699"/>
            <ac:grpSpMk id="6" creationId="{E32788A5-E211-43ED-9611-A2F99C0A42FF}"/>
          </ac:grpSpMkLst>
        </pc:grpChg>
        <pc:grpChg chg="del mod topLvl">
          <ac:chgData name="Joonho Kwon" userId="fa141e0c-4849-4deb-8f8c-65d25da6d8db" providerId="ADAL" clId="{261B0ADF-DC3E-41B1-A954-7B394627D313}" dt="2020-03-06T07:12:07.320" v="3106" actId="478"/>
          <ac:grpSpMkLst>
            <pc:docMk/>
            <pc:sldMk cId="882923281" sldId="699"/>
            <ac:grpSpMk id="7" creationId="{A1B0F37A-E763-471B-9925-79A336D28B6F}"/>
          </ac:grpSpMkLst>
        </pc:grpChg>
        <pc:grpChg chg="del mod topLvl">
          <ac:chgData name="Joonho Kwon" userId="fa141e0c-4849-4deb-8f8c-65d25da6d8db" providerId="ADAL" clId="{261B0ADF-DC3E-41B1-A954-7B394627D313}" dt="2020-03-06T07:12:07.320" v="3106" actId="478"/>
          <ac:grpSpMkLst>
            <pc:docMk/>
            <pc:sldMk cId="882923281" sldId="699"/>
            <ac:grpSpMk id="8" creationId="{B0DFF19D-AF8F-4D23-B458-9B3E6627CD8E}"/>
          </ac:grpSpMkLst>
        </pc:grpChg>
        <pc:grpChg chg="del mod topLvl">
          <ac:chgData name="Joonho Kwon" userId="fa141e0c-4849-4deb-8f8c-65d25da6d8db" providerId="ADAL" clId="{261B0ADF-DC3E-41B1-A954-7B394627D313}" dt="2020-03-06T07:12:07.320" v="3106" actId="478"/>
          <ac:grpSpMkLst>
            <pc:docMk/>
            <pc:sldMk cId="882923281" sldId="699"/>
            <ac:grpSpMk id="11" creationId="{5B9F87D7-FD97-40CA-914D-D9C544BCBDD4}"/>
          </ac:grpSpMkLst>
        </pc:grpChg>
        <pc:grpChg chg="mod">
          <ac:chgData name="Joonho Kwon" userId="fa141e0c-4849-4deb-8f8c-65d25da6d8db" providerId="ADAL" clId="{261B0ADF-DC3E-41B1-A954-7B394627D313}" dt="2020-03-06T07:05:35.806" v="2938" actId="1076"/>
          <ac:grpSpMkLst>
            <pc:docMk/>
            <pc:sldMk cId="882923281" sldId="699"/>
            <ac:grpSpMk id="17" creationId="{256009ED-701C-4DE1-9490-9096163AB2D3}"/>
          </ac:grpSpMkLst>
        </pc:grpChg>
        <pc:grpChg chg="mod">
          <ac:chgData name="Joonho Kwon" userId="fa141e0c-4849-4deb-8f8c-65d25da6d8db" providerId="ADAL" clId="{261B0ADF-DC3E-41B1-A954-7B394627D313}" dt="2020-03-06T07:05:35.806" v="2938" actId="1076"/>
          <ac:grpSpMkLst>
            <pc:docMk/>
            <pc:sldMk cId="882923281" sldId="699"/>
            <ac:grpSpMk id="18" creationId="{94CAFB89-0F33-4059-AC7A-7EE4F50F02D6}"/>
          </ac:grpSpMkLst>
        </pc:grpChg>
        <pc:grpChg chg="mod">
          <ac:chgData name="Joonho Kwon" userId="fa141e0c-4849-4deb-8f8c-65d25da6d8db" providerId="ADAL" clId="{261B0ADF-DC3E-41B1-A954-7B394627D313}" dt="2020-03-06T07:06:07.076" v="2963" actId="1076"/>
          <ac:grpSpMkLst>
            <pc:docMk/>
            <pc:sldMk cId="882923281" sldId="699"/>
            <ac:grpSpMk id="24" creationId="{6453EE41-C6AD-40FC-BBCD-D180E946EE10}"/>
          </ac:grpSpMkLst>
        </pc:grpChg>
        <pc:grpChg chg="add 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28" creationId="{0F8799C7-AE3A-4D1E-B59B-E9AF00E6AF06}"/>
          </ac:grpSpMkLst>
        </pc:grpChg>
        <pc:grpChg chg="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30" creationId="{2CE15CB6-ADAA-4CB9-8C2C-1985EEF3E787}"/>
          </ac:grpSpMkLst>
        </pc:grpChg>
        <pc:grpChg chg="add 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33" creationId="{A560F210-921B-4A9E-AB29-12C945A876C9}"/>
          </ac:grpSpMkLst>
        </pc:grpChg>
        <pc:grpChg chg="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34" creationId="{09500D6E-A8AC-4BCF-A4D7-064C7BA7CAA0}"/>
          </ac:grpSpMkLst>
        </pc:grpChg>
        <pc:grpChg chg="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35" creationId="{C33D924B-8D06-4DE6-8D55-768E750C4EB0}"/>
          </ac:grpSpMkLst>
        </pc:grpChg>
        <pc:grpChg chg="add mod">
          <ac:chgData name="Joonho Kwon" userId="fa141e0c-4849-4deb-8f8c-65d25da6d8db" providerId="ADAL" clId="{261B0ADF-DC3E-41B1-A954-7B394627D313}" dt="2020-03-06T07:06:50.748" v="2980" actId="14100"/>
          <ac:grpSpMkLst>
            <pc:docMk/>
            <pc:sldMk cId="882923281" sldId="699"/>
            <ac:grpSpMk id="41" creationId="{FDC79DE4-9B85-4AAA-B4AF-4BC0E9BFC825}"/>
          </ac:grpSpMkLst>
        </pc:grpChg>
        <pc:grpChg chg="add del mod">
          <ac:chgData name="Joonho Kwon" userId="fa141e0c-4849-4deb-8f8c-65d25da6d8db" providerId="ADAL" clId="{261B0ADF-DC3E-41B1-A954-7B394627D313}" dt="2020-03-06T07:07:28.503" v="2989" actId="21"/>
          <ac:grpSpMkLst>
            <pc:docMk/>
            <pc:sldMk cId="882923281" sldId="699"/>
            <ac:grpSpMk id="48" creationId="{BCCBD696-78F6-4D3A-9857-F93923F1BF36}"/>
          </ac:grpSpMkLst>
        </pc:grpChg>
      </pc:sldChg>
      <pc:sldChg chg="modSp add">
        <pc:chgData name="Joonho Kwon" userId="fa141e0c-4849-4deb-8f8c-65d25da6d8db" providerId="ADAL" clId="{261B0ADF-DC3E-41B1-A954-7B394627D313}" dt="2020-03-06T07:48:01.476" v="4058" actId="20577"/>
        <pc:sldMkLst>
          <pc:docMk/>
          <pc:sldMk cId="1076262180" sldId="699"/>
        </pc:sldMkLst>
        <pc:spChg chg="mod">
          <ac:chgData name="Joonho Kwon" userId="fa141e0c-4849-4deb-8f8c-65d25da6d8db" providerId="ADAL" clId="{261B0ADF-DC3E-41B1-A954-7B394627D313}" dt="2020-03-06T07:39:03.734" v="3655" actId="14"/>
          <ac:spMkLst>
            <pc:docMk/>
            <pc:sldMk cId="1076262180" sldId="699"/>
            <ac:spMk id="2" creationId="{76ACD89D-53F0-41FA-9733-5E14986FBF4A}"/>
          </ac:spMkLst>
        </pc:spChg>
        <pc:spChg chg="mod">
          <ac:chgData name="Joonho Kwon" userId="fa141e0c-4849-4deb-8f8c-65d25da6d8db" providerId="ADAL" clId="{261B0ADF-DC3E-41B1-A954-7B394627D313}" dt="2020-03-06T07:48:01.476" v="4058" actId="20577"/>
          <ac:spMkLst>
            <pc:docMk/>
            <pc:sldMk cId="1076262180" sldId="699"/>
            <ac:spMk id="3" creationId="{A7D14701-41A9-4340-973B-E7D8F3DC9DD6}"/>
          </ac:spMkLst>
        </pc:spChg>
      </pc:sldChg>
      <pc:sldChg chg="addSp modSp add modAnim">
        <pc:chgData name="Joonho Kwon" userId="fa141e0c-4849-4deb-8f8c-65d25da6d8db" providerId="ADAL" clId="{261B0ADF-DC3E-41B1-A954-7B394627D313}" dt="2020-03-06T07:49:07.240" v="4099"/>
        <pc:sldMkLst>
          <pc:docMk/>
          <pc:sldMk cId="2760586386" sldId="700"/>
        </pc:sldMkLst>
        <pc:spChg chg="mod">
          <ac:chgData name="Joonho Kwon" userId="fa141e0c-4849-4deb-8f8c-65d25da6d8db" providerId="ADAL" clId="{261B0ADF-DC3E-41B1-A954-7B394627D313}" dt="2020-03-06T07:48:15.413" v="4075" actId="15"/>
          <ac:spMkLst>
            <pc:docMk/>
            <pc:sldMk cId="2760586386" sldId="700"/>
            <ac:spMk id="2" creationId="{67DDE3E3-4CC2-4103-A6D8-599B4D90A630}"/>
          </ac:spMkLst>
        </pc:spChg>
        <pc:spChg chg="mod">
          <ac:chgData name="Joonho Kwon" userId="fa141e0c-4849-4deb-8f8c-65d25da6d8db" providerId="ADAL" clId="{261B0ADF-DC3E-41B1-A954-7B394627D313}" dt="2020-03-06T07:48:03.991" v="4061" actId="20577"/>
          <ac:spMkLst>
            <pc:docMk/>
            <pc:sldMk cId="2760586386" sldId="700"/>
            <ac:spMk id="3" creationId="{79829842-73A5-4636-A0DC-EFE07BC98481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1" creationId="{EDA56906-84EE-4AD8-A249-89CC59E8E6C5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2" creationId="{950C0843-EAF9-46E1-958F-94786CB0800E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3" creationId="{E8306D20-3222-444F-A7BD-9C8DF6E4A404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4" creationId="{02CC3129-F05E-4627-A67F-AD1490EE68E6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5" creationId="{49682980-C28E-4424-9107-7DF54F62DD79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6" creationId="{351B293C-4504-416F-93A4-CFF8D996AA5E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7" creationId="{CC8AE78A-93AE-40AC-8CEC-F9B0A07AF3F6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8" creationId="{078D2E1C-C4A3-4B1D-B70B-CADC0C4C832F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29" creationId="{F899A427-0781-4837-9A16-7FF590FF9384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0" creationId="{362126BD-AD1B-4B8B-A623-43CB691CC28F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1" creationId="{831F5CA0-D54E-4AB3-B877-37C32C9059C5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2" creationId="{1BF0D783-083D-4159-AFAC-909CB60A71D6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3" creationId="{92A09B03-0462-49CB-AB40-B2E90B96BA24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4" creationId="{89267169-99AE-4B13-9DD9-1A2917FCD67B}"/>
          </ac:spMkLst>
        </pc:spChg>
        <pc:spChg chg="add mod">
          <ac:chgData name="Joonho Kwon" userId="fa141e0c-4849-4deb-8f8c-65d25da6d8db" providerId="ADAL" clId="{261B0ADF-DC3E-41B1-A954-7B394627D313}" dt="2020-03-06T07:42:24.960" v="3829" actId="164"/>
          <ac:spMkLst>
            <pc:docMk/>
            <pc:sldMk cId="2760586386" sldId="700"/>
            <ac:spMk id="35" creationId="{6CD70E75-62B6-4534-BD74-D8E107F67294}"/>
          </ac:spMkLst>
        </pc:spChg>
        <pc:spChg chg="mod">
          <ac:chgData name="Joonho Kwon" userId="fa141e0c-4849-4deb-8f8c-65d25da6d8db" providerId="ADAL" clId="{261B0ADF-DC3E-41B1-A954-7B394627D313}" dt="2020-03-06T07:43:55.785" v="3843" actId="20577"/>
          <ac:spMkLst>
            <pc:docMk/>
            <pc:sldMk cId="2760586386" sldId="700"/>
            <ac:spMk id="43" creationId="{5BD04C67-2FE7-42E3-8068-056707A99DC4}"/>
          </ac:spMkLst>
        </pc:spChg>
        <pc:spChg chg="mod">
          <ac:chgData name="Joonho Kwon" userId="fa141e0c-4849-4deb-8f8c-65d25da6d8db" providerId="ADAL" clId="{261B0ADF-DC3E-41B1-A954-7B394627D313}" dt="2020-03-06T07:44:01.786" v="3845" actId="20577"/>
          <ac:spMkLst>
            <pc:docMk/>
            <pc:sldMk cId="2760586386" sldId="700"/>
            <ac:spMk id="52" creationId="{EB34174A-3634-4005-BB4C-CFC0A336B09B}"/>
          </ac:spMkLst>
        </pc:spChg>
        <pc:grpChg chg="add mod">
          <ac:chgData name="Joonho Kwon" userId="fa141e0c-4849-4deb-8f8c-65d25da6d8db" providerId="ADAL" clId="{261B0ADF-DC3E-41B1-A954-7B394627D313}" dt="2020-03-06T07:48:18.546" v="4076" actId="1076"/>
          <ac:grpSpMkLst>
            <pc:docMk/>
            <pc:sldMk cId="2760586386" sldId="700"/>
            <ac:grpSpMk id="5" creationId="{C68AB81F-359A-41BC-87CD-6E71D12864C8}"/>
          </ac:grpSpMkLst>
        </pc:grpChg>
        <pc:grpChg chg="add mod">
          <ac:chgData name="Joonho Kwon" userId="fa141e0c-4849-4deb-8f8c-65d25da6d8db" providerId="ADAL" clId="{261B0ADF-DC3E-41B1-A954-7B394627D313}" dt="2020-03-06T07:48:21.423" v="4077" actId="1076"/>
          <ac:grpSpMkLst>
            <pc:docMk/>
            <pc:sldMk cId="2760586386" sldId="700"/>
            <ac:grpSpMk id="36" creationId="{B61C51AA-08C3-4A3F-B2D3-808D80D61FFF}"/>
          </ac:grpSpMkLst>
        </pc:grpChg>
        <pc:grpChg chg="add mod">
          <ac:chgData name="Joonho Kwon" userId="fa141e0c-4849-4deb-8f8c-65d25da6d8db" providerId="ADAL" clId="{261B0ADF-DC3E-41B1-A954-7B394627D313}" dt="2020-03-06T07:48:22.766" v="4078" actId="1076"/>
          <ac:grpSpMkLst>
            <pc:docMk/>
            <pc:sldMk cId="2760586386" sldId="700"/>
            <ac:grpSpMk id="37" creationId="{556DF63A-B1FD-4920-8FEC-BAC54756382D}"/>
          </ac:grpSpMkLst>
        </pc:grpChg>
      </pc:sldChg>
      <pc:sldChg chg="addSp delSp modSp add modAnim">
        <pc:chgData name="Joonho Kwon" userId="fa141e0c-4849-4deb-8f8c-65d25da6d8db" providerId="ADAL" clId="{261B0ADF-DC3E-41B1-A954-7B394627D313}" dt="2020-03-06T07:48:57.708" v="4098"/>
        <pc:sldMkLst>
          <pc:docMk/>
          <pc:sldMk cId="2726886861" sldId="701"/>
        </pc:sldMkLst>
        <pc:spChg chg="del">
          <ac:chgData name="Joonho Kwon" userId="fa141e0c-4849-4deb-8f8c-65d25da6d8db" providerId="ADAL" clId="{261B0ADF-DC3E-41B1-A954-7B394627D313}" dt="2020-03-06T07:39:23.675" v="3665"/>
          <ac:spMkLst>
            <pc:docMk/>
            <pc:sldMk cId="2726886861" sldId="701"/>
            <ac:spMk id="2" creationId="{81D00CB2-F1BF-46D6-B757-9DBC97FE45DF}"/>
          </ac:spMkLst>
        </pc:spChg>
        <pc:spChg chg="del">
          <ac:chgData name="Joonho Kwon" userId="fa141e0c-4849-4deb-8f8c-65d25da6d8db" providerId="ADAL" clId="{261B0ADF-DC3E-41B1-A954-7B394627D313}" dt="2020-03-06T07:39:23.675" v="3665"/>
          <ac:spMkLst>
            <pc:docMk/>
            <pc:sldMk cId="2726886861" sldId="701"/>
            <ac:spMk id="3" creationId="{46869411-E614-4B26-8AAA-72D799384F37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6" creationId="{0F8CC3D0-8530-4EB6-9B7D-3032BDAD8CDE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7" creationId="{F33A6A61-71DE-479A-8597-F615F1101533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8" creationId="{AF7CE58E-64A0-47D0-A006-647E5C5BBB66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9" creationId="{CF645D51-FF73-428D-8AA6-E9F4ABAB07AA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0" creationId="{0D62B811-F0AD-45D1-A5E7-4EE7FF594E16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1" creationId="{6DDFBEFA-385C-40D0-B30F-415E6C5576FE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2" creationId="{7E4FB7E9-342B-496F-93B1-470A31C5E02E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3" creationId="{8C1749EA-9429-4028-8E5D-01BC549B515F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4" creationId="{68AB57C7-A872-4D29-9311-77F9440AFBAF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5" creationId="{180A9A09-96AD-4F3F-B73D-D6D8C1F443BA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6" creationId="{A971EEDF-13BA-4124-A84A-DADA502C273C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7" creationId="{8AD4C0D7-7D28-495A-849D-D4DE9B5D1E3F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8" creationId="{C00AAF1D-9618-49B4-84C8-DFBCDDB2AA1F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19" creationId="{5D22CDC2-0B1C-42D1-9FFC-10DD7B99D359}"/>
          </ac:spMkLst>
        </pc:spChg>
        <pc:spChg chg="del mod topLvl">
          <ac:chgData name="Joonho Kwon" userId="fa141e0c-4849-4deb-8f8c-65d25da6d8db" providerId="ADAL" clId="{261B0ADF-DC3E-41B1-A954-7B394627D313}" dt="2020-03-06T07:44:22.684" v="3849" actId="478"/>
          <ac:spMkLst>
            <pc:docMk/>
            <pc:sldMk cId="2726886861" sldId="701"/>
            <ac:spMk id="20" creationId="{B9E61423-FD18-40ED-937B-0591F9194C28}"/>
          </ac:spMkLst>
        </pc:spChg>
        <pc:spChg chg="add del mod">
          <ac:chgData name="Joonho Kwon" userId="fa141e0c-4849-4deb-8f8c-65d25da6d8db" providerId="ADAL" clId="{261B0ADF-DC3E-41B1-A954-7B394627D313}" dt="2020-03-06T07:44:16.603" v="3846"/>
          <ac:spMkLst>
            <pc:docMk/>
            <pc:sldMk cId="2726886861" sldId="701"/>
            <ac:spMk id="21" creationId="{DB44080E-5608-46AA-858F-CE1CBD683FF8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2" creationId="{B7AD0938-6E7B-4547-A8DB-4FA0DA8D3696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3" creationId="{8D82D06B-054F-41A7-89F4-917F25D20317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4" creationId="{8953B06E-8DD6-4D55-BD57-74E2CDF09E63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5" creationId="{32419899-0120-4E04-8B26-6BDBCC1C649F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6" creationId="{DCFD8384-F33D-42BA-9E00-1CD79F3E7B9D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7" creationId="{373CF996-46DE-4B3E-9CDD-3A66416ABF22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8" creationId="{E7F44FC0-5043-468C-9E2C-B28BE77D4D16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29" creationId="{E94C175C-32A8-435A-9D8A-42C8A2657895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0" creationId="{70112D07-D463-4AFD-A597-16D839FE9BE2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1" creationId="{C208631C-E9F0-43FE-ADD7-E3B17B71FBFD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2" creationId="{D69D3653-A13E-420F-8DDF-B32D7E03ED83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3" creationId="{D9CD59DC-6CB0-43E0-8F93-54790BA2E25F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4" creationId="{69044BB9-D199-4FF0-A373-0E7D0CE9088D}"/>
          </ac:spMkLst>
        </pc:spChg>
        <pc:spChg chg="add del">
          <ac:chgData name="Joonho Kwon" userId="fa141e0c-4849-4deb-8f8c-65d25da6d8db" providerId="ADAL" clId="{261B0ADF-DC3E-41B1-A954-7B394627D313}" dt="2020-03-06T07:39:49.823" v="3670" actId="21"/>
          <ac:spMkLst>
            <pc:docMk/>
            <pc:sldMk cId="2726886861" sldId="701"/>
            <ac:spMk id="35" creationId="{8D60290C-3FF5-4A5B-ACFF-31CEE1B0160C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36" creationId="{9860CBBF-4850-46C6-A61E-C7B400ACC875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37" creationId="{DD610563-2607-4110-A9C5-11B64FB0463E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38" creationId="{948473A5-A375-4C49-815A-DF4F60A2E5FC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39" creationId="{73461418-E257-4FC3-94C0-24BF76C1F234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0" creationId="{0150D202-6C6E-40D0-A3CF-788C9F37687A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1" creationId="{C1F08F6B-C621-45EF-838A-8CB0B4BDF01A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2" creationId="{078D6003-C772-4B2C-B40D-4866E2875B36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3" creationId="{D2CF1A63-0DD8-4DE7-920B-1719580FF700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4" creationId="{211C355E-88D0-4F32-83A8-AC302E98A353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5" creationId="{7D227EB8-ED97-4E0B-82F6-C2E3500ED334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6" creationId="{BFD67242-0A83-4D89-91E2-53053AE50777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7" creationId="{5ECAE9EB-5F9B-40CE-9ABC-78DD06DCEDBD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8" creationId="{66F5EC57-B14D-4D54-B517-392B63337C5C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49" creationId="{96D87135-BFAA-4525-8406-3B04970BE12B}"/>
          </ac:spMkLst>
        </pc:spChg>
        <pc:spChg chg="add mod">
          <ac:chgData name="Joonho Kwon" userId="fa141e0c-4849-4deb-8f8c-65d25da6d8db" providerId="ADAL" clId="{261B0ADF-DC3E-41B1-A954-7B394627D313}" dt="2020-03-06T07:40:23.516" v="3691" actId="164"/>
          <ac:spMkLst>
            <pc:docMk/>
            <pc:sldMk cId="2726886861" sldId="701"/>
            <ac:spMk id="50" creationId="{C4943666-0016-4DD4-BF7D-523A060D31ED}"/>
          </ac:spMkLst>
        </pc:spChg>
        <pc:spChg chg="add mod">
          <ac:chgData name="Joonho Kwon" userId="fa141e0c-4849-4deb-8f8c-65d25da6d8db" providerId="ADAL" clId="{261B0ADF-DC3E-41B1-A954-7B394627D313}" dt="2020-03-06T07:48:05.996" v="4064" actId="20577"/>
          <ac:spMkLst>
            <pc:docMk/>
            <pc:sldMk cId="2726886861" sldId="701"/>
            <ac:spMk id="52" creationId="{604207AE-AB37-455C-8BB0-C76732CDDAD5}"/>
          </ac:spMkLst>
        </pc:spChg>
        <pc:spChg chg="add mod">
          <ac:chgData name="Joonho Kwon" userId="fa141e0c-4849-4deb-8f8c-65d25da6d8db" providerId="ADAL" clId="{261B0ADF-DC3E-41B1-A954-7B394627D313}" dt="2020-03-06T07:48:41.032" v="4097" actId="20577"/>
          <ac:spMkLst>
            <pc:docMk/>
            <pc:sldMk cId="2726886861" sldId="701"/>
            <ac:spMk id="53" creationId="{D92A7FCE-D363-49AC-A866-48310C9562B4}"/>
          </ac:spMkLst>
        </pc:spChg>
        <pc:spChg chg="mod">
          <ac:chgData name="Joonho Kwon" userId="fa141e0c-4849-4deb-8f8c-65d25da6d8db" providerId="ADAL" clId="{261B0ADF-DC3E-41B1-A954-7B394627D313}" dt="2020-03-06T07:45:18.434" v="3863" actId="20577"/>
          <ac:spMkLst>
            <pc:docMk/>
            <pc:sldMk cId="2726886861" sldId="701"/>
            <ac:spMk id="56" creationId="{6B5BBACA-01B9-4911-A1AA-4D8C0149B6E4}"/>
          </ac:spMkLst>
        </pc:spChg>
        <pc:spChg chg="mod">
          <ac:chgData name="Joonho Kwon" userId="fa141e0c-4849-4deb-8f8c-65d25da6d8db" providerId="ADAL" clId="{261B0ADF-DC3E-41B1-A954-7B394627D313}" dt="2020-03-06T07:45:01.366" v="3854" actId="20577"/>
          <ac:spMkLst>
            <pc:docMk/>
            <pc:sldMk cId="2726886861" sldId="701"/>
            <ac:spMk id="69" creationId="{94A10765-E561-493F-9A8D-F697DC4B013F}"/>
          </ac:spMkLst>
        </pc:spChg>
        <pc:spChg chg="mod">
          <ac:chgData name="Joonho Kwon" userId="fa141e0c-4849-4deb-8f8c-65d25da6d8db" providerId="ADAL" clId="{261B0ADF-DC3E-41B1-A954-7B394627D313}" dt="2020-03-06T07:47:27.167" v="4027" actId="20577"/>
          <ac:spMkLst>
            <pc:docMk/>
            <pc:sldMk cId="2726886861" sldId="701"/>
            <ac:spMk id="88" creationId="{40A051DB-3E7E-42B5-8BE3-653D4E720F5B}"/>
          </ac:spMkLst>
        </pc:spChg>
        <pc:spChg chg="mod">
          <ac:chgData name="Joonho Kwon" userId="fa141e0c-4849-4deb-8f8c-65d25da6d8db" providerId="ADAL" clId="{261B0ADF-DC3E-41B1-A954-7B394627D313}" dt="2020-03-06T07:47:37.293" v="4053" actId="20577"/>
          <ac:spMkLst>
            <pc:docMk/>
            <pc:sldMk cId="2726886861" sldId="701"/>
            <ac:spMk id="90" creationId="{F2190DB5-66DE-4AB7-AD75-0EF2E08BDD75}"/>
          </ac:spMkLst>
        </pc:spChg>
        <pc:spChg chg="mod">
          <ac:chgData name="Joonho Kwon" userId="fa141e0c-4849-4deb-8f8c-65d25da6d8db" providerId="ADAL" clId="{261B0ADF-DC3E-41B1-A954-7B394627D313}" dt="2020-03-06T07:47:31.590" v="4039" actId="20577"/>
          <ac:spMkLst>
            <pc:docMk/>
            <pc:sldMk cId="2726886861" sldId="701"/>
            <ac:spMk id="92" creationId="{8C2ECC75-7A7C-4788-A934-2CD1932CA313}"/>
          </ac:spMkLst>
        </pc:spChg>
        <pc:spChg chg="mod">
          <ac:chgData name="Joonho Kwon" userId="fa141e0c-4849-4deb-8f8c-65d25da6d8db" providerId="ADAL" clId="{261B0ADF-DC3E-41B1-A954-7B394627D313}" dt="2020-03-06T07:47:50.037" v="4055" actId="207"/>
          <ac:spMkLst>
            <pc:docMk/>
            <pc:sldMk cId="2726886861" sldId="701"/>
            <ac:spMk id="101" creationId="{502F95E7-3A65-424E-A7BD-AF5DBA16575E}"/>
          </ac:spMkLst>
        </pc:spChg>
        <pc:grpChg chg="add del mod">
          <ac:chgData name="Joonho Kwon" userId="fa141e0c-4849-4deb-8f8c-65d25da6d8db" providerId="ADAL" clId="{261B0ADF-DC3E-41B1-A954-7B394627D313}" dt="2020-03-06T07:39:31.241" v="3668" actId="165"/>
          <ac:grpSpMkLst>
            <pc:docMk/>
            <pc:sldMk cId="2726886861" sldId="701"/>
            <ac:grpSpMk id="5" creationId="{830C23FD-B16B-40C7-9961-98C65DED42FE}"/>
          </ac:grpSpMkLst>
        </pc:grpChg>
        <pc:grpChg chg="add del mod">
          <ac:chgData name="Joonho Kwon" userId="fa141e0c-4849-4deb-8f8c-65d25da6d8db" providerId="ADAL" clId="{261B0ADF-DC3E-41B1-A954-7B394627D313}" dt="2020-03-06T07:40:23.996" v="3692" actId="21"/>
          <ac:grpSpMkLst>
            <pc:docMk/>
            <pc:sldMk cId="2726886861" sldId="701"/>
            <ac:grpSpMk id="51" creationId="{16BB8474-D8E6-459A-88DB-0FF6FF278F39}"/>
          </ac:grpSpMkLst>
        </pc:grpChg>
        <pc:grpChg chg="add mod">
          <ac:chgData name="Joonho Kwon" userId="fa141e0c-4849-4deb-8f8c-65d25da6d8db" providerId="ADAL" clId="{261B0ADF-DC3E-41B1-A954-7B394627D313}" dt="2020-03-06T07:48:38.205" v="4095" actId="1076"/>
          <ac:grpSpMkLst>
            <pc:docMk/>
            <pc:sldMk cId="2726886861" sldId="701"/>
            <ac:grpSpMk id="54" creationId="{BDB30D04-34F9-4B02-9F72-0F591A723A35}"/>
          </ac:grpSpMkLst>
        </pc:grpChg>
        <pc:grpChg chg="add del">
          <ac:chgData name="Joonho Kwon" userId="fa141e0c-4849-4deb-8f8c-65d25da6d8db" providerId="ADAL" clId="{261B0ADF-DC3E-41B1-A954-7B394627D313}" dt="2020-03-06T07:45:09.978" v="3858"/>
          <ac:grpSpMkLst>
            <pc:docMk/>
            <pc:sldMk cId="2726886861" sldId="701"/>
            <ac:grpSpMk id="70" creationId="{712DBDB5-17DD-4B43-84C1-183C8EE9F3E8}"/>
          </ac:grpSpMkLst>
        </pc:grpChg>
        <pc:grpChg chg="add mod">
          <ac:chgData name="Joonho Kwon" userId="fa141e0c-4849-4deb-8f8c-65d25da6d8db" providerId="ADAL" clId="{261B0ADF-DC3E-41B1-A954-7B394627D313}" dt="2020-03-06T07:47:11.526" v="4014" actId="1076"/>
          <ac:grpSpMkLst>
            <pc:docMk/>
            <pc:sldMk cId="2726886861" sldId="701"/>
            <ac:grpSpMk id="86" creationId="{784C74C9-2E44-4C36-ACE9-1599035ABFF6}"/>
          </ac:grpSpMkLst>
        </pc:grpChg>
      </pc:sldChg>
      <pc:sldChg chg="modSp add">
        <pc:chgData name="Joonho Kwon" userId="fa141e0c-4849-4deb-8f8c-65d25da6d8db" providerId="ADAL" clId="{261B0ADF-DC3E-41B1-A954-7B394627D313}" dt="2020-03-06T07:52:07.492" v="4227" actId="20577"/>
        <pc:sldMkLst>
          <pc:docMk/>
          <pc:sldMk cId="2368258733" sldId="702"/>
        </pc:sldMkLst>
        <pc:spChg chg="mod">
          <ac:chgData name="Joonho Kwon" userId="fa141e0c-4849-4deb-8f8c-65d25da6d8db" providerId="ADAL" clId="{261B0ADF-DC3E-41B1-A954-7B394627D313}" dt="2020-03-06T07:52:07.492" v="4227" actId="20577"/>
          <ac:spMkLst>
            <pc:docMk/>
            <pc:sldMk cId="2368258733" sldId="702"/>
            <ac:spMk id="2" creationId="{C6F95D77-F825-4682-89FC-8A9383C2A058}"/>
          </ac:spMkLst>
        </pc:spChg>
        <pc:spChg chg="mod">
          <ac:chgData name="Joonho Kwon" userId="fa141e0c-4849-4deb-8f8c-65d25da6d8db" providerId="ADAL" clId="{261B0ADF-DC3E-41B1-A954-7B394627D313}" dt="2020-03-06T07:49:36.199" v="4105" actId="20577"/>
          <ac:spMkLst>
            <pc:docMk/>
            <pc:sldMk cId="2368258733" sldId="702"/>
            <ac:spMk id="3" creationId="{8638F16F-E0E5-40DE-A0A3-A2F32ABACB0D}"/>
          </ac:spMkLst>
        </pc:spChg>
      </pc:sldChg>
      <pc:sldChg chg="modSp add">
        <pc:chgData name="Joonho Kwon" userId="fa141e0c-4849-4deb-8f8c-65d25da6d8db" providerId="ADAL" clId="{261B0ADF-DC3E-41B1-A954-7B394627D313}" dt="2020-03-06T08:01:08.868" v="4408" actId="6549"/>
        <pc:sldMkLst>
          <pc:docMk/>
          <pc:sldMk cId="698571921" sldId="703"/>
        </pc:sldMkLst>
        <pc:spChg chg="mod">
          <ac:chgData name="Joonho Kwon" userId="fa141e0c-4849-4deb-8f8c-65d25da6d8db" providerId="ADAL" clId="{261B0ADF-DC3E-41B1-A954-7B394627D313}" dt="2020-03-06T08:01:00.210" v="4407" actId="20577"/>
          <ac:spMkLst>
            <pc:docMk/>
            <pc:sldMk cId="698571921" sldId="703"/>
            <ac:spMk id="2" creationId="{36D4C5F6-70AF-404C-B7A4-07EDB75492FE}"/>
          </ac:spMkLst>
        </pc:spChg>
        <pc:spChg chg="mod">
          <ac:chgData name="Joonho Kwon" userId="fa141e0c-4849-4deb-8f8c-65d25da6d8db" providerId="ADAL" clId="{261B0ADF-DC3E-41B1-A954-7B394627D313}" dt="2020-03-06T08:01:08.868" v="4408" actId="6549"/>
          <ac:spMkLst>
            <pc:docMk/>
            <pc:sldMk cId="698571921" sldId="703"/>
            <ac:spMk id="3" creationId="{59EB8FDC-9351-4A6E-BD4C-43BFF5D51E40}"/>
          </ac:spMkLst>
        </pc:spChg>
      </pc:sldChg>
      <pc:sldChg chg="addSp delSp modSp add">
        <pc:chgData name="Joonho Kwon" userId="fa141e0c-4849-4deb-8f8c-65d25da6d8db" providerId="ADAL" clId="{261B0ADF-DC3E-41B1-A954-7B394627D313}" dt="2020-03-06T09:32:06.161" v="5423" actId="20577"/>
        <pc:sldMkLst>
          <pc:docMk/>
          <pc:sldMk cId="777379187" sldId="704"/>
        </pc:sldMkLst>
        <pc:spChg chg="add del mod">
          <ac:chgData name="Joonho Kwon" userId="fa141e0c-4849-4deb-8f8c-65d25da6d8db" providerId="ADAL" clId="{261B0ADF-DC3E-41B1-A954-7B394627D313}" dt="2020-03-06T09:32:06.161" v="5423" actId="20577"/>
          <ac:spMkLst>
            <pc:docMk/>
            <pc:sldMk cId="777379187" sldId="704"/>
            <ac:spMk id="2" creationId="{2B5265FF-63E3-4A28-A0DF-8C1EAB838099}"/>
          </ac:spMkLst>
        </pc:spChg>
        <pc:spChg chg="mod">
          <ac:chgData name="Joonho Kwon" userId="fa141e0c-4849-4deb-8f8c-65d25da6d8db" providerId="ADAL" clId="{261B0ADF-DC3E-41B1-A954-7B394627D313}" dt="2020-03-06T09:30:03.731" v="5408" actId="20577"/>
          <ac:spMkLst>
            <pc:docMk/>
            <pc:sldMk cId="777379187" sldId="704"/>
            <ac:spMk id="3" creationId="{E269123F-FC1C-446C-825E-5CFFF62B1E3B}"/>
          </ac:spMkLst>
        </pc:spChg>
        <pc:spChg chg="add del mod">
          <ac:chgData name="Joonho Kwon" userId="fa141e0c-4849-4deb-8f8c-65d25da6d8db" providerId="ADAL" clId="{261B0ADF-DC3E-41B1-A954-7B394627D313}" dt="2020-03-06T08:14:10.101" v="4643" actId="478"/>
          <ac:spMkLst>
            <pc:docMk/>
            <pc:sldMk cId="777379187" sldId="704"/>
            <ac:spMk id="5" creationId="{9236F35C-E145-4447-86B9-067BD632ECAC}"/>
          </ac:spMkLst>
        </pc:spChg>
        <pc:spChg chg="add del">
          <ac:chgData name="Joonho Kwon" userId="fa141e0c-4849-4deb-8f8c-65d25da6d8db" providerId="ADAL" clId="{261B0ADF-DC3E-41B1-A954-7B394627D313}" dt="2020-03-06T09:09:38.560" v="4787" actId="21"/>
          <ac:spMkLst>
            <pc:docMk/>
            <pc:sldMk cId="777379187" sldId="704"/>
            <ac:spMk id="6" creationId="{A4A27E6B-4CE9-4FFA-B906-0EB985190922}"/>
          </ac:spMkLst>
        </pc:spChg>
      </pc:sldChg>
      <pc:sldChg chg="addSp delSp modSp add modAnim">
        <pc:chgData name="Joonho Kwon" userId="fa141e0c-4849-4deb-8f8c-65d25da6d8db" providerId="ADAL" clId="{261B0ADF-DC3E-41B1-A954-7B394627D313}" dt="2020-03-06T09:31:09.697" v="5417"/>
        <pc:sldMkLst>
          <pc:docMk/>
          <pc:sldMk cId="3437542016" sldId="705"/>
        </pc:sldMkLst>
        <pc:spChg chg="mod">
          <ac:chgData name="Joonho Kwon" userId="fa141e0c-4849-4deb-8f8c-65d25da6d8db" providerId="ADAL" clId="{261B0ADF-DC3E-41B1-A954-7B394627D313}" dt="2020-03-06T09:20:54.696" v="5079" actId="20577"/>
          <ac:spMkLst>
            <pc:docMk/>
            <pc:sldMk cId="3437542016" sldId="705"/>
            <ac:spMk id="2" creationId="{0FC5947B-EDA6-4034-AC22-A50235B70C21}"/>
          </ac:spMkLst>
        </pc:spChg>
        <pc:spChg chg="mod">
          <ac:chgData name="Joonho Kwon" userId="fa141e0c-4849-4deb-8f8c-65d25da6d8db" providerId="ADAL" clId="{261B0ADF-DC3E-41B1-A954-7B394627D313}" dt="2020-03-06T09:30:08.419" v="5411" actId="20577"/>
          <ac:spMkLst>
            <pc:docMk/>
            <pc:sldMk cId="3437542016" sldId="705"/>
            <ac:spMk id="3" creationId="{9FF83CC8-33C4-4EB1-883B-3922E666474B}"/>
          </ac:spMkLst>
        </pc:spChg>
        <pc:spChg chg="add del mod">
          <ac:chgData name="Joonho Kwon" userId="fa141e0c-4849-4deb-8f8c-65d25da6d8db" providerId="ADAL" clId="{261B0ADF-DC3E-41B1-A954-7B394627D313}" dt="2020-03-06T09:13:49.797" v="4814" actId="478"/>
          <ac:spMkLst>
            <pc:docMk/>
            <pc:sldMk cId="3437542016" sldId="705"/>
            <ac:spMk id="5" creationId="{26810B11-ADC5-4861-90FD-779ED3A62076}"/>
          </ac:spMkLst>
        </pc:spChg>
        <pc:spChg chg="add del mod">
          <ac:chgData name="Joonho Kwon" userId="fa141e0c-4849-4deb-8f8c-65d25da6d8db" providerId="ADAL" clId="{261B0ADF-DC3E-41B1-A954-7B394627D313}" dt="2020-03-06T09:13:55.090" v="4817" actId="478"/>
          <ac:spMkLst>
            <pc:docMk/>
            <pc:sldMk cId="3437542016" sldId="705"/>
            <ac:spMk id="6" creationId="{8D1CA893-6520-499C-8DB3-8567C5D204FC}"/>
          </ac:spMkLst>
        </pc:spChg>
        <pc:spChg chg="add del mod">
          <ac:chgData name="Joonho Kwon" userId="fa141e0c-4849-4deb-8f8c-65d25da6d8db" providerId="ADAL" clId="{261B0ADF-DC3E-41B1-A954-7B394627D313}" dt="2020-03-06T09:13:12.732" v="4798" actId="478"/>
          <ac:spMkLst>
            <pc:docMk/>
            <pc:sldMk cId="3437542016" sldId="705"/>
            <ac:spMk id="7" creationId="{DB326513-58ED-45E8-B891-C9B9C7A6599C}"/>
          </ac:spMkLst>
        </pc:spChg>
        <pc:spChg chg="add del mod topLvl">
          <ac:chgData name="Joonho Kwon" userId="fa141e0c-4849-4deb-8f8c-65d25da6d8db" providerId="ADAL" clId="{261B0ADF-DC3E-41B1-A954-7B394627D313}" dt="2020-03-06T09:21:16.135" v="5082" actId="21"/>
          <ac:spMkLst>
            <pc:docMk/>
            <pc:sldMk cId="3437542016" sldId="705"/>
            <ac:spMk id="8" creationId="{D06D1083-E53F-43C1-B1AB-EEFDF4F3F499}"/>
          </ac:spMkLst>
        </pc:spChg>
        <pc:spChg chg="add del mod topLvl">
          <ac:chgData name="Joonho Kwon" userId="fa141e0c-4849-4deb-8f8c-65d25da6d8db" providerId="ADAL" clId="{261B0ADF-DC3E-41B1-A954-7B394627D313}" dt="2020-03-06T09:21:16.135" v="5082" actId="21"/>
          <ac:spMkLst>
            <pc:docMk/>
            <pc:sldMk cId="3437542016" sldId="705"/>
            <ac:spMk id="9" creationId="{38B11F0D-3516-4109-9605-D6AE23F52D11}"/>
          </ac:spMkLst>
        </pc:spChg>
        <pc:spChg chg="add del mod topLvl">
          <ac:chgData name="Joonho Kwon" userId="fa141e0c-4849-4deb-8f8c-65d25da6d8db" providerId="ADAL" clId="{261B0ADF-DC3E-41B1-A954-7B394627D313}" dt="2020-03-06T09:21:16.135" v="5082" actId="21"/>
          <ac:spMkLst>
            <pc:docMk/>
            <pc:sldMk cId="3437542016" sldId="705"/>
            <ac:spMk id="10" creationId="{9974F763-A219-4230-90B9-B2C84BD9CB8D}"/>
          </ac:spMkLst>
        </pc:spChg>
        <pc:spChg chg="add del mod ord topLvl">
          <ac:chgData name="Joonho Kwon" userId="fa141e0c-4849-4deb-8f8c-65d25da6d8db" providerId="ADAL" clId="{261B0ADF-DC3E-41B1-A954-7B394627D313}" dt="2020-03-06T09:21:16.135" v="5082" actId="21"/>
          <ac:spMkLst>
            <pc:docMk/>
            <pc:sldMk cId="3437542016" sldId="705"/>
            <ac:spMk id="11" creationId="{DF7E88BF-499A-490F-924E-2A02244EE8A5}"/>
          </ac:spMkLst>
        </pc:spChg>
        <pc:spChg chg="add del mod topLvl">
          <ac:chgData name="Joonho Kwon" userId="fa141e0c-4849-4deb-8f8c-65d25da6d8db" providerId="ADAL" clId="{261B0ADF-DC3E-41B1-A954-7B394627D313}" dt="2020-03-06T09:21:16.135" v="5082" actId="21"/>
          <ac:spMkLst>
            <pc:docMk/>
            <pc:sldMk cId="3437542016" sldId="705"/>
            <ac:spMk id="12" creationId="{385C59CB-2675-451D-8320-0525C3700D14}"/>
          </ac:spMkLst>
        </pc:spChg>
        <pc:spChg chg="add del mod">
          <ac:chgData name="Joonho Kwon" userId="fa141e0c-4849-4deb-8f8c-65d25da6d8db" providerId="ADAL" clId="{261B0ADF-DC3E-41B1-A954-7B394627D313}" dt="2020-03-06T09:16:23.882" v="4893" actId="478"/>
          <ac:spMkLst>
            <pc:docMk/>
            <pc:sldMk cId="3437542016" sldId="705"/>
            <ac:spMk id="13" creationId="{F5C2EA50-560A-4D79-8B20-1D37DA778ABA}"/>
          </ac:spMkLst>
        </pc:spChg>
        <pc:spChg chg="add mod">
          <ac:chgData name="Joonho Kwon" userId="fa141e0c-4849-4deb-8f8c-65d25da6d8db" providerId="ADAL" clId="{261B0ADF-DC3E-41B1-A954-7B394627D313}" dt="2020-03-06T09:19:00.019" v="4929" actId="164"/>
          <ac:spMkLst>
            <pc:docMk/>
            <pc:sldMk cId="3437542016" sldId="705"/>
            <ac:spMk id="22" creationId="{C9575AF9-A8C7-49F3-8F79-81722C2CB3AD}"/>
          </ac:spMkLst>
        </pc:spChg>
        <pc:spChg chg="add mod">
          <ac:chgData name="Joonho Kwon" userId="fa141e0c-4849-4deb-8f8c-65d25da6d8db" providerId="ADAL" clId="{261B0ADF-DC3E-41B1-A954-7B394627D313}" dt="2020-03-06T09:19:21.059" v="4944" actId="1076"/>
          <ac:spMkLst>
            <pc:docMk/>
            <pc:sldMk cId="3437542016" sldId="705"/>
            <ac:spMk id="23" creationId="{D4C3ACA5-07E3-4510-8223-AF86315F4CBC}"/>
          </ac:spMkLst>
        </pc:spChg>
        <pc:spChg chg="add mod">
          <ac:chgData name="Joonho Kwon" userId="fa141e0c-4849-4deb-8f8c-65d25da6d8db" providerId="ADAL" clId="{261B0ADF-DC3E-41B1-A954-7B394627D313}" dt="2020-03-06T09:19:00.019" v="4929" actId="164"/>
          <ac:spMkLst>
            <pc:docMk/>
            <pc:sldMk cId="3437542016" sldId="705"/>
            <ac:spMk id="24" creationId="{CEDCEC53-328E-4341-B656-155A2E24CE3E}"/>
          </ac:spMkLst>
        </pc:spChg>
        <pc:spChg chg="add mod">
          <ac:chgData name="Joonho Kwon" userId="fa141e0c-4849-4deb-8f8c-65d25da6d8db" providerId="ADAL" clId="{261B0ADF-DC3E-41B1-A954-7B394627D313}" dt="2020-03-06T09:23:05.246" v="5160" actId="164"/>
          <ac:spMkLst>
            <pc:docMk/>
            <pc:sldMk cId="3437542016" sldId="705"/>
            <ac:spMk id="27" creationId="{15355134-F05D-438C-ACC2-04394BAA9359}"/>
          </ac:spMkLst>
        </pc:spChg>
        <pc:spChg chg="add mod">
          <ac:chgData name="Joonho Kwon" userId="fa141e0c-4849-4deb-8f8c-65d25da6d8db" providerId="ADAL" clId="{261B0ADF-DC3E-41B1-A954-7B394627D313}" dt="2020-03-06T09:23:05.246" v="5160" actId="164"/>
          <ac:spMkLst>
            <pc:docMk/>
            <pc:sldMk cId="3437542016" sldId="705"/>
            <ac:spMk id="28" creationId="{548B4FFE-C1D8-45C3-B036-5FBF75CD2B4F}"/>
          </ac:spMkLst>
        </pc:spChg>
        <pc:spChg chg="add mod">
          <ac:chgData name="Joonho Kwon" userId="fa141e0c-4849-4deb-8f8c-65d25da6d8db" providerId="ADAL" clId="{261B0ADF-DC3E-41B1-A954-7B394627D313}" dt="2020-03-06T09:23:05.246" v="5160" actId="164"/>
          <ac:spMkLst>
            <pc:docMk/>
            <pc:sldMk cId="3437542016" sldId="705"/>
            <ac:spMk id="29" creationId="{B69BC6A3-6668-4B7C-94C3-436D03E26F70}"/>
          </ac:spMkLst>
        </pc:spChg>
        <pc:spChg chg="add mod">
          <ac:chgData name="Joonho Kwon" userId="fa141e0c-4849-4deb-8f8c-65d25da6d8db" providerId="ADAL" clId="{261B0ADF-DC3E-41B1-A954-7B394627D313}" dt="2020-03-06T09:23:05.246" v="5160" actId="164"/>
          <ac:spMkLst>
            <pc:docMk/>
            <pc:sldMk cId="3437542016" sldId="705"/>
            <ac:spMk id="30" creationId="{3BDA7A4E-6431-450C-9E15-D6546317E02F}"/>
          </ac:spMkLst>
        </pc:spChg>
        <pc:spChg chg="add mod">
          <ac:chgData name="Joonho Kwon" userId="fa141e0c-4849-4deb-8f8c-65d25da6d8db" providerId="ADAL" clId="{261B0ADF-DC3E-41B1-A954-7B394627D313}" dt="2020-03-06T09:23:05.246" v="5160" actId="164"/>
          <ac:spMkLst>
            <pc:docMk/>
            <pc:sldMk cId="3437542016" sldId="705"/>
            <ac:spMk id="31" creationId="{E5CFC457-9803-428F-ABC1-0498D9CED5AD}"/>
          </ac:spMkLst>
        </pc:spChg>
        <pc:spChg chg="mod">
          <ac:chgData name="Joonho Kwon" userId="fa141e0c-4849-4deb-8f8c-65d25da6d8db" providerId="ADAL" clId="{261B0ADF-DC3E-41B1-A954-7B394627D313}" dt="2020-03-06T09:25:37.973" v="5170" actId="1076"/>
          <ac:spMkLst>
            <pc:docMk/>
            <pc:sldMk cId="3437542016" sldId="705"/>
            <ac:spMk id="37" creationId="{D1651EC3-4901-4428-B4AE-FAC2025C3095}"/>
          </ac:spMkLst>
        </pc:spChg>
        <pc:spChg chg="mod">
          <ac:chgData name="Joonho Kwon" userId="fa141e0c-4849-4deb-8f8c-65d25da6d8db" providerId="ADAL" clId="{261B0ADF-DC3E-41B1-A954-7B394627D313}" dt="2020-03-06T09:23:12.742" v="5162" actId="207"/>
          <ac:spMkLst>
            <pc:docMk/>
            <pc:sldMk cId="3437542016" sldId="705"/>
            <ac:spMk id="39" creationId="{29492FB2-9222-4E53-8841-4D15F6A060D2}"/>
          </ac:spMkLst>
        </pc:spChg>
        <pc:spChg chg="mod topLvl">
          <ac:chgData name="Joonho Kwon" userId="fa141e0c-4849-4deb-8f8c-65d25da6d8db" providerId="ADAL" clId="{261B0ADF-DC3E-41B1-A954-7B394627D313}" dt="2020-03-06T09:29:46.706" v="5399" actId="164"/>
          <ac:spMkLst>
            <pc:docMk/>
            <pc:sldMk cId="3437542016" sldId="705"/>
            <ac:spMk id="46" creationId="{D7F725F8-0ED9-4099-B169-11A7BE160A90}"/>
          </ac:spMkLst>
        </pc:spChg>
        <pc:spChg chg="mod ord topLvl">
          <ac:chgData name="Joonho Kwon" userId="fa141e0c-4849-4deb-8f8c-65d25da6d8db" providerId="ADAL" clId="{261B0ADF-DC3E-41B1-A954-7B394627D313}" dt="2020-03-06T09:29:46.706" v="5399" actId="164"/>
          <ac:spMkLst>
            <pc:docMk/>
            <pc:sldMk cId="3437542016" sldId="705"/>
            <ac:spMk id="47" creationId="{4CA1D17B-8C62-4700-870D-70924AD95D55}"/>
          </ac:spMkLst>
        </pc:spChg>
        <pc:spChg chg="mod ord topLvl">
          <ac:chgData name="Joonho Kwon" userId="fa141e0c-4849-4deb-8f8c-65d25da6d8db" providerId="ADAL" clId="{261B0ADF-DC3E-41B1-A954-7B394627D313}" dt="2020-03-06T09:29:46.706" v="5399" actId="164"/>
          <ac:spMkLst>
            <pc:docMk/>
            <pc:sldMk cId="3437542016" sldId="705"/>
            <ac:spMk id="48" creationId="{13B342A7-E903-4F1C-9052-CBEF7A81A2FA}"/>
          </ac:spMkLst>
        </pc:spChg>
        <pc:spChg chg="mod ord topLvl">
          <ac:chgData name="Joonho Kwon" userId="fa141e0c-4849-4deb-8f8c-65d25da6d8db" providerId="ADAL" clId="{261B0ADF-DC3E-41B1-A954-7B394627D313}" dt="2020-03-06T09:29:46.706" v="5399" actId="164"/>
          <ac:spMkLst>
            <pc:docMk/>
            <pc:sldMk cId="3437542016" sldId="705"/>
            <ac:spMk id="49" creationId="{13684CE3-9B1D-42B9-8A37-CC060DFA6C2B}"/>
          </ac:spMkLst>
        </pc:spChg>
        <pc:spChg chg="mod topLvl">
          <ac:chgData name="Joonho Kwon" userId="fa141e0c-4849-4deb-8f8c-65d25da6d8db" providerId="ADAL" clId="{261B0ADF-DC3E-41B1-A954-7B394627D313}" dt="2020-03-06T09:29:46.706" v="5399" actId="164"/>
          <ac:spMkLst>
            <pc:docMk/>
            <pc:sldMk cId="3437542016" sldId="705"/>
            <ac:spMk id="50" creationId="{A1945261-969F-477D-AAC5-B2157FBC6247}"/>
          </ac:spMkLst>
        </pc:spChg>
        <pc:spChg chg="mod">
          <ac:chgData name="Joonho Kwon" userId="fa141e0c-4849-4deb-8f8c-65d25da6d8db" providerId="ADAL" clId="{261B0ADF-DC3E-41B1-A954-7B394627D313}" dt="2020-03-06T09:25:55.249" v="5175" actId="1076"/>
          <ac:spMkLst>
            <pc:docMk/>
            <pc:sldMk cId="3437542016" sldId="705"/>
            <ac:spMk id="56" creationId="{7ECDDD0D-076C-4F4F-99F9-AEB71546F247}"/>
          </ac:spMkLst>
        </pc:spChg>
        <pc:grpChg chg="add mod">
          <ac:chgData name="Joonho Kwon" userId="fa141e0c-4849-4deb-8f8c-65d25da6d8db" providerId="ADAL" clId="{261B0ADF-DC3E-41B1-A954-7B394627D313}" dt="2020-03-06T09:20:58.024" v="5080" actId="1076"/>
          <ac:grpSpMkLst>
            <pc:docMk/>
            <pc:sldMk cId="3437542016" sldId="705"/>
            <ac:grpSpMk id="14" creationId="{005E1733-E75F-45EE-8ADD-ADA7A2EF5D0F}"/>
          </ac:grpSpMkLst>
        </pc:grpChg>
        <pc:grpChg chg="mod">
          <ac:chgData name="Joonho Kwon" userId="fa141e0c-4849-4deb-8f8c-65d25da6d8db" providerId="ADAL" clId="{261B0ADF-DC3E-41B1-A954-7B394627D313}" dt="2020-03-06T09:20:58.024" v="5080" actId="1076"/>
          <ac:grpSpMkLst>
            <pc:docMk/>
            <pc:sldMk cId="3437542016" sldId="705"/>
            <ac:grpSpMk id="16" creationId="{7286E52D-E128-4684-B8BF-AA909641FFF0}"/>
          </ac:grpSpMkLst>
        </pc:grpChg>
        <pc:grpChg chg="add mod">
          <ac:chgData name="Joonho Kwon" userId="fa141e0c-4849-4deb-8f8c-65d25da6d8db" providerId="ADAL" clId="{261B0ADF-DC3E-41B1-A954-7B394627D313}" dt="2020-03-06T09:20:58.024" v="5080" actId="1076"/>
          <ac:grpSpMkLst>
            <pc:docMk/>
            <pc:sldMk cId="3437542016" sldId="705"/>
            <ac:grpSpMk id="19" creationId="{E7C98BB2-C4B8-40ED-B640-5C2F5F5ABF1B}"/>
          </ac:grpSpMkLst>
        </pc:grpChg>
        <pc:grpChg chg="add del mod topLvl">
          <ac:chgData name="Joonho Kwon" userId="fa141e0c-4849-4deb-8f8c-65d25da6d8db" providerId="ADAL" clId="{261B0ADF-DC3E-41B1-A954-7B394627D313}" dt="2020-03-06T09:21:16.135" v="5082" actId="21"/>
          <ac:grpSpMkLst>
            <pc:docMk/>
            <pc:sldMk cId="3437542016" sldId="705"/>
            <ac:grpSpMk id="25" creationId="{2DAD3AC3-5820-4ECD-AC2E-F426FFBF3568}"/>
          </ac:grpSpMkLst>
        </pc:grpChg>
        <pc:grpChg chg="add del mod">
          <ac:chgData name="Joonho Kwon" userId="fa141e0c-4849-4deb-8f8c-65d25da6d8db" providerId="ADAL" clId="{261B0ADF-DC3E-41B1-A954-7B394627D313}" dt="2020-03-06T09:21:10.885" v="5081" actId="165"/>
          <ac:grpSpMkLst>
            <pc:docMk/>
            <pc:sldMk cId="3437542016" sldId="705"/>
            <ac:grpSpMk id="26" creationId="{96BB58C1-0D0A-4801-806C-4AD4378A9589}"/>
          </ac:grpSpMkLst>
        </pc:grpChg>
        <pc:grpChg chg="add mod">
          <ac:chgData name="Joonho Kwon" userId="fa141e0c-4849-4deb-8f8c-65d25da6d8db" providerId="ADAL" clId="{261B0ADF-DC3E-41B1-A954-7B394627D313}" dt="2020-03-06T09:25:37.973" v="5170" actId="1076"/>
          <ac:grpSpMkLst>
            <pc:docMk/>
            <pc:sldMk cId="3437542016" sldId="705"/>
            <ac:grpSpMk id="32" creationId="{5799C807-80EE-4EFB-A613-8034B4716806}"/>
          </ac:grpSpMkLst>
        </pc:grpChg>
        <pc:grpChg chg="mod">
          <ac:chgData name="Joonho Kwon" userId="fa141e0c-4849-4deb-8f8c-65d25da6d8db" providerId="ADAL" clId="{261B0ADF-DC3E-41B1-A954-7B394627D313}" dt="2020-03-06T09:23:08.247" v="5161" actId="1076"/>
          <ac:grpSpMkLst>
            <pc:docMk/>
            <pc:sldMk cId="3437542016" sldId="705"/>
            <ac:grpSpMk id="33" creationId="{5688BE0A-7A21-412B-BD26-52C2E1CDCCCF}"/>
          </ac:grpSpMkLst>
        </pc:grpChg>
        <pc:grpChg chg="mod">
          <ac:chgData name="Joonho Kwon" userId="fa141e0c-4849-4deb-8f8c-65d25da6d8db" providerId="ADAL" clId="{261B0ADF-DC3E-41B1-A954-7B394627D313}" dt="2020-03-06T09:23:08.247" v="5161" actId="1076"/>
          <ac:grpSpMkLst>
            <pc:docMk/>
            <pc:sldMk cId="3437542016" sldId="705"/>
            <ac:grpSpMk id="41" creationId="{C204E9E3-B017-4A09-B151-35E24F29DE24}"/>
          </ac:grpSpMkLst>
        </pc:grpChg>
        <pc:grpChg chg="add mod">
          <ac:chgData name="Joonho Kwon" userId="fa141e0c-4849-4deb-8f8c-65d25da6d8db" providerId="ADAL" clId="{261B0ADF-DC3E-41B1-A954-7B394627D313}" dt="2020-03-06T09:25:37.973" v="5170" actId="1076"/>
          <ac:grpSpMkLst>
            <pc:docMk/>
            <pc:sldMk cId="3437542016" sldId="705"/>
            <ac:grpSpMk id="44" creationId="{11F81A5B-3C8F-4BE0-B49C-243217CC54C8}"/>
          </ac:grpSpMkLst>
        </pc:grpChg>
        <pc:grpChg chg="add del mod">
          <ac:chgData name="Joonho Kwon" userId="fa141e0c-4849-4deb-8f8c-65d25da6d8db" providerId="ADAL" clId="{261B0ADF-DC3E-41B1-A954-7B394627D313}" dt="2020-03-06T09:29:10.435" v="5394" actId="165"/>
          <ac:grpSpMkLst>
            <pc:docMk/>
            <pc:sldMk cId="3437542016" sldId="705"/>
            <ac:grpSpMk id="45" creationId="{011FAAE0-484E-4459-9330-29A68F638975}"/>
          </ac:grpSpMkLst>
        </pc:grpChg>
        <pc:grpChg chg="add del mod topLvl">
          <ac:chgData name="Joonho Kwon" userId="fa141e0c-4849-4deb-8f8c-65d25da6d8db" providerId="ADAL" clId="{261B0ADF-DC3E-41B1-A954-7B394627D313}" dt="2020-03-06T09:31:00.727" v="5415" actId="478"/>
          <ac:grpSpMkLst>
            <pc:docMk/>
            <pc:sldMk cId="3437542016" sldId="705"/>
            <ac:grpSpMk id="51" creationId="{AEA49C52-7DB3-4498-A01B-E19ED8F119F6}"/>
          </ac:grpSpMkLst>
        </pc:grpChg>
        <pc:grpChg chg="mod">
          <ac:chgData name="Joonho Kwon" userId="fa141e0c-4849-4deb-8f8c-65d25da6d8db" providerId="ADAL" clId="{261B0ADF-DC3E-41B1-A954-7B394627D313}" dt="2020-03-06T09:23:32.281" v="5167" actId="1076"/>
          <ac:grpSpMkLst>
            <pc:docMk/>
            <pc:sldMk cId="3437542016" sldId="705"/>
            <ac:grpSpMk id="52" creationId="{A7849F08-C517-452B-B075-567362B83B72}"/>
          </ac:grpSpMkLst>
        </pc:grpChg>
        <pc:grpChg chg="mod">
          <ac:chgData name="Joonho Kwon" userId="fa141e0c-4849-4deb-8f8c-65d25da6d8db" providerId="ADAL" clId="{261B0ADF-DC3E-41B1-A954-7B394627D313}" dt="2020-03-06T09:23:32.281" v="5167" actId="1076"/>
          <ac:grpSpMkLst>
            <pc:docMk/>
            <pc:sldMk cId="3437542016" sldId="705"/>
            <ac:grpSpMk id="60" creationId="{78D4BCAD-FC83-4C94-BC30-3F6D5F7C8DE2}"/>
          </ac:grpSpMkLst>
        </pc:grpChg>
        <pc:grpChg chg="add mod">
          <ac:chgData name="Joonho Kwon" userId="fa141e0c-4849-4deb-8f8c-65d25da6d8db" providerId="ADAL" clId="{261B0ADF-DC3E-41B1-A954-7B394627D313}" dt="2020-03-06T09:29:46.706" v="5399" actId="164"/>
          <ac:grpSpMkLst>
            <pc:docMk/>
            <pc:sldMk cId="3437542016" sldId="705"/>
            <ac:grpSpMk id="74" creationId="{16DDFD61-CB54-4E78-82C2-50E4E065F0F3}"/>
          </ac:grpSpMkLst>
        </pc:grpChg>
        <pc:cxnChg chg="add del mod">
          <ac:chgData name="Joonho Kwon" userId="fa141e0c-4849-4deb-8f8c-65d25da6d8db" providerId="ADAL" clId="{261B0ADF-DC3E-41B1-A954-7B394627D313}" dt="2020-03-06T09:30:10.092" v="5412" actId="478"/>
          <ac:cxnSpMkLst>
            <pc:docMk/>
            <pc:sldMk cId="3437542016" sldId="705"/>
            <ac:cxnSpMk id="64" creationId="{530AFE8B-A5FF-4921-9B0B-F21DE197973A}"/>
          </ac:cxnSpMkLst>
        </pc:cxnChg>
        <pc:cxnChg chg="add mod ord">
          <ac:chgData name="Joonho Kwon" userId="fa141e0c-4849-4deb-8f8c-65d25da6d8db" providerId="ADAL" clId="{261B0ADF-DC3E-41B1-A954-7B394627D313}" dt="2020-03-06T09:29:02.105" v="5393" actId="171"/>
          <ac:cxnSpMkLst>
            <pc:docMk/>
            <pc:sldMk cId="3437542016" sldId="705"/>
            <ac:cxnSpMk id="71" creationId="{E3E98A27-0C8F-4B94-A410-9990DCC77B38}"/>
          </ac:cxnSpMkLst>
        </pc:cxnChg>
      </pc:sldChg>
      <pc:sldChg chg="addSp delSp modSp add ord modAnim">
        <pc:chgData name="Joonho Kwon" userId="fa141e0c-4849-4deb-8f8c-65d25da6d8db" providerId="ADAL" clId="{261B0ADF-DC3E-41B1-A954-7B394627D313}" dt="2020-03-06T09:39:26.242" v="5598" actId="1076"/>
        <pc:sldMkLst>
          <pc:docMk/>
          <pc:sldMk cId="1967977138" sldId="706"/>
        </pc:sldMkLst>
        <pc:spChg chg="mod">
          <ac:chgData name="Joonho Kwon" userId="fa141e0c-4849-4deb-8f8c-65d25da6d8db" providerId="ADAL" clId="{261B0ADF-DC3E-41B1-A954-7B394627D313}" dt="2020-03-06T09:36:21.057" v="5503" actId="15"/>
          <ac:spMkLst>
            <pc:docMk/>
            <pc:sldMk cId="1967977138" sldId="706"/>
            <ac:spMk id="2" creationId="{D3952021-7606-40B5-83D9-EEE2871402E2}"/>
          </ac:spMkLst>
        </pc:spChg>
        <pc:spChg chg="mod">
          <ac:chgData name="Joonho Kwon" userId="fa141e0c-4849-4deb-8f8c-65d25da6d8db" providerId="ADAL" clId="{261B0ADF-DC3E-41B1-A954-7B394627D313}" dt="2020-03-06T08:16:59.850" v="4781" actId="27636"/>
          <ac:spMkLst>
            <pc:docMk/>
            <pc:sldMk cId="1967977138" sldId="706"/>
            <ac:spMk id="3" creationId="{7DC6482E-8EC8-48D2-9BCE-7AF72E2B41A4}"/>
          </ac:spMkLst>
        </pc:spChg>
        <pc:spChg chg="add del">
          <ac:chgData name="Joonho Kwon" userId="fa141e0c-4849-4deb-8f8c-65d25da6d8db" providerId="ADAL" clId="{261B0ADF-DC3E-41B1-A954-7B394627D313}" dt="2020-03-06T08:15:19.519" v="4663"/>
          <ac:spMkLst>
            <pc:docMk/>
            <pc:sldMk cId="1967977138" sldId="706"/>
            <ac:spMk id="5" creationId="{23C596AD-C811-46D6-908F-660403A07F2D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0" creationId="{72DB3131-9008-43C4-934C-4A3E0FAB138F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1" creationId="{C1C615CF-1A56-482A-919A-DF5AFC798F8A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2" creationId="{EFAD24A1-B4ED-426F-87B2-A9948245AA09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3" creationId="{15102FD3-2BD3-450C-9E8D-32770339D5E9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4" creationId="{D33AE3DE-2789-4693-8485-D55F784A1957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5" creationId="{D689D74A-53CA-497C-AABB-AE3CB4EB9BA9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16" creationId="{1025D681-5A57-438D-8EDC-8BCCBC96C4D3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20" creationId="{6B6B6CC6-213F-4B1D-82F9-228BF477261E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21" creationId="{F43745E2-3C64-4FCF-9D65-B154E6303CD1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25" creationId="{EB396F76-4829-4645-991F-DF2CD1674787}"/>
          </ac:spMkLst>
        </pc:spChg>
        <pc:spChg chg="add mod">
          <ac:chgData name="Joonho Kwon" userId="fa141e0c-4849-4deb-8f8c-65d25da6d8db" providerId="ADAL" clId="{261B0ADF-DC3E-41B1-A954-7B394627D313}" dt="2020-03-06T09:36:14.789" v="5501" actId="164"/>
          <ac:spMkLst>
            <pc:docMk/>
            <pc:sldMk cId="1967977138" sldId="706"/>
            <ac:spMk id="26" creationId="{35FA4F3E-F784-460C-ACFB-7991718E7FBF}"/>
          </ac:spMkLst>
        </pc:spChg>
        <pc:spChg chg="add mod">
          <ac:chgData name="Joonho Kwon" userId="fa141e0c-4849-4deb-8f8c-65d25da6d8db" providerId="ADAL" clId="{261B0ADF-DC3E-41B1-A954-7B394627D313}" dt="2020-03-06T09:39:15.920" v="5596" actId="1076"/>
          <ac:spMkLst>
            <pc:docMk/>
            <pc:sldMk cId="1967977138" sldId="706"/>
            <ac:spMk id="30" creationId="{995AD392-0EB4-4F80-B184-5D6E01FCB482}"/>
          </ac:spMkLst>
        </pc:spChg>
        <pc:spChg chg="mod">
          <ac:chgData name="Joonho Kwon" userId="fa141e0c-4849-4deb-8f8c-65d25da6d8db" providerId="ADAL" clId="{261B0ADF-DC3E-41B1-A954-7B394627D313}" dt="2020-03-06T09:39:26.242" v="5598" actId="1076"/>
          <ac:spMkLst>
            <pc:docMk/>
            <pc:sldMk cId="1967977138" sldId="706"/>
            <ac:spMk id="70" creationId="{24D2B835-A50A-43A2-A41D-FD13AEF9787E}"/>
          </ac:spMkLst>
        </pc:spChg>
        <pc:spChg chg="mod">
          <ac:chgData name="Joonho Kwon" userId="fa141e0c-4849-4deb-8f8c-65d25da6d8db" providerId="ADAL" clId="{261B0ADF-DC3E-41B1-A954-7B394627D313}" dt="2020-03-06T09:39:26.242" v="5598" actId="1076"/>
          <ac:spMkLst>
            <pc:docMk/>
            <pc:sldMk cId="1967977138" sldId="706"/>
            <ac:spMk id="73" creationId="{7B300549-9861-4F4B-9070-DE98F9E34D31}"/>
          </ac:spMkLst>
        </pc:spChg>
        <pc:spChg chg="mod">
          <ac:chgData name="Joonho Kwon" userId="fa141e0c-4849-4deb-8f8c-65d25da6d8db" providerId="ADAL" clId="{261B0ADF-DC3E-41B1-A954-7B394627D313}" dt="2020-03-06T09:39:26.242" v="5598" actId="1076"/>
          <ac:spMkLst>
            <pc:docMk/>
            <pc:sldMk cId="1967977138" sldId="706"/>
            <ac:spMk id="74" creationId="{2CC1F1A5-1EB2-4ACF-9929-DEBE50605172}"/>
          </ac:spMkLst>
        </pc:spChg>
        <pc:grpChg chg="add mod">
          <ac:chgData name="Joonho Kwon" userId="fa141e0c-4849-4deb-8f8c-65d25da6d8db" providerId="ADAL" clId="{261B0ADF-DC3E-41B1-A954-7B394627D313}" dt="2020-03-06T09:39:14.748" v="5595" actId="1076"/>
          <ac:grpSpMkLst>
            <pc:docMk/>
            <pc:sldMk cId="1967977138" sldId="706"/>
            <ac:grpSpMk id="6" creationId="{D0782A82-E4A6-4907-BCAE-2D992C29DA33}"/>
          </ac:grpSpMkLst>
        </pc:grpChg>
        <pc:grpChg chg="add mod">
          <ac:chgData name="Joonho Kwon" userId="fa141e0c-4849-4deb-8f8c-65d25da6d8db" providerId="ADAL" clId="{261B0ADF-DC3E-41B1-A954-7B394627D313}" dt="2020-03-06T09:36:14.789" v="5501" actId="164"/>
          <ac:grpSpMkLst>
            <pc:docMk/>
            <pc:sldMk cId="1967977138" sldId="706"/>
            <ac:grpSpMk id="7" creationId="{1AE5A6F5-2DA3-404E-9C45-0408446BFA5E}"/>
          </ac:grpSpMkLst>
        </pc:grpChg>
        <pc:grpChg chg="add mod">
          <ac:chgData name="Joonho Kwon" userId="fa141e0c-4849-4deb-8f8c-65d25da6d8db" providerId="ADAL" clId="{261B0ADF-DC3E-41B1-A954-7B394627D313}" dt="2020-03-06T09:36:14.789" v="5501" actId="164"/>
          <ac:grpSpMkLst>
            <pc:docMk/>
            <pc:sldMk cId="1967977138" sldId="706"/>
            <ac:grpSpMk id="17" creationId="{16E56D38-8588-46A6-951B-0891F75A5A95}"/>
          </ac:grpSpMkLst>
        </pc:grpChg>
        <pc:grpChg chg="add mod">
          <ac:chgData name="Joonho Kwon" userId="fa141e0c-4849-4deb-8f8c-65d25da6d8db" providerId="ADAL" clId="{261B0ADF-DC3E-41B1-A954-7B394627D313}" dt="2020-03-06T09:36:14.789" v="5501" actId="164"/>
          <ac:grpSpMkLst>
            <pc:docMk/>
            <pc:sldMk cId="1967977138" sldId="706"/>
            <ac:grpSpMk id="22" creationId="{B6D5F1F5-2AFC-469B-A6D9-C8E2286A6A6E}"/>
          </ac:grpSpMkLst>
        </pc:grpChg>
        <pc:grpChg chg="add mod">
          <ac:chgData name="Joonho Kwon" userId="fa141e0c-4849-4deb-8f8c-65d25da6d8db" providerId="ADAL" clId="{261B0ADF-DC3E-41B1-A954-7B394627D313}" dt="2020-03-06T09:36:14.789" v="5501" actId="164"/>
          <ac:grpSpMkLst>
            <pc:docMk/>
            <pc:sldMk cId="1967977138" sldId="706"/>
            <ac:grpSpMk id="27" creationId="{DDF81F99-7957-4B01-85EF-717C4A45BCAF}"/>
          </ac:grpSpMkLst>
        </pc:grpChg>
        <pc:grpChg chg="add del mod">
          <ac:chgData name="Joonho Kwon" userId="fa141e0c-4849-4deb-8f8c-65d25da6d8db" providerId="ADAL" clId="{261B0ADF-DC3E-41B1-A954-7B394627D313}" dt="2020-03-06T09:36:34.461" v="5507" actId="21"/>
          <ac:grpSpMkLst>
            <pc:docMk/>
            <pc:sldMk cId="1967977138" sldId="706"/>
            <ac:grpSpMk id="31" creationId="{7A22F1F7-8914-46D2-B568-C8551E5572FC}"/>
          </ac:grpSpMkLst>
        </pc:grpChg>
        <pc:grpChg chg="mod">
          <ac:chgData name="Joonho Kwon" userId="fa141e0c-4849-4deb-8f8c-65d25da6d8db" providerId="ADAL" clId="{261B0ADF-DC3E-41B1-A954-7B394627D313}" dt="2020-03-06T09:36:26.413" v="5505"/>
          <ac:grpSpMkLst>
            <pc:docMk/>
            <pc:sldMk cId="1967977138" sldId="706"/>
            <ac:grpSpMk id="32" creationId="{55FB0691-788A-4E63-B6A7-BA5BD837F068}"/>
          </ac:grpSpMkLst>
        </pc:grpChg>
        <pc:grpChg chg="mod">
          <ac:chgData name="Joonho Kwon" userId="fa141e0c-4849-4deb-8f8c-65d25da6d8db" providerId="ADAL" clId="{261B0ADF-DC3E-41B1-A954-7B394627D313}" dt="2020-03-06T09:36:26.413" v="5505"/>
          <ac:grpSpMkLst>
            <pc:docMk/>
            <pc:sldMk cId="1967977138" sldId="706"/>
            <ac:grpSpMk id="40" creationId="{7C30D531-1593-47EC-9005-FD0D208919FA}"/>
          </ac:grpSpMkLst>
        </pc:grpChg>
        <pc:grpChg chg="mod">
          <ac:chgData name="Joonho Kwon" userId="fa141e0c-4849-4deb-8f8c-65d25da6d8db" providerId="ADAL" clId="{261B0ADF-DC3E-41B1-A954-7B394627D313}" dt="2020-03-06T09:36:26.413" v="5505"/>
          <ac:grpSpMkLst>
            <pc:docMk/>
            <pc:sldMk cId="1967977138" sldId="706"/>
            <ac:grpSpMk id="43" creationId="{EFAFBB7C-789F-409E-A96E-AAB92523D331}"/>
          </ac:grpSpMkLst>
        </pc:grpChg>
        <pc:grpChg chg="mod">
          <ac:chgData name="Joonho Kwon" userId="fa141e0c-4849-4deb-8f8c-65d25da6d8db" providerId="ADAL" clId="{261B0ADF-DC3E-41B1-A954-7B394627D313}" dt="2020-03-06T09:36:26.413" v="5505"/>
          <ac:grpSpMkLst>
            <pc:docMk/>
            <pc:sldMk cId="1967977138" sldId="706"/>
            <ac:grpSpMk id="46" creationId="{7EB88C1E-69F4-4CEC-B7D0-95D6B1138F81}"/>
          </ac:grpSpMkLst>
        </pc:grpChg>
        <pc:grpChg chg="add mod">
          <ac:chgData name="Joonho Kwon" userId="fa141e0c-4849-4deb-8f8c-65d25da6d8db" providerId="ADAL" clId="{261B0ADF-DC3E-41B1-A954-7B394627D313}" dt="2020-03-06T09:39:20.435" v="5597" actId="1076"/>
          <ac:grpSpMkLst>
            <pc:docMk/>
            <pc:sldMk cId="1967977138" sldId="706"/>
            <ac:grpSpMk id="55" creationId="{1B592582-10C7-4A9C-A9F8-07F9E0DCC124}"/>
          </ac:grpSpMkLst>
        </pc:grpChg>
        <pc:picChg chg="add del">
          <ac:chgData name="Joonho Kwon" userId="fa141e0c-4849-4deb-8f8c-65d25da6d8db" providerId="ADAL" clId="{261B0ADF-DC3E-41B1-A954-7B394627D313}" dt="2020-03-06T08:15:19.519" v="4663"/>
          <ac:picMkLst>
            <pc:docMk/>
            <pc:sldMk cId="1967977138" sldId="706"/>
            <ac:picMk id="1025" creationId="{4296DC0D-3900-40C5-9FB9-CE7CFA163C12}"/>
          </ac:picMkLst>
        </pc:picChg>
        <pc:cxnChg chg="mod">
          <ac:chgData name="Joonho Kwon" userId="fa141e0c-4849-4deb-8f8c-65d25da6d8db" providerId="ADAL" clId="{261B0ADF-DC3E-41B1-A954-7B394627D313}" dt="2020-03-06T09:39:26.242" v="5598" actId="1076"/>
          <ac:cxnSpMkLst>
            <pc:docMk/>
            <pc:sldMk cId="1967977138" sldId="706"/>
            <ac:cxnSpMk id="69" creationId="{577A5C92-6D6D-48C5-ADC4-D0FC3CA06899}"/>
          </ac:cxnSpMkLst>
        </pc:cxnChg>
      </pc:sldChg>
      <pc:sldChg chg="addSp delSp modSp add modAnim">
        <pc:chgData name="Joonho Kwon" userId="fa141e0c-4849-4deb-8f8c-65d25da6d8db" providerId="ADAL" clId="{261B0ADF-DC3E-41B1-A954-7B394627D313}" dt="2020-03-06T09:22:58.150" v="5158" actId="14100"/>
        <pc:sldMkLst>
          <pc:docMk/>
          <pc:sldMk cId="4225057894" sldId="707"/>
        </pc:sldMkLst>
        <pc:spChg chg="del">
          <ac:chgData name="Joonho Kwon" userId="fa141e0c-4849-4deb-8f8c-65d25da6d8db" providerId="ADAL" clId="{261B0ADF-DC3E-41B1-A954-7B394627D313}" dt="2020-03-06T09:16:44.918" v="4895"/>
          <ac:spMkLst>
            <pc:docMk/>
            <pc:sldMk cId="4225057894" sldId="707"/>
            <ac:spMk id="2" creationId="{00916B67-D018-49D1-8C3E-8869E57172F8}"/>
          </ac:spMkLst>
        </pc:spChg>
        <pc:spChg chg="del">
          <ac:chgData name="Joonho Kwon" userId="fa141e0c-4849-4deb-8f8c-65d25da6d8db" providerId="ADAL" clId="{261B0ADF-DC3E-41B1-A954-7B394627D313}" dt="2020-03-06T09:16:44.918" v="4895"/>
          <ac:spMkLst>
            <pc:docMk/>
            <pc:sldMk cId="4225057894" sldId="707"/>
            <ac:spMk id="3" creationId="{B56D0576-0FDD-48CF-9EA8-C5416DE95298}"/>
          </ac:spMkLst>
        </pc:spChg>
        <pc:spChg chg="add mod">
          <ac:chgData name="Joonho Kwon" userId="fa141e0c-4849-4deb-8f8c-65d25da6d8db" providerId="ADAL" clId="{261B0ADF-DC3E-41B1-A954-7B394627D313}" dt="2020-03-06T09:16:44.918" v="4895"/>
          <ac:spMkLst>
            <pc:docMk/>
            <pc:sldMk cId="4225057894" sldId="707"/>
            <ac:spMk id="5" creationId="{F84DC905-A78E-4755-B6A8-39B1CF750A29}"/>
          </ac:spMkLst>
        </pc:spChg>
        <pc:spChg chg="del mod topLvl">
          <ac:chgData name="Joonho Kwon" userId="fa141e0c-4849-4deb-8f8c-65d25da6d8db" providerId="ADAL" clId="{261B0ADF-DC3E-41B1-A954-7B394627D313}" dt="2020-03-06T09:19:41.958" v="4948" actId="478"/>
          <ac:spMkLst>
            <pc:docMk/>
            <pc:sldMk cId="4225057894" sldId="707"/>
            <ac:spMk id="9" creationId="{2AE96B4E-C6CF-4C3B-B0EA-ABC66754F3E0}"/>
          </ac:spMkLst>
        </pc:spChg>
        <pc:spChg chg="del mod topLvl">
          <ac:chgData name="Joonho Kwon" userId="fa141e0c-4849-4deb-8f8c-65d25da6d8db" providerId="ADAL" clId="{261B0ADF-DC3E-41B1-A954-7B394627D313}" dt="2020-03-06T09:19:41.958" v="4948" actId="478"/>
          <ac:spMkLst>
            <pc:docMk/>
            <pc:sldMk cId="4225057894" sldId="707"/>
            <ac:spMk id="11" creationId="{7F16AE44-4904-4CF0-9763-162B3553634C}"/>
          </ac:spMkLst>
        </pc:spChg>
        <pc:spChg chg="del mod topLvl">
          <ac:chgData name="Joonho Kwon" userId="fa141e0c-4849-4deb-8f8c-65d25da6d8db" providerId="ADAL" clId="{261B0ADF-DC3E-41B1-A954-7B394627D313}" dt="2020-03-06T09:19:41.958" v="4948" actId="478"/>
          <ac:spMkLst>
            <pc:docMk/>
            <pc:sldMk cId="4225057894" sldId="707"/>
            <ac:spMk id="12" creationId="{298161CC-30D9-48ED-8C25-A46EEA1E5C25}"/>
          </ac:spMkLst>
        </pc:spChg>
        <pc:spChg chg="del mod topLvl">
          <ac:chgData name="Joonho Kwon" userId="fa141e0c-4849-4deb-8f8c-65d25da6d8db" providerId="ADAL" clId="{261B0ADF-DC3E-41B1-A954-7B394627D313}" dt="2020-03-06T09:16:59.888" v="4899" actId="478"/>
          <ac:spMkLst>
            <pc:docMk/>
            <pc:sldMk cId="4225057894" sldId="707"/>
            <ac:spMk id="13" creationId="{7736AD6E-D424-46AE-8D3C-59EEF1EBAADC}"/>
          </ac:spMkLst>
        </pc:spChg>
        <pc:spChg chg="del mod topLvl">
          <ac:chgData name="Joonho Kwon" userId="fa141e0c-4849-4deb-8f8c-65d25da6d8db" providerId="ADAL" clId="{261B0ADF-DC3E-41B1-A954-7B394627D313}" dt="2020-03-06T09:19:41.958" v="4948" actId="478"/>
          <ac:spMkLst>
            <pc:docMk/>
            <pc:sldMk cId="4225057894" sldId="707"/>
            <ac:spMk id="14" creationId="{EBB3C8C9-8CF2-44E2-9E6F-FAC6107A5DD3}"/>
          </ac:spMkLst>
        </pc:spChg>
        <pc:spChg chg="mod">
          <ac:chgData name="Joonho Kwon" userId="fa141e0c-4849-4deb-8f8c-65d25da6d8db" providerId="ADAL" clId="{261B0ADF-DC3E-41B1-A954-7B394627D313}" dt="2020-03-06T09:16:53.701" v="4897" actId="6549"/>
          <ac:spMkLst>
            <pc:docMk/>
            <pc:sldMk cId="4225057894" sldId="707"/>
            <ac:spMk id="22" creationId="{13E2C764-F516-4CF0-B1ED-00FDAE70A233}"/>
          </ac:spMkLst>
        </pc:spChg>
        <pc:spChg chg="mod">
          <ac:chgData name="Joonho Kwon" userId="fa141e0c-4849-4deb-8f8c-65d25da6d8db" providerId="ADAL" clId="{261B0ADF-DC3E-41B1-A954-7B394627D313}" dt="2020-03-06T09:17:12.062" v="4904" actId="5793"/>
          <ac:spMkLst>
            <pc:docMk/>
            <pc:sldMk cId="4225057894" sldId="707"/>
            <ac:spMk id="26" creationId="{375D4614-119B-4C8A-9420-E9D2BD73D66D}"/>
          </ac:spMkLst>
        </pc:spChg>
        <pc:spChg chg="mod topLvl">
          <ac:chgData name="Joonho Kwon" userId="fa141e0c-4849-4deb-8f8c-65d25da6d8db" providerId="ADAL" clId="{261B0ADF-DC3E-41B1-A954-7B394627D313}" dt="2020-03-06T09:17:35.691" v="4909" actId="165"/>
          <ac:spMkLst>
            <pc:docMk/>
            <pc:sldMk cId="4225057894" sldId="707"/>
            <ac:spMk id="30" creationId="{10C875C9-0914-4049-B955-5708E0D6F84E}"/>
          </ac:spMkLst>
        </pc:spChg>
        <pc:spChg chg="mod topLvl">
          <ac:chgData name="Joonho Kwon" userId="fa141e0c-4849-4deb-8f8c-65d25da6d8db" providerId="ADAL" clId="{261B0ADF-DC3E-41B1-A954-7B394627D313}" dt="2020-03-06T09:18:08.633" v="4920" actId="1076"/>
          <ac:spMkLst>
            <pc:docMk/>
            <pc:sldMk cId="4225057894" sldId="707"/>
            <ac:spMk id="32" creationId="{3D7B8039-B757-427A-8E41-A74331D4A097}"/>
          </ac:spMkLst>
        </pc:spChg>
        <pc:spChg chg="mod topLvl">
          <ac:chgData name="Joonho Kwon" userId="fa141e0c-4849-4deb-8f8c-65d25da6d8db" providerId="ADAL" clId="{261B0ADF-DC3E-41B1-A954-7B394627D313}" dt="2020-03-06T09:17:35.691" v="4909" actId="165"/>
          <ac:spMkLst>
            <pc:docMk/>
            <pc:sldMk cId="4225057894" sldId="707"/>
            <ac:spMk id="33" creationId="{3867B11E-D811-40A1-BAD1-BB819C8317C7}"/>
          </ac:spMkLst>
        </pc:spChg>
        <pc:spChg chg="del mod topLvl">
          <ac:chgData name="Joonho Kwon" userId="fa141e0c-4849-4deb-8f8c-65d25da6d8db" providerId="ADAL" clId="{261B0ADF-DC3E-41B1-A954-7B394627D313}" dt="2020-03-06T09:17:41.597" v="4911" actId="478"/>
          <ac:spMkLst>
            <pc:docMk/>
            <pc:sldMk cId="4225057894" sldId="707"/>
            <ac:spMk id="34" creationId="{3DCA27AD-CDB0-4A91-910F-B4C320CCED0C}"/>
          </ac:spMkLst>
        </pc:spChg>
        <pc:spChg chg="mod topLvl">
          <ac:chgData name="Joonho Kwon" userId="fa141e0c-4849-4deb-8f8c-65d25da6d8db" providerId="ADAL" clId="{261B0ADF-DC3E-41B1-A954-7B394627D313}" dt="2020-03-06T09:18:32.530" v="4924" actId="1076"/>
          <ac:spMkLst>
            <pc:docMk/>
            <pc:sldMk cId="4225057894" sldId="707"/>
            <ac:spMk id="35" creationId="{C107D5C8-CAED-4882-AB97-2E04D153DC31}"/>
          </ac:spMkLst>
        </pc:spChg>
        <pc:spChg chg="mod">
          <ac:chgData name="Joonho Kwon" userId="fa141e0c-4849-4deb-8f8c-65d25da6d8db" providerId="ADAL" clId="{261B0ADF-DC3E-41B1-A954-7B394627D313}" dt="2020-03-06T09:17:58.022" v="4918" actId="5793"/>
          <ac:spMkLst>
            <pc:docMk/>
            <pc:sldMk cId="4225057894" sldId="707"/>
            <ac:spMk id="47" creationId="{8B1995A2-6929-4C8C-B985-D5F24A8E1714}"/>
          </ac:spMkLst>
        </pc:spChg>
        <pc:spChg chg="add del mod">
          <ac:chgData name="Joonho Kwon" userId="fa141e0c-4849-4deb-8f8c-65d25da6d8db" providerId="ADAL" clId="{261B0ADF-DC3E-41B1-A954-7B394627D313}" dt="2020-03-06T09:21:19.027" v="5083" actId="478"/>
          <ac:spMkLst>
            <pc:docMk/>
            <pc:sldMk cId="4225057894" sldId="707"/>
            <ac:spMk id="48" creationId="{FFA1A52A-489F-44F6-B0D7-8E83B95ECBF6}"/>
          </ac:spMkLst>
        </pc:spChg>
        <pc:spChg chg="add del mod">
          <ac:chgData name="Joonho Kwon" userId="fa141e0c-4849-4deb-8f8c-65d25da6d8db" providerId="ADAL" clId="{261B0ADF-DC3E-41B1-A954-7B394627D313}" dt="2020-03-06T09:21:19.027" v="5083" actId="478"/>
          <ac:spMkLst>
            <pc:docMk/>
            <pc:sldMk cId="4225057894" sldId="707"/>
            <ac:spMk id="49" creationId="{7BC38093-A47A-45FB-AC50-05AA1E3D7F10}"/>
          </ac:spMkLst>
        </pc:spChg>
        <pc:spChg chg="add del mod">
          <ac:chgData name="Joonho Kwon" userId="fa141e0c-4849-4deb-8f8c-65d25da6d8db" providerId="ADAL" clId="{261B0ADF-DC3E-41B1-A954-7B394627D313}" dt="2020-03-06T09:21:19.027" v="5083" actId="478"/>
          <ac:spMkLst>
            <pc:docMk/>
            <pc:sldMk cId="4225057894" sldId="707"/>
            <ac:spMk id="50" creationId="{DB43457E-C59C-4DB8-908A-CBFCED57612D}"/>
          </ac:spMkLst>
        </pc:spChg>
        <pc:spChg chg="add del mod">
          <ac:chgData name="Joonho Kwon" userId="fa141e0c-4849-4deb-8f8c-65d25da6d8db" providerId="ADAL" clId="{261B0ADF-DC3E-41B1-A954-7B394627D313}" dt="2020-03-06T09:21:19.027" v="5083" actId="478"/>
          <ac:spMkLst>
            <pc:docMk/>
            <pc:sldMk cId="4225057894" sldId="707"/>
            <ac:spMk id="51" creationId="{328A5E05-5E87-483E-8BDC-A2461BFD39DC}"/>
          </ac:spMkLst>
        </pc:spChg>
        <pc:spChg chg="add del mod">
          <ac:chgData name="Joonho Kwon" userId="fa141e0c-4849-4deb-8f8c-65d25da6d8db" providerId="ADAL" clId="{261B0ADF-DC3E-41B1-A954-7B394627D313}" dt="2020-03-06T09:21:19.027" v="5083" actId="478"/>
          <ac:spMkLst>
            <pc:docMk/>
            <pc:sldMk cId="4225057894" sldId="707"/>
            <ac:spMk id="52" creationId="{B6E81A63-3C6B-4FED-86E8-A648E06CE0EF}"/>
          </ac:spMkLst>
        </pc:spChg>
        <pc:spChg chg="add mod">
          <ac:chgData name="Joonho Kwon" userId="fa141e0c-4849-4deb-8f8c-65d25da6d8db" providerId="ADAL" clId="{261B0ADF-DC3E-41B1-A954-7B394627D313}" dt="2020-03-06T09:22:58.150" v="5158" actId="14100"/>
          <ac:spMkLst>
            <pc:docMk/>
            <pc:sldMk cId="4225057894" sldId="707"/>
            <ac:spMk id="65" creationId="{39094005-0F60-4E50-A2C5-6D872642304F}"/>
          </ac:spMkLst>
        </pc:spChg>
        <pc:spChg chg="add">
          <ac:chgData name="Joonho Kwon" userId="fa141e0c-4849-4deb-8f8c-65d25da6d8db" providerId="ADAL" clId="{261B0ADF-DC3E-41B1-A954-7B394627D313}" dt="2020-03-06T09:21:19.386" v="5084"/>
          <ac:spMkLst>
            <pc:docMk/>
            <pc:sldMk cId="4225057894" sldId="707"/>
            <ac:spMk id="66" creationId="{3A17DD69-13A6-4F36-99A8-EAE8A778F5CB}"/>
          </ac:spMkLst>
        </pc:spChg>
        <pc:spChg chg="add">
          <ac:chgData name="Joonho Kwon" userId="fa141e0c-4849-4deb-8f8c-65d25da6d8db" providerId="ADAL" clId="{261B0ADF-DC3E-41B1-A954-7B394627D313}" dt="2020-03-06T09:21:19.386" v="5084"/>
          <ac:spMkLst>
            <pc:docMk/>
            <pc:sldMk cId="4225057894" sldId="707"/>
            <ac:spMk id="67" creationId="{03E1B59F-2278-4C88-9345-3B37CF70C026}"/>
          </ac:spMkLst>
        </pc:spChg>
        <pc:spChg chg="add">
          <ac:chgData name="Joonho Kwon" userId="fa141e0c-4849-4deb-8f8c-65d25da6d8db" providerId="ADAL" clId="{261B0ADF-DC3E-41B1-A954-7B394627D313}" dt="2020-03-06T09:21:19.386" v="5084"/>
          <ac:spMkLst>
            <pc:docMk/>
            <pc:sldMk cId="4225057894" sldId="707"/>
            <ac:spMk id="68" creationId="{CB96F699-1896-4829-BC9E-0FEA00529B97}"/>
          </ac:spMkLst>
        </pc:spChg>
        <pc:spChg chg="add">
          <ac:chgData name="Joonho Kwon" userId="fa141e0c-4849-4deb-8f8c-65d25da6d8db" providerId="ADAL" clId="{261B0ADF-DC3E-41B1-A954-7B394627D313}" dt="2020-03-06T09:21:19.386" v="5084"/>
          <ac:spMkLst>
            <pc:docMk/>
            <pc:sldMk cId="4225057894" sldId="707"/>
            <ac:spMk id="69" creationId="{CB38E52B-5E95-42A7-A44E-D12E56D14BAF}"/>
          </ac:spMkLst>
        </pc:spChg>
        <pc:spChg chg="mod topLvl">
          <ac:chgData name="Joonho Kwon" userId="fa141e0c-4849-4deb-8f8c-65d25da6d8db" providerId="ADAL" clId="{261B0ADF-DC3E-41B1-A954-7B394627D313}" dt="2020-03-06T09:22:41.262" v="5151" actId="164"/>
          <ac:spMkLst>
            <pc:docMk/>
            <pc:sldMk cId="4225057894" sldId="707"/>
            <ac:spMk id="73" creationId="{FEFE4B83-5004-475F-ABFB-59832852A5FF}"/>
          </ac:spMkLst>
        </pc:spChg>
        <pc:spChg chg="mod topLvl">
          <ac:chgData name="Joonho Kwon" userId="fa141e0c-4849-4deb-8f8c-65d25da6d8db" providerId="ADAL" clId="{261B0ADF-DC3E-41B1-A954-7B394627D313}" dt="2020-03-06T09:22:55.092" v="5157" actId="1035"/>
          <ac:spMkLst>
            <pc:docMk/>
            <pc:sldMk cId="4225057894" sldId="707"/>
            <ac:spMk id="74" creationId="{DEA26F9D-2830-4630-8A1D-A4246D7EABC8}"/>
          </ac:spMkLst>
        </pc:spChg>
        <pc:spChg chg="mod topLvl">
          <ac:chgData name="Joonho Kwon" userId="fa141e0c-4849-4deb-8f8c-65d25da6d8db" providerId="ADAL" clId="{261B0ADF-DC3E-41B1-A954-7B394627D313}" dt="2020-03-06T09:22:41.262" v="5151" actId="164"/>
          <ac:spMkLst>
            <pc:docMk/>
            <pc:sldMk cId="4225057894" sldId="707"/>
            <ac:spMk id="75" creationId="{1CAA5921-8D08-4E6C-81CA-977FB3C5F410}"/>
          </ac:spMkLst>
        </pc:spChg>
        <pc:spChg chg="mod">
          <ac:chgData name="Joonho Kwon" userId="fa141e0c-4849-4deb-8f8c-65d25da6d8db" providerId="ADAL" clId="{261B0ADF-DC3E-41B1-A954-7B394627D313}" dt="2020-03-06T09:22:41.262" v="5151" actId="164"/>
          <ac:spMkLst>
            <pc:docMk/>
            <pc:sldMk cId="4225057894" sldId="707"/>
            <ac:spMk id="76" creationId="{05C5D4AD-3270-4B8B-B71B-8DE77D9275D8}"/>
          </ac:spMkLst>
        </pc:spChg>
        <pc:spChg chg="del">
          <ac:chgData name="Joonho Kwon" userId="fa141e0c-4849-4deb-8f8c-65d25da6d8db" providerId="ADAL" clId="{261B0ADF-DC3E-41B1-A954-7B394627D313}" dt="2020-03-06T09:21:39.274" v="5091" actId="478"/>
          <ac:spMkLst>
            <pc:docMk/>
            <pc:sldMk cId="4225057894" sldId="707"/>
            <ac:spMk id="77" creationId="{4C116D15-CCC8-48C7-B7B0-D8D2C77D7209}"/>
          </ac:spMkLst>
        </pc:spChg>
        <pc:spChg chg="add mod">
          <ac:chgData name="Joonho Kwon" userId="fa141e0c-4849-4deb-8f8c-65d25da6d8db" providerId="ADAL" clId="{261B0ADF-DC3E-41B1-A954-7B394627D313}" dt="2020-03-06T09:22:41.262" v="5151" actId="164"/>
          <ac:spMkLst>
            <pc:docMk/>
            <pc:sldMk cId="4225057894" sldId="707"/>
            <ac:spMk id="82" creationId="{505048C7-FA71-4CA7-8861-CFEFB9F2ACAC}"/>
          </ac:spMkLst>
        </pc:spChg>
        <pc:spChg chg="add mod">
          <ac:chgData name="Joonho Kwon" userId="fa141e0c-4849-4deb-8f8c-65d25da6d8db" providerId="ADAL" clId="{261B0ADF-DC3E-41B1-A954-7B394627D313}" dt="2020-03-06T09:22:41.262" v="5151" actId="164"/>
          <ac:spMkLst>
            <pc:docMk/>
            <pc:sldMk cId="4225057894" sldId="707"/>
            <ac:spMk id="83" creationId="{A04F36FF-5125-49AD-B866-5D386BCB52C6}"/>
          </ac:spMkLst>
        </pc:spChg>
        <pc:grpChg chg="add del">
          <ac:chgData name="Joonho Kwon" userId="fa141e0c-4849-4deb-8f8c-65d25da6d8db" providerId="ADAL" clId="{261B0ADF-DC3E-41B1-A954-7B394627D313}" dt="2020-03-06T09:16:57.528" v="4898" actId="165"/>
          <ac:grpSpMkLst>
            <pc:docMk/>
            <pc:sldMk cId="4225057894" sldId="707"/>
            <ac:grpSpMk id="6" creationId="{F08B4A89-18C4-478E-A7CC-7EF61A009BB5}"/>
          </ac:grpSpMkLst>
        </pc:grpChg>
        <pc:grpChg chg="del mod topLvl">
          <ac:chgData name="Joonho Kwon" userId="fa141e0c-4849-4deb-8f8c-65d25da6d8db" providerId="ADAL" clId="{261B0ADF-DC3E-41B1-A954-7B394627D313}" dt="2020-03-06T09:19:41.958" v="4948" actId="478"/>
          <ac:grpSpMkLst>
            <pc:docMk/>
            <pc:sldMk cId="4225057894" sldId="707"/>
            <ac:grpSpMk id="7" creationId="{99F36D23-E14C-435B-9D2B-38C6D18FE798}"/>
          </ac:grpSpMkLst>
        </pc:grpChg>
        <pc:grpChg chg="del mod topLvl">
          <ac:chgData name="Joonho Kwon" userId="fa141e0c-4849-4deb-8f8c-65d25da6d8db" providerId="ADAL" clId="{261B0ADF-DC3E-41B1-A954-7B394627D313}" dt="2020-03-06T09:16:59.888" v="4899" actId="478"/>
          <ac:grpSpMkLst>
            <pc:docMk/>
            <pc:sldMk cId="4225057894" sldId="707"/>
            <ac:grpSpMk id="8" creationId="{9FD32B03-EA05-41A9-AD1E-128E87AABFA0}"/>
          </ac:grpSpMkLst>
        </pc:grpChg>
        <pc:grpChg chg="del mod topLvl">
          <ac:chgData name="Joonho Kwon" userId="fa141e0c-4849-4deb-8f8c-65d25da6d8db" providerId="ADAL" clId="{261B0ADF-DC3E-41B1-A954-7B394627D313}" dt="2020-03-06T09:19:41.958" v="4948" actId="478"/>
          <ac:grpSpMkLst>
            <pc:docMk/>
            <pc:sldMk cId="4225057894" sldId="707"/>
            <ac:grpSpMk id="10" creationId="{9CBA961F-658F-4173-8B71-7D5590D4235A}"/>
          </ac:grpSpMkLst>
        </pc:grpChg>
        <pc:grpChg chg="mod">
          <ac:chgData name="Joonho Kwon" userId="fa141e0c-4849-4deb-8f8c-65d25da6d8db" providerId="ADAL" clId="{261B0ADF-DC3E-41B1-A954-7B394627D313}" dt="2020-03-06T09:17:18.828" v="4906" actId="14100"/>
          <ac:grpSpMkLst>
            <pc:docMk/>
            <pc:sldMk cId="4225057894" sldId="707"/>
            <ac:grpSpMk id="24" creationId="{76727446-F1F8-4014-A831-BEEFE7AF7EE2}"/>
          </ac:grpSpMkLst>
        </pc:grpChg>
        <pc:grpChg chg="add del mod">
          <ac:chgData name="Joonho Kwon" userId="fa141e0c-4849-4deb-8f8c-65d25da6d8db" providerId="ADAL" clId="{261B0ADF-DC3E-41B1-A954-7B394627D313}" dt="2020-03-06T09:17:35.691" v="4909" actId="165"/>
          <ac:grpSpMkLst>
            <pc:docMk/>
            <pc:sldMk cId="4225057894" sldId="707"/>
            <ac:grpSpMk id="27" creationId="{594FCD6E-5361-4B74-9D94-C62F435F42A6}"/>
          </ac:grpSpMkLst>
        </pc:grpChg>
        <pc:grpChg chg="mod topLvl">
          <ac:chgData name="Joonho Kwon" userId="fa141e0c-4849-4deb-8f8c-65d25da6d8db" providerId="ADAL" clId="{261B0ADF-DC3E-41B1-A954-7B394627D313}" dt="2020-03-06T09:18:06.390" v="4919" actId="14100"/>
          <ac:grpSpMkLst>
            <pc:docMk/>
            <pc:sldMk cId="4225057894" sldId="707"/>
            <ac:grpSpMk id="28" creationId="{C1AD4177-683B-4044-B4E4-DEEE73E7D135}"/>
          </ac:grpSpMkLst>
        </pc:grpChg>
        <pc:grpChg chg="del mod topLvl">
          <ac:chgData name="Joonho Kwon" userId="fa141e0c-4849-4deb-8f8c-65d25da6d8db" providerId="ADAL" clId="{261B0ADF-DC3E-41B1-A954-7B394627D313}" dt="2020-03-06T09:17:40.549" v="4910" actId="478"/>
          <ac:grpSpMkLst>
            <pc:docMk/>
            <pc:sldMk cId="4225057894" sldId="707"/>
            <ac:grpSpMk id="29" creationId="{781B5C7E-6638-4576-BB7A-7C915B3DD4BF}"/>
          </ac:grpSpMkLst>
        </pc:grpChg>
        <pc:grpChg chg="mod topLvl">
          <ac:chgData name="Joonho Kwon" userId="fa141e0c-4849-4deb-8f8c-65d25da6d8db" providerId="ADAL" clId="{261B0ADF-DC3E-41B1-A954-7B394627D313}" dt="2020-03-06T09:18:06.390" v="4919" actId="14100"/>
          <ac:grpSpMkLst>
            <pc:docMk/>
            <pc:sldMk cId="4225057894" sldId="707"/>
            <ac:grpSpMk id="31" creationId="{B3EAA55C-5781-4777-A52D-AC0AB586FC35}"/>
          </ac:grpSpMkLst>
        </pc:grpChg>
        <pc:grpChg chg="mod">
          <ac:chgData name="Joonho Kwon" userId="fa141e0c-4849-4deb-8f8c-65d25da6d8db" providerId="ADAL" clId="{261B0ADF-DC3E-41B1-A954-7B394627D313}" dt="2020-03-06T09:17:28.735" v="4908" actId="1076"/>
          <ac:grpSpMkLst>
            <pc:docMk/>
            <pc:sldMk cId="4225057894" sldId="707"/>
            <ac:grpSpMk id="38" creationId="{4D97AD27-40B5-4F54-807C-788B83963EAC}"/>
          </ac:grpSpMkLst>
        </pc:grpChg>
        <pc:grpChg chg="mod">
          <ac:chgData name="Joonho Kwon" userId="fa141e0c-4849-4deb-8f8c-65d25da6d8db" providerId="ADAL" clId="{261B0ADF-DC3E-41B1-A954-7B394627D313}" dt="2020-03-06T09:17:28.735" v="4908" actId="1076"/>
          <ac:grpSpMkLst>
            <pc:docMk/>
            <pc:sldMk cId="4225057894" sldId="707"/>
            <ac:grpSpMk id="39" creationId="{A40AA540-8DD8-4296-B0BB-3C146899FA04}"/>
          </ac:grpSpMkLst>
        </pc:grpChg>
        <pc:grpChg chg="mod">
          <ac:chgData name="Joonho Kwon" userId="fa141e0c-4849-4deb-8f8c-65d25da6d8db" providerId="ADAL" clId="{261B0ADF-DC3E-41B1-A954-7B394627D313}" dt="2020-03-06T09:18:06.390" v="4919" actId="14100"/>
          <ac:grpSpMkLst>
            <pc:docMk/>
            <pc:sldMk cId="4225057894" sldId="707"/>
            <ac:grpSpMk id="45" creationId="{ED1F9319-148F-4539-94FA-71070ECCA54C}"/>
          </ac:grpSpMkLst>
        </pc:grpChg>
        <pc:grpChg chg="add del mod">
          <ac:chgData name="Joonho Kwon" userId="fa141e0c-4849-4deb-8f8c-65d25da6d8db" providerId="ADAL" clId="{261B0ADF-DC3E-41B1-A954-7B394627D313}" dt="2020-03-06T09:21:19.027" v="5083" actId="478"/>
          <ac:grpSpMkLst>
            <pc:docMk/>
            <pc:sldMk cId="4225057894" sldId="707"/>
            <ac:grpSpMk id="53" creationId="{4A5210EC-8684-4ED3-9E9B-EAB3FEF21D7F}"/>
          </ac:grpSpMkLst>
        </pc:grpChg>
        <pc:grpChg chg="mod">
          <ac:chgData name="Joonho Kwon" userId="fa141e0c-4849-4deb-8f8c-65d25da6d8db" providerId="ADAL" clId="{261B0ADF-DC3E-41B1-A954-7B394627D313}" dt="2020-03-06T09:19:43.396" v="4960" actId="1035"/>
          <ac:grpSpMkLst>
            <pc:docMk/>
            <pc:sldMk cId="4225057894" sldId="707"/>
            <ac:grpSpMk id="54" creationId="{06159041-3BD5-4C61-8FA2-99B7216DF5D0}"/>
          </ac:grpSpMkLst>
        </pc:grpChg>
        <pc:grpChg chg="mod">
          <ac:chgData name="Joonho Kwon" userId="fa141e0c-4849-4deb-8f8c-65d25da6d8db" providerId="ADAL" clId="{261B0ADF-DC3E-41B1-A954-7B394627D313}" dt="2020-03-06T09:19:43.396" v="4960" actId="1035"/>
          <ac:grpSpMkLst>
            <pc:docMk/>
            <pc:sldMk cId="4225057894" sldId="707"/>
            <ac:grpSpMk id="55" creationId="{C334C396-40E4-43AF-A564-34DD0608593C}"/>
          </ac:grpSpMkLst>
        </pc:grpChg>
        <pc:grpChg chg="mod">
          <ac:chgData name="Joonho Kwon" userId="fa141e0c-4849-4deb-8f8c-65d25da6d8db" providerId="ADAL" clId="{261B0ADF-DC3E-41B1-A954-7B394627D313}" dt="2020-03-06T09:19:43.396" v="4960" actId="1035"/>
          <ac:grpSpMkLst>
            <pc:docMk/>
            <pc:sldMk cId="4225057894" sldId="707"/>
            <ac:grpSpMk id="62" creationId="{B2255578-2498-4A63-9FFD-37C1B64D83DF}"/>
          </ac:grpSpMkLst>
        </pc:grpChg>
        <pc:grpChg chg="add del mod">
          <ac:chgData name="Joonho Kwon" userId="fa141e0c-4849-4deb-8f8c-65d25da6d8db" providerId="ADAL" clId="{261B0ADF-DC3E-41B1-A954-7B394627D313}" dt="2020-03-06T09:21:27.772" v="5088" actId="165"/>
          <ac:grpSpMkLst>
            <pc:docMk/>
            <pc:sldMk cId="4225057894" sldId="707"/>
            <ac:grpSpMk id="70" creationId="{B03D1B51-DA83-4270-9767-062444205025}"/>
          </ac:grpSpMkLst>
        </pc:grpChg>
        <pc:grpChg chg="mod topLvl">
          <ac:chgData name="Joonho Kwon" userId="fa141e0c-4849-4deb-8f8c-65d25da6d8db" providerId="ADAL" clId="{261B0ADF-DC3E-41B1-A954-7B394627D313}" dt="2020-03-06T09:22:45.622" v="5152" actId="1076"/>
          <ac:grpSpMkLst>
            <pc:docMk/>
            <pc:sldMk cId="4225057894" sldId="707"/>
            <ac:grpSpMk id="71" creationId="{A6296DEF-5B1D-444B-96A9-E30366142306}"/>
          </ac:grpSpMkLst>
        </pc:grpChg>
        <pc:grpChg chg="del mod topLvl">
          <ac:chgData name="Joonho Kwon" userId="fa141e0c-4849-4deb-8f8c-65d25da6d8db" providerId="ADAL" clId="{261B0ADF-DC3E-41B1-A954-7B394627D313}" dt="2020-03-06T09:21:39.274" v="5091" actId="478"/>
          <ac:grpSpMkLst>
            <pc:docMk/>
            <pc:sldMk cId="4225057894" sldId="707"/>
            <ac:grpSpMk id="72" creationId="{EDB2CA0C-2D63-4A90-BDF2-879E7C9C2B88}"/>
          </ac:grpSpMkLst>
        </pc:grpChg>
        <pc:grpChg chg="mod">
          <ac:chgData name="Joonho Kwon" userId="fa141e0c-4849-4deb-8f8c-65d25da6d8db" providerId="ADAL" clId="{261B0ADF-DC3E-41B1-A954-7B394627D313}" dt="2020-03-06T09:22:45.622" v="5152" actId="1076"/>
          <ac:grpSpMkLst>
            <pc:docMk/>
            <pc:sldMk cId="4225057894" sldId="707"/>
            <ac:grpSpMk id="79" creationId="{8D79C3A5-D83E-42E3-A355-C88449B7191A}"/>
          </ac:grpSpMkLst>
        </pc:grpChg>
        <pc:grpChg chg="add mod">
          <ac:chgData name="Joonho Kwon" userId="fa141e0c-4849-4deb-8f8c-65d25da6d8db" providerId="ADAL" clId="{261B0ADF-DC3E-41B1-A954-7B394627D313}" dt="2020-03-06T09:22:45.622" v="5152" actId="1076"/>
          <ac:grpSpMkLst>
            <pc:docMk/>
            <pc:sldMk cId="4225057894" sldId="707"/>
            <ac:grpSpMk id="84" creationId="{FA913DFE-1689-4983-BCAE-D7FAD74135AA}"/>
          </ac:grpSpMkLst>
        </pc:grpChg>
      </pc:sldChg>
      <pc:sldChg chg="add del">
        <pc:chgData name="Joonho Kwon" userId="fa141e0c-4849-4deb-8f8c-65d25da6d8db" providerId="ADAL" clId="{261B0ADF-DC3E-41B1-A954-7B394627D313}" dt="2020-03-06T09:32:40.896" v="5425" actId="47"/>
        <pc:sldMkLst>
          <pc:docMk/>
          <pc:sldMk cId="1162836631" sldId="708"/>
        </pc:sldMkLst>
      </pc:sldChg>
      <pc:sldChg chg="addSp delSp modSp add ord modAnim">
        <pc:chgData name="Joonho Kwon" userId="fa141e0c-4849-4deb-8f8c-65d25da6d8db" providerId="ADAL" clId="{261B0ADF-DC3E-41B1-A954-7B394627D313}" dt="2020-03-06T09:39:46.393" v="5600"/>
        <pc:sldMkLst>
          <pc:docMk/>
          <pc:sldMk cId="2538030030" sldId="708"/>
        </pc:sldMkLst>
        <pc:spChg chg="del">
          <ac:chgData name="Joonho Kwon" userId="fa141e0c-4849-4deb-8f8c-65d25da6d8db" providerId="ADAL" clId="{261B0ADF-DC3E-41B1-A954-7B394627D313}" dt="2020-03-06T09:32:46.429" v="5427"/>
          <ac:spMkLst>
            <pc:docMk/>
            <pc:sldMk cId="2538030030" sldId="708"/>
            <ac:spMk id="2" creationId="{A1BBECDC-D2E6-4F44-AE0B-AC719061619C}"/>
          </ac:spMkLst>
        </pc:spChg>
        <pc:spChg chg="del">
          <ac:chgData name="Joonho Kwon" userId="fa141e0c-4849-4deb-8f8c-65d25da6d8db" providerId="ADAL" clId="{261B0ADF-DC3E-41B1-A954-7B394627D313}" dt="2020-03-06T09:32:46.429" v="5427"/>
          <ac:spMkLst>
            <pc:docMk/>
            <pc:sldMk cId="2538030030" sldId="708"/>
            <ac:spMk id="3" creationId="{0E87FC40-BDF2-417F-8CDC-7F5F87D921B4}"/>
          </ac:spMkLst>
        </pc:spChg>
        <pc:spChg chg="add mod">
          <ac:chgData name="Joonho Kwon" userId="fa141e0c-4849-4deb-8f8c-65d25da6d8db" providerId="ADAL" clId="{261B0ADF-DC3E-41B1-A954-7B394627D313}" dt="2020-03-06T09:32:46.429" v="5427"/>
          <ac:spMkLst>
            <pc:docMk/>
            <pc:sldMk cId="2538030030" sldId="708"/>
            <ac:spMk id="5" creationId="{EB703151-FB85-435D-BF02-9DCD2ED8FD5F}"/>
          </ac:spMkLst>
        </pc:spChg>
        <pc:spChg chg="mod topLvl">
          <ac:chgData name="Joonho Kwon" userId="fa141e0c-4849-4deb-8f8c-65d25da6d8db" providerId="ADAL" clId="{261B0ADF-DC3E-41B1-A954-7B394627D313}" dt="2020-03-06T09:35:30.159" v="5485" actId="14100"/>
          <ac:spMkLst>
            <pc:docMk/>
            <pc:sldMk cId="2538030030" sldId="708"/>
            <ac:spMk id="8" creationId="{F5C42C9A-7DF6-4E03-80EC-CBCCB8F0A1BC}"/>
          </ac:spMkLst>
        </pc:spChg>
        <pc:spChg chg="mod topLvl">
          <ac:chgData name="Joonho Kwon" userId="fa141e0c-4849-4deb-8f8c-65d25da6d8db" providerId="ADAL" clId="{261B0ADF-DC3E-41B1-A954-7B394627D313}" dt="2020-03-06T09:32:58.356" v="5439" actId="165"/>
          <ac:spMkLst>
            <pc:docMk/>
            <pc:sldMk cId="2538030030" sldId="708"/>
            <ac:spMk id="9" creationId="{9A19CB34-51C0-42DD-AFD4-DC4E7F637206}"/>
          </ac:spMkLst>
        </pc:spChg>
        <pc:spChg chg="mod topLvl">
          <ac:chgData name="Joonho Kwon" userId="fa141e0c-4849-4deb-8f8c-65d25da6d8db" providerId="ADAL" clId="{261B0ADF-DC3E-41B1-A954-7B394627D313}" dt="2020-03-06T09:32:58.356" v="5439" actId="165"/>
          <ac:spMkLst>
            <pc:docMk/>
            <pc:sldMk cId="2538030030" sldId="708"/>
            <ac:spMk id="10" creationId="{6009E7B7-36A3-4B25-91B3-879E09938430}"/>
          </ac:spMkLst>
        </pc:spChg>
        <pc:spChg chg="del mod topLvl">
          <ac:chgData name="Joonho Kwon" userId="fa141e0c-4849-4deb-8f8c-65d25da6d8db" providerId="ADAL" clId="{261B0ADF-DC3E-41B1-A954-7B394627D313}" dt="2020-03-06T09:33:49.285" v="5457" actId="478"/>
          <ac:spMkLst>
            <pc:docMk/>
            <pc:sldMk cId="2538030030" sldId="708"/>
            <ac:spMk id="11" creationId="{E649F2BE-32F4-4666-8835-3D362D7B1F74}"/>
          </ac:spMkLst>
        </pc:spChg>
        <pc:spChg chg="mod topLvl">
          <ac:chgData name="Joonho Kwon" userId="fa141e0c-4849-4deb-8f8c-65d25da6d8db" providerId="ADAL" clId="{261B0ADF-DC3E-41B1-A954-7B394627D313}" dt="2020-03-06T09:32:58.356" v="5439" actId="165"/>
          <ac:spMkLst>
            <pc:docMk/>
            <pc:sldMk cId="2538030030" sldId="708"/>
            <ac:spMk id="12" creationId="{B7901545-8EF7-469C-A6DE-DC2413FED87E}"/>
          </ac:spMkLst>
        </pc:spChg>
        <pc:spChg chg="mod topLvl">
          <ac:chgData name="Joonho Kwon" userId="fa141e0c-4849-4deb-8f8c-65d25da6d8db" providerId="ADAL" clId="{261B0ADF-DC3E-41B1-A954-7B394627D313}" dt="2020-03-06T09:32:58.356" v="5439" actId="165"/>
          <ac:spMkLst>
            <pc:docMk/>
            <pc:sldMk cId="2538030030" sldId="708"/>
            <ac:spMk id="13" creationId="{4B500A8F-44E7-4B7D-98AB-F67510CD1E8F}"/>
          </ac:spMkLst>
        </pc:spChg>
        <pc:spChg chg="mod">
          <ac:chgData name="Joonho Kwon" userId="fa141e0c-4849-4deb-8f8c-65d25da6d8db" providerId="ADAL" clId="{261B0ADF-DC3E-41B1-A954-7B394627D313}" dt="2020-03-06T09:34:09.957" v="5462" actId="14100"/>
          <ac:spMkLst>
            <pc:docMk/>
            <pc:sldMk cId="2538030030" sldId="708"/>
            <ac:spMk id="14" creationId="{1C040D4F-DD4F-4294-9F2A-DBAF881F7D42}"/>
          </ac:spMkLst>
        </pc:spChg>
        <pc:spChg chg="mod">
          <ac:chgData name="Joonho Kwon" userId="fa141e0c-4849-4deb-8f8c-65d25da6d8db" providerId="ADAL" clId="{261B0ADF-DC3E-41B1-A954-7B394627D313}" dt="2020-03-06T09:34:59.196" v="5479" actId="20577"/>
          <ac:spMkLst>
            <pc:docMk/>
            <pc:sldMk cId="2538030030" sldId="708"/>
            <ac:spMk id="16" creationId="{C32216F1-2588-4912-B5B9-E5014BE6021F}"/>
          </ac:spMkLst>
        </pc:spChg>
        <pc:spChg chg="del mod">
          <ac:chgData name="Joonho Kwon" userId="fa141e0c-4849-4deb-8f8c-65d25da6d8db" providerId="ADAL" clId="{261B0ADF-DC3E-41B1-A954-7B394627D313}" dt="2020-03-06T09:34:50.155" v="5474" actId="478"/>
          <ac:spMkLst>
            <pc:docMk/>
            <pc:sldMk cId="2538030030" sldId="708"/>
            <ac:spMk id="17" creationId="{1D6B3E7E-D57D-4C09-B6C1-4654E176F23C}"/>
          </ac:spMkLst>
        </pc:spChg>
        <pc:spChg chg="add del mod">
          <ac:chgData name="Joonho Kwon" userId="fa141e0c-4849-4deb-8f8c-65d25da6d8db" providerId="ADAL" clId="{261B0ADF-DC3E-41B1-A954-7B394627D313}" dt="2020-03-06T09:33:49.285" v="5457" actId="478"/>
          <ac:spMkLst>
            <pc:docMk/>
            <pc:sldMk cId="2538030030" sldId="708"/>
            <ac:spMk id="23" creationId="{A8EFEA15-B74E-42CF-955F-B5D5DD234C24}"/>
          </ac:spMkLst>
        </pc:spChg>
        <pc:spChg chg="add mod">
          <ac:chgData name="Joonho Kwon" userId="fa141e0c-4849-4deb-8f8c-65d25da6d8db" providerId="ADAL" clId="{261B0ADF-DC3E-41B1-A954-7B394627D313}" dt="2020-03-06T09:34:16.662" v="5463" actId="14100"/>
          <ac:spMkLst>
            <pc:docMk/>
            <pc:sldMk cId="2538030030" sldId="708"/>
            <ac:spMk id="24" creationId="{F04B469B-A963-41B5-BCCC-404792C53A84}"/>
          </ac:spMkLst>
        </pc:spChg>
        <pc:spChg chg="add mod">
          <ac:chgData name="Joonho Kwon" userId="fa141e0c-4849-4deb-8f8c-65d25da6d8db" providerId="ADAL" clId="{261B0ADF-DC3E-41B1-A954-7B394627D313}" dt="2020-03-06T09:34:00.866" v="5461" actId="1076"/>
          <ac:spMkLst>
            <pc:docMk/>
            <pc:sldMk cId="2538030030" sldId="708"/>
            <ac:spMk id="25" creationId="{D6F63A1B-6BDC-44FE-B872-06E1C2F7A704}"/>
          </ac:spMkLst>
        </pc:spChg>
        <pc:spChg chg="mod">
          <ac:chgData name="Joonho Kwon" userId="fa141e0c-4849-4deb-8f8c-65d25da6d8db" providerId="ADAL" clId="{261B0ADF-DC3E-41B1-A954-7B394627D313}" dt="2020-03-06T09:35:23.221" v="5483" actId="478"/>
          <ac:spMkLst>
            <pc:docMk/>
            <pc:sldMk cId="2538030030" sldId="708"/>
            <ac:spMk id="29" creationId="{5E4A590C-7547-405B-9117-29E35A897BAC}"/>
          </ac:spMkLst>
        </pc:spChg>
        <pc:spChg chg="del mod">
          <ac:chgData name="Joonho Kwon" userId="fa141e0c-4849-4deb-8f8c-65d25da6d8db" providerId="ADAL" clId="{261B0ADF-DC3E-41B1-A954-7B394627D313}" dt="2020-03-06T09:35:23.221" v="5483" actId="478"/>
          <ac:spMkLst>
            <pc:docMk/>
            <pc:sldMk cId="2538030030" sldId="708"/>
            <ac:spMk id="30" creationId="{1ED5BD5F-519B-44AF-B4DC-7CBA3AF6AA0D}"/>
          </ac:spMkLst>
        </pc:spChg>
        <pc:spChg chg="add mod">
          <ac:chgData name="Joonho Kwon" userId="fa141e0c-4849-4deb-8f8c-65d25da6d8db" providerId="ADAL" clId="{261B0ADF-DC3E-41B1-A954-7B394627D313}" dt="2020-03-06T09:34:24.218" v="5465" actId="1076"/>
          <ac:spMkLst>
            <pc:docMk/>
            <pc:sldMk cId="2538030030" sldId="708"/>
            <ac:spMk id="31" creationId="{BFE8071B-4916-498F-BDD9-63EF2E8999A5}"/>
          </ac:spMkLst>
        </pc:spChg>
        <pc:spChg chg="add mod">
          <ac:chgData name="Joonho Kwon" userId="fa141e0c-4849-4deb-8f8c-65d25da6d8db" providerId="ADAL" clId="{261B0ADF-DC3E-41B1-A954-7B394627D313}" dt="2020-03-06T09:34:24.218" v="5465" actId="1076"/>
          <ac:spMkLst>
            <pc:docMk/>
            <pc:sldMk cId="2538030030" sldId="708"/>
            <ac:spMk id="32" creationId="{E8F57541-40A0-4242-9A12-4355F9F7B8A6}"/>
          </ac:spMkLst>
        </pc:spChg>
        <pc:spChg chg="mod">
          <ac:chgData name="Joonho Kwon" userId="fa141e0c-4849-4deb-8f8c-65d25da6d8db" providerId="ADAL" clId="{261B0ADF-DC3E-41B1-A954-7B394627D313}" dt="2020-03-06T09:34:37.043" v="5471" actId="20577"/>
          <ac:spMkLst>
            <pc:docMk/>
            <pc:sldMk cId="2538030030" sldId="708"/>
            <ac:spMk id="37" creationId="{86AAB5AD-1480-4F7F-802B-4B1BE3084424}"/>
          </ac:spMkLst>
        </pc:spChg>
        <pc:spChg chg="add del mod">
          <ac:chgData name="Joonho Kwon" userId="fa141e0c-4849-4deb-8f8c-65d25da6d8db" providerId="ADAL" clId="{261B0ADF-DC3E-41B1-A954-7B394627D313}" dt="2020-03-06T09:35:24.862" v="5484" actId="478"/>
          <ac:spMkLst>
            <pc:docMk/>
            <pc:sldMk cId="2538030030" sldId="708"/>
            <ac:spMk id="38" creationId="{493999AD-7142-4B6A-82FD-6C236D3CCA70}"/>
          </ac:spMkLst>
        </pc:spChg>
        <pc:spChg chg="add del mod">
          <ac:chgData name="Joonho Kwon" userId="fa141e0c-4849-4deb-8f8c-65d25da6d8db" providerId="ADAL" clId="{261B0ADF-DC3E-41B1-A954-7B394627D313}" dt="2020-03-06T09:35:24.862" v="5484" actId="478"/>
          <ac:spMkLst>
            <pc:docMk/>
            <pc:sldMk cId="2538030030" sldId="708"/>
            <ac:spMk id="39" creationId="{BD8D74E9-B589-4FBF-B133-08647401F5BC}"/>
          </ac:spMkLst>
        </pc:spChg>
        <pc:spChg chg="add del">
          <ac:chgData name="Joonho Kwon" userId="fa141e0c-4849-4deb-8f8c-65d25da6d8db" providerId="ADAL" clId="{261B0ADF-DC3E-41B1-A954-7B394627D313}" dt="2020-03-06T09:35:24.862" v="5484" actId="478"/>
          <ac:spMkLst>
            <pc:docMk/>
            <pc:sldMk cId="2538030030" sldId="708"/>
            <ac:spMk id="45" creationId="{15A95B94-571C-48AC-9EB3-1469C0D80C85}"/>
          </ac:spMkLst>
        </pc:spChg>
        <pc:spChg chg="add del">
          <ac:chgData name="Joonho Kwon" userId="fa141e0c-4849-4deb-8f8c-65d25da6d8db" providerId="ADAL" clId="{261B0ADF-DC3E-41B1-A954-7B394627D313}" dt="2020-03-06T09:35:24.862" v="5484" actId="478"/>
          <ac:spMkLst>
            <pc:docMk/>
            <pc:sldMk cId="2538030030" sldId="708"/>
            <ac:spMk id="46" creationId="{1D05CAD7-9178-4F56-810E-2BCFB2E2ACCA}"/>
          </ac:spMkLst>
        </pc:spChg>
        <pc:spChg chg="mod">
          <ac:chgData name="Joonho Kwon" userId="fa141e0c-4849-4deb-8f8c-65d25da6d8db" providerId="ADAL" clId="{261B0ADF-DC3E-41B1-A954-7B394627D313}" dt="2020-03-06T09:35:38.646" v="5489" actId="20577"/>
          <ac:spMkLst>
            <pc:docMk/>
            <pc:sldMk cId="2538030030" sldId="708"/>
            <ac:spMk id="49" creationId="{7BB9D587-8A5A-4658-A114-45CE28E2D830}"/>
          </ac:spMkLst>
        </pc:spChg>
        <pc:spChg chg="add mod">
          <ac:chgData name="Joonho Kwon" userId="fa141e0c-4849-4deb-8f8c-65d25da6d8db" providerId="ADAL" clId="{261B0ADF-DC3E-41B1-A954-7B394627D313}" dt="2020-03-06T09:35:35.963" v="5487" actId="1076"/>
          <ac:spMkLst>
            <pc:docMk/>
            <pc:sldMk cId="2538030030" sldId="708"/>
            <ac:spMk id="50" creationId="{6D562133-ACA7-4668-9EDD-CD767BBEE5C0}"/>
          </ac:spMkLst>
        </pc:spChg>
        <pc:spChg chg="add mod">
          <ac:chgData name="Joonho Kwon" userId="fa141e0c-4849-4deb-8f8c-65d25da6d8db" providerId="ADAL" clId="{261B0ADF-DC3E-41B1-A954-7B394627D313}" dt="2020-03-06T09:35:35.963" v="5487" actId="1076"/>
          <ac:spMkLst>
            <pc:docMk/>
            <pc:sldMk cId="2538030030" sldId="708"/>
            <ac:spMk id="51" creationId="{463544EF-C498-4184-9576-37D95AE25DC7}"/>
          </ac:spMkLst>
        </pc:spChg>
        <pc:spChg chg="mod">
          <ac:chgData name="Joonho Kwon" userId="fa141e0c-4849-4deb-8f8c-65d25da6d8db" providerId="ADAL" clId="{261B0ADF-DC3E-41B1-A954-7B394627D313}" dt="2020-03-06T09:35:54.103" v="5496" actId="108"/>
          <ac:spMkLst>
            <pc:docMk/>
            <pc:sldMk cId="2538030030" sldId="708"/>
            <ac:spMk id="53" creationId="{1E098D5B-C23F-4420-ABC8-2159B8FFA741}"/>
          </ac:spMkLst>
        </pc:spChg>
        <pc:spChg chg="mod">
          <ac:chgData name="Joonho Kwon" userId="fa141e0c-4849-4deb-8f8c-65d25da6d8db" providerId="ADAL" clId="{261B0ADF-DC3E-41B1-A954-7B394627D313}" dt="2020-03-06T09:35:57.465" v="5498" actId="20577"/>
          <ac:spMkLst>
            <pc:docMk/>
            <pc:sldMk cId="2538030030" sldId="708"/>
            <ac:spMk id="54" creationId="{EAC86E97-BA03-496E-8F02-0A86A1A1476D}"/>
          </ac:spMkLst>
        </pc:spChg>
        <pc:spChg chg="add del mod">
          <ac:chgData name="Joonho Kwon" userId="fa141e0c-4849-4deb-8f8c-65d25da6d8db" providerId="ADAL" clId="{261B0ADF-DC3E-41B1-A954-7B394627D313}" dt="2020-03-06T09:35:45.931" v="5492" actId="478"/>
          <ac:spMkLst>
            <pc:docMk/>
            <pc:sldMk cId="2538030030" sldId="708"/>
            <ac:spMk id="55" creationId="{50CFC067-C455-48A9-99E0-D24DAB0909C2}"/>
          </ac:spMkLst>
        </pc:spChg>
        <pc:spChg chg="add del mod">
          <ac:chgData name="Joonho Kwon" userId="fa141e0c-4849-4deb-8f8c-65d25da6d8db" providerId="ADAL" clId="{261B0ADF-DC3E-41B1-A954-7B394627D313}" dt="2020-03-06T09:35:46.978" v="5493" actId="478"/>
          <ac:spMkLst>
            <pc:docMk/>
            <pc:sldMk cId="2538030030" sldId="708"/>
            <ac:spMk id="56" creationId="{D52A1172-008B-493B-9951-50ACDDE1144F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59" creationId="{DF1466DE-53EC-41DD-9B4A-235E5A1C90B0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0" creationId="{D62F56DF-F370-43C5-B9AB-CF7A4FF35EAE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1" creationId="{43A70044-596B-4AD0-95CC-F30037EFF74E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2" creationId="{C3AA0100-F8DF-4AF3-B8A3-315B044752B7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3" creationId="{D45E05AD-1D2A-4DA9-87BB-7568552AF839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4" creationId="{2E4BD164-915F-4D2E-B00B-E4440E66D48E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5" creationId="{66D05363-FC72-41D4-987B-6F5B4C3B34D6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7" creationId="{D11EB9D9-51C8-4621-85BF-6C96DC784B6B}"/>
          </ac:spMkLst>
        </pc:spChg>
        <pc:spChg chg="mod topLvl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68" creationId="{F36DDEF9-41AA-4C23-9027-06D6E1B7979E}"/>
          </ac:spMkLst>
        </pc:spChg>
        <pc:spChg chg="del mod topLvl">
          <ac:chgData name="Joonho Kwon" userId="fa141e0c-4849-4deb-8f8c-65d25da6d8db" providerId="ADAL" clId="{261B0ADF-DC3E-41B1-A954-7B394627D313}" dt="2020-03-06T09:36:49.198" v="5513" actId="478"/>
          <ac:spMkLst>
            <pc:docMk/>
            <pc:sldMk cId="2538030030" sldId="708"/>
            <ac:spMk id="70" creationId="{D35088FB-B3FB-4705-8465-7047434238F7}"/>
          </ac:spMkLst>
        </pc:spChg>
        <pc:spChg chg="del mod topLvl">
          <ac:chgData name="Joonho Kwon" userId="fa141e0c-4849-4deb-8f8c-65d25da6d8db" providerId="ADAL" clId="{261B0ADF-DC3E-41B1-A954-7B394627D313}" dt="2020-03-06T09:36:46.854" v="5512" actId="478"/>
          <ac:spMkLst>
            <pc:docMk/>
            <pc:sldMk cId="2538030030" sldId="708"/>
            <ac:spMk id="71" creationId="{369904E4-AF2E-41CE-BB69-2F72D1A3DA12}"/>
          </ac:spMkLst>
        </pc:spChg>
        <pc:spChg chg="add del mod">
          <ac:chgData name="Joonho Kwon" userId="fa141e0c-4849-4deb-8f8c-65d25da6d8db" providerId="ADAL" clId="{261B0ADF-DC3E-41B1-A954-7B394627D313}" dt="2020-03-06T09:38:14.137" v="5576" actId="478"/>
          <ac:spMkLst>
            <pc:docMk/>
            <pc:sldMk cId="2538030030" sldId="708"/>
            <ac:spMk id="81" creationId="{2707D597-1118-46CD-85BA-BC9B5F12F0D7}"/>
          </ac:spMkLst>
        </pc:spChg>
        <pc:spChg chg="add del mod">
          <ac:chgData name="Joonho Kwon" userId="fa141e0c-4849-4deb-8f8c-65d25da6d8db" providerId="ADAL" clId="{261B0ADF-DC3E-41B1-A954-7B394627D313}" dt="2020-03-06T09:37:47.431" v="5550" actId="478"/>
          <ac:spMkLst>
            <pc:docMk/>
            <pc:sldMk cId="2538030030" sldId="708"/>
            <ac:spMk id="82" creationId="{437F1749-74D0-4DCE-B335-72CD58E48BE5}"/>
          </ac:spMkLst>
        </pc:spChg>
        <pc:spChg chg="add mod">
          <ac:chgData name="Joonho Kwon" userId="fa141e0c-4849-4deb-8f8c-65d25da6d8db" providerId="ADAL" clId="{261B0ADF-DC3E-41B1-A954-7B394627D313}" dt="2020-03-06T09:38:43.574" v="5585" actId="164"/>
          <ac:spMkLst>
            <pc:docMk/>
            <pc:sldMk cId="2538030030" sldId="708"/>
            <ac:spMk id="85" creationId="{94E4665B-0147-479D-A53B-EA74E1A4661B}"/>
          </ac:spMkLst>
        </pc:spChg>
        <pc:grpChg chg="add del mod">
          <ac:chgData name="Joonho Kwon" userId="fa141e0c-4849-4deb-8f8c-65d25da6d8db" providerId="ADAL" clId="{261B0ADF-DC3E-41B1-A954-7B394627D313}" dt="2020-03-06T09:32:58.356" v="5439" actId="165"/>
          <ac:grpSpMkLst>
            <pc:docMk/>
            <pc:sldMk cId="2538030030" sldId="708"/>
            <ac:grpSpMk id="6" creationId="{C3C494F9-EEE0-4517-AF0B-3750AD90D599}"/>
          </ac:grpSpMkLst>
        </pc:grpChg>
        <pc:grpChg chg="mod topLvl">
          <ac:chgData name="Joonho Kwon" userId="fa141e0c-4849-4deb-8f8c-65d25da6d8db" providerId="ADAL" clId="{261B0ADF-DC3E-41B1-A954-7B394627D313}" dt="2020-03-06T09:35:30.159" v="5485" actId="14100"/>
          <ac:grpSpMkLst>
            <pc:docMk/>
            <pc:sldMk cId="2538030030" sldId="708"/>
            <ac:grpSpMk id="7" creationId="{03402D69-AD01-4504-91D4-0A1335203AB0}"/>
          </ac:grpSpMkLst>
        </pc:grpChg>
        <pc:grpChg chg="del mod">
          <ac:chgData name="Joonho Kwon" userId="fa141e0c-4849-4deb-8f8c-65d25da6d8db" providerId="ADAL" clId="{261B0ADF-DC3E-41B1-A954-7B394627D313}" dt="2020-03-06T09:34:50.155" v="5474" actId="478"/>
          <ac:grpSpMkLst>
            <pc:docMk/>
            <pc:sldMk cId="2538030030" sldId="708"/>
            <ac:grpSpMk id="15" creationId="{87E986A2-C61C-4F23-B639-92DC19D5F7ED}"/>
          </ac:grpSpMkLst>
        </pc:grpChg>
        <pc:grpChg chg="add del mod">
          <ac:chgData name="Joonho Kwon" userId="fa141e0c-4849-4deb-8f8c-65d25da6d8db" providerId="ADAL" clId="{261B0ADF-DC3E-41B1-A954-7B394627D313}" dt="2020-03-06T09:33:49.285" v="5457" actId="478"/>
          <ac:grpSpMkLst>
            <pc:docMk/>
            <pc:sldMk cId="2538030030" sldId="708"/>
            <ac:grpSpMk id="18" creationId="{57259CAE-545C-410F-8A90-AD6D1FDF0B3F}"/>
          </ac:grpSpMkLst>
        </pc:grpChg>
        <pc:grpChg chg="mod">
          <ac:chgData name="Joonho Kwon" userId="fa141e0c-4849-4deb-8f8c-65d25da6d8db" providerId="ADAL" clId="{261B0ADF-DC3E-41B1-A954-7B394627D313}" dt="2020-03-06T09:33:39.409" v="5453" actId="1076"/>
          <ac:grpSpMkLst>
            <pc:docMk/>
            <pc:sldMk cId="2538030030" sldId="708"/>
            <ac:grpSpMk id="20" creationId="{6FE97718-5099-440E-8BDB-505C0E55F9B2}"/>
          </ac:grpSpMkLst>
        </pc:grpChg>
        <pc:grpChg chg="add mod">
          <ac:chgData name="Joonho Kwon" userId="fa141e0c-4849-4deb-8f8c-65d25da6d8db" providerId="ADAL" clId="{261B0ADF-DC3E-41B1-A954-7B394627D313}" dt="2020-03-06T09:35:30.159" v="5485" actId="14100"/>
          <ac:grpSpMkLst>
            <pc:docMk/>
            <pc:sldMk cId="2538030030" sldId="708"/>
            <ac:grpSpMk id="26" creationId="{71261F97-FAF1-480F-80C7-F0D7705F10AF}"/>
          </ac:grpSpMkLst>
        </pc:grpChg>
        <pc:grpChg chg="del mod">
          <ac:chgData name="Joonho Kwon" userId="fa141e0c-4849-4deb-8f8c-65d25da6d8db" providerId="ADAL" clId="{261B0ADF-DC3E-41B1-A954-7B394627D313}" dt="2020-03-06T09:35:23.221" v="5483" actId="478"/>
          <ac:grpSpMkLst>
            <pc:docMk/>
            <pc:sldMk cId="2538030030" sldId="708"/>
            <ac:grpSpMk id="28" creationId="{1F500638-1FB5-446E-83E6-D58B088F5D20}"/>
          </ac:grpSpMkLst>
        </pc:grpChg>
        <pc:grpChg chg="add del mod">
          <ac:chgData name="Joonho Kwon" userId="fa141e0c-4849-4deb-8f8c-65d25da6d8db" providerId="ADAL" clId="{261B0ADF-DC3E-41B1-A954-7B394627D313}" dt="2020-03-06T09:35:24.862" v="5484" actId="478"/>
          <ac:grpSpMkLst>
            <pc:docMk/>
            <pc:sldMk cId="2538030030" sldId="708"/>
            <ac:grpSpMk id="33" creationId="{6E54B350-C411-494C-B2AB-D1C774323019}"/>
          </ac:grpSpMkLst>
        </pc:grpChg>
        <pc:grpChg chg="mod">
          <ac:chgData name="Joonho Kwon" userId="fa141e0c-4849-4deb-8f8c-65d25da6d8db" providerId="ADAL" clId="{261B0ADF-DC3E-41B1-A954-7B394627D313}" dt="2020-03-06T09:34:34.476" v="5469" actId="1076"/>
          <ac:grpSpMkLst>
            <pc:docMk/>
            <pc:sldMk cId="2538030030" sldId="708"/>
            <ac:grpSpMk id="35" creationId="{CC3282A3-3F0E-40E3-AE7C-34BFE99AB645}"/>
          </ac:grpSpMkLst>
        </pc:grpChg>
        <pc:grpChg chg="add del mod">
          <ac:chgData name="Joonho Kwon" userId="fa141e0c-4849-4deb-8f8c-65d25da6d8db" providerId="ADAL" clId="{261B0ADF-DC3E-41B1-A954-7B394627D313}" dt="2020-03-06T09:35:24.862" v="5484" actId="478"/>
          <ac:grpSpMkLst>
            <pc:docMk/>
            <pc:sldMk cId="2538030030" sldId="708"/>
            <ac:grpSpMk id="40" creationId="{A8448868-DA5E-4C0A-80A2-2264AE3B678F}"/>
          </ac:grpSpMkLst>
        </pc:grpChg>
        <pc:grpChg chg="mod">
          <ac:chgData name="Joonho Kwon" userId="fa141e0c-4849-4deb-8f8c-65d25da6d8db" providerId="ADAL" clId="{261B0ADF-DC3E-41B1-A954-7B394627D313}" dt="2020-03-06T09:34:39.811" v="5472"/>
          <ac:grpSpMkLst>
            <pc:docMk/>
            <pc:sldMk cId="2538030030" sldId="708"/>
            <ac:grpSpMk id="42" creationId="{C665FE76-4528-4FA9-9A97-1E87E75CDD88}"/>
          </ac:grpSpMkLst>
        </pc:grpChg>
        <pc:grpChg chg="add mod">
          <ac:chgData name="Joonho Kwon" userId="fa141e0c-4849-4deb-8f8c-65d25da6d8db" providerId="ADAL" clId="{261B0ADF-DC3E-41B1-A954-7B394627D313}" dt="2020-03-06T09:35:35.963" v="5487" actId="1076"/>
          <ac:grpSpMkLst>
            <pc:docMk/>
            <pc:sldMk cId="2538030030" sldId="708"/>
            <ac:grpSpMk id="47" creationId="{C90E8635-A384-40F8-8FBF-60143AA20E3D}"/>
          </ac:grpSpMkLst>
        </pc:grpChg>
        <pc:grpChg chg="add mod">
          <ac:chgData name="Joonho Kwon" userId="fa141e0c-4849-4deb-8f8c-65d25da6d8db" providerId="ADAL" clId="{261B0ADF-DC3E-41B1-A954-7B394627D313}" dt="2020-03-06T09:35:43.928" v="5491" actId="1076"/>
          <ac:grpSpMkLst>
            <pc:docMk/>
            <pc:sldMk cId="2538030030" sldId="708"/>
            <ac:grpSpMk id="52" creationId="{B00CD34E-67C1-4693-AB02-62EF5B8242B0}"/>
          </ac:grpSpMkLst>
        </pc:grpChg>
        <pc:grpChg chg="add del mod">
          <ac:chgData name="Joonho Kwon" userId="fa141e0c-4849-4deb-8f8c-65d25da6d8db" providerId="ADAL" clId="{261B0ADF-DC3E-41B1-A954-7B394627D313}" dt="2020-03-06T09:36:40.071" v="5510" actId="165"/>
          <ac:grpSpMkLst>
            <pc:docMk/>
            <pc:sldMk cId="2538030030" sldId="708"/>
            <ac:grpSpMk id="57" creationId="{D612B81B-7C07-4360-8DC1-2F49824A994C}"/>
          </ac:grpSpMkLst>
        </pc:grpChg>
        <pc:grpChg chg="mod topLvl">
          <ac:chgData name="Joonho Kwon" userId="fa141e0c-4849-4deb-8f8c-65d25da6d8db" providerId="ADAL" clId="{261B0ADF-DC3E-41B1-A954-7B394627D313}" dt="2020-03-06T09:38:43.574" v="5585" actId="164"/>
          <ac:grpSpMkLst>
            <pc:docMk/>
            <pc:sldMk cId="2538030030" sldId="708"/>
            <ac:grpSpMk id="58" creationId="{73132C1C-40EB-46BC-A3E4-B9D91A48F24C}"/>
          </ac:grpSpMkLst>
        </pc:grpChg>
        <pc:grpChg chg="mod topLvl">
          <ac:chgData name="Joonho Kwon" userId="fa141e0c-4849-4deb-8f8c-65d25da6d8db" providerId="ADAL" clId="{261B0ADF-DC3E-41B1-A954-7B394627D313}" dt="2020-03-06T09:38:43.574" v="5585" actId="164"/>
          <ac:grpSpMkLst>
            <pc:docMk/>
            <pc:sldMk cId="2538030030" sldId="708"/>
            <ac:grpSpMk id="66" creationId="{239E1CD5-6C05-4A23-9A13-BE540966FD44}"/>
          </ac:grpSpMkLst>
        </pc:grpChg>
        <pc:grpChg chg="mod topLvl">
          <ac:chgData name="Joonho Kwon" userId="fa141e0c-4849-4deb-8f8c-65d25da6d8db" providerId="ADAL" clId="{261B0ADF-DC3E-41B1-A954-7B394627D313}" dt="2020-03-06T09:38:43.574" v="5585" actId="164"/>
          <ac:grpSpMkLst>
            <pc:docMk/>
            <pc:sldMk cId="2538030030" sldId="708"/>
            <ac:grpSpMk id="69" creationId="{646FD6C4-7C21-432C-8EAC-581DCA1F9161}"/>
          </ac:grpSpMkLst>
        </pc:grpChg>
        <pc:grpChg chg="mod topLvl">
          <ac:chgData name="Joonho Kwon" userId="fa141e0c-4849-4deb-8f8c-65d25da6d8db" providerId="ADAL" clId="{261B0ADF-DC3E-41B1-A954-7B394627D313}" dt="2020-03-06T09:38:43.574" v="5585" actId="164"/>
          <ac:grpSpMkLst>
            <pc:docMk/>
            <pc:sldMk cId="2538030030" sldId="708"/>
            <ac:grpSpMk id="72" creationId="{23EF00B9-EB8F-4FBB-ADD6-E24ACE7DC1A5}"/>
          </ac:grpSpMkLst>
        </pc:grpChg>
        <pc:grpChg chg="add mod">
          <ac:chgData name="Joonho Kwon" userId="fa141e0c-4849-4deb-8f8c-65d25da6d8db" providerId="ADAL" clId="{261B0ADF-DC3E-41B1-A954-7B394627D313}" dt="2020-03-06T09:38:43.574" v="5585" actId="164"/>
          <ac:grpSpMkLst>
            <pc:docMk/>
            <pc:sldMk cId="2538030030" sldId="708"/>
            <ac:grpSpMk id="88" creationId="{2EDD2450-A0EC-4801-BEF9-0716BDB3FA0B}"/>
          </ac:grpSpMkLst>
        </pc:grpChg>
        <pc:cxnChg chg="add mod">
          <ac:chgData name="Joonho Kwon" userId="fa141e0c-4849-4deb-8f8c-65d25da6d8db" providerId="ADAL" clId="{261B0ADF-DC3E-41B1-A954-7B394627D313}" dt="2020-03-06T09:38:43.574" v="5585" actId="164"/>
          <ac:cxnSpMkLst>
            <pc:docMk/>
            <pc:sldMk cId="2538030030" sldId="708"/>
            <ac:cxnSpMk id="84" creationId="{860A1AA9-A7F9-4ADF-9D3E-2AD90734D031}"/>
          </ac:cxnSpMkLst>
        </pc:cxnChg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3350171665" sldId="720"/>
        </pc:sldMkLst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2347902505" sldId="727"/>
        </pc:sldMkLst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3592503501" sldId="728"/>
        </pc:sldMkLst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37241548" sldId="729"/>
        </pc:sldMkLst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2854639547" sldId="730"/>
        </pc:sldMkLst>
      </pc:sldChg>
      <pc:sldChg chg="del">
        <pc:chgData name="Joonho Kwon" userId="fa141e0c-4849-4deb-8f8c-65d25da6d8db" providerId="ADAL" clId="{261B0ADF-DC3E-41B1-A954-7B394627D313}" dt="2020-03-03T08:31:30.475" v="86" actId="47"/>
        <pc:sldMkLst>
          <pc:docMk/>
          <pc:sldMk cId="1440652567" sldId="731"/>
        </pc:sldMkLst>
      </pc:sldChg>
    </pc:docChg>
  </pc:docChgLst>
  <pc:docChgLst>
    <pc:chgData name="KwonJoonho" userId="fa141e0c-4849-4deb-8f8c-65d25da6d8db" providerId="ADAL" clId="{A9A61EE6-0FBC-4B93-BB86-27DD8326F375}"/>
    <pc:docChg chg="undo redo custSel addSld delSld modSld sldOrd">
      <pc:chgData name="KwonJoonho" userId="fa141e0c-4849-4deb-8f8c-65d25da6d8db" providerId="ADAL" clId="{A9A61EE6-0FBC-4B93-BB86-27DD8326F375}" dt="2020-01-12T15:46:04.521" v="3646" actId="207"/>
      <pc:docMkLst>
        <pc:docMk/>
      </pc:docMkLst>
      <pc:sldChg chg="modSp">
        <pc:chgData name="KwonJoonho" userId="fa141e0c-4849-4deb-8f8c-65d25da6d8db" providerId="ADAL" clId="{A9A61EE6-0FBC-4B93-BB86-27DD8326F375}" dt="2020-01-11T12:29:13.389" v="0"/>
        <pc:sldMkLst>
          <pc:docMk/>
          <pc:sldMk cId="0" sldId="256"/>
        </pc:sldMkLst>
        <pc:spChg chg="mod">
          <ac:chgData name="KwonJoonho" userId="fa141e0c-4849-4deb-8f8c-65d25da6d8db" providerId="ADAL" clId="{A9A61EE6-0FBC-4B93-BB86-27DD8326F375}" dt="2020-01-11T12:29:13.389" v="0"/>
          <ac:spMkLst>
            <pc:docMk/>
            <pc:sldMk cId="0" sldId="256"/>
            <ac:spMk id="4098" creationId="{00000000-0000-0000-0000-000000000000}"/>
          </ac:spMkLst>
        </pc:spChg>
      </pc:sldChg>
      <pc:sldChg chg="modSp del">
        <pc:chgData name="KwonJoonho" userId="fa141e0c-4849-4deb-8f8c-65d25da6d8db" providerId="ADAL" clId="{A9A61EE6-0FBC-4B93-BB86-27DD8326F375}" dt="2020-01-12T13:30:37.885" v="1805" actId="47"/>
        <pc:sldMkLst>
          <pc:docMk/>
          <pc:sldMk cId="0" sldId="394"/>
        </pc:sldMkLst>
        <pc:spChg chg="mod">
          <ac:chgData name="KwonJoonho" userId="fa141e0c-4849-4deb-8f8c-65d25da6d8db" providerId="ADAL" clId="{A9A61EE6-0FBC-4B93-BB86-27DD8326F375}" dt="2020-01-11T12:30:11.005" v="20" actId="15"/>
          <ac:spMkLst>
            <pc:docMk/>
            <pc:sldMk cId="0" sldId="394"/>
            <ac:spMk id="5122" creationId="{00000000-0000-0000-0000-000000000000}"/>
          </ac:spMkLst>
        </pc:spChg>
        <pc:spChg chg="mod">
          <ac:chgData name="KwonJoonho" userId="fa141e0c-4849-4deb-8f8c-65d25da6d8db" providerId="ADAL" clId="{A9A61EE6-0FBC-4B93-BB86-27DD8326F375}" dt="2020-01-11T12:29:48.148" v="8" actId="20577"/>
          <ac:spMkLst>
            <pc:docMk/>
            <pc:sldMk cId="0" sldId="394"/>
            <ac:spMk id="5123" creationId="{00000000-0000-0000-0000-000000000000}"/>
          </ac:spMkLst>
        </pc:spChg>
      </pc:sldChg>
      <pc:sldChg chg="modSp modAnim">
        <pc:chgData name="KwonJoonho" userId="fa141e0c-4849-4deb-8f8c-65d25da6d8db" providerId="ADAL" clId="{A9A61EE6-0FBC-4B93-BB86-27DD8326F375}" dt="2020-01-11T13:05:55.093" v="838"/>
        <pc:sldMkLst>
          <pc:docMk/>
          <pc:sldMk cId="1161516010" sldId="452"/>
        </pc:sldMkLst>
        <pc:spChg chg="mod">
          <ac:chgData name="KwonJoonho" userId="fa141e0c-4849-4deb-8f8c-65d25da6d8db" providerId="ADAL" clId="{A9A61EE6-0FBC-4B93-BB86-27DD8326F375}" dt="2020-01-11T13:05:41.771" v="834" actId="20577"/>
          <ac:spMkLst>
            <pc:docMk/>
            <pc:sldMk cId="1161516010" sldId="452"/>
            <ac:spMk id="2" creationId="{97BBFB35-A450-47A2-87A7-1E5894B894A6}"/>
          </ac:spMkLst>
        </pc:spChg>
        <pc:spChg chg="mod">
          <ac:chgData name="KwonJoonho" userId="fa141e0c-4849-4deb-8f8c-65d25da6d8db" providerId="ADAL" clId="{A9A61EE6-0FBC-4B93-BB86-27DD8326F375}" dt="2020-01-11T13:02:47.634" v="640" actId="20577"/>
          <ac:spMkLst>
            <pc:docMk/>
            <pc:sldMk cId="1161516010" sldId="452"/>
            <ac:spMk id="3" creationId="{88803E2B-48E1-4CD9-AB0C-CAE533271E7B}"/>
          </ac:spMkLst>
        </pc:spChg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235578382" sldId="462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680443177" sldId="464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583115986" sldId="467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1571304351" sldId="469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1684390950" sldId="470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4294081156" sldId="472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518534934" sldId="473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1644573301" sldId="474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354615916" sldId="476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830911195" sldId="477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000701758" sldId="576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53675917" sldId="579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1619266281" sldId="580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684951316" sldId="581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097847674" sldId="582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339231380" sldId="584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213177671" sldId="585"/>
        </pc:sldMkLst>
      </pc:sldChg>
      <pc:sldChg chg="del">
        <pc:chgData name="KwonJoonho" userId="fa141e0c-4849-4deb-8f8c-65d25da6d8db" providerId="ADAL" clId="{A9A61EE6-0FBC-4B93-BB86-27DD8326F375}" dt="2020-01-11T13:44:22.732" v="1478" actId="47"/>
        <pc:sldMkLst>
          <pc:docMk/>
          <pc:sldMk cId="2495091095" sldId="586"/>
        </pc:sldMkLst>
      </pc:sldChg>
      <pc:sldChg chg="modSp">
        <pc:chgData name="KwonJoonho" userId="fa141e0c-4849-4deb-8f8c-65d25da6d8db" providerId="ADAL" clId="{A9A61EE6-0FBC-4B93-BB86-27DD8326F375}" dt="2020-01-12T13:30:46.545" v="1821" actId="20577"/>
        <pc:sldMkLst>
          <pc:docMk/>
          <pc:sldMk cId="1847398336" sldId="587"/>
        </pc:sldMkLst>
        <pc:spChg chg="mod">
          <ac:chgData name="KwonJoonho" userId="fa141e0c-4849-4deb-8f8c-65d25da6d8db" providerId="ADAL" clId="{A9A61EE6-0FBC-4B93-BB86-27DD8326F375}" dt="2020-01-11T12:30:31.037" v="23" actId="404"/>
          <ac:spMkLst>
            <pc:docMk/>
            <pc:sldMk cId="1847398336" sldId="587"/>
            <ac:spMk id="2" creationId="{B3FA8B4E-4542-4AE5-82BE-97FDC25D0A4C}"/>
          </ac:spMkLst>
        </pc:spChg>
        <pc:spChg chg="mod">
          <ac:chgData name="KwonJoonho" userId="fa141e0c-4849-4deb-8f8c-65d25da6d8db" providerId="ADAL" clId="{A9A61EE6-0FBC-4B93-BB86-27DD8326F375}" dt="2020-01-12T13:30:46.545" v="1821" actId="20577"/>
          <ac:spMkLst>
            <pc:docMk/>
            <pc:sldMk cId="1847398336" sldId="587"/>
            <ac:spMk id="3" creationId="{5B7B1DEF-CCE9-4F7F-B590-06C654B35E02}"/>
          </ac:spMkLst>
        </pc:spChg>
      </pc:sldChg>
      <pc:sldChg chg="addSp delSp modSp del">
        <pc:chgData name="KwonJoonho" userId="fa141e0c-4849-4deb-8f8c-65d25da6d8db" providerId="ADAL" clId="{A9A61EE6-0FBC-4B93-BB86-27DD8326F375}" dt="2020-01-11T13:44:22.732" v="1478" actId="47"/>
        <pc:sldMkLst>
          <pc:docMk/>
          <pc:sldMk cId="4008689259" sldId="598"/>
        </pc:sldMkLst>
        <pc:spChg chg="mod">
          <ac:chgData name="KwonJoonho" userId="fa141e0c-4849-4deb-8f8c-65d25da6d8db" providerId="ADAL" clId="{A9A61EE6-0FBC-4B93-BB86-27DD8326F375}" dt="2020-01-11T12:33:03.419" v="36"/>
          <ac:spMkLst>
            <pc:docMk/>
            <pc:sldMk cId="4008689259" sldId="598"/>
            <ac:spMk id="3" creationId="{7913AC8E-81D6-4D9F-84AD-27F15EB43651}"/>
          </ac:spMkLst>
        </pc:spChg>
        <pc:spChg chg="add del">
          <ac:chgData name="KwonJoonho" userId="fa141e0c-4849-4deb-8f8c-65d25da6d8db" providerId="ADAL" clId="{A9A61EE6-0FBC-4B93-BB86-27DD8326F375}" dt="2020-01-11T13:35:43.020" v="1338"/>
          <ac:spMkLst>
            <pc:docMk/>
            <pc:sldMk cId="4008689259" sldId="598"/>
            <ac:spMk id="5" creationId="{5CD97FE8-A3E3-43A8-842E-64C127CE7A64}"/>
          </ac:spMkLst>
        </pc:spChg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98241225" sldId="599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4280738215" sldId="600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297578511" sldId="602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739311907" sldId="603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4150613935" sldId="604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626561971" sldId="605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404969456" sldId="606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934100801" sldId="607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998601456" sldId="608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783743173" sldId="609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300197897" sldId="610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987302403" sldId="611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795953660" sldId="612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280166927" sldId="613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1018934771" sldId="614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528126847" sldId="615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151047557" sldId="616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973088288" sldId="617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1652533387" sldId="618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1702637694" sldId="619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745250627" sldId="620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620263719" sldId="621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71640838" sldId="622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2056860459" sldId="623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131628583" sldId="624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1194957331" sldId="625"/>
        </pc:sldMkLst>
      </pc:sldChg>
      <pc:sldChg chg="del">
        <pc:chgData name="KwonJoonho" userId="fa141e0c-4849-4deb-8f8c-65d25da6d8db" providerId="ADAL" clId="{A9A61EE6-0FBC-4B93-BB86-27DD8326F375}" dt="2020-01-11T12:33:10.442" v="37" actId="47"/>
        <pc:sldMkLst>
          <pc:docMk/>
          <pc:sldMk cId="3717708882" sldId="626"/>
        </pc:sldMkLst>
      </pc:sldChg>
      <pc:sldChg chg="modSp add del">
        <pc:chgData name="KwonJoonho" userId="fa141e0c-4849-4deb-8f8c-65d25da6d8db" providerId="ADAL" clId="{A9A61EE6-0FBC-4B93-BB86-27DD8326F375}" dt="2020-01-12T13:30:39.021" v="1806" actId="47"/>
        <pc:sldMkLst>
          <pc:docMk/>
          <pc:sldMk cId="3161120952" sldId="627"/>
        </pc:sldMkLst>
        <pc:spChg chg="mod">
          <ac:chgData name="KwonJoonho" userId="fa141e0c-4849-4deb-8f8c-65d25da6d8db" providerId="ADAL" clId="{A9A61EE6-0FBC-4B93-BB86-27DD8326F375}" dt="2020-01-11T12:30:02.409" v="15" actId="15"/>
          <ac:spMkLst>
            <pc:docMk/>
            <pc:sldMk cId="3161120952" sldId="627"/>
            <ac:spMk id="2" creationId="{317D7F20-5AFD-47F1-9976-387D91E6551E}"/>
          </ac:spMkLst>
        </pc:spChg>
        <pc:spChg chg="mod">
          <ac:chgData name="KwonJoonho" userId="fa141e0c-4849-4deb-8f8c-65d25da6d8db" providerId="ADAL" clId="{A9A61EE6-0FBC-4B93-BB86-27DD8326F375}" dt="2020-01-11T12:29:52.481" v="10" actId="20577"/>
          <ac:spMkLst>
            <pc:docMk/>
            <pc:sldMk cId="3161120952" sldId="627"/>
            <ac:spMk id="3" creationId="{577E44D6-E947-48A6-A105-3D90E3EC419A}"/>
          </ac:spMkLst>
        </pc:spChg>
      </pc:sldChg>
      <pc:sldChg chg="modSp add">
        <pc:chgData name="KwonJoonho" userId="fa141e0c-4849-4deb-8f8c-65d25da6d8db" providerId="ADAL" clId="{A9A61EE6-0FBC-4B93-BB86-27DD8326F375}" dt="2020-01-12T13:32:41.003" v="1872" actId="20577"/>
        <pc:sldMkLst>
          <pc:docMk/>
          <pc:sldMk cId="2041800595" sldId="628"/>
        </pc:sldMkLst>
        <pc:spChg chg="mod">
          <ac:chgData name="KwonJoonho" userId="fa141e0c-4849-4deb-8f8c-65d25da6d8db" providerId="ADAL" clId="{A9A61EE6-0FBC-4B93-BB86-27DD8326F375}" dt="2020-01-12T13:32:41.003" v="1872" actId="20577"/>
          <ac:spMkLst>
            <pc:docMk/>
            <pc:sldMk cId="2041800595" sldId="628"/>
            <ac:spMk id="2" creationId="{54BCBA5F-8B5D-4BD7-BB6F-8069090C7FD4}"/>
          </ac:spMkLst>
        </pc:spChg>
        <pc:spChg chg="mod">
          <ac:chgData name="KwonJoonho" userId="fa141e0c-4849-4deb-8f8c-65d25da6d8db" providerId="ADAL" clId="{A9A61EE6-0FBC-4B93-BB86-27DD8326F375}" dt="2020-01-12T13:31:56.489" v="1841" actId="20577"/>
          <ac:spMkLst>
            <pc:docMk/>
            <pc:sldMk cId="2041800595" sldId="628"/>
            <ac:spMk id="3" creationId="{3E80124D-B973-4861-9F10-7927E64C4287}"/>
          </ac:spMkLst>
        </pc:spChg>
      </pc:sldChg>
      <pc:sldChg chg="addSp delSp modSp add delAnim modAnim">
        <pc:chgData name="KwonJoonho" userId="fa141e0c-4849-4deb-8f8c-65d25da6d8db" providerId="ADAL" clId="{A9A61EE6-0FBC-4B93-BB86-27DD8326F375}" dt="2020-01-12T13:34:20.766" v="2052" actId="1036"/>
        <pc:sldMkLst>
          <pc:docMk/>
          <pc:sldMk cId="2065689715" sldId="629"/>
        </pc:sldMkLst>
        <pc:spChg chg="mod">
          <ac:chgData name="KwonJoonho" userId="fa141e0c-4849-4deb-8f8c-65d25da6d8db" providerId="ADAL" clId="{A9A61EE6-0FBC-4B93-BB86-27DD8326F375}" dt="2020-01-12T13:34:16.936" v="2047" actId="20577"/>
          <ac:spMkLst>
            <pc:docMk/>
            <pc:sldMk cId="2065689715" sldId="629"/>
            <ac:spMk id="2" creationId="{3BC646D1-B4C1-4228-8C94-61A486D985B9}"/>
          </ac:spMkLst>
        </pc:spChg>
        <pc:spChg chg="mod">
          <ac:chgData name="KwonJoonho" userId="fa141e0c-4849-4deb-8f8c-65d25da6d8db" providerId="ADAL" clId="{A9A61EE6-0FBC-4B93-BB86-27DD8326F375}" dt="2020-01-11T13:51:59.376" v="1753" actId="20577"/>
          <ac:spMkLst>
            <pc:docMk/>
            <pc:sldMk cId="2065689715" sldId="629"/>
            <ac:spMk id="3" creationId="{CDD8D0F3-7130-4113-A69C-B0F198D7E6E7}"/>
          </ac:spMkLst>
        </pc:spChg>
        <pc:spChg chg="add mod">
          <ac:chgData name="KwonJoonho" userId="fa141e0c-4849-4deb-8f8c-65d25da6d8db" providerId="ADAL" clId="{A9A61EE6-0FBC-4B93-BB86-27DD8326F375}" dt="2020-01-12T13:34:20.766" v="2052" actId="1036"/>
          <ac:spMkLst>
            <pc:docMk/>
            <pc:sldMk cId="2065689715" sldId="629"/>
            <ac:spMk id="5" creationId="{6F70E12C-FE4F-4FAD-AE95-B66A1C069DAD}"/>
          </ac:spMkLst>
        </pc:spChg>
        <pc:spChg chg="add mod">
          <ac:chgData name="KwonJoonho" userId="fa141e0c-4849-4deb-8f8c-65d25da6d8db" providerId="ADAL" clId="{A9A61EE6-0FBC-4B93-BB86-27DD8326F375}" dt="2020-01-11T13:17:07.287" v="1134" actId="164"/>
          <ac:spMkLst>
            <pc:docMk/>
            <pc:sldMk cId="2065689715" sldId="629"/>
            <ac:spMk id="6" creationId="{6A3790C8-8B36-447C-9A9E-540479E8490C}"/>
          </ac:spMkLst>
        </pc:spChg>
        <pc:spChg chg="add mod">
          <ac:chgData name="KwonJoonho" userId="fa141e0c-4849-4deb-8f8c-65d25da6d8db" providerId="ADAL" clId="{A9A61EE6-0FBC-4B93-BB86-27DD8326F375}" dt="2020-01-11T13:17:14.158" v="1136" actId="164"/>
          <ac:spMkLst>
            <pc:docMk/>
            <pc:sldMk cId="2065689715" sldId="629"/>
            <ac:spMk id="7" creationId="{4450873F-0D17-4601-A43B-979872EC2E99}"/>
          </ac:spMkLst>
        </pc:spChg>
        <pc:spChg chg="add del">
          <ac:chgData name="KwonJoonho" userId="fa141e0c-4849-4deb-8f8c-65d25da6d8db" providerId="ADAL" clId="{A9A61EE6-0FBC-4B93-BB86-27DD8326F375}" dt="2020-01-11T13:15:05.053" v="1026" actId="478"/>
          <ac:spMkLst>
            <pc:docMk/>
            <pc:sldMk cId="2065689715" sldId="629"/>
            <ac:spMk id="8" creationId="{E553E7C7-4BC6-439C-8F83-6399CAB161A3}"/>
          </ac:spMkLst>
        </pc:spChg>
        <pc:spChg chg="add mod">
          <ac:chgData name="KwonJoonho" userId="fa141e0c-4849-4deb-8f8c-65d25da6d8db" providerId="ADAL" clId="{A9A61EE6-0FBC-4B93-BB86-27DD8326F375}" dt="2020-01-11T13:17:07.287" v="1134" actId="164"/>
          <ac:spMkLst>
            <pc:docMk/>
            <pc:sldMk cId="2065689715" sldId="629"/>
            <ac:spMk id="9" creationId="{2B432513-409A-41E0-90E3-C0385D0CDB70}"/>
          </ac:spMkLst>
        </pc:spChg>
        <pc:spChg chg="add mod">
          <ac:chgData name="KwonJoonho" userId="fa141e0c-4849-4deb-8f8c-65d25da6d8db" providerId="ADAL" clId="{A9A61EE6-0FBC-4B93-BB86-27DD8326F375}" dt="2020-01-12T13:34:20.766" v="2052" actId="1036"/>
          <ac:spMkLst>
            <pc:docMk/>
            <pc:sldMk cId="2065689715" sldId="629"/>
            <ac:spMk id="10" creationId="{2A17BF55-3EDF-442F-AF00-4455250E0AED}"/>
          </ac:spMkLst>
        </pc:spChg>
        <pc:spChg chg="add mod">
          <ac:chgData name="KwonJoonho" userId="fa141e0c-4849-4deb-8f8c-65d25da6d8db" providerId="ADAL" clId="{A9A61EE6-0FBC-4B93-BB86-27DD8326F375}" dt="2020-01-11T13:17:14.158" v="1136" actId="164"/>
          <ac:spMkLst>
            <pc:docMk/>
            <pc:sldMk cId="2065689715" sldId="629"/>
            <ac:spMk id="11" creationId="{797A4CE1-3F36-4CBC-BBA3-68B1CB417E07}"/>
          </ac:spMkLst>
        </pc:spChg>
        <pc:spChg chg="add del mod">
          <ac:chgData name="KwonJoonho" userId="fa141e0c-4849-4deb-8f8c-65d25da6d8db" providerId="ADAL" clId="{A9A61EE6-0FBC-4B93-BB86-27DD8326F375}" dt="2020-01-11T13:41:27.416" v="1444"/>
          <ac:spMkLst>
            <pc:docMk/>
            <pc:sldMk cId="2065689715" sldId="629"/>
            <ac:spMk id="14" creationId="{5972995E-B261-49F6-8239-D3FC8CDA32A6}"/>
          </ac:spMkLst>
        </pc:spChg>
        <pc:grpChg chg="add mod">
          <ac:chgData name="KwonJoonho" userId="fa141e0c-4849-4deb-8f8c-65d25da6d8db" providerId="ADAL" clId="{A9A61EE6-0FBC-4B93-BB86-27DD8326F375}" dt="2020-01-12T13:34:20.766" v="2052" actId="1036"/>
          <ac:grpSpMkLst>
            <pc:docMk/>
            <pc:sldMk cId="2065689715" sldId="629"/>
            <ac:grpSpMk id="12" creationId="{8174945C-2953-4064-A52D-56591E6F663D}"/>
          </ac:grpSpMkLst>
        </pc:grpChg>
        <pc:grpChg chg="add mod">
          <ac:chgData name="KwonJoonho" userId="fa141e0c-4849-4deb-8f8c-65d25da6d8db" providerId="ADAL" clId="{A9A61EE6-0FBC-4B93-BB86-27DD8326F375}" dt="2020-01-12T13:34:20.766" v="2052" actId="1036"/>
          <ac:grpSpMkLst>
            <pc:docMk/>
            <pc:sldMk cId="2065689715" sldId="629"/>
            <ac:grpSpMk id="13" creationId="{5B049CE9-F084-4C82-ADB6-3196C2B18CCC}"/>
          </ac:grpSpMkLst>
        </pc:grpChg>
      </pc:sldChg>
      <pc:sldChg chg="addSp delSp modSp add ord">
        <pc:chgData name="KwonJoonho" userId="fa141e0c-4849-4deb-8f8c-65d25da6d8db" providerId="ADAL" clId="{A9A61EE6-0FBC-4B93-BB86-27DD8326F375}" dt="2020-01-11T13:52:03.831" v="1755" actId="20577"/>
        <pc:sldMkLst>
          <pc:docMk/>
          <pc:sldMk cId="369300734" sldId="630"/>
        </pc:sldMkLst>
        <pc:spChg chg="mod">
          <ac:chgData name="KwonJoonho" userId="fa141e0c-4849-4deb-8f8c-65d25da6d8db" providerId="ADAL" clId="{A9A61EE6-0FBC-4B93-BB86-27DD8326F375}" dt="2020-01-11T13:22:48.225" v="1154" actId="20577"/>
          <ac:spMkLst>
            <pc:docMk/>
            <pc:sldMk cId="369300734" sldId="630"/>
            <ac:spMk id="2" creationId="{27608661-8123-411B-9955-80CB4C99C7DE}"/>
          </ac:spMkLst>
        </pc:spChg>
        <pc:spChg chg="del">
          <ac:chgData name="KwonJoonho" userId="fa141e0c-4849-4deb-8f8c-65d25da6d8db" providerId="ADAL" clId="{A9A61EE6-0FBC-4B93-BB86-27DD8326F375}" dt="2020-01-11T13:23:20.939" v="1182"/>
          <ac:spMkLst>
            <pc:docMk/>
            <pc:sldMk cId="369300734" sldId="630"/>
            <ac:spMk id="3" creationId="{7DC09CD1-29D0-490A-BD4E-AFE52EDD2C0D}"/>
          </ac:spMkLst>
        </pc:spChg>
        <pc:spChg chg="add mod">
          <ac:chgData name="KwonJoonho" userId="fa141e0c-4849-4deb-8f8c-65d25da6d8db" providerId="ADAL" clId="{A9A61EE6-0FBC-4B93-BB86-27DD8326F375}" dt="2020-01-11T13:37:36.895" v="1376" actId="207"/>
          <ac:spMkLst>
            <pc:docMk/>
            <pc:sldMk cId="369300734" sldId="630"/>
            <ac:spMk id="5" creationId="{3DE55828-AD06-44F4-AD23-05B1DC2A7EDC}"/>
          </ac:spMkLst>
        </pc:spChg>
        <pc:spChg chg="add del mod">
          <ac:chgData name="KwonJoonho" userId="fa141e0c-4849-4deb-8f8c-65d25da6d8db" providerId="ADAL" clId="{A9A61EE6-0FBC-4B93-BB86-27DD8326F375}" dt="2020-01-11T13:24:41.609" v="1197"/>
          <ac:spMkLst>
            <pc:docMk/>
            <pc:sldMk cId="369300734" sldId="630"/>
            <ac:spMk id="6" creationId="{AB89B47D-E544-4753-80A3-7CBA8DC219FE}"/>
          </ac:spMkLst>
        </pc:spChg>
        <pc:spChg chg="add del mod">
          <ac:chgData name="KwonJoonho" userId="fa141e0c-4849-4deb-8f8c-65d25da6d8db" providerId="ADAL" clId="{A9A61EE6-0FBC-4B93-BB86-27DD8326F375}" dt="2020-01-11T13:24:38.697" v="1196" actId="478"/>
          <ac:spMkLst>
            <pc:docMk/>
            <pc:sldMk cId="369300734" sldId="630"/>
            <ac:spMk id="7" creationId="{E7F89E35-5810-4FD7-B0A1-F8951D42BB56}"/>
          </ac:spMkLst>
        </pc:spChg>
        <pc:spChg chg="add del mod">
          <ac:chgData name="KwonJoonho" userId="fa141e0c-4849-4deb-8f8c-65d25da6d8db" providerId="ADAL" clId="{A9A61EE6-0FBC-4B93-BB86-27DD8326F375}" dt="2020-01-11T13:25:01.355" v="1212"/>
          <ac:spMkLst>
            <pc:docMk/>
            <pc:sldMk cId="369300734" sldId="630"/>
            <ac:spMk id="8" creationId="{EC330F16-A174-43D9-9C08-3B3D00B79A00}"/>
          </ac:spMkLst>
        </pc:spChg>
        <pc:spChg chg="add mod">
          <ac:chgData name="KwonJoonho" userId="fa141e0c-4849-4deb-8f8c-65d25da6d8db" providerId="ADAL" clId="{A9A61EE6-0FBC-4B93-BB86-27DD8326F375}" dt="2020-01-11T13:52:03.831" v="1755" actId="20577"/>
          <ac:spMkLst>
            <pc:docMk/>
            <pc:sldMk cId="369300734" sldId="630"/>
            <ac:spMk id="9" creationId="{06D6B6D5-0504-464E-91AB-7753FD1E6DF6}"/>
          </ac:spMkLst>
        </pc:spChg>
      </pc:sldChg>
      <pc:sldChg chg="addSp modSp add modAnim">
        <pc:chgData name="KwonJoonho" userId="fa141e0c-4849-4deb-8f8c-65d25da6d8db" providerId="ADAL" clId="{A9A61EE6-0FBC-4B93-BB86-27DD8326F375}" dt="2020-01-11T13:52:13.921" v="1761" actId="20577"/>
        <pc:sldMkLst>
          <pc:docMk/>
          <pc:sldMk cId="4034078749" sldId="631"/>
        </pc:sldMkLst>
        <pc:spChg chg="mod">
          <ac:chgData name="KwonJoonho" userId="fa141e0c-4849-4deb-8f8c-65d25da6d8db" providerId="ADAL" clId="{A9A61EE6-0FBC-4B93-BB86-27DD8326F375}" dt="2020-01-11T13:24:55.257" v="1211" actId="20577"/>
          <ac:spMkLst>
            <pc:docMk/>
            <pc:sldMk cId="4034078749" sldId="631"/>
            <ac:spMk id="2" creationId="{B6894565-3AEB-4488-87D0-80CA151B8E99}"/>
          </ac:spMkLst>
        </pc:spChg>
        <pc:spChg chg="mod">
          <ac:chgData name="KwonJoonho" userId="fa141e0c-4849-4deb-8f8c-65d25da6d8db" providerId="ADAL" clId="{A9A61EE6-0FBC-4B93-BB86-27DD8326F375}" dt="2020-01-11T13:52:13.921" v="1761" actId="20577"/>
          <ac:spMkLst>
            <pc:docMk/>
            <pc:sldMk cId="4034078749" sldId="631"/>
            <ac:spMk id="3" creationId="{054F1B92-4FD2-4B07-8E1B-C97A8E4078D5}"/>
          </ac:spMkLst>
        </pc:spChg>
        <pc:spChg chg="add mod">
          <ac:chgData name="KwonJoonho" userId="fa141e0c-4849-4deb-8f8c-65d25da6d8db" providerId="ADAL" clId="{A9A61EE6-0FBC-4B93-BB86-27DD8326F375}" dt="2020-01-11T13:33:03.454" v="1257" actId="14100"/>
          <ac:spMkLst>
            <pc:docMk/>
            <pc:sldMk cId="4034078749" sldId="631"/>
            <ac:spMk id="5" creationId="{9ABC7FBF-3518-48DF-8BC7-7315D2BBC4CE}"/>
          </ac:spMkLst>
        </pc:spChg>
        <pc:spChg chg="add mod">
          <ac:chgData name="KwonJoonho" userId="fa141e0c-4849-4deb-8f8c-65d25da6d8db" providerId="ADAL" clId="{A9A61EE6-0FBC-4B93-BB86-27DD8326F375}" dt="2020-01-11T13:42:59.986" v="1457" actId="1076"/>
          <ac:spMkLst>
            <pc:docMk/>
            <pc:sldMk cId="4034078749" sldId="631"/>
            <ac:spMk id="6" creationId="{AD71BB24-F26F-47B0-96DD-F788C0BBB8A9}"/>
          </ac:spMkLst>
        </pc:spChg>
      </pc:sldChg>
      <pc:sldChg chg="addSp modSp add ord">
        <pc:chgData name="KwonJoonho" userId="fa141e0c-4849-4deb-8f8c-65d25da6d8db" providerId="ADAL" clId="{A9A61EE6-0FBC-4B93-BB86-27DD8326F375}" dt="2020-01-11T13:52:10.447" v="1759" actId="20577"/>
        <pc:sldMkLst>
          <pc:docMk/>
          <pc:sldMk cId="2578204843" sldId="632"/>
        </pc:sldMkLst>
        <pc:spChg chg="mod">
          <ac:chgData name="KwonJoonho" userId="fa141e0c-4849-4deb-8f8c-65d25da6d8db" providerId="ADAL" clId="{A9A61EE6-0FBC-4B93-BB86-27DD8326F375}" dt="2020-01-11T13:25:46.105" v="1235" actId="20577"/>
          <ac:spMkLst>
            <pc:docMk/>
            <pc:sldMk cId="2578204843" sldId="632"/>
            <ac:spMk id="2" creationId="{E083F2E2-11D4-4A1F-B30B-17D84844B297}"/>
          </ac:spMkLst>
        </pc:spChg>
        <pc:spChg chg="mod">
          <ac:chgData name="KwonJoonho" userId="fa141e0c-4849-4deb-8f8c-65d25da6d8db" providerId="ADAL" clId="{A9A61EE6-0FBC-4B93-BB86-27DD8326F375}" dt="2020-01-11T13:52:10.447" v="1759" actId="20577"/>
          <ac:spMkLst>
            <pc:docMk/>
            <pc:sldMk cId="2578204843" sldId="632"/>
            <ac:spMk id="3" creationId="{8B8A4237-3334-484A-B090-27CFC9F48F53}"/>
          </ac:spMkLst>
        </pc:spChg>
        <pc:spChg chg="add mod">
          <ac:chgData name="KwonJoonho" userId="fa141e0c-4849-4deb-8f8c-65d25da6d8db" providerId="ADAL" clId="{A9A61EE6-0FBC-4B93-BB86-27DD8326F375}" dt="2020-01-11T13:42:00.034" v="1449" actId="6549"/>
          <ac:spMkLst>
            <pc:docMk/>
            <pc:sldMk cId="2578204843" sldId="632"/>
            <ac:spMk id="5" creationId="{8B1A2D26-DFE5-4A56-A449-A9BECDFFF5DA}"/>
          </ac:spMkLst>
        </pc:spChg>
      </pc:sldChg>
      <pc:sldChg chg="addSp delSp modSp add">
        <pc:chgData name="KwonJoonho" userId="fa141e0c-4849-4deb-8f8c-65d25da6d8db" providerId="ADAL" clId="{A9A61EE6-0FBC-4B93-BB86-27DD8326F375}" dt="2020-01-11T13:52:18.519" v="1763" actId="20577"/>
        <pc:sldMkLst>
          <pc:docMk/>
          <pc:sldMk cId="2554223537" sldId="633"/>
        </pc:sldMkLst>
        <pc:spChg chg="mod">
          <ac:chgData name="KwonJoonho" userId="fa141e0c-4849-4deb-8f8c-65d25da6d8db" providerId="ADAL" clId="{A9A61EE6-0FBC-4B93-BB86-27DD8326F375}" dt="2020-01-11T13:35:52.650" v="1349" actId="20577"/>
          <ac:spMkLst>
            <pc:docMk/>
            <pc:sldMk cId="2554223537" sldId="633"/>
            <ac:spMk id="2" creationId="{826DF20F-FCAD-4207-8A2C-47A1E75960C8}"/>
          </ac:spMkLst>
        </pc:spChg>
        <pc:spChg chg="mod">
          <ac:chgData name="KwonJoonho" userId="fa141e0c-4849-4deb-8f8c-65d25da6d8db" providerId="ADAL" clId="{A9A61EE6-0FBC-4B93-BB86-27DD8326F375}" dt="2020-01-11T13:52:18.519" v="1763" actId="20577"/>
          <ac:spMkLst>
            <pc:docMk/>
            <pc:sldMk cId="2554223537" sldId="633"/>
            <ac:spMk id="3" creationId="{BE7EBC92-FC31-442E-82F6-CA967B93A020}"/>
          </ac:spMkLst>
        </pc:spChg>
        <pc:spChg chg="add mod">
          <ac:chgData name="KwonJoonho" userId="fa141e0c-4849-4deb-8f8c-65d25da6d8db" providerId="ADAL" clId="{A9A61EE6-0FBC-4B93-BB86-27DD8326F375}" dt="2020-01-11T13:35:38.628" v="1335" actId="1076"/>
          <ac:spMkLst>
            <pc:docMk/>
            <pc:sldMk cId="2554223537" sldId="633"/>
            <ac:spMk id="5" creationId="{CA0C9B9C-D0BE-410B-91C9-72773712BF46}"/>
          </ac:spMkLst>
        </pc:spChg>
        <pc:spChg chg="add del mod">
          <ac:chgData name="KwonJoonho" userId="fa141e0c-4849-4deb-8f8c-65d25da6d8db" providerId="ADAL" clId="{A9A61EE6-0FBC-4B93-BB86-27DD8326F375}" dt="2020-01-11T13:35:40.955" v="1336"/>
          <ac:spMkLst>
            <pc:docMk/>
            <pc:sldMk cId="2554223537" sldId="633"/>
            <ac:spMk id="6" creationId="{F4D0D75F-428B-4451-A324-76A5B956A2FF}"/>
          </ac:spMkLst>
        </pc:spChg>
      </pc:sldChg>
      <pc:sldChg chg="addSp modSp add">
        <pc:chgData name="KwonJoonho" userId="fa141e0c-4849-4deb-8f8c-65d25da6d8db" providerId="ADAL" clId="{A9A61EE6-0FBC-4B93-BB86-27DD8326F375}" dt="2020-01-11T13:52:22.416" v="1765" actId="20577"/>
        <pc:sldMkLst>
          <pc:docMk/>
          <pc:sldMk cId="4224043645" sldId="634"/>
        </pc:sldMkLst>
        <pc:spChg chg="mod">
          <ac:chgData name="KwonJoonho" userId="fa141e0c-4849-4deb-8f8c-65d25da6d8db" providerId="ADAL" clId="{A9A61EE6-0FBC-4B93-BB86-27DD8326F375}" dt="2020-01-11T13:35:56.776" v="1351" actId="20577"/>
          <ac:spMkLst>
            <pc:docMk/>
            <pc:sldMk cId="4224043645" sldId="634"/>
            <ac:spMk id="2" creationId="{8654E522-BE9A-4157-BB67-BE2B42340EB9}"/>
          </ac:spMkLst>
        </pc:spChg>
        <pc:spChg chg="mod">
          <ac:chgData name="KwonJoonho" userId="fa141e0c-4849-4deb-8f8c-65d25da6d8db" providerId="ADAL" clId="{A9A61EE6-0FBC-4B93-BB86-27DD8326F375}" dt="2020-01-11T13:52:22.416" v="1765" actId="20577"/>
          <ac:spMkLst>
            <pc:docMk/>
            <pc:sldMk cId="4224043645" sldId="634"/>
            <ac:spMk id="3" creationId="{CCAE0368-F33D-4742-B8D0-C89DCF368BAF}"/>
          </ac:spMkLst>
        </pc:spChg>
        <pc:spChg chg="add mod">
          <ac:chgData name="KwonJoonho" userId="fa141e0c-4849-4deb-8f8c-65d25da6d8db" providerId="ADAL" clId="{A9A61EE6-0FBC-4B93-BB86-27DD8326F375}" dt="2020-01-11T13:35:48.710" v="1341" actId="1076"/>
          <ac:spMkLst>
            <pc:docMk/>
            <pc:sldMk cId="4224043645" sldId="634"/>
            <ac:spMk id="5" creationId="{946F546E-16B8-494F-BCC0-15CB28FDC861}"/>
          </ac:spMkLst>
        </pc:spChg>
      </pc:sldChg>
      <pc:sldChg chg="addSp modSp add">
        <pc:chgData name="KwonJoonho" userId="fa141e0c-4849-4deb-8f8c-65d25da6d8db" providerId="ADAL" clId="{A9A61EE6-0FBC-4B93-BB86-27DD8326F375}" dt="2020-01-11T13:52:26.272" v="1767" actId="20577"/>
        <pc:sldMkLst>
          <pc:docMk/>
          <pc:sldMk cId="2184653760" sldId="635"/>
        </pc:sldMkLst>
        <pc:spChg chg="mod">
          <ac:chgData name="KwonJoonho" userId="fa141e0c-4849-4deb-8f8c-65d25da6d8db" providerId="ADAL" clId="{A9A61EE6-0FBC-4B93-BB86-27DD8326F375}" dt="2020-01-11T13:36:07.169" v="1360" actId="20577"/>
          <ac:spMkLst>
            <pc:docMk/>
            <pc:sldMk cId="2184653760" sldId="635"/>
            <ac:spMk id="2" creationId="{4F04FCD2-71DC-413D-8197-D69A8CE72EE3}"/>
          </ac:spMkLst>
        </pc:spChg>
        <pc:spChg chg="mod">
          <ac:chgData name="KwonJoonho" userId="fa141e0c-4849-4deb-8f8c-65d25da6d8db" providerId="ADAL" clId="{A9A61EE6-0FBC-4B93-BB86-27DD8326F375}" dt="2020-01-11T13:52:26.272" v="1767" actId="20577"/>
          <ac:spMkLst>
            <pc:docMk/>
            <pc:sldMk cId="2184653760" sldId="635"/>
            <ac:spMk id="3" creationId="{E14A060E-66E8-45A3-83D6-0AD029582EE5}"/>
          </ac:spMkLst>
        </pc:spChg>
        <pc:spChg chg="add mod">
          <ac:chgData name="KwonJoonho" userId="fa141e0c-4849-4deb-8f8c-65d25da6d8db" providerId="ADAL" clId="{A9A61EE6-0FBC-4B93-BB86-27DD8326F375}" dt="2020-01-11T13:37:10.724" v="1375" actId="1076"/>
          <ac:spMkLst>
            <pc:docMk/>
            <pc:sldMk cId="2184653760" sldId="635"/>
            <ac:spMk id="5" creationId="{E335EEFB-1624-4A7F-A54D-423705337668}"/>
          </ac:spMkLst>
        </pc:spChg>
      </pc:sldChg>
      <pc:sldChg chg="add del">
        <pc:chgData name="KwonJoonho" userId="fa141e0c-4849-4deb-8f8c-65d25da6d8db" providerId="ADAL" clId="{A9A61EE6-0FBC-4B93-BB86-27DD8326F375}" dt="2020-01-11T13:40:48.152" v="1438" actId="47"/>
        <pc:sldMkLst>
          <pc:docMk/>
          <pc:sldMk cId="137840946" sldId="636"/>
        </pc:sldMkLst>
      </pc:sldChg>
      <pc:sldChg chg="addSp modSp add modAnim">
        <pc:chgData name="KwonJoonho" userId="fa141e0c-4849-4deb-8f8c-65d25da6d8db" providerId="ADAL" clId="{A9A61EE6-0FBC-4B93-BB86-27DD8326F375}" dt="2020-01-11T13:52:06.718" v="1757" actId="20577"/>
        <pc:sldMkLst>
          <pc:docMk/>
          <pc:sldMk cId="854019630" sldId="637"/>
        </pc:sldMkLst>
        <pc:spChg chg="mod">
          <ac:chgData name="KwonJoonho" userId="fa141e0c-4849-4deb-8f8c-65d25da6d8db" providerId="ADAL" clId="{A9A61EE6-0FBC-4B93-BB86-27DD8326F375}" dt="2020-01-11T13:39:09.512" v="1411" actId="20577"/>
          <ac:spMkLst>
            <pc:docMk/>
            <pc:sldMk cId="854019630" sldId="637"/>
            <ac:spMk id="2" creationId="{7B250F80-F75C-4360-BA09-2E10847D698D}"/>
          </ac:spMkLst>
        </pc:spChg>
        <pc:spChg chg="mod">
          <ac:chgData name="KwonJoonho" userId="fa141e0c-4849-4deb-8f8c-65d25da6d8db" providerId="ADAL" clId="{A9A61EE6-0FBC-4B93-BB86-27DD8326F375}" dt="2020-01-11T13:52:06.718" v="1757" actId="20577"/>
          <ac:spMkLst>
            <pc:docMk/>
            <pc:sldMk cId="854019630" sldId="637"/>
            <ac:spMk id="3" creationId="{05C76FAF-F43D-45FC-BF36-E48D680373D3}"/>
          </ac:spMkLst>
        </pc:spChg>
        <pc:spChg chg="add mod">
          <ac:chgData name="KwonJoonho" userId="fa141e0c-4849-4deb-8f8c-65d25da6d8db" providerId="ADAL" clId="{A9A61EE6-0FBC-4B93-BB86-27DD8326F375}" dt="2020-01-11T13:39:35.118" v="1419" actId="14100"/>
          <ac:spMkLst>
            <pc:docMk/>
            <pc:sldMk cId="854019630" sldId="637"/>
            <ac:spMk id="5" creationId="{E484B022-A50A-4E4E-A1F6-DA8CC4D38BD1}"/>
          </ac:spMkLst>
        </pc:spChg>
        <pc:grpChg chg="add mod">
          <ac:chgData name="KwonJoonho" userId="fa141e0c-4849-4deb-8f8c-65d25da6d8db" providerId="ADAL" clId="{A9A61EE6-0FBC-4B93-BB86-27DD8326F375}" dt="2020-01-11T13:40:35.276" v="1435" actId="1076"/>
          <ac:grpSpMkLst>
            <pc:docMk/>
            <pc:sldMk cId="854019630" sldId="637"/>
            <ac:grpSpMk id="6" creationId="{A0F3FA94-F3ED-4C6B-BD34-719E441CA43C}"/>
          </ac:grpSpMkLst>
        </pc:grpChg>
        <pc:grpChg chg="add mod">
          <ac:chgData name="KwonJoonho" userId="fa141e0c-4849-4deb-8f8c-65d25da6d8db" providerId="ADAL" clId="{A9A61EE6-0FBC-4B93-BB86-27DD8326F375}" dt="2020-01-11T13:40:33.192" v="1434" actId="1076"/>
          <ac:grpSpMkLst>
            <pc:docMk/>
            <pc:sldMk cId="854019630" sldId="637"/>
            <ac:grpSpMk id="9" creationId="{C9328C24-31FF-4E12-8B1E-15AF1AA4F29A}"/>
          </ac:grpSpMkLst>
        </pc:grpChg>
      </pc:sldChg>
      <pc:sldChg chg="addSp modSp add modAnim">
        <pc:chgData name="KwonJoonho" userId="fa141e0c-4849-4deb-8f8c-65d25da6d8db" providerId="ADAL" clId="{A9A61EE6-0FBC-4B93-BB86-27DD8326F375}" dt="2020-01-11T14:07:58.653" v="1784" actId="207"/>
        <pc:sldMkLst>
          <pc:docMk/>
          <pc:sldMk cId="3598655402" sldId="638"/>
        </pc:sldMkLst>
        <pc:spChg chg="mod">
          <ac:chgData name="KwonJoonho" userId="fa141e0c-4849-4deb-8f8c-65d25da6d8db" providerId="ADAL" clId="{A9A61EE6-0FBC-4B93-BB86-27DD8326F375}" dt="2020-01-11T14:07:58.653" v="1784" actId="207"/>
          <ac:spMkLst>
            <pc:docMk/>
            <pc:sldMk cId="3598655402" sldId="638"/>
            <ac:spMk id="2" creationId="{36DE9135-8F71-4790-9D29-090D2BF1304E}"/>
          </ac:spMkLst>
        </pc:spChg>
        <pc:spChg chg="mod">
          <ac:chgData name="KwonJoonho" userId="fa141e0c-4849-4deb-8f8c-65d25da6d8db" providerId="ADAL" clId="{A9A61EE6-0FBC-4B93-BB86-27DD8326F375}" dt="2020-01-11T13:51:52" v="1752" actId="20577"/>
          <ac:spMkLst>
            <pc:docMk/>
            <pc:sldMk cId="3598655402" sldId="638"/>
            <ac:spMk id="3" creationId="{41E788B9-4599-4AA3-9C8D-A2F74091AE16}"/>
          </ac:spMkLst>
        </pc:spChg>
        <pc:spChg chg="mod">
          <ac:chgData name="KwonJoonho" userId="fa141e0c-4849-4deb-8f8c-65d25da6d8db" providerId="ADAL" clId="{A9A61EE6-0FBC-4B93-BB86-27DD8326F375}" dt="2020-01-11T13:50:43.988" v="1705" actId="14100"/>
          <ac:spMkLst>
            <pc:docMk/>
            <pc:sldMk cId="3598655402" sldId="638"/>
            <ac:spMk id="6" creationId="{8AD420A3-D45E-470C-BCD5-7D67DBA9B6FF}"/>
          </ac:spMkLst>
        </pc:spChg>
        <pc:spChg chg="mod">
          <ac:chgData name="KwonJoonho" userId="fa141e0c-4849-4deb-8f8c-65d25da6d8db" providerId="ADAL" clId="{A9A61EE6-0FBC-4B93-BB86-27DD8326F375}" dt="2020-01-11T13:50:41.053" v="1704" actId="404"/>
          <ac:spMkLst>
            <pc:docMk/>
            <pc:sldMk cId="3598655402" sldId="638"/>
            <ac:spMk id="9" creationId="{C453E4C1-77C8-49DC-BDEB-385184F43DC1}"/>
          </ac:spMkLst>
        </pc:spChg>
        <pc:spChg chg="add mod">
          <ac:chgData name="KwonJoonho" userId="fa141e0c-4849-4deb-8f8c-65d25da6d8db" providerId="ADAL" clId="{A9A61EE6-0FBC-4B93-BB86-27DD8326F375}" dt="2020-01-11T13:52:35.391" v="1768" actId="14100"/>
          <ac:spMkLst>
            <pc:docMk/>
            <pc:sldMk cId="3598655402" sldId="638"/>
            <ac:spMk id="11" creationId="{21074548-EE90-43E4-8360-A26A2FA98215}"/>
          </ac:spMkLst>
        </pc:spChg>
        <pc:grpChg chg="add mod">
          <ac:chgData name="KwonJoonho" userId="fa141e0c-4849-4deb-8f8c-65d25da6d8db" providerId="ADAL" clId="{A9A61EE6-0FBC-4B93-BB86-27DD8326F375}" dt="2020-01-11T13:49:50.782" v="1627" actId="1076"/>
          <ac:grpSpMkLst>
            <pc:docMk/>
            <pc:sldMk cId="3598655402" sldId="638"/>
            <ac:grpSpMk id="5" creationId="{C6C8FEB1-7E0D-46CA-A08C-4B47DCE86671}"/>
          </ac:grpSpMkLst>
        </pc:grpChg>
        <pc:grpChg chg="add mod">
          <ac:chgData name="KwonJoonho" userId="fa141e0c-4849-4deb-8f8c-65d25da6d8db" providerId="ADAL" clId="{A9A61EE6-0FBC-4B93-BB86-27DD8326F375}" dt="2020-01-11T13:50:47.602" v="1706" actId="14100"/>
          <ac:grpSpMkLst>
            <pc:docMk/>
            <pc:sldMk cId="3598655402" sldId="638"/>
            <ac:grpSpMk id="8" creationId="{F180D130-D011-43DD-A74A-BE59275F638B}"/>
          </ac:grpSpMkLst>
        </pc:grpChg>
      </pc:sldChg>
      <pc:sldChg chg="modSp add">
        <pc:chgData name="KwonJoonho" userId="fa141e0c-4849-4deb-8f8c-65d25da6d8db" providerId="ADAL" clId="{A9A61EE6-0FBC-4B93-BB86-27DD8326F375}" dt="2020-01-11T14:07:52.505" v="1783" actId="6549"/>
        <pc:sldMkLst>
          <pc:docMk/>
          <pc:sldMk cId="511502082" sldId="639"/>
        </pc:sldMkLst>
        <pc:spChg chg="mod">
          <ac:chgData name="KwonJoonho" userId="fa141e0c-4849-4deb-8f8c-65d25da6d8db" providerId="ADAL" clId="{A9A61EE6-0FBC-4B93-BB86-27DD8326F375}" dt="2020-01-11T14:07:52.505" v="1783" actId="6549"/>
          <ac:spMkLst>
            <pc:docMk/>
            <pc:sldMk cId="511502082" sldId="639"/>
            <ac:spMk id="2" creationId="{E23A80AB-3EFE-4D05-B4F1-36AF951B3E43}"/>
          </ac:spMkLst>
        </pc:spChg>
        <pc:spChg chg="mod">
          <ac:chgData name="KwonJoonho" userId="fa141e0c-4849-4deb-8f8c-65d25da6d8db" providerId="ADAL" clId="{A9A61EE6-0FBC-4B93-BB86-27DD8326F375}" dt="2020-01-11T14:07:33.248" v="1771" actId="20577"/>
          <ac:spMkLst>
            <pc:docMk/>
            <pc:sldMk cId="511502082" sldId="639"/>
            <ac:spMk id="3" creationId="{6F3A1F46-A6FB-4D52-8C8B-59ADABDCF1A5}"/>
          </ac:spMkLst>
        </pc:spChg>
      </pc:sldChg>
      <pc:sldChg chg="modSp add">
        <pc:chgData name="KwonJoonho" userId="fa141e0c-4849-4deb-8f8c-65d25da6d8db" providerId="ADAL" clId="{A9A61EE6-0FBC-4B93-BB86-27DD8326F375}" dt="2020-01-12T15:17:39.712" v="3128"/>
        <pc:sldMkLst>
          <pc:docMk/>
          <pc:sldMk cId="2408625647" sldId="640"/>
        </pc:sldMkLst>
        <pc:spChg chg="mod">
          <ac:chgData name="KwonJoonho" userId="fa141e0c-4849-4deb-8f8c-65d25da6d8db" providerId="ADAL" clId="{A9A61EE6-0FBC-4B93-BB86-27DD8326F375}" dt="2020-01-12T15:17:39.712" v="3128"/>
          <ac:spMkLst>
            <pc:docMk/>
            <pc:sldMk cId="2408625647" sldId="640"/>
            <ac:spMk id="2" creationId="{9C77A4CF-B5CA-4CBF-AAFA-4F372C1A8028}"/>
          </ac:spMkLst>
        </pc:spChg>
        <pc:spChg chg="mod">
          <ac:chgData name="KwonJoonho" userId="fa141e0c-4849-4deb-8f8c-65d25da6d8db" providerId="ADAL" clId="{A9A61EE6-0FBC-4B93-BB86-27DD8326F375}" dt="2020-01-11T14:10:53.442" v="1788" actId="20577"/>
          <ac:spMkLst>
            <pc:docMk/>
            <pc:sldMk cId="2408625647" sldId="640"/>
            <ac:spMk id="3" creationId="{BB458252-1DC5-42A4-B95A-62A6187CE3CB}"/>
          </ac:spMkLst>
        </pc:spChg>
      </pc:sldChg>
      <pc:sldChg chg="modSp add">
        <pc:chgData name="KwonJoonho" userId="fa141e0c-4849-4deb-8f8c-65d25da6d8db" providerId="ADAL" clId="{A9A61EE6-0FBC-4B93-BB86-27DD8326F375}" dt="2020-01-12T13:33:50.823" v="2020" actId="207"/>
        <pc:sldMkLst>
          <pc:docMk/>
          <pc:sldMk cId="1704611379" sldId="641"/>
        </pc:sldMkLst>
        <pc:spChg chg="mod">
          <ac:chgData name="KwonJoonho" userId="fa141e0c-4849-4deb-8f8c-65d25da6d8db" providerId="ADAL" clId="{A9A61EE6-0FBC-4B93-BB86-27DD8326F375}" dt="2020-01-12T13:33:50.823" v="2020" actId="207"/>
          <ac:spMkLst>
            <pc:docMk/>
            <pc:sldMk cId="1704611379" sldId="641"/>
            <ac:spMk id="2" creationId="{830F9977-E40A-4C0B-B830-7FEE1211D76D}"/>
          </ac:spMkLst>
        </pc:spChg>
        <pc:spChg chg="mod">
          <ac:chgData name="KwonJoonho" userId="fa141e0c-4849-4deb-8f8c-65d25da6d8db" providerId="ADAL" clId="{A9A61EE6-0FBC-4B93-BB86-27DD8326F375}" dt="2020-01-12T13:31:02.045" v="1830" actId="20577"/>
          <ac:spMkLst>
            <pc:docMk/>
            <pc:sldMk cId="1704611379" sldId="641"/>
            <ac:spMk id="3" creationId="{751AD388-2B91-4515-9796-992F4E78D14D}"/>
          </ac:spMkLst>
        </pc:spChg>
      </pc:sldChg>
      <pc:sldChg chg="addSp delSp modSp add">
        <pc:chgData name="KwonJoonho" userId="fa141e0c-4849-4deb-8f8c-65d25da6d8db" providerId="ADAL" clId="{A9A61EE6-0FBC-4B93-BB86-27DD8326F375}" dt="2020-01-12T15:16:18.824" v="3117" actId="20577"/>
        <pc:sldMkLst>
          <pc:docMk/>
          <pc:sldMk cId="4046554649" sldId="642"/>
        </pc:sldMkLst>
        <pc:spChg chg="mod">
          <ac:chgData name="KwonJoonho" userId="fa141e0c-4849-4deb-8f8c-65d25da6d8db" providerId="ADAL" clId="{A9A61EE6-0FBC-4B93-BB86-27DD8326F375}" dt="2020-01-12T15:06:23.284" v="2815" actId="207"/>
          <ac:spMkLst>
            <pc:docMk/>
            <pc:sldMk cId="4046554649" sldId="642"/>
            <ac:spMk id="2" creationId="{0821E6AF-40C6-43FD-A7EE-272D79357DBB}"/>
          </ac:spMkLst>
        </pc:spChg>
        <pc:spChg chg="mod">
          <ac:chgData name="KwonJoonho" userId="fa141e0c-4849-4deb-8f8c-65d25da6d8db" providerId="ADAL" clId="{A9A61EE6-0FBC-4B93-BB86-27DD8326F375}" dt="2020-01-12T15:16:18.824" v="3117" actId="20577"/>
          <ac:spMkLst>
            <pc:docMk/>
            <pc:sldMk cId="4046554649" sldId="642"/>
            <ac:spMk id="3" creationId="{D745DB7C-6EB1-450F-9AD0-E0AB71450B75}"/>
          </ac:spMkLst>
        </pc:spChg>
        <pc:spChg chg="add mod">
          <ac:chgData name="KwonJoonho" userId="fa141e0c-4849-4deb-8f8c-65d25da6d8db" providerId="ADAL" clId="{A9A61EE6-0FBC-4B93-BB86-27DD8326F375}" dt="2020-01-12T15:12:16.754" v="2951" actId="207"/>
          <ac:spMkLst>
            <pc:docMk/>
            <pc:sldMk cId="4046554649" sldId="642"/>
            <ac:spMk id="5" creationId="{0F4C4698-9831-4E8B-AE17-AFD838E8B6B5}"/>
          </ac:spMkLst>
        </pc:spChg>
        <pc:cxnChg chg="add mod">
          <ac:chgData name="KwonJoonho" userId="fa141e0c-4849-4deb-8f8c-65d25da6d8db" providerId="ADAL" clId="{A9A61EE6-0FBC-4B93-BB86-27DD8326F375}" dt="2020-01-12T15:06:28.459" v="2816" actId="1076"/>
          <ac:cxnSpMkLst>
            <pc:docMk/>
            <pc:sldMk cId="4046554649" sldId="642"/>
            <ac:cxnSpMk id="6" creationId="{E2A0B15F-C2EA-4D4A-B8D3-1928AE897795}"/>
          </ac:cxnSpMkLst>
        </pc:cxnChg>
        <pc:cxnChg chg="add del mod">
          <ac:chgData name="KwonJoonho" userId="fa141e0c-4849-4deb-8f8c-65d25da6d8db" providerId="ADAL" clId="{A9A61EE6-0FBC-4B93-BB86-27DD8326F375}" dt="2020-01-12T15:02:40.938" v="2578" actId="478"/>
          <ac:cxnSpMkLst>
            <pc:docMk/>
            <pc:sldMk cId="4046554649" sldId="642"/>
            <ac:cxnSpMk id="7" creationId="{A070D8A2-5659-4423-A259-53AD6C21DFEE}"/>
          </ac:cxnSpMkLst>
        </pc:cxnChg>
        <pc:cxnChg chg="add del mod">
          <ac:chgData name="KwonJoonho" userId="fa141e0c-4849-4deb-8f8c-65d25da6d8db" providerId="ADAL" clId="{A9A61EE6-0FBC-4B93-BB86-27DD8326F375}" dt="2020-01-12T15:02:40.938" v="2578" actId="478"/>
          <ac:cxnSpMkLst>
            <pc:docMk/>
            <pc:sldMk cId="4046554649" sldId="642"/>
            <ac:cxnSpMk id="8" creationId="{43195F91-B384-409E-BD36-1F9DDF66A675}"/>
          </ac:cxnSpMkLst>
        </pc:cxnChg>
      </pc:sldChg>
      <pc:sldChg chg="addSp delSp modSp add">
        <pc:chgData name="KwonJoonho" userId="fa141e0c-4849-4deb-8f8c-65d25da6d8db" providerId="ADAL" clId="{A9A61EE6-0FBC-4B93-BB86-27DD8326F375}" dt="2020-01-12T14:14:34.985" v="2182" actId="27636"/>
        <pc:sldMkLst>
          <pc:docMk/>
          <pc:sldMk cId="3070155664" sldId="643"/>
        </pc:sldMkLst>
        <pc:spChg chg="del">
          <ac:chgData name="KwonJoonho" userId="fa141e0c-4849-4deb-8f8c-65d25da6d8db" providerId="ADAL" clId="{A9A61EE6-0FBC-4B93-BB86-27DD8326F375}" dt="2020-01-12T14:10:12.389" v="2059" actId="478"/>
          <ac:spMkLst>
            <pc:docMk/>
            <pc:sldMk cId="3070155664" sldId="643"/>
            <ac:spMk id="2" creationId="{D96C782D-5CDA-4B27-8600-71D352E02F96}"/>
          </ac:spMkLst>
        </pc:spChg>
        <pc:spChg chg="mod">
          <ac:chgData name="KwonJoonho" userId="fa141e0c-4849-4deb-8f8c-65d25da6d8db" providerId="ADAL" clId="{A9A61EE6-0FBC-4B93-BB86-27DD8326F375}" dt="2020-01-12T14:14:34.985" v="2182" actId="27636"/>
          <ac:spMkLst>
            <pc:docMk/>
            <pc:sldMk cId="3070155664" sldId="643"/>
            <ac:spMk id="3" creationId="{4D1C0D05-9B55-4C77-B4F9-B9B86E717008}"/>
          </ac:spMkLst>
        </pc:spChg>
        <pc:spChg chg="add del mod">
          <ac:chgData name="KwonJoonho" userId="fa141e0c-4849-4deb-8f8c-65d25da6d8db" providerId="ADAL" clId="{A9A61EE6-0FBC-4B93-BB86-27DD8326F375}" dt="2020-01-12T14:11:17.031" v="2083" actId="478"/>
          <ac:spMkLst>
            <pc:docMk/>
            <pc:sldMk cId="3070155664" sldId="643"/>
            <ac:spMk id="5" creationId="{E072EA5F-B01C-4F01-B788-CFA4AE1C0EAD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6" creationId="{95B533BE-F175-4781-B89F-FD526CCB130E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7" creationId="{0A65BA44-AC1C-4929-B5FB-5089CF482453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8" creationId="{2F7CB390-E659-4850-98A9-96AB62A48F40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9" creationId="{C8702DAA-D8B1-44E6-AF8F-D3AC40FFF8E9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10" creationId="{758C3CE7-2A6A-4E9A-860C-49A0811D0031}"/>
          </ac:spMkLst>
        </pc:spChg>
        <pc:spChg chg="add mod">
          <ac:chgData name="KwonJoonho" userId="fa141e0c-4849-4deb-8f8c-65d25da6d8db" providerId="ADAL" clId="{A9A61EE6-0FBC-4B93-BB86-27DD8326F375}" dt="2020-01-12T14:14:00.224" v="2173" actId="1076"/>
          <ac:spMkLst>
            <pc:docMk/>
            <pc:sldMk cId="3070155664" sldId="643"/>
            <ac:spMk id="11" creationId="{075D4F58-8FDC-4040-9F77-D3FF3611D9F6}"/>
          </ac:spMkLst>
        </pc:spChg>
        <pc:cxnChg chg="add mod">
          <ac:chgData name="KwonJoonho" userId="fa141e0c-4849-4deb-8f8c-65d25da6d8db" providerId="ADAL" clId="{A9A61EE6-0FBC-4B93-BB86-27DD8326F375}" dt="2020-01-12T14:14:00.224" v="2173" actId="1076"/>
          <ac:cxnSpMkLst>
            <pc:docMk/>
            <pc:sldMk cId="3070155664" sldId="643"/>
            <ac:cxnSpMk id="13" creationId="{2C2CE680-9C5D-4359-B2FC-9BEBB7E4CDCA}"/>
          </ac:cxnSpMkLst>
        </pc:cxnChg>
        <pc:cxnChg chg="add mod">
          <ac:chgData name="KwonJoonho" userId="fa141e0c-4849-4deb-8f8c-65d25da6d8db" providerId="ADAL" clId="{A9A61EE6-0FBC-4B93-BB86-27DD8326F375}" dt="2020-01-12T14:14:00.224" v="2173" actId="1076"/>
          <ac:cxnSpMkLst>
            <pc:docMk/>
            <pc:sldMk cId="3070155664" sldId="643"/>
            <ac:cxnSpMk id="14" creationId="{63794F8A-1F6E-45D3-B6F8-CFEE3110004B}"/>
          </ac:cxnSpMkLst>
        </pc:cxnChg>
        <pc:cxnChg chg="add mod">
          <ac:chgData name="KwonJoonho" userId="fa141e0c-4849-4deb-8f8c-65d25da6d8db" providerId="ADAL" clId="{A9A61EE6-0FBC-4B93-BB86-27DD8326F375}" dt="2020-01-12T14:14:00.224" v="2173" actId="1076"/>
          <ac:cxnSpMkLst>
            <pc:docMk/>
            <pc:sldMk cId="3070155664" sldId="643"/>
            <ac:cxnSpMk id="18" creationId="{49DACF1A-4435-44D0-A1E8-EE8877E3C8CD}"/>
          </ac:cxnSpMkLst>
        </pc:cxnChg>
        <pc:cxnChg chg="add mod">
          <ac:chgData name="KwonJoonho" userId="fa141e0c-4849-4deb-8f8c-65d25da6d8db" providerId="ADAL" clId="{A9A61EE6-0FBC-4B93-BB86-27DD8326F375}" dt="2020-01-12T14:14:00.224" v="2173" actId="1076"/>
          <ac:cxnSpMkLst>
            <pc:docMk/>
            <pc:sldMk cId="3070155664" sldId="643"/>
            <ac:cxnSpMk id="21" creationId="{3AB9CD84-7F16-413E-AA37-4102F060C3F9}"/>
          </ac:cxnSpMkLst>
        </pc:cxnChg>
        <pc:cxnChg chg="add mod">
          <ac:chgData name="KwonJoonho" userId="fa141e0c-4849-4deb-8f8c-65d25da6d8db" providerId="ADAL" clId="{A9A61EE6-0FBC-4B93-BB86-27DD8326F375}" dt="2020-01-12T14:14:00.224" v="2173" actId="1076"/>
          <ac:cxnSpMkLst>
            <pc:docMk/>
            <pc:sldMk cId="3070155664" sldId="643"/>
            <ac:cxnSpMk id="33" creationId="{178E82BD-8A54-45F5-9A2C-028580D5D09C}"/>
          </ac:cxnSpMkLst>
        </pc:cxnChg>
      </pc:sldChg>
      <pc:sldChg chg="modSp add">
        <pc:chgData name="KwonJoonho" userId="fa141e0c-4849-4deb-8f8c-65d25da6d8db" providerId="ADAL" clId="{A9A61EE6-0FBC-4B93-BB86-27DD8326F375}" dt="2020-01-12T14:14:33.618" v="2180" actId="27636"/>
        <pc:sldMkLst>
          <pc:docMk/>
          <pc:sldMk cId="1968783637" sldId="644"/>
        </pc:sldMkLst>
        <pc:spChg chg="mod">
          <ac:chgData name="KwonJoonho" userId="fa141e0c-4849-4deb-8f8c-65d25da6d8db" providerId="ADAL" clId="{A9A61EE6-0FBC-4B93-BB86-27DD8326F375}" dt="2020-01-12T14:14:33.618" v="2180" actId="27636"/>
          <ac:spMkLst>
            <pc:docMk/>
            <pc:sldMk cId="1968783637" sldId="644"/>
            <ac:spMk id="3" creationId="{75A61642-2CE1-4870-AABB-CB88D61AEF65}"/>
          </ac:spMkLst>
        </pc:spChg>
      </pc:sldChg>
      <pc:sldChg chg="addSp delSp modSp add modAnim">
        <pc:chgData name="KwonJoonho" userId="fa141e0c-4849-4deb-8f8c-65d25da6d8db" providerId="ADAL" clId="{A9A61EE6-0FBC-4B93-BB86-27DD8326F375}" dt="2020-01-12T15:30:21.760" v="3393"/>
        <pc:sldMkLst>
          <pc:docMk/>
          <pc:sldMk cId="3493877120" sldId="645"/>
        </pc:sldMkLst>
        <pc:spChg chg="mod">
          <ac:chgData name="KwonJoonho" userId="fa141e0c-4849-4deb-8f8c-65d25da6d8db" providerId="ADAL" clId="{A9A61EE6-0FBC-4B93-BB86-27DD8326F375}" dt="2020-01-12T15:11:43.589" v="2938" actId="404"/>
          <ac:spMkLst>
            <pc:docMk/>
            <pc:sldMk cId="3493877120" sldId="645"/>
            <ac:spMk id="2" creationId="{D208EB87-57BA-43CA-9119-7E79A183B7CF}"/>
          </ac:spMkLst>
        </pc:spChg>
        <pc:spChg chg="mod">
          <ac:chgData name="KwonJoonho" userId="fa141e0c-4849-4deb-8f8c-65d25da6d8db" providerId="ADAL" clId="{A9A61EE6-0FBC-4B93-BB86-27DD8326F375}" dt="2020-01-12T15:16:20.007" v="3118" actId="20577"/>
          <ac:spMkLst>
            <pc:docMk/>
            <pc:sldMk cId="3493877120" sldId="645"/>
            <ac:spMk id="3" creationId="{BF13CFFD-4C17-4494-9420-434C530D79E0}"/>
          </ac:spMkLst>
        </pc:spChg>
        <pc:spChg chg="add mod">
          <ac:chgData name="KwonJoonho" userId="fa141e0c-4849-4deb-8f8c-65d25da6d8db" providerId="ADAL" clId="{A9A61EE6-0FBC-4B93-BB86-27DD8326F375}" dt="2020-01-12T15:12:22.814" v="2952" actId="207"/>
          <ac:spMkLst>
            <pc:docMk/>
            <pc:sldMk cId="3493877120" sldId="645"/>
            <ac:spMk id="5" creationId="{EA7FFA6D-1B05-4861-B40A-B2E81D79FAA1}"/>
          </ac:spMkLst>
        </pc:spChg>
        <pc:spChg chg="add mod">
          <ac:chgData name="KwonJoonho" userId="fa141e0c-4849-4deb-8f8c-65d25da6d8db" providerId="ADAL" clId="{A9A61EE6-0FBC-4B93-BB86-27DD8326F375}" dt="2020-01-12T15:25:42.329" v="3290" actId="6549"/>
          <ac:spMkLst>
            <pc:docMk/>
            <pc:sldMk cId="3493877120" sldId="645"/>
            <ac:spMk id="9" creationId="{5EFD183C-92BB-4124-83E8-C4139510BE17}"/>
          </ac:spMkLst>
        </pc:spChg>
        <pc:spChg chg="add del">
          <ac:chgData name="KwonJoonho" userId="fa141e0c-4849-4deb-8f8c-65d25da6d8db" providerId="ADAL" clId="{A9A61EE6-0FBC-4B93-BB86-27DD8326F375}" dt="2020-01-12T15:30:21.760" v="3393"/>
          <ac:spMkLst>
            <pc:docMk/>
            <pc:sldMk cId="3493877120" sldId="645"/>
            <ac:spMk id="11" creationId="{BC5DD02A-091D-4AF8-A291-7C1F5EF99E02}"/>
          </ac:spMkLst>
        </pc:spChg>
        <pc:cxnChg chg="add mod">
          <ac:chgData name="KwonJoonho" userId="fa141e0c-4849-4deb-8f8c-65d25da6d8db" providerId="ADAL" clId="{A9A61EE6-0FBC-4B93-BB86-27DD8326F375}" dt="2020-01-12T15:11:51.134" v="2941" actId="1076"/>
          <ac:cxnSpMkLst>
            <pc:docMk/>
            <pc:sldMk cId="3493877120" sldId="645"/>
            <ac:cxnSpMk id="6" creationId="{FA112DFE-C928-4D9F-BFC5-D0C71E9DB3CA}"/>
          </ac:cxnSpMkLst>
        </pc:cxnChg>
        <pc:cxnChg chg="add mod">
          <ac:chgData name="KwonJoonho" userId="fa141e0c-4849-4deb-8f8c-65d25da6d8db" providerId="ADAL" clId="{A9A61EE6-0FBC-4B93-BB86-27DD8326F375}" dt="2020-01-12T15:12:00.540" v="2948" actId="1076"/>
          <ac:cxnSpMkLst>
            <pc:docMk/>
            <pc:sldMk cId="3493877120" sldId="645"/>
            <ac:cxnSpMk id="10" creationId="{699A00AC-BB50-412B-9327-30EBA4BD6065}"/>
          </ac:cxnSpMkLst>
        </pc:cxnChg>
      </pc:sldChg>
      <pc:sldChg chg="addSp delSp modSp add delAnim modAnim">
        <pc:chgData name="KwonJoonho" userId="fa141e0c-4849-4deb-8f8c-65d25da6d8db" providerId="ADAL" clId="{A9A61EE6-0FBC-4B93-BB86-27DD8326F375}" dt="2020-01-12T15:16:22.073" v="3119" actId="20577"/>
        <pc:sldMkLst>
          <pc:docMk/>
          <pc:sldMk cId="2862385314" sldId="646"/>
        </pc:sldMkLst>
        <pc:spChg chg="mod">
          <ac:chgData name="KwonJoonho" userId="fa141e0c-4849-4deb-8f8c-65d25da6d8db" providerId="ADAL" clId="{A9A61EE6-0FBC-4B93-BB86-27DD8326F375}" dt="2020-01-12T15:15:12.750" v="3101" actId="207"/>
          <ac:spMkLst>
            <pc:docMk/>
            <pc:sldMk cId="2862385314" sldId="646"/>
            <ac:spMk id="2" creationId="{BB45194A-6F40-4148-AF25-1236A73CA999}"/>
          </ac:spMkLst>
        </pc:spChg>
        <pc:spChg chg="mod">
          <ac:chgData name="KwonJoonho" userId="fa141e0c-4849-4deb-8f8c-65d25da6d8db" providerId="ADAL" clId="{A9A61EE6-0FBC-4B93-BB86-27DD8326F375}" dt="2020-01-12T15:16:22.073" v="3119" actId="20577"/>
          <ac:spMkLst>
            <pc:docMk/>
            <pc:sldMk cId="2862385314" sldId="646"/>
            <ac:spMk id="3" creationId="{AF93A552-EC6A-4DF7-8F50-DB773BCA7978}"/>
          </ac:spMkLst>
        </pc:spChg>
        <pc:spChg chg="add del mod">
          <ac:chgData name="KwonJoonho" userId="fa141e0c-4849-4deb-8f8c-65d25da6d8db" providerId="ADAL" clId="{A9A61EE6-0FBC-4B93-BB86-27DD8326F375}" dt="2020-01-12T15:11:57.596" v="2946"/>
          <ac:spMkLst>
            <pc:docMk/>
            <pc:sldMk cId="2862385314" sldId="646"/>
            <ac:spMk id="5" creationId="{3EE8F7E9-F685-4339-A490-A1225B16D196}"/>
          </ac:spMkLst>
        </pc:spChg>
        <pc:spChg chg="add del mod">
          <ac:chgData name="KwonJoonho" userId="fa141e0c-4849-4deb-8f8c-65d25da6d8db" providerId="ADAL" clId="{A9A61EE6-0FBC-4B93-BB86-27DD8326F375}" dt="2020-01-12T15:12:44.060" v="2959"/>
          <ac:spMkLst>
            <pc:docMk/>
            <pc:sldMk cId="2862385314" sldId="646"/>
            <ac:spMk id="8" creationId="{C6E9674E-2833-4BD4-BE09-78A4B146F3AE}"/>
          </ac:spMkLst>
        </pc:spChg>
        <pc:spChg chg="add mod">
          <ac:chgData name="KwonJoonho" userId="fa141e0c-4849-4deb-8f8c-65d25da6d8db" providerId="ADAL" clId="{A9A61EE6-0FBC-4B93-BB86-27DD8326F375}" dt="2020-01-12T15:16:12.767" v="3116" actId="207"/>
          <ac:spMkLst>
            <pc:docMk/>
            <pc:sldMk cId="2862385314" sldId="646"/>
            <ac:spMk id="9" creationId="{E325B199-CA3C-4474-B80F-CF99B230518D}"/>
          </ac:spMkLst>
        </pc:spChg>
        <pc:cxnChg chg="add del mod">
          <ac:chgData name="KwonJoonho" userId="fa141e0c-4849-4deb-8f8c-65d25da6d8db" providerId="ADAL" clId="{A9A61EE6-0FBC-4B93-BB86-27DD8326F375}" dt="2020-01-12T15:11:57.596" v="2946"/>
          <ac:cxnSpMkLst>
            <pc:docMk/>
            <pc:sldMk cId="2862385314" sldId="646"/>
            <ac:cxnSpMk id="6" creationId="{B545D1FC-4FF3-4513-8807-50B9657959CF}"/>
          </ac:cxnSpMkLst>
        </pc:cxnChg>
        <pc:cxnChg chg="add del mod">
          <ac:chgData name="KwonJoonho" userId="fa141e0c-4849-4deb-8f8c-65d25da6d8db" providerId="ADAL" clId="{A9A61EE6-0FBC-4B93-BB86-27DD8326F375}" dt="2020-01-12T15:14:15.843" v="3039" actId="478"/>
          <ac:cxnSpMkLst>
            <pc:docMk/>
            <pc:sldMk cId="2862385314" sldId="646"/>
            <ac:cxnSpMk id="10" creationId="{A52146F1-0858-4E0E-8F0C-B5B851E36BBB}"/>
          </ac:cxnSpMkLst>
        </pc:cxnChg>
      </pc:sldChg>
      <pc:sldChg chg="modSp add del">
        <pc:chgData name="KwonJoonho" userId="fa141e0c-4849-4deb-8f8c-65d25da6d8db" providerId="ADAL" clId="{A9A61EE6-0FBC-4B93-BB86-27DD8326F375}" dt="2020-01-12T15:16:24.430" v="3120" actId="47"/>
        <pc:sldMkLst>
          <pc:docMk/>
          <pc:sldMk cId="4095828762" sldId="647"/>
        </pc:sldMkLst>
        <pc:spChg chg="mod">
          <ac:chgData name="KwonJoonho" userId="fa141e0c-4849-4deb-8f8c-65d25da6d8db" providerId="ADAL" clId="{A9A61EE6-0FBC-4B93-BB86-27DD8326F375}" dt="2020-01-12T15:12:29.630" v="2954"/>
          <ac:spMkLst>
            <pc:docMk/>
            <pc:sldMk cId="4095828762" sldId="647"/>
            <ac:spMk id="2" creationId="{00657D5A-549A-4D11-9241-3E643B76A62D}"/>
          </ac:spMkLst>
        </pc:spChg>
        <pc:spChg chg="mod">
          <ac:chgData name="KwonJoonho" userId="fa141e0c-4849-4deb-8f8c-65d25da6d8db" providerId="ADAL" clId="{A9A61EE6-0FBC-4B93-BB86-27DD8326F375}" dt="2020-01-12T14:18:50.723" v="2289" actId="20577"/>
          <ac:spMkLst>
            <pc:docMk/>
            <pc:sldMk cId="4095828762" sldId="647"/>
            <ac:spMk id="3" creationId="{28E148D5-4DFF-4B32-A635-6A8C08227E95}"/>
          </ac:spMkLst>
        </pc:spChg>
      </pc:sldChg>
      <pc:sldChg chg="addSp delSp modSp add modAnim">
        <pc:chgData name="KwonJoonho" userId="fa141e0c-4849-4deb-8f8c-65d25da6d8db" providerId="ADAL" clId="{A9A61EE6-0FBC-4B93-BB86-27DD8326F375}" dt="2020-01-12T15:28:37.378" v="3344" actId="207"/>
        <pc:sldMkLst>
          <pc:docMk/>
          <pc:sldMk cId="2259052662" sldId="648"/>
        </pc:sldMkLst>
        <pc:spChg chg="mod">
          <ac:chgData name="KwonJoonho" userId="fa141e0c-4849-4deb-8f8c-65d25da6d8db" providerId="ADAL" clId="{A9A61EE6-0FBC-4B93-BB86-27DD8326F375}" dt="2020-01-12T15:25:07.418" v="3284" actId="20577"/>
          <ac:spMkLst>
            <pc:docMk/>
            <pc:sldMk cId="2259052662" sldId="648"/>
            <ac:spMk id="2" creationId="{499EE1F9-C641-44D3-8809-B3018E51F2C1}"/>
          </ac:spMkLst>
        </pc:spChg>
        <pc:spChg chg="mod">
          <ac:chgData name="KwonJoonho" userId="fa141e0c-4849-4deb-8f8c-65d25da6d8db" providerId="ADAL" clId="{A9A61EE6-0FBC-4B93-BB86-27DD8326F375}" dt="2020-01-12T14:22:00.869" v="2406" actId="20577"/>
          <ac:spMkLst>
            <pc:docMk/>
            <pc:sldMk cId="2259052662" sldId="648"/>
            <ac:spMk id="3" creationId="{74A757EE-0472-4D19-AB8F-C5ADDCA8C621}"/>
          </ac:spMkLst>
        </pc:spChg>
        <pc:spChg chg="add mod">
          <ac:chgData name="KwonJoonho" userId="fa141e0c-4849-4deb-8f8c-65d25da6d8db" providerId="ADAL" clId="{A9A61EE6-0FBC-4B93-BB86-27DD8326F375}" dt="2020-01-12T15:26:02.014" v="3296" actId="1076"/>
          <ac:spMkLst>
            <pc:docMk/>
            <pc:sldMk cId="2259052662" sldId="648"/>
            <ac:spMk id="5" creationId="{194F0C9F-1E05-43DF-9B6F-BAEC5D328DA0}"/>
          </ac:spMkLst>
        </pc:spChg>
        <pc:spChg chg="add mod">
          <ac:chgData name="KwonJoonho" userId="fa141e0c-4849-4deb-8f8c-65d25da6d8db" providerId="ADAL" clId="{A9A61EE6-0FBC-4B93-BB86-27DD8326F375}" dt="2020-01-12T15:28:37.378" v="3344" actId="207"/>
          <ac:spMkLst>
            <pc:docMk/>
            <pc:sldMk cId="2259052662" sldId="648"/>
            <ac:spMk id="9" creationId="{39326B2D-9D8D-4254-855F-02221E2A511C}"/>
          </ac:spMkLst>
        </pc:spChg>
        <pc:spChg chg="add mod">
          <ac:chgData name="KwonJoonho" userId="fa141e0c-4849-4deb-8f8c-65d25da6d8db" providerId="ADAL" clId="{A9A61EE6-0FBC-4B93-BB86-27DD8326F375}" dt="2020-01-12T15:28:20.182" v="3340" actId="164"/>
          <ac:spMkLst>
            <pc:docMk/>
            <pc:sldMk cId="2259052662" sldId="648"/>
            <ac:spMk id="17" creationId="{CCB77707-91A0-4233-B2B6-695234234A57}"/>
          </ac:spMkLst>
        </pc:spChg>
        <pc:spChg chg="add mod">
          <ac:chgData name="KwonJoonho" userId="fa141e0c-4849-4deb-8f8c-65d25da6d8db" providerId="ADAL" clId="{A9A61EE6-0FBC-4B93-BB86-27DD8326F375}" dt="2020-01-12T15:28:20.182" v="3340" actId="164"/>
          <ac:spMkLst>
            <pc:docMk/>
            <pc:sldMk cId="2259052662" sldId="648"/>
            <ac:spMk id="20" creationId="{54628A82-E832-4710-AA5A-0771AA9A93FC}"/>
          </ac:spMkLst>
        </pc:spChg>
        <pc:spChg chg="add del">
          <ac:chgData name="KwonJoonho" userId="fa141e0c-4849-4deb-8f8c-65d25da6d8db" providerId="ADAL" clId="{A9A61EE6-0FBC-4B93-BB86-27DD8326F375}" dt="2020-01-12T15:27:10.386" v="3313" actId="478"/>
          <ac:spMkLst>
            <pc:docMk/>
            <pc:sldMk cId="2259052662" sldId="648"/>
            <ac:spMk id="22" creationId="{126B8184-AE6F-4955-B25E-1EAF5741ED46}"/>
          </ac:spMkLst>
        </pc:spChg>
        <pc:grpChg chg="add mod">
          <ac:chgData name="KwonJoonho" userId="fa141e0c-4849-4deb-8f8c-65d25da6d8db" providerId="ADAL" clId="{A9A61EE6-0FBC-4B93-BB86-27DD8326F375}" dt="2020-01-12T15:28:23.334" v="3341" actId="1076"/>
          <ac:grpSpMkLst>
            <pc:docMk/>
            <pc:sldMk cId="2259052662" sldId="648"/>
            <ac:grpSpMk id="37" creationId="{DD7C12ED-1A4B-405E-B626-32EF21D8C2F7}"/>
          </ac:grpSpMkLst>
        </pc:grpChg>
        <pc:cxnChg chg="add mod">
          <ac:chgData name="KwonJoonho" userId="fa141e0c-4849-4deb-8f8c-65d25da6d8db" providerId="ADAL" clId="{A9A61EE6-0FBC-4B93-BB86-27DD8326F375}" dt="2020-01-12T15:26:02.014" v="3296" actId="1076"/>
          <ac:cxnSpMkLst>
            <pc:docMk/>
            <pc:sldMk cId="2259052662" sldId="648"/>
            <ac:cxnSpMk id="6" creationId="{65FFF592-2D4D-4807-9B65-9D4AC8459ACA}"/>
          </ac:cxnSpMkLst>
        </pc:cxnChg>
        <pc:cxnChg chg="add mod">
          <ac:chgData name="KwonJoonho" userId="fa141e0c-4849-4deb-8f8c-65d25da6d8db" providerId="ADAL" clId="{A9A61EE6-0FBC-4B93-BB86-27DD8326F375}" dt="2020-01-12T15:28:20.182" v="3340" actId="164"/>
          <ac:cxnSpMkLst>
            <pc:docMk/>
            <pc:sldMk cId="2259052662" sldId="648"/>
            <ac:cxnSpMk id="10" creationId="{D6474780-5511-46E4-939B-DA2F22C7A0F5}"/>
          </ac:cxnSpMkLst>
        </pc:cxnChg>
        <pc:cxnChg chg="add mod">
          <ac:chgData name="KwonJoonho" userId="fa141e0c-4849-4deb-8f8c-65d25da6d8db" providerId="ADAL" clId="{A9A61EE6-0FBC-4B93-BB86-27DD8326F375}" dt="2020-01-12T15:28:20.182" v="3340" actId="164"/>
          <ac:cxnSpMkLst>
            <pc:docMk/>
            <pc:sldMk cId="2259052662" sldId="648"/>
            <ac:cxnSpMk id="19" creationId="{D344C48B-2229-4AD8-8B01-73EA0E1C928D}"/>
          </ac:cxnSpMkLst>
        </pc:cxnChg>
        <pc:cxnChg chg="add mod">
          <ac:chgData name="KwonJoonho" userId="fa141e0c-4849-4deb-8f8c-65d25da6d8db" providerId="ADAL" clId="{A9A61EE6-0FBC-4B93-BB86-27DD8326F375}" dt="2020-01-12T15:28:20.182" v="3340" actId="164"/>
          <ac:cxnSpMkLst>
            <pc:docMk/>
            <pc:sldMk cId="2259052662" sldId="648"/>
            <ac:cxnSpMk id="21" creationId="{B0AA86A7-037A-41AB-92BB-3B109329C56D}"/>
          </ac:cxnSpMkLst>
        </pc:cxnChg>
        <pc:cxnChg chg="add del">
          <ac:chgData name="KwonJoonho" userId="fa141e0c-4849-4deb-8f8c-65d25da6d8db" providerId="ADAL" clId="{A9A61EE6-0FBC-4B93-BB86-27DD8326F375}" dt="2020-01-12T15:27:10.386" v="3313" actId="478"/>
          <ac:cxnSpMkLst>
            <pc:docMk/>
            <pc:sldMk cId="2259052662" sldId="648"/>
            <ac:cxnSpMk id="23" creationId="{1E1DD04E-CAA8-461E-B41B-223DF9F1AE95}"/>
          </ac:cxnSpMkLst>
        </pc:cxnChg>
        <pc:cxnChg chg="add mod">
          <ac:chgData name="KwonJoonho" userId="fa141e0c-4849-4deb-8f8c-65d25da6d8db" providerId="ADAL" clId="{A9A61EE6-0FBC-4B93-BB86-27DD8326F375}" dt="2020-01-12T15:28:20.182" v="3340" actId="164"/>
          <ac:cxnSpMkLst>
            <pc:docMk/>
            <pc:sldMk cId="2259052662" sldId="648"/>
            <ac:cxnSpMk id="24" creationId="{3828A79E-5AD3-41C6-ACA5-63E9B009FAE2}"/>
          </ac:cxnSpMkLst>
        </pc:cxnChg>
        <pc:cxnChg chg="add mod">
          <ac:chgData name="KwonJoonho" userId="fa141e0c-4849-4deb-8f8c-65d25da6d8db" providerId="ADAL" clId="{A9A61EE6-0FBC-4B93-BB86-27DD8326F375}" dt="2020-01-12T15:28:20.182" v="3340" actId="164"/>
          <ac:cxnSpMkLst>
            <pc:docMk/>
            <pc:sldMk cId="2259052662" sldId="648"/>
            <ac:cxnSpMk id="27" creationId="{264A7A1F-8B7C-4E18-A816-7BE82D580D2A}"/>
          </ac:cxnSpMkLst>
        </pc:cxnChg>
      </pc:sldChg>
      <pc:sldChg chg="addSp delSp modSp add delAnim modAnim">
        <pc:chgData name="KwonJoonho" userId="fa141e0c-4849-4deb-8f8c-65d25da6d8db" providerId="ADAL" clId="{A9A61EE6-0FBC-4B93-BB86-27DD8326F375}" dt="2020-01-12T15:32:53.871" v="3468"/>
        <pc:sldMkLst>
          <pc:docMk/>
          <pc:sldMk cId="2693445905" sldId="649"/>
        </pc:sldMkLst>
        <pc:spChg chg="mod">
          <ac:chgData name="KwonJoonho" userId="fa141e0c-4849-4deb-8f8c-65d25da6d8db" providerId="ADAL" clId="{A9A61EE6-0FBC-4B93-BB86-27DD8326F375}" dt="2020-01-12T15:30:09.202" v="3391" actId="6549"/>
          <ac:spMkLst>
            <pc:docMk/>
            <pc:sldMk cId="2693445905" sldId="649"/>
            <ac:spMk id="2" creationId="{D17B6573-CA10-40D4-8D94-807F2F40B0E7}"/>
          </ac:spMkLst>
        </pc:spChg>
        <pc:spChg chg="mod">
          <ac:chgData name="KwonJoonho" userId="fa141e0c-4849-4deb-8f8c-65d25da6d8db" providerId="ADAL" clId="{A9A61EE6-0FBC-4B93-BB86-27DD8326F375}" dt="2020-01-12T14:22:06.115" v="2408" actId="20577"/>
          <ac:spMkLst>
            <pc:docMk/>
            <pc:sldMk cId="2693445905" sldId="649"/>
            <ac:spMk id="3" creationId="{7C4CCC48-AE63-4C17-95DA-CA6DAF0D54B4}"/>
          </ac:spMkLst>
        </pc:spChg>
        <pc:spChg chg="add mod">
          <ac:chgData name="KwonJoonho" userId="fa141e0c-4849-4deb-8f8c-65d25da6d8db" providerId="ADAL" clId="{A9A61EE6-0FBC-4B93-BB86-27DD8326F375}" dt="2020-01-12T15:32:27.398" v="3462" actId="14100"/>
          <ac:spMkLst>
            <pc:docMk/>
            <pc:sldMk cId="2693445905" sldId="649"/>
            <ac:spMk id="5" creationId="{E41121FC-BD0C-4A8F-A1CE-34E2816DBF6D}"/>
          </ac:spMkLst>
        </pc:spChg>
        <pc:spChg chg="add mod">
          <ac:chgData name="KwonJoonho" userId="fa141e0c-4849-4deb-8f8c-65d25da6d8db" providerId="ADAL" clId="{A9A61EE6-0FBC-4B93-BB86-27DD8326F375}" dt="2020-01-12T15:32:08.507" v="3458" actId="14100"/>
          <ac:spMkLst>
            <pc:docMk/>
            <pc:sldMk cId="2693445905" sldId="649"/>
            <ac:spMk id="6" creationId="{B61392F6-8D5B-42CA-A1B1-AE9961402C72}"/>
          </ac:spMkLst>
        </pc:spChg>
        <pc:cxnChg chg="add del mod">
          <ac:chgData name="KwonJoonho" userId="fa141e0c-4849-4deb-8f8c-65d25da6d8db" providerId="ADAL" clId="{A9A61EE6-0FBC-4B93-BB86-27DD8326F375}" dt="2020-01-12T15:31:58.706" v="3454" actId="478"/>
          <ac:cxnSpMkLst>
            <pc:docMk/>
            <pc:sldMk cId="2693445905" sldId="649"/>
            <ac:cxnSpMk id="7" creationId="{F2CDCFC3-1347-40FF-B056-28D8E72ED45F}"/>
          </ac:cxnSpMkLst>
        </pc:cxnChg>
      </pc:sldChg>
      <pc:sldChg chg="addSp delSp modSp add modAnim">
        <pc:chgData name="KwonJoonho" userId="fa141e0c-4849-4deb-8f8c-65d25da6d8db" providerId="ADAL" clId="{A9A61EE6-0FBC-4B93-BB86-27DD8326F375}" dt="2020-01-12T15:42:31.240" v="3576"/>
        <pc:sldMkLst>
          <pc:docMk/>
          <pc:sldMk cId="4235236884" sldId="650"/>
        </pc:sldMkLst>
        <pc:spChg chg="mod">
          <ac:chgData name="KwonJoonho" userId="fa141e0c-4849-4deb-8f8c-65d25da6d8db" providerId="ADAL" clId="{A9A61EE6-0FBC-4B93-BB86-27DD8326F375}" dt="2020-01-12T14:20:35.845" v="2374" actId="15"/>
          <ac:spMkLst>
            <pc:docMk/>
            <pc:sldMk cId="4235236884" sldId="650"/>
            <ac:spMk id="2" creationId="{7A402228-58ED-471A-A9D1-255C51DE022C}"/>
          </ac:spMkLst>
        </pc:spChg>
        <pc:spChg chg="mod">
          <ac:chgData name="KwonJoonho" userId="fa141e0c-4849-4deb-8f8c-65d25da6d8db" providerId="ADAL" clId="{A9A61EE6-0FBC-4B93-BB86-27DD8326F375}" dt="2020-01-12T14:22:08.170" v="2410" actId="20577"/>
          <ac:spMkLst>
            <pc:docMk/>
            <pc:sldMk cId="4235236884" sldId="650"/>
            <ac:spMk id="3" creationId="{D756E49E-8A31-45F8-A267-FF7960E9B240}"/>
          </ac:spMkLst>
        </pc:spChg>
        <pc:spChg chg="add mod">
          <ac:chgData name="KwonJoonho" userId="fa141e0c-4849-4deb-8f8c-65d25da6d8db" providerId="ADAL" clId="{A9A61EE6-0FBC-4B93-BB86-27DD8326F375}" dt="2020-01-12T15:42:09.808" v="3564" actId="164"/>
          <ac:spMkLst>
            <pc:docMk/>
            <pc:sldMk cId="4235236884" sldId="650"/>
            <ac:spMk id="5" creationId="{E95136C1-C7AC-4F29-B81E-FA56B4E477A6}"/>
          </ac:spMkLst>
        </pc:spChg>
        <pc:spChg chg="add mod">
          <ac:chgData name="KwonJoonho" userId="fa141e0c-4849-4deb-8f8c-65d25da6d8db" providerId="ADAL" clId="{A9A61EE6-0FBC-4B93-BB86-27DD8326F375}" dt="2020-01-12T15:42:13.981" v="3565" actId="164"/>
          <ac:spMkLst>
            <pc:docMk/>
            <pc:sldMk cId="4235236884" sldId="650"/>
            <ac:spMk id="6" creationId="{0FDAF926-9433-4F10-B005-A3409200DA56}"/>
          </ac:spMkLst>
        </pc:spChg>
        <pc:spChg chg="add mod">
          <ac:chgData name="KwonJoonho" userId="fa141e0c-4849-4deb-8f8c-65d25da6d8db" providerId="ADAL" clId="{A9A61EE6-0FBC-4B93-BB86-27DD8326F375}" dt="2020-01-12T15:42:09.808" v="3564" actId="164"/>
          <ac:spMkLst>
            <pc:docMk/>
            <pc:sldMk cId="4235236884" sldId="650"/>
            <ac:spMk id="7" creationId="{506C51E5-FECB-4BED-8D8A-5F1EA8201F28}"/>
          </ac:spMkLst>
        </pc:spChg>
        <pc:spChg chg="add mod">
          <ac:chgData name="KwonJoonho" userId="fa141e0c-4849-4deb-8f8c-65d25da6d8db" providerId="ADAL" clId="{A9A61EE6-0FBC-4B93-BB86-27DD8326F375}" dt="2020-01-12T15:42:13.981" v="3565" actId="164"/>
          <ac:spMkLst>
            <pc:docMk/>
            <pc:sldMk cId="4235236884" sldId="650"/>
            <ac:spMk id="8" creationId="{C892F04F-36E3-4F44-94DA-3B47E726D672}"/>
          </ac:spMkLst>
        </pc:spChg>
        <pc:grpChg chg="add mod">
          <ac:chgData name="KwonJoonho" userId="fa141e0c-4849-4deb-8f8c-65d25da6d8db" providerId="ADAL" clId="{A9A61EE6-0FBC-4B93-BB86-27DD8326F375}" dt="2020-01-12T15:41:58.463" v="3562" actId="164"/>
          <ac:grpSpMkLst>
            <pc:docMk/>
            <pc:sldMk cId="4235236884" sldId="650"/>
            <ac:grpSpMk id="27" creationId="{36BDCC59-315E-42A6-ACE3-6B3A33BB9D5C}"/>
          </ac:grpSpMkLst>
        </pc:grpChg>
        <pc:grpChg chg="add mod">
          <ac:chgData name="KwonJoonho" userId="fa141e0c-4849-4deb-8f8c-65d25da6d8db" providerId="ADAL" clId="{A9A61EE6-0FBC-4B93-BB86-27DD8326F375}" dt="2020-01-12T15:42:09.808" v="3564" actId="164"/>
          <ac:grpSpMkLst>
            <pc:docMk/>
            <pc:sldMk cId="4235236884" sldId="650"/>
            <ac:grpSpMk id="28" creationId="{B5767AE4-A3C0-4D91-A367-CA046C26A81F}"/>
          </ac:grpSpMkLst>
        </pc:grpChg>
        <pc:grpChg chg="add mod">
          <ac:chgData name="KwonJoonho" userId="fa141e0c-4849-4deb-8f8c-65d25da6d8db" providerId="ADAL" clId="{A9A61EE6-0FBC-4B93-BB86-27DD8326F375}" dt="2020-01-12T15:42:13.981" v="3565" actId="164"/>
          <ac:grpSpMkLst>
            <pc:docMk/>
            <pc:sldMk cId="4235236884" sldId="650"/>
            <ac:grpSpMk id="29" creationId="{FDB9D9B8-CDF3-4A4B-ADFB-B852157878A8}"/>
          </ac:grpSpMkLst>
        </pc:grpChg>
        <pc:cxnChg chg="add mod">
          <ac:chgData name="KwonJoonho" userId="fa141e0c-4849-4deb-8f8c-65d25da6d8db" providerId="ADAL" clId="{A9A61EE6-0FBC-4B93-BB86-27DD8326F375}" dt="2020-01-12T15:40:35.449" v="3533" actId="1076"/>
          <ac:cxnSpMkLst>
            <pc:docMk/>
            <pc:sldMk cId="4235236884" sldId="650"/>
            <ac:cxnSpMk id="10" creationId="{D12FA532-872D-4580-A332-DE30CFC9BC87}"/>
          </ac:cxnSpMkLst>
        </pc:cxnChg>
        <pc:cxnChg chg="add del">
          <ac:chgData name="KwonJoonho" userId="fa141e0c-4849-4deb-8f8c-65d25da6d8db" providerId="ADAL" clId="{A9A61EE6-0FBC-4B93-BB86-27DD8326F375}" dt="2020-01-12T15:40:38.760" v="3535"/>
          <ac:cxnSpMkLst>
            <pc:docMk/>
            <pc:sldMk cId="4235236884" sldId="650"/>
            <ac:cxnSpMk id="13" creationId="{79897F02-4A50-4222-953E-474AEB88F158}"/>
          </ac:cxnSpMkLst>
        </pc:cxnChg>
        <pc:cxnChg chg="add del mod">
          <ac:chgData name="KwonJoonho" userId="fa141e0c-4849-4deb-8f8c-65d25da6d8db" providerId="ADAL" clId="{A9A61EE6-0FBC-4B93-BB86-27DD8326F375}" dt="2020-01-12T15:40:58.656" v="3540" actId="478"/>
          <ac:cxnSpMkLst>
            <pc:docMk/>
            <pc:sldMk cId="4235236884" sldId="650"/>
            <ac:cxnSpMk id="15" creationId="{DF108747-E8D3-4682-B7A7-0936069350C6}"/>
          </ac:cxnSpMkLst>
        </pc:cxnChg>
        <pc:cxnChg chg="add mod">
          <ac:chgData name="KwonJoonho" userId="fa141e0c-4849-4deb-8f8c-65d25da6d8db" providerId="ADAL" clId="{A9A61EE6-0FBC-4B93-BB86-27DD8326F375}" dt="2020-01-12T15:41:58.463" v="3562" actId="164"/>
          <ac:cxnSpMkLst>
            <pc:docMk/>
            <pc:sldMk cId="4235236884" sldId="650"/>
            <ac:cxnSpMk id="17" creationId="{B0D6CAD0-8BD9-4D54-90B7-1C554840E8C1}"/>
          </ac:cxnSpMkLst>
        </pc:cxnChg>
        <pc:cxnChg chg="add del">
          <ac:chgData name="KwonJoonho" userId="fa141e0c-4849-4deb-8f8c-65d25da6d8db" providerId="ADAL" clId="{A9A61EE6-0FBC-4B93-BB86-27DD8326F375}" dt="2020-01-12T15:41:10.312" v="3545" actId="478"/>
          <ac:cxnSpMkLst>
            <pc:docMk/>
            <pc:sldMk cId="4235236884" sldId="650"/>
            <ac:cxnSpMk id="19" creationId="{CE221847-34B1-48C6-964D-62EFE9598657}"/>
          </ac:cxnSpMkLst>
        </pc:cxnChg>
        <pc:cxnChg chg="add mod">
          <ac:chgData name="KwonJoonho" userId="fa141e0c-4849-4deb-8f8c-65d25da6d8db" providerId="ADAL" clId="{A9A61EE6-0FBC-4B93-BB86-27DD8326F375}" dt="2020-01-12T15:41:58.463" v="3562" actId="164"/>
          <ac:cxnSpMkLst>
            <pc:docMk/>
            <pc:sldMk cId="4235236884" sldId="650"/>
            <ac:cxnSpMk id="21" creationId="{622DBB33-0895-48DD-A487-CC903C75E9CA}"/>
          </ac:cxnSpMkLst>
        </pc:cxnChg>
        <pc:cxnChg chg="add mod">
          <ac:chgData name="KwonJoonho" userId="fa141e0c-4849-4deb-8f8c-65d25da6d8db" providerId="ADAL" clId="{A9A61EE6-0FBC-4B93-BB86-27DD8326F375}" dt="2020-01-12T15:41:58.463" v="3562" actId="164"/>
          <ac:cxnSpMkLst>
            <pc:docMk/>
            <pc:sldMk cId="4235236884" sldId="650"/>
            <ac:cxnSpMk id="22" creationId="{F58E5B01-8664-4734-AA0B-BA5A9C8DD07C}"/>
          </ac:cxnSpMkLst>
        </pc:cxnChg>
      </pc:sldChg>
      <pc:sldChg chg="addSp modSp add modAnim">
        <pc:chgData name="KwonJoonho" userId="fa141e0c-4849-4deb-8f8c-65d25da6d8db" providerId="ADAL" clId="{A9A61EE6-0FBC-4B93-BB86-27DD8326F375}" dt="2020-01-12T15:43:54.053" v="3586" actId="14100"/>
        <pc:sldMkLst>
          <pc:docMk/>
          <pc:sldMk cId="1296087327" sldId="651"/>
        </pc:sldMkLst>
        <pc:spChg chg="mod">
          <ac:chgData name="KwonJoonho" userId="fa141e0c-4849-4deb-8f8c-65d25da6d8db" providerId="ADAL" clId="{A9A61EE6-0FBC-4B93-BB86-27DD8326F375}" dt="2020-01-12T15:43:27.536" v="3579" actId="207"/>
          <ac:spMkLst>
            <pc:docMk/>
            <pc:sldMk cId="1296087327" sldId="651"/>
            <ac:spMk id="2" creationId="{FB29AE8E-6D34-4B56-8C61-32C00428BCB3}"/>
          </ac:spMkLst>
        </pc:spChg>
        <pc:spChg chg="mod">
          <ac:chgData name="KwonJoonho" userId="fa141e0c-4849-4deb-8f8c-65d25da6d8db" providerId="ADAL" clId="{A9A61EE6-0FBC-4B93-BB86-27DD8326F375}" dt="2020-01-12T14:22:09.986" v="2412" actId="20577"/>
          <ac:spMkLst>
            <pc:docMk/>
            <pc:sldMk cId="1296087327" sldId="651"/>
            <ac:spMk id="3" creationId="{48BB4B66-C161-4E7A-98F4-A6DF38B48E1D}"/>
          </ac:spMkLst>
        </pc:spChg>
        <pc:spChg chg="add mod">
          <ac:chgData name="KwonJoonho" userId="fa141e0c-4849-4deb-8f8c-65d25da6d8db" providerId="ADAL" clId="{A9A61EE6-0FBC-4B93-BB86-27DD8326F375}" dt="2020-01-12T15:43:54.053" v="3586" actId="14100"/>
          <ac:spMkLst>
            <pc:docMk/>
            <pc:sldMk cId="1296087327" sldId="651"/>
            <ac:spMk id="5" creationId="{D57AE5A3-9C0B-4494-B7B8-72F3D1E1877E}"/>
          </ac:spMkLst>
        </pc:spChg>
      </pc:sldChg>
      <pc:sldChg chg="modSp add">
        <pc:chgData name="KwonJoonho" userId="fa141e0c-4849-4deb-8f8c-65d25da6d8db" providerId="ADAL" clId="{A9A61EE6-0FBC-4B93-BB86-27DD8326F375}" dt="2020-01-12T15:46:04.521" v="3646" actId="207"/>
        <pc:sldMkLst>
          <pc:docMk/>
          <pc:sldMk cId="427995299" sldId="652"/>
        </pc:sldMkLst>
        <pc:spChg chg="mod">
          <ac:chgData name="KwonJoonho" userId="fa141e0c-4849-4deb-8f8c-65d25da6d8db" providerId="ADAL" clId="{A9A61EE6-0FBC-4B93-BB86-27DD8326F375}" dt="2020-01-12T15:46:04.521" v="3646" actId="207"/>
          <ac:spMkLst>
            <pc:docMk/>
            <pc:sldMk cId="427995299" sldId="652"/>
            <ac:spMk id="2" creationId="{8B9C1DE6-4F9B-4C18-8C7C-DBB1A558E40C}"/>
          </ac:spMkLst>
        </pc:spChg>
        <pc:spChg chg="mod">
          <ac:chgData name="KwonJoonho" userId="fa141e0c-4849-4deb-8f8c-65d25da6d8db" providerId="ADAL" clId="{A9A61EE6-0FBC-4B93-BB86-27DD8326F375}" dt="2020-01-12T14:22:34.677" v="2471" actId="20577"/>
          <ac:spMkLst>
            <pc:docMk/>
            <pc:sldMk cId="427995299" sldId="652"/>
            <ac:spMk id="3" creationId="{6882E553-16B0-4059-ADD8-460FB6B13F60}"/>
          </ac:spMkLst>
        </pc:spChg>
      </pc:sldChg>
      <pc:sldChg chg="modSp add">
        <pc:chgData name="KwonJoonho" userId="fa141e0c-4849-4deb-8f8c-65d25da6d8db" providerId="ADAL" clId="{A9A61EE6-0FBC-4B93-BB86-27DD8326F375}" dt="2020-01-12T14:24:18.270" v="2501" actId="207"/>
        <pc:sldMkLst>
          <pc:docMk/>
          <pc:sldMk cId="129051362" sldId="653"/>
        </pc:sldMkLst>
        <pc:spChg chg="mod">
          <ac:chgData name="KwonJoonho" userId="fa141e0c-4849-4deb-8f8c-65d25da6d8db" providerId="ADAL" clId="{A9A61EE6-0FBC-4B93-BB86-27DD8326F375}" dt="2020-01-12T14:24:18.270" v="2501" actId="207"/>
          <ac:spMkLst>
            <pc:docMk/>
            <pc:sldMk cId="129051362" sldId="653"/>
            <ac:spMk id="2" creationId="{B3FA8B4E-4542-4AE5-82BE-97FDC25D0A4C}"/>
          </ac:spMkLst>
        </pc:spChg>
      </pc:sldChg>
      <pc:sldChg chg="modSp add">
        <pc:chgData name="KwonJoonho" userId="fa141e0c-4849-4deb-8f8c-65d25da6d8db" providerId="ADAL" clId="{A9A61EE6-0FBC-4B93-BB86-27DD8326F375}" dt="2020-01-12T14:25:02.516" v="2528" actId="15"/>
        <pc:sldMkLst>
          <pc:docMk/>
          <pc:sldMk cId="2176778209" sldId="654"/>
        </pc:sldMkLst>
        <pc:spChg chg="mod">
          <ac:chgData name="KwonJoonho" userId="fa141e0c-4849-4deb-8f8c-65d25da6d8db" providerId="ADAL" clId="{A9A61EE6-0FBC-4B93-BB86-27DD8326F375}" dt="2020-01-12T14:25:02.516" v="2528" actId="15"/>
          <ac:spMkLst>
            <pc:docMk/>
            <pc:sldMk cId="2176778209" sldId="654"/>
            <ac:spMk id="2" creationId="{5CB50F02-A10B-4FC0-B158-646AACD6FEAE}"/>
          </ac:spMkLst>
        </pc:spChg>
        <pc:spChg chg="mod">
          <ac:chgData name="KwonJoonho" userId="fa141e0c-4849-4deb-8f8c-65d25da6d8db" providerId="ADAL" clId="{A9A61EE6-0FBC-4B93-BB86-27DD8326F375}" dt="2020-01-12T14:24:55.028" v="2526" actId="20577"/>
          <ac:spMkLst>
            <pc:docMk/>
            <pc:sldMk cId="2176778209" sldId="654"/>
            <ac:spMk id="3" creationId="{995870DA-4DBB-429F-AF3C-3BCC931D556B}"/>
          </ac:spMkLst>
        </pc:spChg>
      </pc:sldChg>
      <pc:sldChg chg="modSp add">
        <pc:chgData name="KwonJoonho" userId="fa141e0c-4849-4deb-8f8c-65d25da6d8db" providerId="ADAL" clId="{A9A61EE6-0FBC-4B93-BB86-27DD8326F375}" dt="2020-01-12T14:25:40.078" v="2539" actId="6549"/>
        <pc:sldMkLst>
          <pc:docMk/>
          <pc:sldMk cId="2313192308" sldId="655"/>
        </pc:sldMkLst>
        <pc:spChg chg="mod">
          <ac:chgData name="KwonJoonho" userId="fa141e0c-4849-4deb-8f8c-65d25da6d8db" providerId="ADAL" clId="{A9A61EE6-0FBC-4B93-BB86-27DD8326F375}" dt="2020-01-12T14:25:40.078" v="2539" actId="6549"/>
          <ac:spMkLst>
            <pc:docMk/>
            <pc:sldMk cId="2313192308" sldId="655"/>
            <ac:spMk id="2" creationId="{9EA66895-5E67-44DC-9FE7-EB8681E5EEA2}"/>
          </ac:spMkLst>
        </pc:spChg>
        <pc:spChg chg="mod">
          <ac:chgData name="KwonJoonho" userId="fa141e0c-4849-4deb-8f8c-65d25da6d8db" providerId="ADAL" clId="{A9A61EE6-0FBC-4B93-BB86-27DD8326F375}" dt="2020-01-12T14:25:30.068" v="2534"/>
          <ac:spMkLst>
            <pc:docMk/>
            <pc:sldMk cId="2313192308" sldId="655"/>
            <ac:spMk id="3" creationId="{8548EDFB-42AC-4C6B-9692-C560E4F697E1}"/>
          </ac:spMkLst>
        </pc:spChg>
      </pc:sldChg>
      <pc:sldChg chg="add">
        <pc:chgData name="KwonJoonho" userId="fa141e0c-4849-4deb-8f8c-65d25da6d8db" providerId="ADAL" clId="{A9A61EE6-0FBC-4B93-BB86-27DD8326F375}" dt="2020-01-12T15:44:47.249" v="3587"/>
        <pc:sldMkLst>
          <pc:docMk/>
          <pc:sldMk cId="606641847" sldId="656"/>
        </pc:sldMkLst>
      </pc:sldChg>
    </pc:docChg>
  </pc:docChgLst>
  <pc:docChgLst>
    <pc:chgData name="KwonJoonho" userId="fa141e0c-4849-4deb-8f8c-65d25da6d8db" providerId="ADAL" clId="{85F14205-9610-4326-BD4F-DC87C3677BF7}"/>
    <pc:docChg chg="undo redo custSel addSld delSld modSld sldOrd addSection delSection modSection">
      <pc:chgData name="KwonJoonho" userId="fa141e0c-4849-4deb-8f8c-65d25da6d8db" providerId="ADAL" clId="{85F14205-9610-4326-BD4F-DC87C3677BF7}" dt="2020-03-08T12:55:33.060" v="4168" actId="17853"/>
      <pc:docMkLst>
        <pc:docMk/>
      </pc:docMkLst>
      <pc:sldChg chg="ord">
        <pc:chgData name="KwonJoonho" userId="fa141e0c-4849-4deb-8f8c-65d25da6d8db" providerId="ADAL" clId="{85F14205-9610-4326-BD4F-DC87C3677BF7}" dt="2020-03-08T12:17:19.379" v="4166"/>
        <pc:sldMkLst>
          <pc:docMk/>
          <pc:sldMk cId="0" sldId="400"/>
        </pc:sldMkLst>
      </pc:sldChg>
      <pc:sldChg chg="del">
        <pc:chgData name="KwonJoonho" userId="fa141e0c-4849-4deb-8f8c-65d25da6d8db" providerId="ADAL" clId="{85F14205-9610-4326-BD4F-DC87C3677BF7}" dt="2020-03-08T12:17:13.216" v="4161" actId="47"/>
        <pc:sldMkLst>
          <pc:docMk/>
          <pc:sldMk cId="3258061466" sldId="713"/>
        </pc:sldMkLst>
      </pc:sldChg>
      <pc:sldChg chg="del">
        <pc:chgData name="KwonJoonho" userId="fa141e0c-4849-4deb-8f8c-65d25da6d8db" providerId="ADAL" clId="{85F14205-9610-4326-BD4F-DC87C3677BF7}" dt="2020-03-08T12:17:14.747" v="4162" actId="47"/>
        <pc:sldMkLst>
          <pc:docMk/>
          <pc:sldMk cId="3530904509" sldId="717"/>
        </pc:sldMkLst>
      </pc:sldChg>
      <pc:sldChg chg="del">
        <pc:chgData name="KwonJoonho" userId="fa141e0c-4849-4deb-8f8c-65d25da6d8db" providerId="ADAL" clId="{85F14205-9610-4326-BD4F-DC87C3677BF7}" dt="2020-03-08T12:17:16.996" v="4164" actId="47"/>
        <pc:sldMkLst>
          <pc:docMk/>
          <pc:sldMk cId="2275038274" sldId="737"/>
        </pc:sldMkLst>
      </pc:sldChg>
      <pc:sldChg chg="del">
        <pc:chgData name="KwonJoonho" userId="fa141e0c-4849-4deb-8f8c-65d25da6d8db" providerId="ADAL" clId="{85F14205-9610-4326-BD4F-DC87C3677BF7}" dt="2020-03-08T12:17:15.934" v="4163" actId="47"/>
        <pc:sldMkLst>
          <pc:docMk/>
          <pc:sldMk cId="1572982315" sldId="738"/>
        </pc:sldMkLst>
      </pc:sldChg>
      <pc:sldChg chg="addSp delSp modSp mod modAnim">
        <pc:chgData name="KwonJoonho" userId="fa141e0c-4849-4deb-8f8c-65d25da6d8db" providerId="ADAL" clId="{85F14205-9610-4326-BD4F-DC87C3677BF7}" dt="2020-03-07T12:27:11.367" v="276" actId="478"/>
        <pc:sldMkLst>
          <pc:docMk/>
          <pc:sldMk cId="4253643492" sldId="739"/>
        </pc:sldMkLst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5" creationId="{59FD7B23-631C-4602-8A9F-E8E4E22E72AE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10" creationId="{7E3C28CD-5921-4EF4-85CB-C816EB360FD4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13" creationId="{768A9C94-7708-4945-B80E-1AF804A97ECD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14" creationId="{5D68D496-604D-440C-AB36-A9BC9EE61A56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15" creationId="{398F25E2-8B1C-44FB-BBF9-5A762823A826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1" creationId="{BC9A13DE-A971-4CC4-8538-F48A34733BDD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2" creationId="{F83A7350-7CEF-4CAA-A199-EF2593A91BBD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3" creationId="{A42AC8D3-D597-400B-908A-0958903E7A58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4" creationId="{3E1B9C5B-D4DE-4D56-8C9E-86AAFC599C06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5" creationId="{F2228FCA-5E36-403F-8CC8-AF30D7F5A4FB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6" creationId="{1D67315C-0963-4D26-9C44-2834340C9ED6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7" creationId="{0FE67530-4D79-4C32-A91B-74C748073C54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8" creationId="{870E9995-25EB-4839-8966-A50BCA18005C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29" creationId="{2C7B1E84-E7E0-462C-AE3E-7A7AA403B770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31" creationId="{9EB9E0EA-1E95-40E5-92C5-42FF394CA4A9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32" creationId="{3EECB336-67C2-45A5-AB9B-ABC04F3FC6F8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34" creationId="{38A0CEE3-9767-47EC-AFB6-32C87D332FEF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35" creationId="{0586EDC3-0B8B-42EB-B9B4-8DA15A6D11E2}"/>
          </ac:spMkLst>
        </pc:spChg>
        <pc:spChg chg="del">
          <ac:chgData name="KwonJoonho" userId="fa141e0c-4849-4deb-8f8c-65d25da6d8db" providerId="ADAL" clId="{85F14205-9610-4326-BD4F-DC87C3677BF7}" dt="2020-03-07T12:27:11.367" v="276" actId="478"/>
          <ac:spMkLst>
            <pc:docMk/>
            <pc:sldMk cId="4253643492" sldId="739"/>
            <ac:spMk id="36" creationId="{AF2CCDCB-99CD-46CF-B937-CA1C74BB21CC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37" creationId="{3062CE66-0D99-4CA6-97C4-7D50ED285ED3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38" creationId="{607ABC98-934F-4308-A7ED-8E5C52C0E60E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39" creationId="{57BF0884-CB1F-4514-BBDA-D7228E402D9B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0" creationId="{2F2C3F77-2E30-4031-9F6B-DF6EB0132AB3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1" creationId="{77F921E1-5E9E-4910-8BEC-FB9C647C61F8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2" creationId="{2858F2F0-97A9-41C5-95C0-6FA7237131AB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3" creationId="{2091BBCE-C840-4C2F-AC28-17A0E014945B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4" creationId="{59A48E0A-530B-452B-B699-317848B51C51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5" creationId="{BAA830E2-5D7E-4EDD-9F15-79FBEBB776D7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6" creationId="{6F6449F1-1859-446A-B723-C18941E55E06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7" creationId="{ACE15445-98DD-490F-BFD2-4C41745F5422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8" creationId="{E71EB1DC-8F60-4A5E-BB7E-84045AA15ACB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49" creationId="{799C0240-DEE5-41DC-ADA0-9866EE91AFCF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0" creationId="{B9A98DB5-9B83-4725-8089-CBB5AC8FA1E8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1" creationId="{5D5F8E9E-B903-4AB0-8509-8AFC9D5433B1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2" creationId="{685BC021-7BB0-4B9F-98F8-CE5D78513D7B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3" creationId="{B274EB4C-4FA0-4FBF-B529-21055B3C36DA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4" creationId="{41584435-E5F8-4C14-A749-29295884E33D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5" creationId="{1548942E-353C-4952-A74B-C1063570C3D2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6" creationId="{6A420287-1BC2-44FC-A8F5-6076E72AA9C7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7" creationId="{D1EB6BAA-4521-49B9-A386-50F42B811001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8" creationId="{6FA53711-57BA-40AD-9B19-8713D91423CF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59" creationId="{01188BC0-EE0A-4834-B870-CE6FFF0300D7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60" creationId="{4574741B-950A-400F-B6A3-23ABE58D56C4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61" creationId="{CDE71A4B-1F1E-4027-80F1-CD16CBAD4879}"/>
          </ac:spMkLst>
        </pc:spChg>
        <pc:spChg chg="mod topLvl">
          <ac:chgData name="KwonJoonho" userId="fa141e0c-4849-4deb-8f8c-65d25da6d8db" providerId="ADAL" clId="{85F14205-9610-4326-BD4F-DC87C3677BF7}" dt="2020-03-07T12:27:09.151" v="275" actId="165"/>
          <ac:spMkLst>
            <pc:docMk/>
            <pc:sldMk cId="4253643492" sldId="739"/>
            <ac:spMk id="62" creationId="{7ADF3774-BCC2-4CAB-86D1-804C2570ED70}"/>
          </ac:spMkLst>
        </pc:spChg>
        <pc:grpChg chg="add del">
          <ac:chgData name="KwonJoonho" userId="fa141e0c-4849-4deb-8f8c-65d25da6d8db" providerId="ADAL" clId="{85F14205-9610-4326-BD4F-DC87C3677BF7}" dt="2020-03-07T12:27:09.151" v="275" actId="165"/>
          <ac:grpSpMkLst>
            <pc:docMk/>
            <pc:sldMk cId="4253643492" sldId="739"/>
            <ac:grpSpMk id="33" creationId="{496413FA-1D4C-44C1-A146-F76DE19DECB0}"/>
          </ac:grpSpMkLst>
        </pc:grpChg>
        <pc:cxnChg chg="mod">
          <ac:chgData name="KwonJoonho" userId="fa141e0c-4849-4deb-8f8c-65d25da6d8db" providerId="ADAL" clId="{85F14205-9610-4326-BD4F-DC87C3677BF7}" dt="2020-03-07T12:27:11.367" v="276" actId="478"/>
          <ac:cxnSpMkLst>
            <pc:docMk/>
            <pc:sldMk cId="4253643492" sldId="739"/>
            <ac:cxnSpMk id="8" creationId="{30658E33-CD36-478E-BB4F-C31C35DE848F}"/>
          </ac:cxnSpMkLst>
        </pc:cxnChg>
        <pc:cxnChg chg="del">
          <ac:chgData name="KwonJoonho" userId="fa141e0c-4849-4deb-8f8c-65d25da6d8db" providerId="ADAL" clId="{85F14205-9610-4326-BD4F-DC87C3677BF7}" dt="2020-03-07T12:27:11.367" v="276" actId="478"/>
          <ac:cxnSpMkLst>
            <pc:docMk/>
            <pc:sldMk cId="4253643492" sldId="739"/>
            <ac:cxnSpMk id="30" creationId="{63A09605-60A0-4C90-9E22-A660C2C615BA}"/>
          </ac:cxnSpMkLst>
        </pc:cxnChg>
      </pc:sldChg>
      <pc:sldChg chg="addSp delSp modSp mod">
        <pc:chgData name="KwonJoonho" userId="fa141e0c-4849-4deb-8f8c-65d25da6d8db" providerId="ADAL" clId="{85F14205-9610-4326-BD4F-DC87C3677BF7}" dt="2020-03-07T13:18:49.227" v="1939" actId="1076"/>
        <pc:sldMkLst>
          <pc:docMk/>
          <pc:sldMk cId="257966139" sldId="748"/>
        </pc:sldMkLst>
        <pc:spChg chg="mod">
          <ac:chgData name="KwonJoonho" userId="fa141e0c-4849-4deb-8f8c-65d25da6d8db" providerId="ADAL" clId="{85F14205-9610-4326-BD4F-DC87C3677BF7}" dt="2020-03-07T13:18:45.790" v="1938" actId="113"/>
          <ac:spMkLst>
            <pc:docMk/>
            <pc:sldMk cId="257966139" sldId="748"/>
            <ac:spMk id="2" creationId="{1EEA489F-9E47-4878-A4C1-572198662B45}"/>
          </ac:spMkLst>
        </pc:spChg>
        <pc:spChg chg="add del">
          <ac:chgData name="KwonJoonho" userId="fa141e0c-4849-4deb-8f8c-65d25da6d8db" providerId="ADAL" clId="{85F14205-9610-4326-BD4F-DC87C3677BF7}" dt="2020-03-07T12:28:56.583" v="324"/>
          <ac:spMkLst>
            <pc:docMk/>
            <pc:sldMk cId="257966139" sldId="748"/>
            <ac:spMk id="5" creationId="{FB89FDDA-3F8F-4CF8-9B0C-FC6BBCCC71E3}"/>
          </ac:spMkLst>
        </pc:spChg>
        <pc:spChg chg="mod">
          <ac:chgData name="KwonJoonho" userId="fa141e0c-4849-4deb-8f8c-65d25da6d8db" providerId="ADAL" clId="{85F14205-9610-4326-BD4F-DC87C3677BF7}" dt="2020-03-07T12:31:37.728" v="393" actId="1076"/>
          <ac:spMkLst>
            <pc:docMk/>
            <pc:sldMk cId="257966139" sldId="748"/>
            <ac:spMk id="47" creationId="{441672B0-6913-4F01-9079-5610C4FC33D6}"/>
          </ac:spMkLst>
        </pc:spChg>
        <pc:spChg chg="mod">
          <ac:chgData name="KwonJoonho" userId="fa141e0c-4849-4deb-8f8c-65d25da6d8db" providerId="ADAL" clId="{85F14205-9610-4326-BD4F-DC87C3677BF7}" dt="2020-03-07T12:31:37.728" v="393" actId="1076"/>
          <ac:spMkLst>
            <pc:docMk/>
            <pc:sldMk cId="257966139" sldId="748"/>
            <ac:spMk id="49" creationId="{16D7039B-2311-40F3-9F26-7BB98B507B68}"/>
          </ac:spMkLst>
        </pc:spChg>
        <pc:spChg chg="mod">
          <ac:chgData name="KwonJoonho" userId="fa141e0c-4849-4deb-8f8c-65d25da6d8db" providerId="ADAL" clId="{85F14205-9610-4326-BD4F-DC87C3677BF7}" dt="2020-03-07T12:31:34.148" v="392" actId="1076"/>
          <ac:spMkLst>
            <pc:docMk/>
            <pc:sldMk cId="257966139" sldId="748"/>
            <ac:spMk id="50" creationId="{98C8C817-3B77-4199-97CE-E52B9DB01C22}"/>
          </ac:spMkLst>
        </pc:spChg>
        <pc:spChg chg="mod">
          <ac:chgData name="KwonJoonho" userId="fa141e0c-4849-4deb-8f8c-65d25da6d8db" providerId="ADAL" clId="{85F14205-9610-4326-BD4F-DC87C3677BF7}" dt="2020-03-07T12:31:41.870" v="394" actId="20577"/>
          <ac:spMkLst>
            <pc:docMk/>
            <pc:sldMk cId="257966139" sldId="748"/>
            <ac:spMk id="63" creationId="{43A3D98F-124E-4625-A18D-794E006B5F5F}"/>
          </ac:spMkLst>
        </pc:spChg>
        <pc:spChg chg="mod">
          <ac:chgData name="KwonJoonho" userId="fa141e0c-4849-4deb-8f8c-65d25da6d8db" providerId="ADAL" clId="{85F14205-9610-4326-BD4F-DC87C3677BF7}" dt="2020-03-07T12:31:28.650" v="390" actId="14100"/>
          <ac:spMkLst>
            <pc:docMk/>
            <pc:sldMk cId="257966139" sldId="748"/>
            <ac:spMk id="64" creationId="{338081C8-3B0A-4BC8-9372-D879F34C2B02}"/>
          </ac:spMkLst>
        </pc:spChg>
        <pc:spChg chg="add del mod">
          <ac:chgData name="KwonJoonho" userId="fa141e0c-4849-4deb-8f8c-65d25da6d8db" providerId="ADAL" clId="{85F14205-9610-4326-BD4F-DC87C3677BF7}" dt="2020-03-07T12:31:23.008" v="389" actId="478"/>
          <ac:spMkLst>
            <pc:docMk/>
            <pc:sldMk cId="257966139" sldId="748"/>
            <ac:spMk id="65" creationId="{9CCE62E6-3C78-493E-A4FF-6CFBDCE057DC}"/>
          </ac:spMkLst>
        </pc:spChg>
        <pc:grpChg chg="add del">
          <ac:chgData name="KwonJoonho" userId="fa141e0c-4849-4deb-8f8c-65d25da6d8db" providerId="ADAL" clId="{85F14205-9610-4326-BD4F-DC87C3677BF7}" dt="2020-03-07T12:29:29.827" v="339"/>
          <ac:grpSpMkLst>
            <pc:docMk/>
            <pc:sldMk cId="257966139" sldId="748"/>
            <ac:grpSpMk id="6" creationId="{64FD2FBF-9A4C-41D5-AC18-7A20280D2DF4}"/>
          </ac:grpSpMkLst>
        </pc:grpChg>
        <pc:grpChg chg="add mod">
          <ac:chgData name="KwonJoonho" userId="fa141e0c-4849-4deb-8f8c-65d25da6d8db" providerId="ADAL" clId="{85F14205-9610-4326-BD4F-DC87C3677BF7}" dt="2020-03-07T13:18:49.227" v="1939" actId="1076"/>
          <ac:grpSpMkLst>
            <pc:docMk/>
            <pc:sldMk cId="257966139" sldId="748"/>
            <ac:grpSpMk id="36" creationId="{8205D66C-0C27-4B01-8751-502E55A6E9A1}"/>
          </ac:grpSpMkLst>
        </pc:grpChg>
        <pc:picChg chg="add del mod">
          <ac:chgData name="KwonJoonho" userId="fa141e0c-4849-4deb-8f8c-65d25da6d8db" providerId="ADAL" clId="{85F14205-9610-4326-BD4F-DC87C3677BF7}" dt="2020-03-07T12:30:15.619" v="366" actId="478"/>
          <ac:picMkLst>
            <pc:docMk/>
            <pc:sldMk cId="257966139" sldId="748"/>
            <ac:picMk id="35" creationId="{C589FA8A-D7F3-4CDB-9914-AA0E9FA9FD48}"/>
          </ac:picMkLst>
        </pc:picChg>
      </pc:sldChg>
      <pc:sldChg chg="addSp modSp mod">
        <pc:chgData name="KwonJoonho" userId="fa141e0c-4849-4deb-8f8c-65d25da6d8db" providerId="ADAL" clId="{85F14205-9610-4326-BD4F-DC87C3677BF7}" dt="2020-03-07T13:19:43.363" v="1951" actId="20577"/>
        <pc:sldMkLst>
          <pc:docMk/>
          <pc:sldMk cId="4278838376" sldId="749"/>
        </pc:sldMkLst>
        <pc:spChg chg="mod">
          <ac:chgData name="KwonJoonho" userId="fa141e0c-4849-4deb-8f8c-65d25da6d8db" providerId="ADAL" clId="{85F14205-9610-4326-BD4F-DC87C3677BF7}" dt="2020-03-07T13:19:43.363" v="1951" actId="20577"/>
          <ac:spMkLst>
            <pc:docMk/>
            <pc:sldMk cId="4278838376" sldId="749"/>
            <ac:spMk id="3" creationId="{E4078A3E-953D-48FC-A023-4F3CE1C2D8B7}"/>
          </ac:spMkLst>
        </pc:spChg>
        <pc:spChg chg="mod">
          <ac:chgData name="KwonJoonho" userId="fa141e0c-4849-4deb-8f8c-65d25da6d8db" providerId="ADAL" clId="{85F14205-9610-4326-BD4F-DC87C3677BF7}" dt="2020-03-07T13:19:39.974" v="1950" actId="1076"/>
          <ac:spMkLst>
            <pc:docMk/>
            <pc:sldMk cId="4278838376" sldId="749"/>
            <ac:spMk id="5" creationId="{AEA497FA-8C91-43EA-966A-82D3931BB5CA}"/>
          </ac:spMkLst>
        </pc:spChg>
        <pc:spChg chg="mod">
          <ac:chgData name="KwonJoonho" userId="fa141e0c-4849-4deb-8f8c-65d25da6d8db" providerId="ADAL" clId="{85F14205-9610-4326-BD4F-DC87C3677BF7}" dt="2020-03-07T13:19:24.144" v="1946" actId="1076"/>
          <ac:spMkLst>
            <pc:docMk/>
            <pc:sldMk cId="4278838376" sldId="749"/>
            <ac:spMk id="20" creationId="{451329A2-FAA7-4998-B724-2215E63DCDCE}"/>
          </ac:spMkLst>
        </pc:spChg>
        <pc:spChg chg="mod">
          <ac:chgData name="KwonJoonho" userId="fa141e0c-4849-4deb-8f8c-65d25da6d8db" providerId="ADAL" clId="{85F14205-9610-4326-BD4F-DC87C3677BF7}" dt="2020-03-07T12:32:33.422" v="404" actId="207"/>
          <ac:spMkLst>
            <pc:docMk/>
            <pc:sldMk cId="4278838376" sldId="749"/>
            <ac:spMk id="31" creationId="{711BFA21-FA26-468E-AD0E-78C7161A3E03}"/>
          </ac:spMkLst>
        </pc:spChg>
        <pc:spChg chg="mod">
          <ac:chgData name="KwonJoonho" userId="fa141e0c-4849-4deb-8f8c-65d25da6d8db" providerId="ADAL" clId="{85F14205-9610-4326-BD4F-DC87C3677BF7}" dt="2020-03-07T13:19:27.504" v="1947" actId="1076"/>
          <ac:spMkLst>
            <pc:docMk/>
            <pc:sldMk cId="4278838376" sldId="749"/>
            <ac:spMk id="34" creationId="{64CCB206-FCBE-433C-B59B-42B83B5E6FF1}"/>
          </ac:spMkLst>
        </pc:spChg>
        <pc:grpChg chg="add mod">
          <ac:chgData name="KwonJoonho" userId="fa141e0c-4849-4deb-8f8c-65d25da6d8db" providerId="ADAL" clId="{85F14205-9610-4326-BD4F-DC87C3677BF7}" dt="2020-03-07T13:19:37.114" v="1949" actId="1076"/>
          <ac:grpSpMkLst>
            <pc:docMk/>
            <pc:sldMk cId="4278838376" sldId="749"/>
            <ac:grpSpMk id="6" creationId="{E85292AA-897F-4080-940C-7CBDBAAD5885}"/>
          </ac:grpSpMkLst>
        </pc:grpChg>
      </pc:sldChg>
      <pc:sldChg chg="addSp delSp modSp mod modAnim">
        <pc:chgData name="KwonJoonho" userId="fa141e0c-4849-4deb-8f8c-65d25da6d8db" providerId="ADAL" clId="{85F14205-9610-4326-BD4F-DC87C3677BF7}" dt="2020-03-07T12:51:09.119" v="770" actId="1076"/>
        <pc:sldMkLst>
          <pc:docMk/>
          <pc:sldMk cId="3880365541" sldId="750"/>
        </pc:sldMkLst>
        <pc:spChg chg="mod">
          <ac:chgData name="KwonJoonho" userId="fa141e0c-4849-4deb-8f8c-65d25da6d8db" providerId="ADAL" clId="{85F14205-9610-4326-BD4F-DC87C3677BF7}" dt="2020-03-07T12:50:59.697" v="769" actId="6549"/>
          <ac:spMkLst>
            <pc:docMk/>
            <pc:sldMk cId="3880365541" sldId="750"/>
            <ac:spMk id="2" creationId="{52A046CC-A6D1-4877-8EBA-B62F2384EC50}"/>
          </ac:spMkLst>
        </pc:spChg>
        <pc:spChg chg="mod">
          <ac:chgData name="KwonJoonho" userId="fa141e0c-4849-4deb-8f8c-65d25da6d8db" providerId="ADAL" clId="{85F14205-9610-4326-BD4F-DC87C3677BF7}" dt="2020-03-07T12:35:19.482" v="442" actId="20577"/>
          <ac:spMkLst>
            <pc:docMk/>
            <pc:sldMk cId="3880365541" sldId="750"/>
            <ac:spMk id="3" creationId="{3CAD9F16-256D-49E9-85FF-E5358E7A373A}"/>
          </ac:spMkLst>
        </pc:spChg>
        <pc:spChg chg="add del mod">
          <ac:chgData name="KwonJoonho" userId="fa141e0c-4849-4deb-8f8c-65d25da6d8db" providerId="ADAL" clId="{85F14205-9610-4326-BD4F-DC87C3677BF7}" dt="2020-03-07T12:23:46.837" v="53" actId="478"/>
          <ac:spMkLst>
            <pc:docMk/>
            <pc:sldMk cId="3880365541" sldId="750"/>
            <ac:spMk id="5" creationId="{C8F7DD2D-415A-4760-80F1-2E3506F863C0}"/>
          </ac:spMkLst>
        </pc:spChg>
        <pc:spChg chg="add mod">
          <ac:chgData name="KwonJoonho" userId="fa141e0c-4849-4deb-8f8c-65d25da6d8db" providerId="ADAL" clId="{85F14205-9610-4326-BD4F-DC87C3677BF7}" dt="2020-03-07T12:35:09.277" v="439" actId="1076"/>
          <ac:spMkLst>
            <pc:docMk/>
            <pc:sldMk cId="3880365541" sldId="750"/>
            <ac:spMk id="6" creationId="{A0DA07E7-6ACF-420E-9788-EB9EA7C955B5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8" creationId="{D74DB218-6D78-4D04-A2CF-EC42C427C0E0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9" creationId="{CA7AC6FB-9502-4C03-BC25-8F79CD521831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0" creationId="{1447C9C8-178B-4A53-B203-07CED900A008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1" creationId="{9FD43B93-EC4B-44A4-8239-3E390338CC36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2" creationId="{01C2FECE-757B-4726-8E03-CC0563AA5D96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3" creationId="{E9CEC654-03E2-479E-99F2-9DABD22A6B72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4" creationId="{797D308F-4FB1-4D5B-A55F-0E31C23C9750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5" creationId="{E99B24D3-E9D8-4C63-9CE0-4BB6386ED7CB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6" creationId="{5E4AC50D-AC49-4DA3-B637-24C7FD69FA71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7" creationId="{B74C401F-A6D4-44DA-97AE-49F6250A525E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8" creationId="{DBC0C34E-AF1E-4B1D-9901-1F85A66B3EF4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19" creationId="{BDC8E70E-8947-4746-BD2A-0A63E25466BF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0" creationId="{773D8B37-8141-419A-9C8B-E61241C543D4}"/>
          </ac:spMkLst>
        </pc:spChg>
        <pc:spChg chg="mod">
          <ac:chgData name="KwonJoonho" userId="fa141e0c-4849-4deb-8f8c-65d25da6d8db" providerId="ADAL" clId="{85F14205-9610-4326-BD4F-DC87C3677BF7}" dt="2020-03-07T12:30:57.014" v="382" actId="20577"/>
          <ac:spMkLst>
            <pc:docMk/>
            <pc:sldMk cId="3880365541" sldId="750"/>
            <ac:spMk id="21" creationId="{BB98FFCD-011D-474A-BA54-1DB319D1F021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2" creationId="{43F59F5A-8FBC-474F-BD11-919A342B6181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3" creationId="{798A042C-2604-4EA4-A1C3-E03230E761F4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4" creationId="{6F1A03C7-1EA9-4E64-9157-56C90182B87D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5" creationId="{5CEB88E6-FD21-47F2-AC80-07353FBAFB90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6" creationId="{CB91F444-6F06-4061-A079-38AA65CC4991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7" creationId="{9E43112F-D5DB-4709-AAD5-46F653845EE6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8" creationId="{32B11BC1-9EC3-44CB-B14A-B59ED0A5AC26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29" creationId="{FDCA19BC-9A14-459F-BC75-0C9492AAC57C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30" creationId="{62721175-B711-48CF-83EA-9F67416C3348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31" creationId="{C07927B4-F7A8-4529-8122-A6937019B17E}"/>
          </ac:spMkLst>
        </pc:spChg>
        <pc:spChg chg="mod">
          <ac:chgData name="KwonJoonho" userId="fa141e0c-4849-4deb-8f8c-65d25da6d8db" providerId="ADAL" clId="{85F14205-9610-4326-BD4F-DC87C3677BF7}" dt="2020-03-07T12:30:44.096" v="378" actId="1076"/>
          <ac:spMkLst>
            <pc:docMk/>
            <pc:sldMk cId="3880365541" sldId="750"/>
            <ac:spMk id="32" creationId="{7A639B18-F7C5-4C8A-9EBF-E531387A1B9A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33" creationId="{973A7ADC-0B8A-4667-BB73-CAB798000730}"/>
          </ac:spMkLst>
        </pc:spChg>
        <pc:spChg chg="mod">
          <ac:chgData name="KwonJoonho" userId="fa141e0c-4849-4deb-8f8c-65d25da6d8db" providerId="ADAL" clId="{85F14205-9610-4326-BD4F-DC87C3677BF7}" dt="2020-03-07T12:30:38.159" v="375" actId="403"/>
          <ac:spMkLst>
            <pc:docMk/>
            <pc:sldMk cId="3880365541" sldId="750"/>
            <ac:spMk id="34" creationId="{B9477D7A-AC55-4095-9979-C44234CBBD97}"/>
          </ac:spMkLst>
        </pc:spChg>
        <pc:spChg chg="mod">
          <ac:chgData name="KwonJoonho" userId="fa141e0c-4849-4deb-8f8c-65d25da6d8db" providerId="ADAL" clId="{85F14205-9610-4326-BD4F-DC87C3677BF7}" dt="2020-03-07T12:31:00.436" v="383" actId="20577"/>
          <ac:spMkLst>
            <pc:docMk/>
            <pc:sldMk cId="3880365541" sldId="750"/>
            <ac:spMk id="35" creationId="{138A0881-E231-4247-9DE7-F70076D4B1B7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37" creationId="{741B3359-C4EF-46E4-8D74-14DE6ECA180B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38" creationId="{64D8952B-8C2C-4214-B58C-4C3E6BC1E8FF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39" creationId="{EC450CF1-DC91-4D1E-8F97-2543694F3ACA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0" creationId="{196B29F7-76A9-40CD-9428-67FBBE1839E7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1" creationId="{880DAA8C-A0D1-4A65-8316-8F7335BC705A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2" creationId="{22A6DD0E-D563-4ADA-A87F-2F7406C80255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3" creationId="{2BE2C4AC-F643-4051-B15C-7D8D0CB67611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4" creationId="{B371AE3B-9AA5-441E-B146-8651846612A3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5" creationId="{84DEC44A-E4AA-42FF-9F0B-773C5D0443C3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6" creationId="{C6D31622-E3E7-4871-88AE-AD9624278C4A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7" creationId="{751BDFA1-A020-4A87-8892-94450D244AD7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8" creationId="{A67ABC9F-8F34-4829-BA60-57D020D2097B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49" creationId="{1EFA0859-9E28-4A0A-894A-1D7D898F03CA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0" creationId="{C4C40615-42B5-48F8-B591-D13789C8FFF4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1" creationId="{5AACFD58-3A67-4F0C-9E4A-ED101C514608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2" creationId="{8CF91687-1B17-4D7F-8928-D535CA41FB72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3" creationId="{22ED2C48-A89C-41A0-8095-BA9B98D085AD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4" creationId="{B66CC41E-CE4F-489D-BEDA-7877C10D3EFB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5" creationId="{83AD4DCD-90BF-447F-B81E-E9F4630934CF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6" creationId="{B0B1CF74-D40D-444F-BD3C-0E7FB4B5BCB9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7" creationId="{E4305369-8BC3-4F2E-9136-BEFE7EE22C62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8" creationId="{5E49DABF-FBFB-4078-AB50-3F5593BF6443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59" creationId="{DC26F783-CAEE-4FF1-9F0E-DD414CED5151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60" creationId="{EE53AF7B-8849-4D11-AF1A-249B960D1337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61" creationId="{83E60440-C4D0-4432-BD51-FD2B2B68A0AC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62" creationId="{1DA1B14A-E54C-4F1F-84AB-3E1659BB7DC9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63" creationId="{1AA9DA60-B8FD-4C47-8FB9-DD1742C8D8F5}"/>
          </ac:spMkLst>
        </pc:spChg>
        <pc:spChg chg="mod topLvl">
          <ac:chgData name="KwonJoonho" userId="fa141e0c-4849-4deb-8f8c-65d25da6d8db" providerId="ADAL" clId="{85F14205-9610-4326-BD4F-DC87C3677BF7}" dt="2020-03-07T12:51:09.119" v="770" actId="1076"/>
          <ac:spMkLst>
            <pc:docMk/>
            <pc:sldMk cId="3880365541" sldId="750"/>
            <ac:spMk id="64" creationId="{6E3FB22F-828C-4F93-9043-5E5AD472B632}"/>
          </ac:spMkLst>
        </pc:spChg>
        <pc:spChg chg="add mod">
          <ac:chgData name="KwonJoonho" userId="fa141e0c-4849-4deb-8f8c-65d25da6d8db" providerId="ADAL" clId="{85F14205-9610-4326-BD4F-DC87C3677BF7}" dt="2020-03-07T12:34:14.711" v="430" actId="164"/>
          <ac:spMkLst>
            <pc:docMk/>
            <pc:sldMk cId="3880365541" sldId="750"/>
            <ac:spMk id="65" creationId="{05650A7D-BCED-46D0-9EC0-B43A1E6C8FB8}"/>
          </ac:spMkLst>
        </pc:spChg>
        <pc:grpChg chg="add del mod">
          <ac:chgData name="KwonJoonho" userId="fa141e0c-4849-4deb-8f8c-65d25da6d8db" providerId="ADAL" clId="{85F14205-9610-4326-BD4F-DC87C3677BF7}" dt="2020-03-07T12:31:08.334" v="385"/>
          <ac:grpSpMkLst>
            <pc:docMk/>
            <pc:sldMk cId="3880365541" sldId="750"/>
            <ac:grpSpMk id="7" creationId="{F5C689FA-AB96-40E3-9320-B1CED1A29CE2}"/>
          </ac:grpSpMkLst>
        </pc:grpChg>
        <pc:grpChg chg="add del mod">
          <ac:chgData name="KwonJoonho" userId="fa141e0c-4849-4deb-8f8c-65d25da6d8db" providerId="ADAL" clId="{85F14205-9610-4326-BD4F-DC87C3677BF7}" dt="2020-03-07T12:32:54.161" v="408" actId="165"/>
          <ac:grpSpMkLst>
            <pc:docMk/>
            <pc:sldMk cId="3880365541" sldId="750"/>
            <ac:grpSpMk id="36" creationId="{CCCE287D-8924-4A0E-8B52-67D09D0FBABA}"/>
          </ac:grpSpMkLst>
        </pc:grpChg>
        <pc:grpChg chg="add mod">
          <ac:chgData name="KwonJoonho" userId="fa141e0c-4849-4deb-8f8c-65d25da6d8db" providerId="ADAL" clId="{85F14205-9610-4326-BD4F-DC87C3677BF7}" dt="2020-03-07T12:51:09.119" v="770" actId="1076"/>
          <ac:grpSpMkLst>
            <pc:docMk/>
            <pc:sldMk cId="3880365541" sldId="750"/>
            <ac:grpSpMk id="71" creationId="{CF69C0E4-9042-41EF-AC3F-E7E7434818AB}"/>
          </ac:grpSpMkLst>
        </pc:grpChg>
        <pc:cxnChg chg="add mod">
          <ac:chgData name="KwonJoonho" userId="fa141e0c-4849-4deb-8f8c-65d25da6d8db" providerId="ADAL" clId="{85F14205-9610-4326-BD4F-DC87C3677BF7}" dt="2020-03-07T12:34:14.711" v="430" actId="164"/>
          <ac:cxnSpMkLst>
            <pc:docMk/>
            <pc:sldMk cId="3880365541" sldId="750"/>
            <ac:cxnSpMk id="67" creationId="{2891A193-1B16-4F17-8B7D-3DA309B89AEF}"/>
          </ac:cxnSpMkLst>
        </pc:cxnChg>
      </pc:sldChg>
      <pc:sldChg chg="addSp delSp modSp add mod addAnim delAnim modAnim">
        <pc:chgData name="KwonJoonho" userId="fa141e0c-4849-4deb-8f8c-65d25da6d8db" providerId="ADAL" clId="{85F14205-9610-4326-BD4F-DC87C3677BF7}" dt="2020-03-07T12:28:35.377" v="322" actId="14100"/>
        <pc:sldMkLst>
          <pc:docMk/>
          <pc:sldMk cId="993015576" sldId="751"/>
        </pc:sldMkLst>
        <pc:spChg chg="del">
          <ac:chgData name="KwonJoonho" userId="fa141e0c-4849-4deb-8f8c-65d25da6d8db" providerId="ADAL" clId="{85F14205-9610-4326-BD4F-DC87C3677BF7}" dt="2020-03-07T12:21:09.403" v="12"/>
          <ac:spMkLst>
            <pc:docMk/>
            <pc:sldMk cId="993015576" sldId="751"/>
            <ac:spMk id="2" creationId="{32730A3A-A748-4442-8A83-89DB5F410385}"/>
          </ac:spMkLst>
        </pc:spChg>
        <pc:spChg chg="del">
          <ac:chgData name="KwonJoonho" userId="fa141e0c-4849-4deb-8f8c-65d25da6d8db" providerId="ADAL" clId="{85F14205-9610-4326-BD4F-DC87C3677BF7}" dt="2020-03-07T12:21:09.403" v="12"/>
          <ac:spMkLst>
            <pc:docMk/>
            <pc:sldMk cId="993015576" sldId="751"/>
            <ac:spMk id="3" creationId="{F86E6F9E-499A-48FA-A7EC-7E3D115C14F1}"/>
          </ac:spMkLst>
        </pc:spChg>
        <pc:spChg chg="del mod topLvl">
          <ac:chgData name="KwonJoonho" userId="fa141e0c-4849-4deb-8f8c-65d25da6d8db" providerId="ADAL" clId="{85F14205-9610-4326-BD4F-DC87C3677BF7}" dt="2020-03-07T12:25:28.901" v="208" actId="478"/>
          <ac:spMkLst>
            <pc:docMk/>
            <pc:sldMk cId="993015576" sldId="751"/>
            <ac:spMk id="6" creationId="{F5105A5C-6DD4-42F3-8F9A-715199E18B7B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7" creationId="{BD286D93-AC62-489A-9990-09FE9FBA31B9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8" creationId="{41123D37-6831-407A-BAB9-39BC1CDBE9CE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9" creationId="{13D5606C-DBD8-42A1-8EDE-C03113A44A7C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10" creationId="{3504BCDB-C752-47B1-AB44-C26CD7E30258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11" creationId="{535713CF-49C5-440F-80F1-D9F9EDC7B072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12" creationId="{38E2E88B-B90E-4C01-9070-3C16A3E18B51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13" creationId="{209A5E25-75E8-47C6-B57B-C5A50443F52B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14" creationId="{C3115D6C-3C32-436E-BC62-4FF7FACC01EC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15" creationId="{7AB3347A-753F-4304-8FA0-318698D94228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16" creationId="{30A8EDBB-9D7E-4535-85BA-912882F2FD4E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17" creationId="{2BCF40B6-68FB-4CED-9D19-77CBEECE98DF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18" creationId="{5FFF15A0-AA36-43EF-84AA-872D642511FD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19" creationId="{70AB2AFD-6220-43DA-B47D-374F06ECF4A6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20" creationId="{E74F072B-DE1B-424D-8B87-67DD0398FAEC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21" creationId="{0B2B92D3-9CDF-411F-A9E1-1861D20E64A8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22" creationId="{AA48EB9E-370C-4DB7-B257-6A6CBD25E019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23" creationId="{82745ECC-278A-41DA-9E05-2DCD625B449A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24" creationId="{81295F1E-D322-40D8-B2A0-93B7AB945542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25" creationId="{6CA080BE-98D4-4ED1-A5BF-8B5DA5C9F7A1}"/>
          </ac:spMkLst>
        </pc:spChg>
        <pc:spChg chg="mod topLvl">
          <ac:chgData name="KwonJoonho" userId="fa141e0c-4849-4deb-8f8c-65d25da6d8db" providerId="ADAL" clId="{85F14205-9610-4326-BD4F-DC87C3677BF7}" dt="2020-03-07T12:26:44.770" v="267" actId="1076"/>
          <ac:spMkLst>
            <pc:docMk/>
            <pc:sldMk cId="993015576" sldId="751"/>
            <ac:spMk id="26" creationId="{53B883C6-4617-4C63-B534-BCED5FF9363C}"/>
          </ac:spMkLst>
        </pc:spChg>
        <pc:spChg chg="mod topLvl">
          <ac:chgData name="KwonJoonho" userId="fa141e0c-4849-4deb-8f8c-65d25da6d8db" providerId="ADAL" clId="{85F14205-9610-4326-BD4F-DC87C3677BF7}" dt="2020-03-07T12:26:08.805" v="236" actId="1076"/>
          <ac:spMkLst>
            <pc:docMk/>
            <pc:sldMk cId="993015576" sldId="751"/>
            <ac:spMk id="27" creationId="{4C6E4FC4-87EB-4B9E-8C95-0D96DF0B281F}"/>
          </ac:spMkLst>
        </pc:spChg>
        <pc:spChg chg="del mod topLvl">
          <ac:chgData name="KwonJoonho" userId="fa141e0c-4849-4deb-8f8c-65d25da6d8db" providerId="ADAL" clId="{85F14205-9610-4326-BD4F-DC87C3677BF7}" dt="2020-03-07T12:26:38.145" v="265" actId="478"/>
          <ac:spMkLst>
            <pc:docMk/>
            <pc:sldMk cId="993015576" sldId="751"/>
            <ac:spMk id="28" creationId="{6341A5A2-0353-4848-BC85-7BE6C2687AAC}"/>
          </ac:spMkLst>
        </pc:spChg>
        <pc:spChg chg="mod topLvl">
          <ac:chgData name="KwonJoonho" userId="fa141e0c-4849-4deb-8f8c-65d25da6d8db" providerId="ADAL" clId="{85F14205-9610-4326-BD4F-DC87C3677BF7}" dt="2020-03-07T12:26:57.871" v="273" actId="1076"/>
          <ac:spMkLst>
            <pc:docMk/>
            <pc:sldMk cId="993015576" sldId="751"/>
            <ac:spMk id="29" creationId="{89FFE2CC-9D37-4CFB-BFDF-D258EE849CDF}"/>
          </ac:spMkLst>
        </pc:spChg>
        <pc:spChg chg="mod topLvl">
          <ac:chgData name="KwonJoonho" userId="fa141e0c-4849-4deb-8f8c-65d25da6d8db" providerId="ADAL" clId="{85F14205-9610-4326-BD4F-DC87C3677BF7}" dt="2020-03-07T12:25:23.846" v="204" actId="1076"/>
          <ac:spMkLst>
            <pc:docMk/>
            <pc:sldMk cId="993015576" sldId="751"/>
            <ac:spMk id="30" creationId="{6A9CB9C6-E7F4-4357-BFC4-1542BCF26CD1}"/>
          </ac:spMkLst>
        </pc:spChg>
        <pc:spChg chg="del">
          <ac:chgData name="KwonJoonho" userId="fa141e0c-4849-4deb-8f8c-65d25da6d8db" providerId="ADAL" clId="{85F14205-9610-4326-BD4F-DC87C3677BF7}" dt="2020-03-07T12:21:12.903" v="14" actId="478"/>
          <ac:spMkLst>
            <pc:docMk/>
            <pc:sldMk cId="993015576" sldId="751"/>
            <ac:spMk id="31" creationId="{B8FE8374-BC63-42D4-9AD8-F68814AF76CD}"/>
          </ac:spMkLst>
        </pc:spChg>
        <pc:spChg chg="mod topLvl">
          <ac:chgData name="KwonJoonho" userId="fa141e0c-4849-4deb-8f8c-65d25da6d8db" providerId="ADAL" clId="{85F14205-9610-4326-BD4F-DC87C3677BF7}" dt="2020-03-07T12:25:22.893" v="203" actId="1076"/>
          <ac:spMkLst>
            <pc:docMk/>
            <pc:sldMk cId="993015576" sldId="751"/>
            <ac:spMk id="32" creationId="{9879DCE3-AFDC-45BE-8FFF-E40CB3C42CDE}"/>
          </ac:spMkLst>
        </pc:spChg>
        <pc:spChg chg="add mod">
          <ac:chgData name="KwonJoonho" userId="fa141e0c-4849-4deb-8f8c-65d25da6d8db" providerId="ADAL" clId="{85F14205-9610-4326-BD4F-DC87C3677BF7}" dt="2020-03-07T12:26:52.539" v="271" actId="1076"/>
          <ac:spMkLst>
            <pc:docMk/>
            <pc:sldMk cId="993015576" sldId="751"/>
            <ac:spMk id="33" creationId="{4F4BA618-B84F-4BDD-9975-EBFBCE44BFF3}"/>
          </ac:spMkLst>
        </pc:spChg>
        <pc:spChg chg="add mod">
          <ac:chgData name="KwonJoonho" userId="fa141e0c-4849-4deb-8f8c-65d25da6d8db" providerId="ADAL" clId="{85F14205-9610-4326-BD4F-DC87C3677BF7}" dt="2020-03-07T12:28:00.602" v="301" actId="20577"/>
          <ac:spMkLst>
            <pc:docMk/>
            <pc:sldMk cId="993015576" sldId="751"/>
            <ac:spMk id="34" creationId="{DD877A00-DC6E-454E-869E-F03CA89785F9}"/>
          </ac:spMkLst>
        </pc:spChg>
        <pc:spChg chg="add mod">
          <ac:chgData name="KwonJoonho" userId="fa141e0c-4849-4deb-8f8c-65d25da6d8db" providerId="ADAL" clId="{85F14205-9610-4326-BD4F-DC87C3677BF7}" dt="2020-03-07T12:26:50.318" v="270" actId="14100"/>
          <ac:spMkLst>
            <pc:docMk/>
            <pc:sldMk cId="993015576" sldId="751"/>
            <ac:spMk id="35" creationId="{D8D6E335-FA92-40EC-88D9-395D76AAC291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36" creationId="{AB76C7B7-2DAB-4B88-B787-4CA8D70B560C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37" creationId="{97E75E3B-4401-4FC8-8613-8544C378CA58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38" creationId="{60BC529B-40ED-4B92-9C01-8D7875B17225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39" creationId="{BD5623DC-A503-477A-828D-6B96F92B5DF5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0" creationId="{FD3E03BA-CF61-438A-BA19-8ED3DB47563F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1" creationId="{C3736B9B-D151-4EF2-9E49-53B7DA7ECD81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2" creationId="{35FF1862-C7B6-4844-8802-F105F03D6216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3" creationId="{72CCE7CF-6A25-43D1-8C2B-20BA023D042C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4" creationId="{E6EC5D85-E401-467E-ACFF-E5E668E9D7EF}"/>
          </ac:spMkLst>
        </pc:spChg>
        <pc:spChg chg="add mod">
          <ac:chgData name="KwonJoonho" userId="fa141e0c-4849-4deb-8f8c-65d25da6d8db" providerId="ADAL" clId="{85F14205-9610-4326-BD4F-DC87C3677BF7}" dt="2020-03-07T12:27:24.838" v="278" actId="1076"/>
          <ac:spMkLst>
            <pc:docMk/>
            <pc:sldMk cId="993015576" sldId="751"/>
            <ac:spMk id="45" creationId="{7F207455-7706-4836-BAD6-118C8D6F9854}"/>
          </ac:spMkLst>
        </pc:spChg>
        <pc:spChg chg="add mod">
          <ac:chgData name="KwonJoonho" userId="fa141e0c-4849-4deb-8f8c-65d25da6d8db" providerId="ADAL" clId="{85F14205-9610-4326-BD4F-DC87C3677BF7}" dt="2020-03-07T12:27:57.403" v="300" actId="6549"/>
          <ac:spMkLst>
            <pc:docMk/>
            <pc:sldMk cId="993015576" sldId="751"/>
            <ac:spMk id="46" creationId="{506D2EB6-B2BF-4E58-BDDE-1A95F8117E94}"/>
          </ac:spMkLst>
        </pc:spChg>
        <pc:spChg chg="add mod">
          <ac:chgData name="KwonJoonho" userId="fa141e0c-4849-4deb-8f8c-65d25da6d8db" providerId="ADAL" clId="{85F14205-9610-4326-BD4F-DC87C3677BF7}" dt="2020-03-07T12:28:14.213" v="313" actId="14100"/>
          <ac:spMkLst>
            <pc:docMk/>
            <pc:sldMk cId="993015576" sldId="751"/>
            <ac:spMk id="47" creationId="{6D359203-3F3A-4611-ACEB-C711AB5CE10D}"/>
          </ac:spMkLst>
        </pc:spChg>
        <pc:spChg chg="add mod">
          <ac:chgData name="KwonJoonho" userId="fa141e0c-4849-4deb-8f8c-65d25da6d8db" providerId="ADAL" clId="{85F14205-9610-4326-BD4F-DC87C3677BF7}" dt="2020-03-07T12:28:18.515" v="315" actId="14100"/>
          <ac:spMkLst>
            <pc:docMk/>
            <pc:sldMk cId="993015576" sldId="751"/>
            <ac:spMk id="48" creationId="{BFA0A49D-49BA-4566-B3DE-EBDAE2CA6499}"/>
          </ac:spMkLst>
        </pc:spChg>
        <pc:spChg chg="add mod">
          <ac:chgData name="KwonJoonho" userId="fa141e0c-4849-4deb-8f8c-65d25da6d8db" providerId="ADAL" clId="{85F14205-9610-4326-BD4F-DC87C3677BF7}" dt="2020-03-07T12:28:35.377" v="322" actId="14100"/>
          <ac:spMkLst>
            <pc:docMk/>
            <pc:sldMk cId="993015576" sldId="751"/>
            <ac:spMk id="49" creationId="{3BDF1C48-4B8E-4192-8343-F9BAAC2901C0}"/>
          </ac:spMkLst>
        </pc:spChg>
        <pc:grpChg chg="add del mod">
          <ac:chgData name="KwonJoonho" userId="fa141e0c-4849-4deb-8f8c-65d25da6d8db" providerId="ADAL" clId="{85F14205-9610-4326-BD4F-DC87C3677BF7}" dt="2020-03-07T12:21:21.246" v="18" actId="165"/>
          <ac:grpSpMkLst>
            <pc:docMk/>
            <pc:sldMk cId="993015576" sldId="751"/>
            <ac:grpSpMk id="5" creationId="{AA1D7CBC-994C-4C2E-86D7-064F60D580BF}"/>
          </ac:grpSpMkLst>
        </pc:grpChg>
      </pc:sldChg>
      <pc:sldChg chg="addSp delSp modSp add mod">
        <pc:chgData name="KwonJoonho" userId="fa141e0c-4849-4deb-8f8c-65d25da6d8db" providerId="ADAL" clId="{85F14205-9610-4326-BD4F-DC87C3677BF7}" dt="2020-03-07T13:14:14.026" v="1853" actId="20577"/>
        <pc:sldMkLst>
          <pc:docMk/>
          <pc:sldMk cId="4106350237" sldId="752"/>
        </pc:sldMkLst>
        <pc:spChg chg="mod">
          <ac:chgData name="KwonJoonho" userId="fa141e0c-4849-4deb-8f8c-65d25da6d8db" providerId="ADAL" clId="{85F14205-9610-4326-BD4F-DC87C3677BF7}" dt="2020-03-07T12:59:15.561" v="1386" actId="404"/>
          <ac:spMkLst>
            <pc:docMk/>
            <pc:sldMk cId="4106350237" sldId="752"/>
            <ac:spMk id="2" creationId="{F971111F-4E9F-4BD6-B1DF-D568FA5BA89F}"/>
          </ac:spMkLst>
        </pc:spChg>
        <pc:spChg chg="mod">
          <ac:chgData name="KwonJoonho" userId="fa141e0c-4849-4deb-8f8c-65d25da6d8db" providerId="ADAL" clId="{85F14205-9610-4326-BD4F-DC87C3677BF7}" dt="2020-03-07T13:14:14.026" v="1853" actId="20577"/>
          <ac:spMkLst>
            <pc:docMk/>
            <pc:sldMk cId="4106350237" sldId="752"/>
            <ac:spMk id="3" creationId="{8A3253FB-E3F6-48A6-8224-AA447E944626}"/>
          </ac:spMkLst>
        </pc:spChg>
        <pc:spChg chg="add del">
          <ac:chgData name="KwonJoonho" userId="fa141e0c-4849-4deb-8f8c-65d25da6d8db" providerId="ADAL" clId="{85F14205-9610-4326-BD4F-DC87C3677BF7}" dt="2020-03-07T12:37:11.903" v="574"/>
          <ac:spMkLst>
            <pc:docMk/>
            <pc:sldMk cId="4106350237" sldId="752"/>
            <ac:spMk id="5" creationId="{0031E080-AA9E-444B-AE3E-9E54DE78D1FC}"/>
          </ac:spMkLst>
        </pc:spChg>
        <pc:spChg chg="add del mod">
          <ac:chgData name="KwonJoonho" userId="fa141e0c-4849-4deb-8f8c-65d25da6d8db" providerId="ADAL" clId="{85F14205-9610-4326-BD4F-DC87C3677BF7}" dt="2020-03-07T12:35:31.016" v="456" actId="478"/>
          <ac:spMkLst>
            <pc:docMk/>
            <pc:sldMk cId="4106350237" sldId="752"/>
            <ac:spMk id="6" creationId="{82E90C1F-4D9B-4E73-BD96-0FA851489650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8" creationId="{C16D4AEE-E2DD-4C8D-8B6B-F9474601520F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9" creationId="{9E4D0C4F-5BD6-4D75-8C1D-416409A9ED70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0" creationId="{8DA5F56D-2932-4E33-9107-FA5661F72BA7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1" creationId="{CC796220-C1B6-4C7F-AF44-1DE4E299122A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2" creationId="{B8BFF694-C523-4E44-87FA-0548D3ECE87D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3" creationId="{9E82D4C0-5C05-4BF6-B2CE-B463517523D4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4" creationId="{EAF04C63-E248-4B7B-9A14-D5FF2624252C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5" creationId="{6F138BB4-556C-46EF-97AB-A3DE9B2759FC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6" creationId="{9065BCA9-F08C-4B24-90B0-EB8CC78577D4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7" creationId="{B0E874E2-DEFC-4DDC-9FA0-E193DD98BA76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8" creationId="{7F265EB0-1D1D-4922-92FE-44FE10B1B7F1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19" creationId="{D3C84756-DC98-481E-9BEC-8D88D1DFD175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20" creationId="{F53E50DC-720A-47E8-A1CF-9444013ABB95}"/>
          </ac:spMkLst>
        </pc:spChg>
        <pc:spChg chg="del mod topLvl">
          <ac:chgData name="KwonJoonho" userId="fa141e0c-4849-4deb-8f8c-65d25da6d8db" providerId="ADAL" clId="{85F14205-9610-4326-BD4F-DC87C3677BF7}" dt="2020-03-07T12:53:31.333" v="940" actId="478"/>
          <ac:spMkLst>
            <pc:docMk/>
            <pc:sldMk cId="4106350237" sldId="752"/>
            <ac:spMk id="21" creationId="{BD83CBC4-6FFD-4F38-8D29-7EB2C158956A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2" creationId="{53387A28-7CE9-4FDD-AA07-EDE50D8A94F3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3" creationId="{128F962A-7106-4E82-A4A4-73D5319FC83F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4" creationId="{0495E9A7-CD1C-43A7-ABD5-3994E6A89BD1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5" creationId="{F8E6FA06-F2E6-472E-A911-9B1D28EC7743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6" creationId="{BFE0F8EF-8649-4E67-8747-BD690270D8F8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7" creationId="{8337B1BE-7DDC-4DB3-A4F9-BACFE0484676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8" creationId="{BD41836C-1B3B-4E4E-BAEC-DD6DDC98AB55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29" creationId="{659C748F-9A66-43F4-BF13-899C67EF841D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30" creationId="{61E37736-AEBE-4C18-8E8F-F92381D40A9F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31" creationId="{32AC3EE4-A7FC-4397-BA0E-438A5F8C684E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32" creationId="{C8D5A8C6-531A-4E28-BDA4-8144D309117A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33" creationId="{1D94695F-0F90-47FA-B4C9-D934FBEA2DDC}"/>
          </ac:spMkLst>
        </pc:spChg>
        <pc:spChg chg="del mod topLvl">
          <ac:chgData name="KwonJoonho" userId="fa141e0c-4849-4deb-8f8c-65d25da6d8db" providerId="ADAL" clId="{85F14205-9610-4326-BD4F-DC87C3677BF7}" dt="2020-03-07T12:37:35.102" v="580" actId="478"/>
          <ac:spMkLst>
            <pc:docMk/>
            <pc:sldMk cId="4106350237" sldId="752"/>
            <ac:spMk id="34" creationId="{580E78E0-AECC-4163-A302-CC42E8C80747}"/>
          </ac:spMkLst>
        </pc:spChg>
        <pc:spChg chg="del mod topLvl">
          <ac:chgData name="KwonJoonho" userId="fa141e0c-4849-4deb-8f8c-65d25da6d8db" providerId="ADAL" clId="{85F14205-9610-4326-BD4F-DC87C3677BF7}" dt="2020-03-07T12:37:37.603" v="581" actId="478"/>
          <ac:spMkLst>
            <pc:docMk/>
            <pc:sldMk cId="4106350237" sldId="752"/>
            <ac:spMk id="35" creationId="{B6A07314-B7F9-416E-ADDA-B72DB7E7129B}"/>
          </ac:spMkLst>
        </pc:spChg>
        <pc:spChg chg="add del">
          <ac:chgData name="KwonJoonho" userId="fa141e0c-4849-4deb-8f8c-65d25da6d8db" providerId="ADAL" clId="{85F14205-9610-4326-BD4F-DC87C3677BF7}" dt="2020-03-07T12:57:53.102" v="1324"/>
          <ac:spMkLst>
            <pc:docMk/>
            <pc:sldMk cId="4106350237" sldId="752"/>
            <ac:spMk id="36" creationId="{D4A6F8DE-905F-4498-B0E5-0E7724F5E45D}"/>
          </ac:spMkLst>
        </pc:spChg>
        <pc:spChg chg="add del mod">
          <ac:chgData name="KwonJoonho" userId="fa141e0c-4849-4deb-8f8c-65d25da6d8db" providerId="ADAL" clId="{85F14205-9610-4326-BD4F-DC87C3677BF7}" dt="2020-03-07T12:58:05.164" v="1328"/>
          <ac:spMkLst>
            <pc:docMk/>
            <pc:sldMk cId="4106350237" sldId="752"/>
            <ac:spMk id="37" creationId="{75B1C4CD-6363-4700-9006-72C8D4F45F1B}"/>
          </ac:spMkLst>
        </pc:spChg>
        <pc:grpChg chg="add del mod">
          <ac:chgData name="KwonJoonho" userId="fa141e0c-4849-4deb-8f8c-65d25da6d8db" providerId="ADAL" clId="{85F14205-9610-4326-BD4F-DC87C3677BF7}" dt="2020-03-07T12:37:32.196" v="579" actId="165"/>
          <ac:grpSpMkLst>
            <pc:docMk/>
            <pc:sldMk cId="4106350237" sldId="752"/>
            <ac:grpSpMk id="7" creationId="{57580E64-3251-4CF9-8258-5DE158158C28}"/>
          </ac:grpSpMkLst>
        </pc:grpChg>
      </pc:sldChg>
      <pc:sldChg chg="addSp delSp modSp add del mod">
        <pc:chgData name="KwonJoonho" userId="fa141e0c-4849-4deb-8f8c-65d25da6d8db" providerId="ADAL" clId="{85F14205-9610-4326-BD4F-DC87C3677BF7}" dt="2020-03-07T13:16:44.992" v="1919" actId="2696"/>
        <pc:sldMkLst>
          <pc:docMk/>
          <pc:sldMk cId="3515019503" sldId="753"/>
        </pc:sldMkLst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3" creationId="{3736CB4F-8680-4B7D-BB1A-3DC3B1E44364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4" creationId="{716BF09C-9ECF-47DE-B497-BE6B17821AE9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5" creationId="{A2C9F5FB-4227-4A76-B86C-EE8B368D9BDE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6" creationId="{D3214747-EA73-4732-857D-6FFADEE83803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7" creationId="{26CDD48B-FFDD-4877-9871-FB9DD5735EA4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8" creationId="{82D68AAD-2A85-4C69-9711-8DD001BAE737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9" creationId="{1F6F76B1-CA19-4709-AFBC-9B56F7624AEC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0" creationId="{F2F5BFFC-F804-4E1E-887C-6805A4EA836F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1" creationId="{28F8D40C-6D15-4493-B8CA-EBC48387D6C9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2" creationId="{A39BE07E-3D30-4141-849A-22B93CD782D5}"/>
          </ac:spMkLst>
        </pc:spChg>
        <pc:spChg chg="add mod">
          <ac:chgData name="KwonJoonho" userId="fa141e0c-4849-4deb-8f8c-65d25da6d8db" providerId="ADAL" clId="{85F14205-9610-4326-BD4F-DC87C3677BF7}" dt="2020-03-07T12:29:15.775" v="334" actId="1037"/>
          <ac:spMkLst>
            <pc:docMk/>
            <pc:sldMk cId="3515019503" sldId="753"/>
            <ac:spMk id="13" creationId="{F3D0F192-6950-4EF4-A86A-FCB03C04D834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4" creationId="{296CFFB8-B884-42C5-8357-5AC8F8730B59}"/>
          </ac:spMkLst>
        </pc:spChg>
        <pc:spChg chg="add mod">
          <ac:chgData name="KwonJoonho" userId="fa141e0c-4849-4deb-8f8c-65d25da6d8db" providerId="ADAL" clId="{85F14205-9610-4326-BD4F-DC87C3677BF7}" dt="2020-03-07T12:29:15.775" v="334" actId="1037"/>
          <ac:spMkLst>
            <pc:docMk/>
            <pc:sldMk cId="3515019503" sldId="753"/>
            <ac:spMk id="15" creationId="{C1817622-9010-4D54-9A5E-D725902D9087}"/>
          </ac:spMkLst>
        </pc:spChg>
        <pc:spChg chg="add mod">
          <ac:chgData name="KwonJoonho" userId="fa141e0c-4849-4deb-8f8c-65d25da6d8db" providerId="ADAL" clId="{85F14205-9610-4326-BD4F-DC87C3677BF7}" dt="2020-03-07T12:29:15.775" v="334" actId="1037"/>
          <ac:spMkLst>
            <pc:docMk/>
            <pc:sldMk cId="3515019503" sldId="753"/>
            <ac:spMk id="16" creationId="{B9285F23-001B-4C64-9E67-F43482EFF610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7" creationId="{9C8D4B1D-87B7-4664-9926-989F543DFF5A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8" creationId="{451E52B4-0EF8-4A39-8852-C17637DDCD2F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19" creationId="{603CA16E-CB7E-4462-9D48-4373968FCFE1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0" creationId="{58F35A54-733D-4A7B-A138-3BF5C2AC0F98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1" creationId="{D60DFD88-F269-4275-AFFD-E80DC4890534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2" creationId="{84BC0DDB-D6AF-41D0-8476-18C490A1C24C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3" creationId="{04358219-3665-44C7-8BFD-BF300368C6B4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4" creationId="{1EB09C26-793E-4548-B2A1-15CF637119C5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5" creationId="{BB645979-83FA-4245-A4E5-5BCF23217042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6" creationId="{4CD290C4-5D1C-4C64-A3F3-0DDAE48B1B95}"/>
          </ac:spMkLst>
        </pc:spChg>
        <pc:spChg chg="add mod">
          <ac:chgData name="KwonJoonho" userId="fa141e0c-4849-4deb-8f8c-65d25da6d8db" providerId="ADAL" clId="{85F14205-9610-4326-BD4F-DC87C3677BF7}" dt="2020-03-07T12:29:08.914" v="327" actId="164"/>
          <ac:spMkLst>
            <pc:docMk/>
            <pc:sldMk cId="3515019503" sldId="753"/>
            <ac:spMk id="27" creationId="{0E857CA7-C0E1-4680-A2EB-7CFE7E4C9844}"/>
          </ac:spMkLst>
        </pc:spChg>
        <pc:spChg chg="add mod">
          <ac:chgData name="KwonJoonho" userId="fa141e0c-4849-4deb-8f8c-65d25da6d8db" providerId="ADAL" clId="{85F14205-9610-4326-BD4F-DC87C3677BF7}" dt="2020-03-07T12:29:19.274" v="336" actId="1037"/>
          <ac:spMkLst>
            <pc:docMk/>
            <pc:sldMk cId="3515019503" sldId="753"/>
            <ac:spMk id="28" creationId="{C4E2CA68-A350-4EEE-AB64-FCF3AEA625F4}"/>
          </ac:spMkLst>
        </pc:spChg>
        <pc:spChg chg="add mod">
          <ac:chgData name="KwonJoonho" userId="fa141e0c-4849-4deb-8f8c-65d25da6d8db" providerId="ADAL" clId="{85F14205-9610-4326-BD4F-DC87C3677BF7}" dt="2020-03-07T12:29:19.274" v="336" actId="1037"/>
          <ac:spMkLst>
            <pc:docMk/>
            <pc:sldMk cId="3515019503" sldId="753"/>
            <ac:spMk id="29" creationId="{E9877B06-A3D0-485E-B158-493FB18AC767}"/>
          </ac:spMkLst>
        </pc:spChg>
        <pc:spChg chg="add mod">
          <ac:chgData name="KwonJoonho" userId="fa141e0c-4849-4deb-8f8c-65d25da6d8db" providerId="ADAL" clId="{85F14205-9610-4326-BD4F-DC87C3677BF7}" dt="2020-03-07T12:29:19.274" v="336" actId="1037"/>
          <ac:spMkLst>
            <pc:docMk/>
            <pc:sldMk cId="3515019503" sldId="753"/>
            <ac:spMk id="30" creationId="{68B97A54-44E4-4126-B9EB-F685EF06AC11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3" creationId="{06944E0E-A6B8-4032-BC49-A5ADC5FDBE08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4" creationId="{68213AA5-A24B-4BC8-A26C-46441BE66F2F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5" creationId="{800BED71-267F-4C26-80FF-E956A11BD077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6" creationId="{138C5A13-B999-4524-AEB7-C0F80F90BCEE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7" creationId="{CC6DEE90-B598-4958-9CC9-039E07EFB955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8" creationId="{422C27E6-74E6-478C-9D74-7AC3D87B0AFA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39" creationId="{F5BEFDB8-4B23-488D-BF34-30A848FFC91E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0" creationId="{E77B92BA-94D0-436B-9974-8B04C09E604C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1" creationId="{82F75CFA-A5F6-402D-ABB0-6C53BE214775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2" creationId="{AB5B48C6-20CD-4B74-B58B-12401EB313B2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3" creationId="{E2CEBE93-67B2-455C-90BA-B6B0E9D47963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4" creationId="{84AFA338-F842-4937-B850-4BC16671D367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5" creationId="{0C718706-58EA-4163-8E5D-6717023756C0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6" creationId="{73BC193C-07A9-473E-87DE-F7B764BBA04A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7" creationId="{42AE8587-E5AE-4DAD-9643-CF5EB1E28C3A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8" creationId="{C4DDC001-C1C3-44BB-B05D-EF97F94B4DBD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49" creationId="{21013054-3F1C-47A9-9AA7-B660F371CA24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0" creationId="{F92A96DF-7508-48E7-AAF9-DB9212B934C9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1" creationId="{76325693-0206-43E3-BA29-93A08872DA8B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2" creationId="{C49D4B11-9497-45A8-AE78-4932BEE6123C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3" creationId="{2C8EF7B8-F116-4256-9215-C0A74D3D441D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4" creationId="{A657F2A1-A047-41EF-8D4A-B8FA9294960A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5" creationId="{8EF2834A-5E5D-4007-9264-F7D803A00183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6" creationId="{85D7DA18-E265-4DD5-A8E5-D88F58899C2E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7" creationId="{7C15658C-BF01-4F55-8984-031C29234FBD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8" creationId="{282591E9-A879-4C97-A8D0-BC8C00A4D423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59" creationId="{F9E99FD2-0EF2-46F6-872E-59B7C0CB53EE}"/>
          </ac:spMkLst>
        </pc:spChg>
        <pc:spChg chg="mod topLvl">
          <ac:chgData name="KwonJoonho" userId="fa141e0c-4849-4deb-8f8c-65d25da6d8db" providerId="ADAL" clId="{85F14205-9610-4326-BD4F-DC87C3677BF7}" dt="2020-03-07T12:43:32.567" v="587" actId="165"/>
          <ac:spMkLst>
            <pc:docMk/>
            <pc:sldMk cId="3515019503" sldId="753"/>
            <ac:spMk id="60" creationId="{F143A00C-D1FB-4C33-910A-AA180F15896B}"/>
          </ac:spMkLst>
        </pc:spChg>
        <pc:grpChg chg="add del mod">
          <ac:chgData name="KwonJoonho" userId="fa141e0c-4849-4deb-8f8c-65d25da6d8db" providerId="ADAL" clId="{85F14205-9610-4326-BD4F-DC87C3677BF7}" dt="2020-03-07T12:29:23.399" v="337"/>
          <ac:grpSpMkLst>
            <pc:docMk/>
            <pc:sldMk cId="3515019503" sldId="753"/>
            <ac:grpSpMk id="31" creationId="{7E6FB8E2-9973-4A89-8B9D-013559639575}"/>
          </ac:grpSpMkLst>
        </pc:grpChg>
        <pc:grpChg chg="add del mod">
          <ac:chgData name="KwonJoonho" userId="fa141e0c-4849-4deb-8f8c-65d25da6d8db" providerId="ADAL" clId="{85F14205-9610-4326-BD4F-DC87C3677BF7}" dt="2020-03-07T12:43:32.567" v="587" actId="165"/>
          <ac:grpSpMkLst>
            <pc:docMk/>
            <pc:sldMk cId="3515019503" sldId="753"/>
            <ac:grpSpMk id="32" creationId="{97E7D364-2CC6-4F68-88BA-E92544EFF595}"/>
          </ac:grpSpMkLst>
        </pc:grpChg>
      </pc:sldChg>
      <pc:sldChg chg="add">
        <pc:chgData name="KwonJoonho" userId="fa141e0c-4849-4deb-8f8c-65d25da6d8db" providerId="ADAL" clId="{85F14205-9610-4326-BD4F-DC87C3677BF7}" dt="2020-03-07T13:16:50.775" v="1920"/>
        <pc:sldMkLst>
          <pc:docMk/>
          <pc:sldMk cId="4279598069" sldId="753"/>
        </pc:sldMkLst>
      </pc:sldChg>
      <pc:sldChg chg="addSp modSp add mod">
        <pc:chgData name="KwonJoonho" userId="fa141e0c-4849-4deb-8f8c-65d25da6d8db" providerId="ADAL" clId="{85F14205-9610-4326-BD4F-DC87C3677BF7}" dt="2020-03-07T13:14:22.597" v="1857" actId="20577"/>
        <pc:sldMkLst>
          <pc:docMk/>
          <pc:sldMk cId="3127172047" sldId="754"/>
        </pc:sldMkLst>
        <pc:spChg chg="mod">
          <ac:chgData name="KwonJoonho" userId="fa141e0c-4849-4deb-8f8c-65d25da6d8db" providerId="ADAL" clId="{85F14205-9610-4326-BD4F-DC87C3677BF7}" dt="2020-03-07T12:59:33.363" v="1392" actId="20577"/>
          <ac:spMkLst>
            <pc:docMk/>
            <pc:sldMk cId="3127172047" sldId="754"/>
            <ac:spMk id="2" creationId="{70E42A19-FF94-4CD1-A855-2D8BB20A0A71}"/>
          </ac:spMkLst>
        </pc:spChg>
        <pc:spChg chg="mod">
          <ac:chgData name="KwonJoonho" userId="fa141e0c-4849-4deb-8f8c-65d25da6d8db" providerId="ADAL" clId="{85F14205-9610-4326-BD4F-DC87C3677BF7}" dt="2020-03-07T13:14:22.597" v="1857" actId="20577"/>
          <ac:spMkLst>
            <pc:docMk/>
            <pc:sldMk cId="3127172047" sldId="754"/>
            <ac:spMk id="3" creationId="{A7FD4D22-75D4-4682-BBB4-269C6616CFC6}"/>
          </ac:spMkLst>
        </pc:spChg>
        <pc:spChg chg="add mod">
          <ac:chgData name="KwonJoonho" userId="fa141e0c-4849-4deb-8f8c-65d25da6d8db" providerId="ADAL" clId="{85F14205-9610-4326-BD4F-DC87C3677BF7}" dt="2020-03-07T12:59:07.025" v="1382"/>
          <ac:spMkLst>
            <pc:docMk/>
            <pc:sldMk cId="3127172047" sldId="754"/>
            <ac:spMk id="5" creationId="{3917B98A-949C-4167-9918-C02FCC270B7C}"/>
          </ac:spMkLst>
        </pc:spChg>
      </pc:sldChg>
      <pc:sldChg chg="add">
        <pc:chgData name="KwonJoonho" userId="fa141e0c-4849-4deb-8f8c-65d25da6d8db" providerId="ADAL" clId="{85F14205-9610-4326-BD4F-DC87C3677BF7}" dt="2020-03-07T12:43:18.955" v="585"/>
        <pc:sldMkLst>
          <pc:docMk/>
          <pc:sldMk cId="447140670" sldId="755"/>
        </pc:sldMkLst>
      </pc:sldChg>
      <pc:sldChg chg="addSp delSp modSp add del mod modAnim">
        <pc:chgData name="KwonJoonho" userId="fa141e0c-4849-4deb-8f8c-65d25da6d8db" providerId="ADAL" clId="{85F14205-9610-4326-BD4F-DC87C3677BF7}" dt="2020-03-07T13:16:41.726" v="1918" actId="47"/>
        <pc:sldMkLst>
          <pc:docMk/>
          <pc:sldMk cId="4409515" sldId="756"/>
        </pc:sldMkLst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3" creationId="{312EF325-9439-46D3-822B-AD15B0664857}"/>
          </ac:spMkLst>
        </pc:spChg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4" creationId="{24921993-155E-40EA-95E1-649482FB16D5}"/>
          </ac:spMkLst>
        </pc:spChg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5" creationId="{98CAF868-8A03-41E5-8032-D5DE12B3A232}"/>
          </ac:spMkLst>
        </pc:spChg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6" creationId="{35EEDD5D-6A20-44D4-89DA-01B8154E705E}"/>
          </ac:spMkLst>
        </pc:spChg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7" creationId="{BABD134D-AFAA-44E3-92A8-704D8CB042CA}"/>
          </ac:spMkLst>
        </pc:spChg>
        <pc:spChg chg="add mod">
          <ac:chgData name="KwonJoonho" userId="fa141e0c-4849-4deb-8f8c-65d25da6d8db" providerId="ADAL" clId="{85F14205-9610-4326-BD4F-DC87C3677BF7}" dt="2020-03-07T13:12:55.462" v="1827" actId="164"/>
          <ac:spMkLst>
            <pc:docMk/>
            <pc:sldMk cId="4409515" sldId="756"/>
            <ac:spMk id="8" creationId="{8ECA888F-106B-41F9-B9F4-865EEC6F503F}"/>
          </ac:spMkLst>
        </pc:spChg>
        <pc:spChg chg="add mod">
          <ac:chgData name="KwonJoonho" userId="fa141e0c-4849-4deb-8f8c-65d25da6d8db" providerId="ADAL" clId="{85F14205-9610-4326-BD4F-DC87C3677BF7}" dt="2020-03-07T13:12:04.820" v="1811" actId="164"/>
          <ac:spMkLst>
            <pc:docMk/>
            <pc:sldMk cId="4409515" sldId="756"/>
            <ac:spMk id="9" creationId="{9B1D9BC4-BEEE-4B59-B6C2-C8B48405FBED}"/>
          </ac:spMkLst>
        </pc:spChg>
        <pc:spChg chg="add mod">
          <ac:chgData name="KwonJoonho" userId="fa141e0c-4849-4deb-8f8c-65d25da6d8db" providerId="ADAL" clId="{85F14205-9610-4326-BD4F-DC87C3677BF7}" dt="2020-03-07T13:11:49.662" v="1807" actId="164"/>
          <ac:spMkLst>
            <pc:docMk/>
            <pc:sldMk cId="4409515" sldId="756"/>
            <ac:spMk id="10" creationId="{8A3D975C-ECAF-4210-AF55-0C262BAC8F3C}"/>
          </ac:spMkLst>
        </pc:spChg>
        <pc:spChg chg="add mod">
          <ac:chgData name="KwonJoonho" userId="fa141e0c-4849-4deb-8f8c-65d25da6d8db" providerId="ADAL" clId="{85F14205-9610-4326-BD4F-DC87C3677BF7}" dt="2020-03-07T13:11:32.222" v="1802" actId="164"/>
          <ac:spMkLst>
            <pc:docMk/>
            <pc:sldMk cId="4409515" sldId="756"/>
            <ac:spMk id="11" creationId="{07C2C6A9-C239-4534-B6E9-D6709AA9BEEA}"/>
          </ac:spMkLst>
        </pc:spChg>
        <pc:spChg chg="add mod topLvl">
          <ac:chgData name="KwonJoonho" userId="fa141e0c-4849-4deb-8f8c-65d25da6d8db" providerId="ADAL" clId="{85F14205-9610-4326-BD4F-DC87C3677BF7}" dt="2020-03-07T13:11:13.870" v="1798" actId="164"/>
          <ac:spMkLst>
            <pc:docMk/>
            <pc:sldMk cId="4409515" sldId="756"/>
            <ac:spMk id="12" creationId="{FC5052C7-C647-4A49-8DC8-E14177A7D19B}"/>
          </ac:spMkLst>
        </pc:spChg>
        <pc:spChg chg="add del">
          <ac:chgData name="KwonJoonho" userId="fa141e0c-4849-4deb-8f8c-65d25da6d8db" providerId="ADAL" clId="{85F14205-9610-4326-BD4F-DC87C3677BF7}" dt="2020-03-07T12:44:19.598" v="636" actId="478"/>
          <ac:spMkLst>
            <pc:docMk/>
            <pc:sldMk cId="4409515" sldId="756"/>
            <ac:spMk id="13" creationId="{2E4334C0-FD80-4BE3-A998-4FC29A39ACF6}"/>
          </ac:spMkLst>
        </pc:spChg>
        <pc:spChg chg="add mod">
          <ac:chgData name="KwonJoonho" userId="fa141e0c-4849-4deb-8f8c-65d25da6d8db" providerId="ADAL" clId="{85F14205-9610-4326-BD4F-DC87C3677BF7}" dt="2020-03-07T13:07:41.731" v="1724" actId="1076"/>
          <ac:spMkLst>
            <pc:docMk/>
            <pc:sldMk cId="4409515" sldId="756"/>
            <ac:spMk id="14" creationId="{AEBE4970-1682-45F5-9FC8-3836AF2788E7}"/>
          </ac:spMkLst>
        </pc:spChg>
        <pc:spChg chg="add del">
          <ac:chgData name="KwonJoonho" userId="fa141e0c-4849-4deb-8f8c-65d25da6d8db" providerId="ADAL" clId="{85F14205-9610-4326-BD4F-DC87C3677BF7}" dt="2020-03-07T12:44:19.598" v="636" actId="478"/>
          <ac:spMkLst>
            <pc:docMk/>
            <pc:sldMk cId="4409515" sldId="756"/>
            <ac:spMk id="15" creationId="{237D1926-13F2-4AE0-B38C-D29AA1EA70EB}"/>
          </ac:spMkLst>
        </pc:spChg>
        <pc:spChg chg="add del">
          <ac:chgData name="KwonJoonho" userId="fa141e0c-4849-4deb-8f8c-65d25da6d8db" providerId="ADAL" clId="{85F14205-9610-4326-BD4F-DC87C3677BF7}" dt="2020-03-07T12:44:19.598" v="636" actId="478"/>
          <ac:spMkLst>
            <pc:docMk/>
            <pc:sldMk cId="4409515" sldId="756"/>
            <ac:spMk id="16" creationId="{8D44B5D3-CF15-4959-B1D3-F5285A3CC6AB}"/>
          </ac:spMkLst>
        </pc:spChg>
        <pc:spChg chg="add mod">
          <ac:chgData name="KwonJoonho" userId="fa141e0c-4849-4deb-8f8c-65d25da6d8db" providerId="ADAL" clId="{85F14205-9610-4326-BD4F-DC87C3677BF7}" dt="2020-03-07T13:11:13.870" v="1798" actId="164"/>
          <ac:spMkLst>
            <pc:docMk/>
            <pc:sldMk cId="4409515" sldId="756"/>
            <ac:spMk id="17" creationId="{C0729DEC-0CFA-464E-865E-F1FA239144E3}"/>
          </ac:spMkLst>
        </pc:spChg>
        <pc:spChg chg="add del mod">
          <ac:chgData name="KwonJoonho" userId="fa141e0c-4849-4deb-8f8c-65d25da6d8db" providerId="ADAL" clId="{85F14205-9610-4326-BD4F-DC87C3677BF7}" dt="2020-03-07T12:47:25.728" v="698" actId="478"/>
          <ac:spMkLst>
            <pc:docMk/>
            <pc:sldMk cId="4409515" sldId="756"/>
            <ac:spMk id="18" creationId="{6B2CE989-804B-4FC3-AB60-C5C475E080D6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19" creationId="{BECFBF44-AA00-42D3-A34E-7EAE8794D981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20" creationId="{96BE8365-1C37-4D54-9B01-9CFED27B3797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21" creationId="{60A6FA54-C4F5-45EB-8ACD-909C1AA2A256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22" creationId="{006913DC-1D65-49F6-930B-AB2D1736C117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23" creationId="{83AA52A1-000E-432F-BA96-28876F7C070C}"/>
          </ac:spMkLst>
        </pc:spChg>
        <pc:spChg chg="add mod">
          <ac:chgData name="KwonJoonho" userId="fa141e0c-4849-4deb-8f8c-65d25da6d8db" providerId="ADAL" clId="{85F14205-9610-4326-BD4F-DC87C3677BF7}" dt="2020-03-07T13:13:26.052" v="1835" actId="164"/>
          <ac:spMkLst>
            <pc:docMk/>
            <pc:sldMk cId="4409515" sldId="756"/>
            <ac:spMk id="24" creationId="{448C12EE-3DF5-47F7-9351-F8C441D37D50}"/>
          </ac:spMkLst>
        </pc:spChg>
        <pc:spChg chg="add mod">
          <ac:chgData name="KwonJoonho" userId="fa141e0c-4849-4deb-8f8c-65d25da6d8db" providerId="ADAL" clId="{85F14205-9610-4326-BD4F-DC87C3677BF7}" dt="2020-03-07T13:12:10.242" v="1812" actId="164"/>
          <ac:spMkLst>
            <pc:docMk/>
            <pc:sldMk cId="4409515" sldId="756"/>
            <ac:spMk id="25" creationId="{7B2329D0-941A-4DFB-AFE0-99085636A710}"/>
          </ac:spMkLst>
        </pc:spChg>
        <pc:spChg chg="add mod">
          <ac:chgData name="KwonJoonho" userId="fa141e0c-4849-4deb-8f8c-65d25da6d8db" providerId="ADAL" clId="{85F14205-9610-4326-BD4F-DC87C3677BF7}" dt="2020-03-07T13:11:57.517" v="1809" actId="164"/>
          <ac:spMkLst>
            <pc:docMk/>
            <pc:sldMk cId="4409515" sldId="756"/>
            <ac:spMk id="26" creationId="{FBEFF9E8-0670-4D6A-AB69-B958DC26A1FC}"/>
          </ac:spMkLst>
        </pc:spChg>
        <pc:spChg chg="add mod">
          <ac:chgData name="KwonJoonho" userId="fa141e0c-4849-4deb-8f8c-65d25da6d8db" providerId="ADAL" clId="{85F14205-9610-4326-BD4F-DC87C3677BF7}" dt="2020-03-07T13:11:39.114" v="1804" actId="164"/>
          <ac:spMkLst>
            <pc:docMk/>
            <pc:sldMk cId="4409515" sldId="756"/>
            <ac:spMk id="27" creationId="{DA33AA43-2F6B-4A9D-B818-80A0EFAD1249}"/>
          </ac:spMkLst>
        </pc:spChg>
        <pc:spChg chg="add mod">
          <ac:chgData name="KwonJoonho" userId="fa141e0c-4849-4deb-8f8c-65d25da6d8db" providerId="ADAL" clId="{85F14205-9610-4326-BD4F-DC87C3677BF7}" dt="2020-03-07T13:11:23.463" v="1800" actId="164"/>
          <ac:spMkLst>
            <pc:docMk/>
            <pc:sldMk cId="4409515" sldId="756"/>
            <ac:spMk id="28" creationId="{054D5B2F-F3B7-4A23-8AB9-E1B2BE051DAA}"/>
          </ac:spMkLst>
        </pc:spChg>
        <pc:spChg chg="add mod">
          <ac:chgData name="KwonJoonho" userId="fa141e0c-4849-4deb-8f8c-65d25da6d8db" providerId="ADAL" clId="{85F14205-9610-4326-BD4F-DC87C3677BF7}" dt="2020-03-07T13:05:47.618" v="1678" actId="1076"/>
          <ac:spMkLst>
            <pc:docMk/>
            <pc:sldMk cId="4409515" sldId="756"/>
            <ac:spMk id="29" creationId="{B7DF9BBB-0CCE-4336-BCEF-5A09EEAC14CB}"/>
          </ac:spMkLst>
        </pc:spChg>
        <pc:spChg chg="add mod">
          <ac:chgData name="KwonJoonho" userId="fa141e0c-4849-4deb-8f8c-65d25da6d8db" providerId="ADAL" clId="{85F14205-9610-4326-BD4F-DC87C3677BF7}" dt="2020-03-07T13:10:27.788" v="1772" actId="207"/>
          <ac:spMkLst>
            <pc:docMk/>
            <pc:sldMk cId="4409515" sldId="756"/>
            <ac:spMk id="30" creationId="{79C31EFA-A6C5-43DB-9313-2EF7A8F07850}"/>
          </ac:spMkLst>
        </pc:spChg>
        <pc:spChg chg="add mod">
          <ac:chgData name="KwonJoonho" userId="fa141e0c-4849-4deb-8f8c-65d25da6d8db" providerId="ADAL" clId="{85F14205-9610-4326-BD4F-DC87C3677BF7}" dt="2020-03-07T13:11:23.463" v="1800" actId="164"/>
          <ac:spMkLst>
            <pc:docMk/>
            <pc:sldMk cId="4409515" sldId="756"/>
            <ac:spMk id="31" creationId="{79A54B43-3CD6-4F6C-9E1C-31B562313B1D}"/>
          </ac:spMkLst>
        </pc:spChg>
        <pc:spChg chg="mod topLvl">
          <ac:chgData name="KwonJoonho" userId="fa141e0c-4849-4deb-8f8c-65d25da6d8db" providerId="ADAL" clId="{85F14205-9610-4326-BD4F-DC87C3677BF7}" dt="2020-03-07T13:10:39.902" v="1773" actId="14100"/>
          <ac:spMkLst>
            <pc:docMk/>
            <pc:sldMk cId="4409515" sldId="756"/>
            <ac:spMk id="33" creationId="{5F474C7F-5301-47A5-B68E-9A5C6E7315D1}"/>
          </ac:spMkLst>
        </pc:spChg>
        <pc:spChg chg="add mod">
          <ac:chgData name="KwonJoonho" userId="fa141e0c-4849-4deb-8f8c-65d25da6d8db" providerId="ADAL" clId="{85F14205-9610-4326-BD4F-DC87C3677BF7}" dt="2020-03-07T13:11:32.222" v="1802" actId="164"/>
          <ac:spMkLst>
            <pc:docMk/>
            <pc:sldMk cId="4409515" sldId="756"/>
            <ac:spMk id="36" creationId="{D3317F32-5D7F-4CC3-9FFA-A451A13FF14B}"/>
          </ac:spMkLst>
        </pc:spChg>
        <pc:spChg chg="add mod">
          <ac:chgData name="KwonJoonho" userId="fa141e0c-4849-4deb-8f8c-65d25da6d8db" providerId="ADAL" clId="{85F14205-9610-4326-BD4F-DC87C3677BF7}" dt="2020-03-07T13:11:39.114" v="1804" actId="164"/>
          <ac:spMkLst>
            <pc:docMk/>
            <pc:sldMk cId="4409515" sldId="756"/>
            <ac:spMk id="38" creationId="{2744025F-4FA0-4258-93FF-9B624585BDA4}"/>
          </ac:spMkLst>
        </pc:spChg>
        <pc:spChg chg="add mod">
          <ac:chgData name="KwonJoonho" userId="fa141e0c-4849-4deb-8f8c-65d25da6d8db" providerId="ADAL" clId="{85F14205-9610-4326-BD4F-DC87C3677BF7}" dt="2020-03-07T13:11:57.517" v="1809" actId="164"/>
          <ac:spMkLst>
            <pc:docMk/>
            <pc:sldMk cId="4409515" sldId="756"/>
            <ac:spMk id="39" creationId="{E559F6D7-2B98-4D15-91C2-01A09D88DDFC}"/>
          </ac:spMkLst>
        </pc:spChg>
        <pc:spChg chg="add mod">
          <ac:chgData name="KwonJoonho" userId="fa141e0c-4849-4deb-8f8c-65d25da6d8db" providerId="ADAL" clId="{85F14205-9610-4326-BD4F-DC87C3677BF7}" dt="2020-03-07T13:12:10.242" v="1812" actId="164"/>
          <ac:spMkLst>
            <pc:docMk/>
            <pc:sldMk cId="4409515" sldId="756"/>
            <ac:spMk id="40" creationId="{40317953-B8F7-4796-A605-7D50CF15B821}"/>
          </ac:spMkLst>
        </pc:spChg>
        <pc:spChg chg="add mod">
          <ac:chgData name="KwonJoonho" userId="fa141e0c-4849-4deb-8f8c-65d25da6d8db" providerId="ADAL" clId="{85F14205-9610-4326-BD4F-DC87C3677BF7}" dt="2020-03-07T13:13:26.052" v="1835" actId="164"/>
          <ac:spMkLst>
            <pc:docMk/>
            <pc:sldMk cId="4409515" sldId="756"/>
            <ac:spMk id="41" creationId="{F22A7870-5118-4B7F-B9A1-FBDED815B7B8}"/>
          </ac:spMkLst>
        </pc:spChg>
        <pc:spChg chg="add del mod">
          <ac:chgData name="KwonJoonho" userId="fa141e0c-4849-4deb-8f8c-65d25da6d8db" providerId="ADAL" clId="{85F14205-9610-4326-BD4F-DC87C3677BF7}" dt="2020-03-07T13:08:22.006" v="1739" actId="478"/>
          <ac:spMkLst>
            <pc:docMk/>
            <pc:sldMk cId="4409515" sldId="756"/>
            <ac:spMk id="42" creationId="{BF8ABA09-4DCB-4697-BE6A-672E3099FF95}"/>
          </ac:spMkLst>
        </pc:spChg>
        <pc:spChg chg="add mod topLvl">
          <ac:chgData name="KwonJoonho" userId="fa141e0c-4849-4deb-8f8c-65d25da6d8db" providerId="ADAL" clId="{85F14205-9610-4326-BD4F-DC87C3677BF7}" dt="2020-03-07T13:11:13.870" v="1798" actId="164"/>
          <ac:spMkLst>
            <pc:docMk/>
            <pc:sldMk cId="4409515" sldId="756"/>
            <ac:spMk id="43" creationId="{ECA0329A-0005-4144-8AB9-7FF14F48351C}"/>
          </ac:spMkLst>
        </pc:spChg>
        <pc:spChg chg="add mod">
          <ac:chgData name="KwonJoonho" userId="fa141e0c-4849-4deb-8f8c-65d25da6d8db" providerId="ADAL" clId="{85F14205-9610-4326-BD4F-DC87C3677BF7}" dt="2020-03-07T13:11:32.222" v="1802" actId="164"/>
          <ac:spMkLst>
            <pc:docMk/>
            <pc:sldMk cId="4409515" sldId="756"/>
            <ac:spMk id="44" creationId="{2947863D-5CF4-47FA-8440-B2ECF7F98C19}"/>
          </ac:spMkLst>
        </pc:spChg>
        <pc:spChg chg="add mod">
          <ac:chgData name="KwonJoonho" userId="fa141e0c-4849-4deb-8f8c-65d25da6d8db" providerId="ADAL" clId="{85F14205-9610-4326-BD4F-DC87C3677BF7}" dt="2020-03-07T13:11:49.662" v="1807" actId="164"/>
          <ac:spMkLst>
            <pc:docMk/>
            <pc:sldMk cId="4409515" sldId="756"/>
            <ac:spMk id="45" creationId="{EE783386-FA1B-4FFF-9931-DC875E25E30A}"/>
          </ac:spMkLst>
        </pc:spChg>
        <pc:spChg chg="add mod">
          <ac:chgData name="KwonJoonho" userId="fa141e0c-4849-4deb-8f8c-65d25da6d8db" providerId="ADAL" clId="{85F14205-9610-4326-BD4F-DC87C3677BF7}" dt="2020-03-07T13:12:04.820" v="1811" actId="164"/>
          <ac:spMkLst>
            <pc:docMk/>
            <pc:sldMk cId="4409515" sldId="756"/>
            <ac:spMk id="46" creationId="{EC0DD057-8F50-4844-B201-0F4C1DB691CF}"/>
          </ac:spMkLst>
        </pc:spChg>
        <pc:spChg chg="add mod">
          <ac:chgData name="KwonJoonho" userId="fa141e0c-4849-4deb-8f8c-65d25da6d8db" providerId="ADAL" clId="{85F14205-9610-4326-BD4F-DC87C3677BF7}" dt="2020-03-07T13:11:49.662" v="1807" actId="164"/>
          <ac:spMkLst>
            <pc:docMk/>
            <pc:sldMk cId="4409515" sldId="756"/>
            <ac:spMk id="49" creationId="{EB9C7633-720F-45DB-9DEC-0CB0AC3D1C3F}"/>
          </ac:spMkLst>
        </pc:spChg>
        <pc:spChg chg="add mod">
          <ac:chgData name="KwonJoonho" userId="fa141e0c-4849-4deb-8f8c-65d25da6d8db" providerId="ADAL" clId="{85F14205-9610-4326-BD4F-DC87C3677BF7}" dt="2020-03-07T13:12:04.820" v="1811" actId="164"/>
          <ac:spMkLst>
            <pc:docMk/>
            <pc:sldMk cId="4409515" sldId="756"/>
            <ac:spMk id="50" creationId="{44E5731F-8999-4FCD-9B00-9C49612E71C8}"/>
          </ac:spMkLst>
        </pc:spChg>
        <pc:spChg chg="add mod">
          <ac:chgData name="KwonJoonho" userId="fa141e0c-4849-4deb-8f8c-65d25da6d8db" providerId="ADAL" clId="{85F14205-9610-4326-BD4F-DC87C3677BF7}" dt="2020-03-07T13:12:55.462" v="1827" actId="164"/>
          <ac:spMkLst>
            <pc:docMk/>
            <pc:sldMk cId="4409515" sldId="756"/>
            <ac:spMk id="51" creationId="{61942190-18C6-475A-A649-142B112FFB67}"/>
          </ac:spMkLst>
        </pc:spChg>
        <pc:spChg chg="add mod">
          <ac:chgData name="KwonJoonho" userId="fa141e0c-4849-4deb-8f8c-65d25da6d8db" providerId="ADAL" clId="{85F14205-9610-4326-BD4F-DC87C3677BF7}" dt="2020-03-07T13:13:26.052" v="1835" actId="164"/>
          <ac:spMkLst>
            <pc:docMk/>
            <pc:sldMk cId="4409515" sldId="756"/>
            <ac:spMk id="52" creationId="{3BF096CD-BF45-46D0-BAE6-D0508BF8D9D7}"/>
          </ac:spMkLst>
        </pc:spChg>
        <pc:spChg chg="add mod">
          <ac:chgData name="KwonJoonho" userId="fa141e0c-4849-4deb-8f8c-65d25da6d8db" providerId="ADAL" clId="{85F14205-9610-4326-BD4F-DC87C3677BF7}" dt="2020-03-07T13:12:55.462" v="1827" actId="164"/>
          <ac:spMkLst>
            <pc:docMk/>
            <pc:sldMk cId="4409515" sldId="756"/>
            <ac:spMk id="61" creationId="{0EB5D214-F01F-4269-B7A6-B075ADC5E59A}"/>
          </ac:spMkLst>
        </pc:spChg>
        <pc:grpChg chg="add del mod">
          <ac:chgData name="KwonJoonho" userId="fa141e0c-4849-4deb-8f8c-65d25da6d8db" providerId="ADAL" clId="{85F14205-9610-4326-BD4F-DC87C3677BF7}" dt="2020-03-07T13:07:46.497" v="1726" actId="478"/>
          <ac:grpSpMkLst>
            <pc:docMk/>
            <pc:sldMk cId="4409515" sldId="756"/>
            <ac:grpSpMk id="32" creationId="{984BDFBD-4E0D-4CC5-9599-61216EE5B0DD}"/>
          </ac:grpSpMkLst>
        </pc:grpChg>
        <pc:grpChg chg="add mod">
          <ac:chgData name="KwonJoonho" userId="fa141e0c-4849-4deb-8f8c-65d25da6d8db" providerId="ADAL" clId="{85F14205-9610-4326-BD4F-DC87C3677BF7}" dt="2020-03-07T13:07:17.321" v="1717" actId="164"/>
          <ac:grpSpMkLst>
            <pc:docMk/>
            <pc:sldMk cId="4409515" sldId="756"/>
            <ac:grpSpMk id="37" creationId="{EE8D9093-4F08-4CB4-81F8-41E12A2C1348}"/>
          </ac:grpSpMkLst>
        </pc:grpChg>
        <pc:grpChg chg="add del mod">
          <ac:chgData name="KwonJoonho" userId="fa141e0c-4849-4deb-8f8c-65d25da6d8db" providerId="ADAL" clId="{85F14205-9610-4326-BD4F-DC87C3677BF7}" dt="2020-03-07T13:09:09.674" v="1753" actId="165"/>
          <ac:grpSpMkLst>
            <pc:docMk/>
            <pc:sldMk cId="4409515" sldId="756"/>
            <ac:grpSpMk id="47" creationId="{503BCAAA-FD65-41C8-BB8F-4FAD393B3841}"/>
          </ac:grpSpMkLst>
        </pc:grpChg>
        <pc:grpChg chg="add mod">
          <ac:chgData name="KwonJoonho" userId="fa141e0c-4849-4deb-8f8c-65d25da6d8db" providerId="ADAL" clId="{85F14205-9610-4326-BD4F-DC87C3677BF7}" dt="2020-03-07T13:09:06.298" v="1752" actId="164"/>
          <ac:grpSpMkLst>
            <pc:docMk/>
            <pc:sldMk cId="4409515" sldId="756"/>
            <ac:grpSpMk id="48" creationId="{A17CE041-6D96-4F5D-8438-63AABCF554FA}"/>
          </ac:grpSpMkLst>
        </pc:grpChg>
        <pc:grpChg chg="add mod">
          <ac:chgData name="KwonJoonho" userId="fa141e0c-4849-4deb-8f8c-65d25da6d8db" providerId="ADAL" clId="{85F14205-9610-4326-BD4F-DC87C3677BF7}" dt="2020-03-07T13:11:13.870" v="1798" actId="164"/>
          <ac:grpSpMkLst>
            <pc:docMk/>
            <pc:sldMk cId="4409515" sldId="756"/>
            <ac:grpSpMk id="53" creationId="{11FF363A-B376-4F6B-9DC1-C870E7243034}"/>
          </ac:grpSpMkLst>
        </pc:grpChg>
        <pc:grpChg chg="add mod">
          <ac:chgData name="KwonJoonho" userId="fa141e0c-4849-4deb-8f8c-65d25da6d8db" providerId="ADAL" clId="{85F14205-9610-4326-BD4F-DC87C3677BF7}" dt="2020-03-07T13:11:23.463" v="1800" actId="164"/>
          <ac:grpSpMkLst>
            <pc:docMk/>
            <pc:sldMk cId="4409515" sldId="756"/>
            <ac:grpSpMk id="54" creationId="{83BFD19A-C415-434D-8687-C87C500A9D85}"/>
          </ac:grpSpMkLst>
        </pc:grpChg>
        <pc:grpChg chg="add mod">
          <ac:chgData name="KwonJoonho" userId="fa141e0c-4849-4deb-8f8c-65d25da6d8db" providerId="ADAL" clId="{85F14205-9610-4326-BD4F-DC87C3677BF7}" dt="2020-03-07T13:11:32.222" v="1802" actId="164"/>
          <ac:grpSpMkLst>
            <pc:docMk/>
            <pc:sldMk cId="4409515" sldId="756"/>
            <ac:grpSpMk id="55" creationId="{141F1BF3-4EEB-4A18-8814-861392992FB0}"/>
          </ac:grpSpMkLst>
        </pc:grpChg>
        <pc:grpChg chg="add mod">
          <ac:chgData name="KwonJoonho" userId="fa141e0c-4849-4deb-8f8c-65d25da6d8db" providerId="ADAL" clId="{85F14205-9610-4326-BD4F-DC87C3677BF7}" dt="2020-03-07T13:11:39.114" v="1804" actId="164"/>
          <ac:grpSpMkLst>
            <pc:docMk/>
            <pc:sldMk cId="4409515" sldId="756"/>
            <ac:grpSpMk id="56" creationId="{15FBD4D9-7B0B-4F67-B696-DB56249157DC}"/>
          </ac:grpSpMkLst>
        </pc:grpChg>
        <pc:grpChg chg="add mod">
          <ac:chgData name="KwonJoonho" userId="fa141e0c-4849-4deb-8f8c-65d25da6d8db" providerId="ADAL" clId="{85F14205-9610-4326-BD4F-DC87C3677BF7}" dt="2020-03-07T13:11:49.662" v="1807" actId="164"/>
          <ac:grpSpMkLst>
            <pc:docMk/>
            <pc:sldMk cId="4409515" sldId="756"/>
            <ac:grpSpMk id="57" creationId="{79ED4802-7A1F-48BC-ACCF-8AE4167A8513}"/>
          </ac:grpSpMkLst>
        </pc:grpChg>
        <pc:grpChg chg="add mod">
          <ac:chgData name="KwonJoonho" userId="fa141e0c-4849-4deb-8f8c-65d25da6d8db" providerId="ADAL" clId="{85F14205-9610-4326-BD4F-DC87C3677BF7}" dt="2020-03-07T13:11:57.517" v="1809" actId="164"/>
          <ac:grpSpMkLst>
            <pc:docMk/>
            <pc:sldMk cId="4409515" sldId="756"/>
            <ac:grpSpMk id="58" creationId="{AD2D2CCA-9800-45FC-B132-DD26F9C9381D}"/>
          </ac:grpSpMkLst>
        </pc:grpChg>
        <pc:grpChg chg="add mod">
          <ac:chgData name="KwonJoonho" userId="fa141e0c-4849-4deb-8f8c-65d25da6d8db" providerId="ADAL" clId="{85F14205-9610-4326-BD4F-DC87C3677BF7}" dt="2020-03-07T13:12:04.820" v="1811" actId="164"/>
          <ac:grpSpMkLst>
            <pc:docMk/>
            <pc:sldMk cId="4409515" sldId="756"/>
            <ac:grpSpMk id="59" creationId="{05EDC7D6-EDD6-4C81-9188-D9FA480B1DC9}"/>
          </ac:grpSpMkLst>
        </pc:grpChg>
        <pc:grpChg chg="add mod">
          <ac:chgData name="KwonJoonho" userId="fa141e0c-4849-4deb-8f8c-65d25da6d8db" providerId="ADAL" clId="{85F14205-9610-4326-BD4F-DC87C3677BF7}" dt="2020-03-07T13:12:10.242" v="1812" actId="164"/>
          <ac:grpSpMkLst>
            <pc:docMk/>
            <pc:sldMk cId="4409515" sldId="756"/>
            <ac:grpSpMk id="60" creationId="{53510035-7C33-42D0-B8B4-BBA0AD2D3C65}"/>
          </ac:grpSpMkLst>
        </pc:grpChg>
        <pc:grpChg chg="add mod">
          <ac:chgData name="KwonJoonho" userId="fa141e0c-4849-4deb-8f8c-65d25da6d8db" providerId="ADAL" clId="{85F14205-9610-4326-BD4F-DC87C3677BF7}" dt="2020-03-07T13:12:55.462" v="1827" actId="164"/>
          <ac:grpSpMkLst>
            <pc:docMk/>
            <pc:sldMk cId="4409515" sldId="756"/>
            <ac:grpSpMk id="62" creationId="{24CF2F21-1436-4C57-A83F-4A1991B21206}"/>
          </ac:grpSpMkLst>
        </pc:grpChg>
        <pc:grpChg chg="add mod">
          <ac:chgData name="KwonJoonho" userId="fa141e0c-4849-4deb-8f8c-65d25da6d8db" providerId="ADAL" clId="{85F14205-9610-4326-BD4F-DC87C3677BF7}" dt="2020-03-07T13:13:22.457" v="1834" actId="164"/>
          <ac:grpSpMkLst>
            <pc:docMk/>
            <pc:sldMk cId="4409515" sldId="756"/>
            <ac:grpSpMk id="67" creationId="{7AC4E818-26AB-4071-BC9A-F2EBBE2860A7}"/>
          </ac:grpSpMkLst>
        </pc:grpChg>
        <pc:grpChg chg="add mod">
          <ac:chgData name="KwonJoonho" userId="fa141e0c-4849-4deb-8f8c-65d25da6d8db" providerId="ADAL" clId="{85F14205-9610-4326-BD4F-DC87C3677BF7}" dt="2020-03-07T13:13:26.052" v="1835" actId="164"/>
          <ac:grpSpMkLst>
            <pc:docMk/>
            <pc:sldMk cId="4409515" sldId="756"/>
            <ac:grpSpMk id="68" creationId="{D8B9A56B-231A-4B74-8F21-C62C79FC56CA}"/>
          </ac:grpSpMkLst>
        </pc:grpChg>
        <pc:cxnChg chg="del mod topLvl">
          <ac:chgData name="KwonJoonho" userId="fa141e0c-4849-4deb-8f8c-65d25da6d8db" providerId="ADAL" clId="{85F14205-9610-4326-BD4F-DC87C3677BF7}" dt="2020-03-07T13:07:46.497" v="1726" actId="478"/>
          <ac:cxnSpMkLst>
            <pc:docMk/>
            <pc:sldMk cId="4409515" sldId="756"/>
            <ac:cxnSpMk id="34" creationId="{F0965921-ECD0-4435-B29F-2BE33AF672B9}"/>
          </ac:cxnSpMkLst>
        </pc:cxnChg>
        <pc:cxnChg chg="add del mod">
          <ac:chgData name="KwonJoonho" userId="fa141e0c-4849-4deb-8f8c-65d25da6d8db" providerId="ADAL" clId="{85F14205-9610-4326-BD4F-DC87C3677BF7}" dt="2020-03-07T13:13:13.017" v="1831" actId="478"/>
          <ac:cxnSpMkLst>
            <pc:docMk/>
            <pc:sldMk cId="4409515" sldId="756"/>
            <ac:cxnSpMk id="64" creationId="{F28C4AFF-DC2B-463C-93CB-73A9D0F18E67}"/>
          </ac:cxnSpMkLst>
        </pc:cxnChg>
        <pc:cxnChg chg="add mod">
          <ac:chgData name="KwonJoonho" userId="fa141e0c-4849-4deb-8f8c-65d25da6d8db" providerId="ADAL" clId="{85F14205-9610-4326-BD4F-DC87C3677BF7}" dt="2020-03-07T13:13:26.052" v="1835" actId="164"/>
          <ac:cxnSpMkLst>
            <pc:docMk/>
            <pc:sldMk cId="4409515" sldId="756"/>
            <ac:cxnSpMk id="66" creationId="{F43034F9-B3EE-4072-B01B-AE1CC6FF572B}"/>
          </ac:cxnSpMkLst>
        </pc:cxnChg>
      </pc:sldChg>
      <pc:sldChg chg="addSp modSp add mod">
        <pc:chgData name="KwonJoonho" userId="fa141e0c-4849-4deb-8f8c-65d25da6d8db" providerId="ADAL" clId="{85F14205-9610-4326-BD4F-DC87C3677BF7}" dt="2020-03-07T13:04:04.898" v="1632" actId="404"/>
        <pc:sldMkLst>
          <pc:docMk/>
          <pc:sldMk cId="2979835926" sldId="757"/>
        </pc:sldMkLst>
        <pc:spChg chg="mod">
          <ac:chgData name="KwonJoonho" userId="fa141e0c-4849-4deb-8f8c-65d25da6d8db" providerId="ADAL" clId="{85F14205-9610-4326-BD4F-DC87C3677BF7}" dt="2020-03-07T13:04:04.898" v="1632" actId="404"/>
          <ac:spMkLst>
            <pc:docMk/>
            <pc:sldMk cId="2979835926" sldId="757"/>
            <ac:spMk id="2" creationId="{9B8EE4C1-808A-44F4-BC1D-2CB7CAE8D344}"/>
          </ac:spMkLst>
        </pc:spChg>
        <pc:spChg chg="mod">
          <ac:chgData name="KwonJoonho" userId="fa141e0c-4849-4deb-8f8c-65d25da6d8db" providerId="ADAL" clId="{85F14205-9610-4326-BD4F-DC87C3677BF7}" dt="2020-03-07T12:49:33.160" v="727" actId="20577"/>
          <ac:spMkLst>
            <pc:docMk/>
            <pc:sldMk cId="2979835926" sldId="757"/>
            <ac:spMk id="3" creationId="{69A7A471-C824-4488-B34F-22132E7E5E16}"/>
          </ac:spMkLst>
        </pc:spChg>
        <pc:spChg chg="add mod">
          <ac:chgData name="KwonJoonho" userId="fa141e0c-4849-4deb-8f8c-65d25da6d8db" providerId="ADAL" clId="{85F14205-9610-4326-BD4F-DC87C3677BF7}" dt="2020-03-07T13:01:05.807" v="1612" actId="1076"/>
          <ac:spMkLst>
            <pc:docMk/>
            <pc:sldMk cId="2979835926" sldId="757"/>
            <ac:spMk id="5" creationId="{6D571BDE-9633-425A-9C33-027BE7B49DCD}"/>
          </ac:spMkLst>
        </pc:spChg>
      </pc:sldChg>
      <pc:sldChg chg="addSp modSp add mod">
        <pc:chgData name="KwonJoonho" userId="fa141e0c-4849-4deb-8f8c-65d25da6d8db" providerId="ADAL" clId="{85F14205-9610-4326-BD4F-DC87C3677BF7}" dt="2020-03-07T12:52:38.649" v="901" actId="1076"/>
        <pc:sldMkLst>
          <pc:docMk/>
          <pc:sldMk cId="2095975804" sldId="758"/>
        </pc:sldMkLst>
        <pc:spChg chg="mod">
          <ac:chgData name="KwonJoonho" userId="fa141e0c-4849-4deb-8f8c-65d25da6d8db" providerId="ADAL" clId="{85F14205-9610-4326-BD4F-DC87C3677BF7}" dt="2020-03-07T12:52:34.039" v="900" actId="15"/>
          <ac:spMkLst>
            <pc:docMk/>
            <pc:sldMk cId="2095975804" sldId="758"/>
            <ac:spMk id="2" creationId="{541645AD-90C6-4E59-915A-BBA6711AE9F5}"/>
          </ac:spMkLst>
        </pc:spChg>
        <pc:spChg chg="mod">
          <ac:chgData name="KwonJoonho" userId="fa141e0c-4849-4deb-8f8c-65d25da6d8db" providerId="ADAL" clId="{85F14205-9610-4326-BD4F-DC87C3677BF7}" dt="2020-03-07T12:51:16.111" v="778" actId="20577"/>
          <ac:spMkLst>
            <pc:docMk/>
            <pc:sldMk cId="2095975804" sldId="758"/>
            <ac:spMk id="3" creationId="{76FA7DE4-D668-4488-ADB0-B4A4790410A6}"/>
          </ac:spMkLst>
        </pc:spChg>
        <pc:spChg chg="add mod">
          <ac:chgData name="KwonJoonho" userId="fa141e0c-4849-4deb-8f8c-65d25da6d8db" providerId="ADAL" clId="{85F14205-9610-4326-BD4F-DC87C3677BF7}" dt="2020-03-07T12:52:38.649" v="901" actId="1076"/>
          <ac:spMkLst>
            <pc:docMk/>
            <pc:sldMk cId="2095975804" sldId="758"/>
            <ac:spMk id="5" creationId="{BA784983-EC10-41F8-A0D8-7C2DBE3C6BA7}"/>
          </ac:spMkLst>
        </pc:spChg>
      </pc:sldChg>
      <pc:sldChg chg="addSp modSp add mod modAnim">
        <pc:chgData name="KwonJoonho" userId="fa141e0c-4849-4deb-8f8c-65d25da6d8db" providerId="ADAL" clId="{85F14205-9610-4326-BD4F-DC87C3677BF7}" dt="2020-03-07T13:16:24.433" v="1917" actId="313"/>
        <pc:sldMkLst>
          <pc:docMk/>
          <pc:sldMk cId="2264334560" sldId="759"/>
        </pc:sldMkLst>
        <pc:spChg chg="mod">
          <ac:chgData name="KwonJoonho" userId="fa141e0c-4849-4deb-8f8c-65d25da6d8db" providerId="ADAL" clId="{85F14205-9610-4326-BD4F-DC87C3677BF7}" dt="2020-03-07T13:16:24.433" v="1917" actId="313"/>
          <ac:spMkLst>
            <pc:docMk/>
            <pc:sldMk cId="2264334560" sldId="759"/>
            <ac:spMk id="2" creationId="{3841CA6A-507A-434C-B4E8-16F9F7756A31}"/>
          </ac:spMkLst>
        </pc:spChg>
        <pc:spChg chg="mod">
          <ac:chgData name="KwonJoonho" userId="fa141e0c-4849-4deb-8f8c-65d25da6d8db" providerId="ADAL" clId="{85F14205-9610-4326-BD4F-DC87C3677BF7}" dt="2020-03-07T13:14:17.572" v="1855" actId="20577"/>
          <ac:spMkLst>
            <pc:docMk/>
            <pc:sldMk cId="2264334560" sldId="759"/>
            <ac:spMk id="3" creationId="{BE72840F-BF56-417E-98E7-E81519F3E6C1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5" creationId="{95D3018D-3383-437F-B690-BBEBA13A3DB9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6" creationId="{8A480946-86EE-4FF7-A4CE-52229427BD82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7" creationId="{7CD1557B-2A11-44EB-998D-1A518B9AF6E4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8" creationId="{53DDED6B-31F8-4818-BDF1-D8A8A30CC608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9" creationId="{F8A23500-15F0-464C-B7B9-01FD2FF41AAC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10" creationId="{9EFC02B8-B46A-4B1E-BFD8-A15CCE0781E2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1" creationId="{FD2A3F04-BBF2-4801-BF84-91FA6BA196D3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2" creationId="{A345A688-1E27-4E56-9745-F0D3C49EE388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3" creationId="{8D11B3B4-ECF9-4DF1-94B5-0C00184E2BB2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4" creationId="{ADB40F38-5583-4ABE-9B91-1A28A7692406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5" creationId="{B01CD5A7-AB74-4D97-9EA8-47231E7027EC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6" creationId="{E064755B-79F1-4E19-9231-010EC598788F}"/>
          </ac:spMkLst>
        </pc:spChg>
        <pc:spChg chg="add mod">
          <ac:chgData name="KwonJoonho" userId="fa141e0c-4849-4deb-8f8c-65d25da6d8db" providerId="ADAL" clId="{85F14205-9610-4326-BD4F-DC87C3677BF7}" dt="2020-03-07T13:15:52.884" v="1899" actId="1036"/>
          <ac:spMkLst>
            <pc:docMk/>
            <pc:sldMk cId="2264334560" sldId="759"/>
            <ac:spMk id="17" creationId="{51180090-7AAC-414C-82BB-E112C3BFBE83}"/>
          </ac:spMkLst>
        </pc:spChg>
        <pc:spChg chg="add mod">
          <ac:chgData name="KwonJoonho" userId="fa141e0c-4849-4deb-8f8c-65d25da6d8db" providerId="ADAL" clId="{85F14205-9610-4326-BD4F-DC87C3677BF7}" dt="2020-03-07T13:15:59.759" v="1900" actId="1076"/>
          <ac:spMkLst>
            <pc:docMk/>
            <pc:sldMk cId="2264334560" sldId="759"/>
            <ac:spMk id="21" creationId="{459B499C-1A9F-458E-81EA-9DE149AAFC7D}"/>
          </ac:spMkLst>
        </pc:spChg>
        <pc:spChg chg="mod">
          <ac:chgData name="KwonJoonho" userId="fa141e0c-4849-4deb-8f8c-65d25da6d8db" providerId="ADAL" clId="{85F14205-9610-4326-BD4F-DC87C3677BF7}" dt="2020-03-07T13:16:07.525" v="1902" actId="1076"/>
          <ac:spMkLst>
            <pc:docMk/>
            <pc:sldMk cId="2264334560" sldId="759"/>
            <ac:spMk id="54" creationId="{56762DE5-4856-44B1-A48E-27D43400F214}"/>
          </ac:spMkLst>
        </pc:spChg>
        <pc:spChg chg="add mod">
          <ac:chgData name="KwonJoonho" userId="fa141e0c-4849-4deb-8f8c-65d25da6d8db" providerId="ADAL" clId="{85F14205-9610-4326-BD4F-DC87C3677BF7}" dt="2020-03-07T13:16:03.524" v="1901" actId="11529"/>
          <ac:spMkLst>
            <pc:docMk/>
            <pc:sldMk cId="2264334560" sldId="759"/>
            <ac:spMk id="56" creationId="{D43BF624-0C25-4935-B738-1B73A12E0211}"/>
          </ac:spMkLst>
        </pc:spChg>
        <pc:grpChg chg="add mod">
          <ac:chgData name="KwonJoonho" userId="fa141e0c-4849-4deb-8f8c-65d25da6d8db" providerId="ADAL" clId="{85F14205-9610-4326-BD4F-DC87C3677BF7}" dt="2020-03-07T13:15:52.884" v="1899" actId="1036"/>
          <ac:grpSpMkLst>
            <pc:docMk/>
            <pc:sldMk cId="2264334560" sldId="759"/>
            <ac:grpSpMk id="18" creationId="{093987EA-AF86-4D23-A567-DDD61C6FEBEC}"/>
          </ac:grpSpMkLst>
        </pc:grpChg>
        <pc:grpChg chg="add mod">
          <ac:chgData name="KwonJoonho" userId="fa141e0c-4849-4deb-8f8c-65d25da6d8db" providerId="ADAL" clId="{85F14205-9610-4326-BD4F-DC87C3677BF7}" dt="2020-03-07T13:15:52.884" v="1899" actId="1036"/>
          <ac:grpSpMkLst>
            <pc:docMk/>
            <pc:sldMk cId="2264334560" sldId="759"/>
            <ac:grpSpMk id="22" creationId="{7B3AC11B-E04C-48C0-810F-4D690056E3DB}"/>
          </ac:grpSpMkLst>
        </pc:grpChg>
        <pc:grpChg chg="add mod">
          <ac:chgData name="KwonJoonho" userId="fa141e0c-4849-4deb-8f8c-65d25da6d8db" providerId="ADAL" clId="{85F14205-9610-4326-BD4F-DC87C3677BF7}" dt="2020-03-07T13:15:52.884" v="1899" actId="1036"/>
          <ac:grpSpMkLst>
            <pc:docMk/>
            <pc:sldMk cId="2264334560" sldId="759"/>
            <ac:grpSpMk id="25" creationId="{5241C82C-88A8-4184-9458-4B55E7D411E7}"/>
          </ac:grpSpMkLst>
        </pc:grpChg>
        <pc:grpChg chg="add mod">
          <ac:chgData name="KwonJoonho" userId="fa141e0c-4849-4deb-8f8c-65d25da6d8db" providerId="ADAL" clId="{85F14205-9610-4326-BD4F-DC87C3677BF7}" dt="2020-03-07T13:15:52.884" v="1899" actId="1036"/>
          <ac:grpSpMkLst>
            <pc:docMk/>
            <pc:sldMk cId="2264334560" sldId="759"/>
            <ac:grpSpMk id="28" creationId="{6912C519-BAB6-401A-B3DE-5EFF8062E2E2}"/>
          </ac:grpSpMkLst>
        </pc:grpChg>
        <pc:grpChg chg="add mod">
          <ac:chgData name="KwonJoonho" userId="fa141e0c-4849-4deb-8f8c-65d25da6d8db" providerId="ADAL" clId="{85F14205-9610-4326-BD4F-DC87C3677BF7}" dt="2020-03-07T13:15:59.759" v="1900" actId="1076"/>
          <ac:grpSpMkLst>
            <pc:docMk/>
            <pc:sldMk cId="2264334560" sldId="759"/>
            <ac:grpSpMk id="31" creationId="{2F1C36B0-5C6D-4A12-85ED-D781D72C909F}"/>
          </ac:grpSpMkLst>
        </pc:grpChg>
        <pc:grpChg chg="add mod">
          <ac:chgData name="KwonJoonho" userId="fa141e0c-4849-4deb-8f8c-65d25da6d8db" providerId="ADAL" clId="{85F14205-9610-4326-BD4F-DC87C3677BF7}" dt="2020-03-07T13:15:59.759" v="1900" actId="1076"/>
          <ac:grpSpMkLst>
            <pc:docMk/>
            <pc:sldMk cId="2264334560" sldId="759"/>
            <ac:grpSpMk id="35" creationId="{C6C4C3A7-85B8-4954-AD29-4596513AB78E}"/>
          </ac:grpSpMkLst>
        </pc:grpChg>
        <pc:grpChg chg="add mod">
          <ac:chgData name="KwonJoonho" userId="fa141e0c-4849-4deb-8f8c-65d25da6d8db" providerId="ADAL" clId="{85F14205-9610-4326-BD4F-DC87C3677BF7}" dt="2020-03-07T13:15:59.759" v="1900" actId="1076"/>
          <ac:grpSpMkLst>
            <pc:docMk/>
            <pc:sldMk cId="2264334560" sldId="759"/>
            <ac:grpSpMk id="39" creationId="{6712C5D1-FDE9-4E3F-86E3-148A09D2E541}"/>
          </ac:grpSpMkLst>
        </pc:grpChg>
        <pc:grpChg chg="add mod">
          <ac:chgData name="KwonJoonho" userId="fa141e0c-4849-4deb-8f8c-65d25da6d8db" providerId="ADAL" clId="{85F14205-9610-4326-BD4F-DC87C3677BF7}" dt="2020-03-07T13:15:59.759" v="1900" actId="1076"/>
          <ac:grpSpMkLst>
            <pc:docMk/>
            <pc:sldMk cId="2264334560" sldId="759"/>
            <ac:grpSpMk id="43" creationId="{7EA4EFBA-6739-46E2-9280-295F32A45DB8}"/>
          </ac:grpSpMkLst>
        </pc:grpChg>
        <pc:grpChg chg="add mod">
          <ac:chgData name="KwonJoonho" userId="fa141e0c-4849-4deb-8f8c-65d25da6d8db" providerId="ADAL" clId="{85F14205-9610-4326-BD4F-DC87C3677BF7}" dt="2020-03-07T13:15:59.759" v="1900" actId="1076"/>
          <ac:grpSpMkLst>
            <pc:docMk/>
            <pc:sldMk cId="2264334560" sldId="759"/>
            <ac:grpSpMk id="47" creationId="{EA5CFC8A-BB67-4FB6-B13F-030663785B74}"/>
          </ac:grpSpMkLst>
        </pc:grpChg>
        <pc:grpChg chg="add mod">
          <ac:chgData name="KwonJoonho" userId="fa141e0c-4849-4deb-8f8c-65d25da6d8db" providerId="ADAL" clId="{85F14205-9610-4326-BD4F-DC87C3677BF7}" dt="2020-03-07T13:15:52.884" v="1899" actId="1036"/>
          <ac:grpSpMkLst>
            <pc:docMk/>
            <pc:sldMk cId="2264334560" sldId="759"/>
            <ac:grpSpMk id="51" creationId="{F24D6C2E-3EAA-4C14-A159-563006A053E6}"/>
          </ac:grpSpMkLst>
        </pc:grpChg>
        <pc:cxnChg chg="mod">
          <ac:chgData name="KwonJoonho" userId="fa141e0c-4849-4deb-8f8c-65d25da6d8db" providerId="ADAL" clId="{85F14205-9610-4326-BD4F-DC87C3677BF7}" dt="2020-03-07T13:16:07.525" v="1902" actId="1076"/>
          <ac:cxnSpMkLst>
            <pc:docMk/>
            <pc:sldMk cId="2264334560" sldId="759"/>
            <ac:cxnSpMk id="55" creationId="{1B3AE808-120C-4F05-8694-5A4D72167452}"/>
          </ac:cxnSpMkLst>
        </pc:cxnChg>
      </pc:sldChg>
      <pc:sldChg chg="addSp modSp add mod">
        <pc:chgData name="KwonJoonho" userId="fa141e0c-4849-4deb-8f8c-65d25da6d8db" providerId="ADAL" clId="{85F14205-9610-4326-BD4F-DC87C3677BF7}" dt="2020-03-07T13:38:41.812" v="2267" actId="1076"/>
        <pc:sldMkLst>
          <pc:docMk/>
          <pc:sldMk cId="1347538639" sldId="760"/>
        </pc:sldMkLst>
        <pc:spChg chg="mod">
          <ac:chgData name="KwonJoonho" userId="fa141e0c-4849-4deb-8f8c-65d25da6d8db" providerId="ADAL" clId="{85F14205-9610-4326-BD4F-DC87C3677BF7}" dt="2020-03-07T13:38:32.513" v="2266" actId="20577"/>
          <ac:spMkLst>
            <pc:docMk/>
            <pc:sldMk cId="1347538639" sldId="760"/>
            <ac:spMk id="2" creationId="{B5659E76-3614-4BA3-8B50-B3D3299BF7D1}"/>
          </ac:spMkLst>
        </pc:spChg>
        <pc:spChg chg="mod">
          <ac:chgData name="KwonJoonho" userId="fa141e0c-4849-4deb-8f8c-65d25da6d8db" providerId="ADAL" clId="{85F14205-9610-4326-BD4F-DC87C3677BF7}" dt="2020-03-07T13:35:30.009" v="2027" actId="20577"/>
          <ac:spMkLst>
            <pc:docMk/>
            <pc:sldMk cId="1347538639" sldId="760"/>
            <ac:spMk id="3" creationId="{E2A8F4E8-937B-435A-AB7F-436CC62FF0A4}"/>
          </ac:spMkLst>
        </pc:spChg>
        <pc:spChg chg="add mod">
          <ac:chgData name="KwonJoonho" userId="fa141e0c-4849-4deb-8f8c-65d25da6d8db" providerId="ADAL" clId="{85F14205-9610-4326-BD4F-DC87C3677BF7}" dt="2020-03-07T13:38:41.812" v="2267" actId="1076"/>
          <ac:spMkLst>
            <pc:docMk/>
            <pc:sldMk cId="1347538639" sldId="760"/>
            <ac:spMk id="5" creationId="{2D6C260E-B197-4E9E-89D3-79BADC5642DF}"/>
          </ac:spMkLst>
        </pc:spChg>
      </pc:sldChg>
      <pc:sldChg chg="addSp modSp add mod">
        <pc:chgData name="KwonJoonho" userId="fa141e0c-4849-4deb-8f8c-65d25da6d8db" providerId="ADAL" clId="{85F14205-9610-4326-BD4F-DC87C3677BF7}" dt="2020-03-07T13:40:35.866" v="2326" actId="6549"/>
        <pc:sldMkLst>
          <pc:docMk/>
          <pc:sldMk cId="997837915" sldId="761"/>
        </pc:sldMkLst>
        <pc:spChg chg="mod">
          <ac:chgData name="KwonJoonho" userId="fa141e0c-4849-4deb-8f8c-65d25da6d8db" providerId="ADAL" clId="{85F14205-9610-4326-BD4F-DC87C3677BF7}" dt="2020-03-07T13:38:56.268" v="2307" actId="20577"/>
          <ac:spMkLst>
            <pc:docMk/>
            <pc:sldMk cId="997837915" sldId="761"/>
            <ac:spMk id="3" creationId="{097D2C8A-198C-48BE-BD10-A9D24BB83021}"/>
          </ac:spMkLst>
        </pc:spChg>
        <pc:spChg chg="add mod">
          <ac:chgData name="KwonJoonho" userId="fa141e0c-4849-4deb-8f8c-65d25da6d8db" providerId="ADAL" clId="{85F14205-9610-4326-BD4F-DC87C3677BF7}" dt="2020-03-07T13:40:35.866" v="2326" actId="6549"/>
          <ac:spMkLst>
            <pc:docMk/>
            <pc:sldMk cId="997837915" sldId="761"/>
            <ac:spMk id="5" creationId="{C823AF03-6E37-432B-8838-8D5892B57EC0}"/>
          </ac:spMkLst>
        </pc:spChg>
      </pc:sldChg>
      <pc:sldChg chg="modSp add mod">
        <pc:chgData name="KwonJoonho" userId="fa141e0c-4849-4deb-8f8c-65d25da6d8db" providerId="ADAL" clId="{85F14205-9610-4326-BD4F-DC87C3677BF7}" dt="2020-03-07T14:14:07.898" v="2347" actId="5793"/>
        <pc:sldMkLst>
          <pc:docMk/>
          <pc:sldMk cId="3296324101" sldId="762"/>
        </pc:sldMkLst>
        <pc:spChg chg="mod">
          <ac:chgData name="KwonJoonho" userId="fa141e0c-4849-4deb-8f8c-65d25da6d8db" providerId="ADAL" clId="{85F14205-9610-4326-BD4F-DC87C3677BF7}" dt="2020-03-07T14:14:07.898" v="2347" actId="5793"/>
          <ac:spMkLst>
            <pc:docMk/>
            <pc:sldMk cId="3296324101" sldId="762"/>
            <ac:spMk id="3" creationId="{DF488BE4-C47C-4FA2-8E97-B7B0340FA55F}"/>
          </ac:spMkLst>
        </pc:spChg>
      </pc:sldChg>
      <pc:sldChg chg="modSp add mod">
        <pc:chgData name="KwonJoonho" userId="fa141e0c-4849-4deb-8f8c-65d25da6d8db" providerId="ADAL" clId="{85F14205-9610-4326-BD4F-DC87C3677BF7}" dt="2020-03-07T14:17:47.446" v="2436" actId="20577"/>
        <pc:sldMkLst>
          <pc:docMk/>
          <pc:sldMk cId="870162053" sldId="763"/>
        </pc:sldMkLst>
        <pc:spChg chg="mod">
          <ac:chgData name="KwonJoonho" userId="fa141e0c-4849-4deb-8f8c-65d25da6d8db" providerId="ADAL" clId="{85F14205-9610-4326-BD4F-DC87C3677BF7}" dt="2020-03-07T14:17:47.446" v="2436" actId="20577"/>
          <ac:spMkLst>
            <pc:docMk/>
            <pc:sldMk cId="870162053" sldId="763"/>
            <ac:spMk id="2" creationId="{E748420F-564C-4418-B151-0A6A4CFC9893}"/>
          </ac:spMkLst>
        </pc:spChg>
        <pc:spChg chg="mod">
          <ac:chgData name="KwonJoonho" userId="fa141e0c-4849-4deb-8f8c-65d25da6d8db" providerId="ADAL" clId="{85F14205-9610-4326-BD4F-DC87C3677BF7}" dt="2020-03-07T14:16:58.806" v="2417" actId="6549"/>
          <ac:spMkLst>
            <pc:docMk/>
            <pc:sldMk cId="870162053" sldId="763"/>
            <ac:spMk id="3" creationId="{7F5AB97B-DA60-4D4B-A4B6-C9688610899E}"/>
          </ac:spMkLst>
        </pc:spChg>
      </pc:sldChg>
      <pc:sldChg chg="modSp add mod">
        <pc:chgData name="KwonJoonho" userId="fa141e0c-4849-4deb-8f8c-65d25da6d8db" providerId="ADAL" clId="{85F14205-9610-4326-BD4F-DC87C3677BF7}" dt="2020-03-07T14:14:36.993" v="2351" actId="108"/>
        <pc:sldMkLst>
          <pc:docMk/>
          <pc:sldMk cId="3601976781" sldId="764"/>
        </pc:sldMkLst>
        <pc:spChg chg="mod">
          <ac:chgData name="KwonJoonho" userId="fa141e0c-4849-4deb-8f8c-65d25da6d8db" providerId="ADAL" clId="{85F14205-9610-4326-BD4F-DC87C3677BF7}" dt="2020-03-07T14:14:36.993" v="2351" actId="108"/>
          <ac:spMkLst>
            <pc:docMk/>
            <pc:sldMk cId="3601976781" sldId="764"/>
            <ac:spMk id="2" creationId="{B3FA8B4E-4542-4AE5-82BE-97FDC25D0A4C}"/>
          </ac:spMkLst>
        </pc:spChg>
      </pc:sldChg>
      <pc:sldChg chg="modSp mod">
        <pc:chgData name="KwonJoonho" userId="fa141e0c-4849-4deb-8f8c-65d25da6d8db" providerId="ADAL" clId="{85F14205-9610-4326-BD4F-DC87C3677BF7}" dt="2020-03-08T12:17:01.075" v="4160" actId="20577"/>
        <pc:sldMkLst>
          <pc:docMk/>
          <pc:sldMk cId="1359617872" sldId="767"/>
        </pc:sldMkLst>
        <pc:spChg chg="mod">
          <ac:chgData name="KwonJoonho" userId="fa141e0c-4849-4deb-8f8c-65d25da6d8db" providerId="ADAL" clId="{85F14205-9610-4326-BD4F-DC87C3677BF7}" dt="2020-03-08T12:17:01.075" v="4160" actId="20577"/>
          <ac:spMkLst>
            <pc:docMk/>
            <pc:sldMk cId="1359617872" sldId="767"/>
            <ac:spMk id="2" creationId="{389CBC08-8C02-4C29-A506-B63E47D81184}"/>
          </ac:spMkLst>
        </pc:spChg>
      </pc:sldChg>
      <pc:sldChg chg="addSp modSp mod">
        <pc:chgData name="KwonJoonho" userId="fa141e0c-4849-4deb-8f8c-65d25da6d8db" providerId="ADAL" clId="{85F14205-9610-4326-BD4F-DC87C3677BF7}" dt="2020-03-08T11:23:14.193" v="2989" actId="20577"/>
        <pc:sldMkLst>
          <pc:docMk/>
          <pc:sldMk cId="898465992" sldId="778"/>
        </pc:sldMkLst>
        <pc:spChg chg="mod">
          <ac:chgData name="KwonJoonho" userId="fa141e0c-4849-4deb-8f8c-65d25da6d8db" providerId="ADAL" clId="{85F14205-9610-4326-BD4F-DC87C3677BF7}" dt="2020-03-08T11:12:45.846" v="2759" actId="6549"/>
          <ac:spMkLst>
            <pc:docMk/>
            <pc:sldMk cId="898465992" sldId="778"/>
            <ac:spMk id="2" creationId="{BA3D69AA-27EF-44EE-9C51-C0DF335A8D95}"/>
          </ac:spMkLst>
        </pc:spChg>
        <pc:spChg chg="mod">
          <ac:chgData name="KwonJoonho" userId="fa141e0c-4849-4deb-8f8c-65d25da6d8db" providerId="ADAL" clId="{85F14205-9610-4326-BD4F-DC87C3677BF7}" dt="2020-03-08T11:23:14.193" v="2989" actId="20577"/>
          <ac:spMkLst>
            <pc:docMk/>
            <pc:sldMk cId="898465992" sldId="778"/>
            <ac:spMk id="3" creationId="{0E833577-2A89-4A91-BCBA-50314C5DA7F9}"/>
          </ac:spMkLst>
        </pc:spChg>
        <pc:spChg chg="mod">
          <ac:chgData name="KwonJoonho" userId="fa141e0c-4849-4deb-8f8c-65d25da6d8db" providerId="ADAL" clId="{85F14205-9610-4326-BD4F-DC87C3677BF7}" dt="2020-03-08T11:15:43.458" v="2799" actId="108"/>
          <ac:spMkLst>
            <pc:docMk/>
            <pc:sldMk cId="898465992" sldId="778"/>
            <ac:spMk id="10" creationId="{5D0AA41E-1CC2-4948-B781-303881890E1D}"/>
          </ac:spMkLst>
        </pc:spChg>
        <pc:grpChg chg="add mod">
          <ac:chgData name="KwonJoonho" userId="fa141e0c-4849-4deb-8f8c-65d25da6d8db" providerId="ADAL" clId="{85F14205-9610-4326-BD4F-DC87C3677BF7}" dt="2020-03-08T11:15:31.815" v="2797" actId="1076"/>
          <ac:grpSpMkLst>
            <pc:docMk/>
            <pc:sldMk cId="898465992" sldId="778"/>
            <ac:grpSpMk id="5" creationId="{D4E369A6-D846-498D-98AF-F3C2F6756F81}"/>
          </ac:grpSpMkLst>
        </pc:grpChg>
      </pc:sldChg>
      <pc:sldChg chg="modSp add mod">
        <pc:chgData name="KwonJoonho" userId="fa141e0c-4849-4deb-8f8c-65d25da6d8db" providerId="ADAL" clId="{85F14205-9610-4326-BD4F-DC87C3677BF7}" dt="2020-03-08T11:23:20.288" v="2992" actId="20577"/>
        <pc:sldMkLst>
          <pc:docMk/>
          <pc:sldMk cId="2569534996" sldId="779"/>
        </pc:sldMkLst>
        <pc:spChg chg="mod">
          <ac:chgData name="KwonJoonho" userId="fa141e0c-4849-4deb-8f8c-65d25da6d8db" providerId="ADAL" clId="{85F14205-9610-4326-BD4F-DC87C3677BF7}" dt="2020-03-08T11:14:41.500" v="2795" actId="20577"/>
          <ac:spMkLst>
            <pc:docMk/>
            <pc:sldMk cId="2569534996" sldId="779"/>
            <ac:spMk id="2" creationId="{8C6721A1-C4BC-4A0B-BCED-6907DB6EB271}"/>
          </ac:spMkLst>
        </pc:spChg>
        <pc:spChg chg="mod">
          <ac:chgData name="KwonJoonho" userId="fa141e0c-4849-4deb-8f8c-65d25da6d8db" providerId="ADAL" clId="{85F14205-9610-4326-BD4F-DC87C3677BF7}" dt="2020-03-08T11:23:20.288" v="2992" actId="20577"/>
          <ac:spMkLst>
            <pc:docMk/>
            <pc:sldMk cId="2569534996" sldId="779"/>
            <ac:spMk id="3" creationId="{CB0FDB0E-34D2-43E4-B469-2C6E67E74F20}"/>
          </ac:spMkLst>
        </pc:spChg>
      </pc:sldChg>
      <pc:sldChg chg="addSp modSp add mod modAnim">
        <pc:chgData name="KwonJoonho" userId="fa141e0c-4849-4deb-8f8c-65d25da6d8db" providerId="ADAL" clId="{85F14205-9610-4326-BD4F-DC87C3677BF7}" dt="2020-03-08T11:23:23.915" v="2995" actId="20577"/>
        <pc:sldMkLst>
          <pc:docMk/>
          <pc:sldMk cId="4213143266" sldId="780"/>
        </pc:sldMkLst>
        <pc:spChg chg="mod">
          <ac:chgData name="KwonJoonho" userId="fa141e0c-4849-4deb-8f8c-65d25da6d8db" providerId="ADAL" clId="{85F14205-9610-4326-BD4F-DC87C3677BF7}" dt="2020-03-08T11:23:23.915" v="2995" actId="20577"/>
          <ac:spMkLst>
            <pc:docMk/>
            <pc:sldMk cId="4213143266" sldId="780"/>
            <ac:spMk id="3" creationId="{284981BE-AF9E-468C-9FCD-3FCF805C42DD}"/>
          </ac:spMkLst>
        </pc:spChg>
        <pc:spChg chg="mod">
          <ac:chgData name="KwonJoonho" userId="fa141e0c-4849-4deb-8f8c-65d25da6d8db" providerId="ADAL" clId="{85F14205-9610-4326-BD4F-DC87C3677BF7}" dt="2020-03-08T11:19:59.818" v="2816" actId="108"/>
          <ac:spMkLst>
            <pc:docMk/>
            <pc:sldMk cId="4213143266" sldId="780"/>
            <ac:spMk id="6" creationId="{BB47EDC2-912D-481F-AF21-5E2051DE15B9}"/>
          </ac:spMkLst>
        </pc:spChg>
        <pc:spChg chg="add mod">
          <ac:chgData name="KwonJoonho" userId="fa141e0c-4849-4deb-8f8c-65d25da6d8db" providerId="ADAL" clId="{85F14205-9610-4326-BD4F-DC87C3677BF7}" dt="2020-03-08T11:20:56.364" v="2823" actId="1076"/>
          <ac:spMkLst>
            <pc:docMk/>
            <pc:sldMk cId="4213143266" sldId="780"/>
            <ac:spMk id="11" creationId="{E6169CBA-3CEB-47F8-974F-E8DCEEB0BECE}"/>
          </ac:spMkLst>
        </pc:spChg>
        <pc:spChg chg="add mod">
          <ac:chgData name="KwonJoonho" userId="fa141e0c-4849-4deb-8f8c-65d25da6d8db" providerId="ADAL" clId="{85F14205-9610-4326-BD4F-DC87C3677BF7}" dt="2020-03-08T11:22:36.322" v="2937" actId="1076"/>
          <ac:spMkLst>
            <pc:docMk/>
            <pc:sldMk cId="4213143266" sldId="780"/>
            <ac:spMk id="12" creationId="{9D8A97C3-6A3B-425E-B709-7DBB13899485}"/>
          </ac:spMkLst>
        </pc:spChg>
        <pc:spChg chg="add mod">
          <ac:chgData name="KwonJoonho" userId="fa141e0c-4849-4deb-8f8c-65d25da6d8db" providerId="ADAL" clId="{85F14205-9610-4326-BD4F-DC87C3677BF7}" dt="2020-03-08T11:23:00.411" v="2977" actId="207"/>
          <ac:spMkLst>
            <pc:docMk/>
            <pc:sldMk cId="4213143266" sldId="780"/>
            <ac:spMk id="13" creationId="{26A7C707-9AD8-44C0-AD52-B283B74658E6}"/>
          </ac:spMkLst>
        </pc:spChg>
        <pc:grpChg chg="add mod">
          <ac:chgData name="KwonJoonho" userId="fa141e0c-4849-4deb-8f8c-65d25da6d8db" providerId="ADAL" clId="{85F14205-9610-4326-BD4F-DC87C3677BF7}" dt="2020-03-08T11:15:53.585" v="2802" actId="1076"/>
          <ac:grpSpMkLst>
            <pc:docMk/>
            <pc:sldMk cId="4213143266" sldId="780"/>
            <ac:grpSpMk id="5" creationId="{32D2B299-8A4E-4DDD-A0CB-2A70AFDD13FA}"/>
          </ac:grpSpMkLst>
        </pc:grpChg>
      </pc:sldChg>
      <pc:sldChg chg="addSp delSp modSp add mod modAnim">
        <pc:chgData name="KwonJoonho" userId="fa141e0c-4849-4deb-8f8c-65d25da6d8db" providerId="ADAL" clId="{85F14205-9610-4326-BD4F-DC87C3677BF7}" dt="2020-03-08T11:33:37.698" v="3159" actId="113"/>
        <pc:sldMkLst>
          <pc:docMk/>
          <pc:sldMk cId="1793769354" sldId="781"/>
        </pc:sldMkLst>
        <pc:spChg chg="mod">
          <ac:chgData name="KwonJoonho" userId="fa141e0c-4849-4deb-8f8c-65d25da6d8db" providerId="ADAL" clId="{85F14205-9610-4326-BD4F-DC87C3677BF7}" dt="2020-03-08T11:29:47.695" v="3120" actId="15"/>
          <ac:spMkLst>
            <pc:docMk/>
            <pc:sldMk cId="1793769354" sldId="781"/>
            <ac:spMk id="2" creationId="{B8D86917-3699-4787-B38A-8340261AF685}"/>
          </ac:spMkLst>
        </pc:spChg>
        <pc:spChg chg="mod">
          <ac:chgData name="KwonJoonho" userId="fa141e0c-4849-4deb-8f8c-65d25da6d8db" providerId="ADAL" clId="{85F14205-9610-4326-BD4F-DC87C3677BF7}" dt="2020-03-08T11:33:05.551" v="3153" actId="20577"/>
          <ac:spMkLst>
            <pc:docMk/>
            <pc:sldMk cId="1793769354" sldId="781"/>
            <ac:spMk id="3" creationId="{4C85D541-476C-4A1F-9C6E-B1A8A632C224}"/>
          </ac:spMkLst>
        </pc:spChg>
        <pc:spChg chg="add del mod">
          <ac:chgData name="KwonJoonho" userId="fa141e0c-4849-4deb-8f8c-65d25da6d8db" providerId="ADAL" clId="{85F14205-9610-4326-BD4F-DC87C3677BF7}" dt="2020-03-08T11:29:51.617" v="3121" actId="478"/>
          <ac:spMkLst>
            <pc:docMk/>
            <pc:sldMk cId="1793769354" sldId="781"/>
            <ac:spMk id="5" creationId="{170D75C5-C1DB-4E04-96F6-2A63CE0FD78A}"/>
          </ac:spMkLst>
        </pc:spChg>
        <pc:spChg chg="add del mod">
          <ac:chgData name="KwonJoonho" userId="fa141e0c-4849-4deb-8f8c-65d25da6d8db" providerId="ADAL" clId="{85F14205-9610-4326-BD4F-DC87C3677BF7}" dt="2020-03-08T11:27:14.110" v="3079" actId="478"/>
          <ac:spMkLst>
            <pc:docMk/>
            <pc:sldMk cId="1793769354" sldId="781"/>
            <ac:spMk id="6" creationId="{BB8B7B60-C585-45CB-8B77-7D3F39470AD8}"/>
          </ac:spMkLst>
        </pc:spChg>
        <pc:spChg chg="add del mod">
          <ac:chgData name="KwonJoonho" userId="fa141e0c-4849-4deb-8f8c-65d25da6d8db" providerId="ADAL" clId="{85F14205-9610-4326-BD4F-DC87C3677BF7}" dt="2020-03-08T11:27:14.110" v="3079" actId="478"/>
          <ac:spMkLst>
            <pc:docMk/>
            <pc:sldMk cId="1793769354" sldId="781"/>
            <ac:spMk id="7" creationId="{7EE547B5-E723-49D7-B636-209868A632F4}"/>
          </ac:spMkLst>
        </pc:spChg>
        <pc:spChg chg="add del mod">
          <ac:chgData name="KwonJoonho" userId="fa141e0c-4849-4deb-8f8c-65d25da6d8db" providerId="ADAL" clId="{85F14205-9610-4326-BD4F-DC87C3677BF7}" dt="2020-03-08T11:29:51.617" v="3121" actId="478"/>
          <ac:spMkLst>
            <pc:docMk/>
            <pc:sldMk cId="1793769354" sldId="781"/>
            <ac:spMk id="8" creationId="{B8095F27-0D4F-4E22-B4CA-16B64DD58A94}"/>
          </ac:spMkLst>
        </pc:spChg>
        <pc:spChg chg="add del mod">
          <ac:chgData name="KwonJoonho" userId="fa141e0c-4849-4deb-8f8c-65d25da6d8db" providerId="ADAL" clId="{85F14205-9610-4326-BD4F-DC87C3677BF7}" dt="2020-03-08T11:27:14.110" v="3079" actId="478"/>
          <ac:spMkLst>
            <pc:docMk/>
            <pc:sldMk cId="1793769354" sldId="781"/>
            <ac:spMk id="9" creationId="{3319310B-2C96-48C4-92F2-5B0766A3D011}"/>
          </ac:spMkLst>
        </pc:spChg>
        <pc:spChg chg="add del mod">
          <ac:chgData name="KwonJoonho" userId="fa141e0c-4849-4deb-8f8c-65d25da6d8db" providerId="ADAL" clId="{85F14205-9610-4326-BD4F-DC87C3677BF7}" dt="2020-03-08T11:26:02.597" v="3049" actId="478"/>
          <ac:spMkLst>
            <pc:docMk/>
            <pc:sldMk cId="1793769354" sldId="781"/>
            <ac:spMk id="10" creationId="{8ED498A7-B698-4D91-BEDC-47EBA1F4B030}"/>
          </ac:spMkLst>
        </pc:spChg>
        <pc:spChg chg="add mod">
          <ac:chgData name="KwonJoonho" userId="fa141e0c-4849-4deb-8f8c-65d25da6d8db" providerId="ADAL" clId="{85F14205-9610-4326-BD4F-DC87C3677BF7}" dt="2020-03-08T11:30:32.348" v="3129" actId="164"/>
          <ac:spMkLst>
            <pc:docMk/>
            <pc:sldMk cId="1793769354" sldId="781"/>
            <ac:spMk id="11" creationId="{02D6DCC5-23A8-4AD2-B099-CD4C3F415A61}"/>
          </ac:spMkLst>
        </pc:spChg>
        <pc:spChg chg="add mod">
          <ac:chgData name="KwonJoonho" userId="fa141e0c-4849-4deb-8f8c-65d25da6d8db" providerId="ADAL" clId="{85F14205-9610-4326-BD4F-DC87C3677BF7}" dt="2020-03-08T11:30:32.348" v="3129" actId="164"/>
          <ac:spMkLst>
            <pc:docMk/>
            <pc:sldMk cId="1793769354" sldId="781"/>
            <ac:spMk id="12" creationId="{567B86DF-B536-4142-BA46-AB7667F87D24}"/>
          </ac:spMkLst>
        </pc:spChg>
        <pc:spChg chg="add del mod">
          <ac:chgData name="KwonJoonho" userId="fa141e0c-4849-4deb-8f8c-65d25da6d8db" providerId="ADAL" clId="{85F14205-9610-4326-BD4F-DC87C3677BF7}" dt="2020-03-08T11:27:27.970" v="3085" actId="478"/>
          <ac:spMkLst>
            <pc:docMk/>
            <pc:sldMk cId="1793769354" sldId="781"/>
            <ac:spMk id="13" creationId="{1A18D6C7-7AB1-4D9B-ABBA-C1C685A5FE15}"/>
          </ac:spMkLst>
        </pc:spChg>
        <pc:spChg chg="add mod">
          <ac:chgData name="KwonJoonho" userId="fa141e0c-4849-4deb-8f8c-65d25da6d8db" providerId="ADAL" clId="{85F14205-9610-4326-BD4F-DC87C3677BF7}" dt="2020-03-08T11:31:27.884" v="3137" actId="207"/>
          <ac:spMkLst>
            <pc:docMk/>
            <pc:sldMk cId="1793769354" sldId="781"/>
            <ac:spMk id="14" creationId="{F116AD10-E0DB-4FD2-A47D-B18C8AD2945D}"/>
          </ac:spMkLst>
        </pc:spChg>
        <pc:spChg chg="add mod">
          <ac:chgData name="KwonJoonho" userId="fa141e0c-4849-4deb-8f8c-65d25da6d8db" providerId="ADAL" clId="{85F14205-9610-4326-BD4F-DC87C3677BF7}" dt="2020-03-08T11:30:46.927" v="3132" actId="14100"/>
          <ac:spMkLst>
            <pc:docMk/>
            <pc:sldMk cId="1793769354" sldId="781"/>
            <ac:spMk id="15" creationId="{BBFE6E0D-4EED-4724-8030-281872816DE6}"/>
          </ac:spMkLst>
        </pc:spChg>
        <pc:spChg chg="add mod">
          <ac:chgData name="KwonJoonho" userId="fa141e0c-4849-4deb-8f8c-65d25da6d8db" providerId="ADAL" clId="{85F14205-9610-4326-BD4F-DC87C3677BF7}" dt="2020-03-08T11:30:36.067" v="3130" actId="164"/>
          <ac:spMkLst>
            <pc:docMk/>
            <pc:sldMk cId="1793769354" sldId="781"/>
            <ac:spMk id="16" creationId="{ED79F640-564A-4C2F-A797-4A8798513333}"/>
          </ac:spMkLst>
        </pc:spChg>
        <pc:spChg chg="mod">
          <ac:chgData name="KwonJoonho" userId="fa141e0c-4849-4deb-8f8c-65d25da6d8db" providerId="ADAL" clId="{85F14205-9610-4326-BD4F-DC87C3677BF7}" dt="2020-03-08T11:33:37.698" v="3159" actId="113"/>
          <ac:spMkLst>
            <pc:docMk/>
            <pc:sldMk cId="1793769354" sldId="781"/>
            <ac:spMk id="20" creationId="{6E1AD75B-65C0-4C72-AFDF-2451C1F3E197}"/>
          </ac:spMkLst>
        </pc:spChg>
        <pc:spChg chg="mod">
          <ac:chgData name="KwonJoonho" userId="fa141e0c-4849-4deb-8f8c-65d25da6d8db" providerId="ADAL" clId="{85F14205-9610-4326-BD4F-DC87C3677BF7}" dt="2020-03-08T11:31:13.351" v="3136" actId="108"/>
          <ac:spMkLst>
            <pc:docMk/>
            <pc:sldMk cId="1793769354" sldId="781"/>
            <ac:spMk id="24" creationId="{19091F1B-1C5B-4B49-8AA0-8E8ED4C0EC1F}"/>
          </ac:spMkLst>
        </pc:spChg>
        <pc:grpChg chg="add mod">
          <ac:chgData name="KwonJoonho" userId="fa141e0c-4849-4deb-8f8c-65d25da6d8db" providerId="ADAL" clId="{85F14205-9610-4326-BD4F-DC87C3677BF7}" dt="2020-03-08T11:30:32.348" v="3129" actId="164"/>
          <ac:grpSpMkLst>
            <pc:docMk/>
            <pc:sldMk cId="1793769354" sldId="781"/>
            <ac:grpSpMk id="17" creationId="{2D6BA2CC-2EC9-49FB-A09B-AEB2C7CDE354}"/>
          </ac:grpSpMkLst>
        </pc:grpChg>
        <pc:grpChg chg="add mod">
          <ac:chgData name="KwonJoonho" userId="fa141e0c-4849-4deb-8f8c-65d25da6d8db" providerId="ADAL" clId="{85F14205-9610-4326-BD4F-DC87C3677BF7}" dt="2020-03-08T11:30:36.067" v="3130" actId="164"/>
          <ac:grpSpMkLst>
            <pc:docMk/>
            <pc:sldMk cId="1793769354" sldId="781"/>
            <ac:grpSpMk id="18" creationId="{1DFB6EF6-5A31-449D-80A0-166E37D71B6C}"/>
          </ac:grpSpMkLst>
        </pc:grpChg>
        <pc:grpChg chg="add">
          <ac:chgData name="KwonJoonho" userId="fa141e0c-4849-4deb-8f8c-65d25da6d8db" providerId="ADAL" clId="{85F14205-9610-4326-BD4F-DC87C3677BF7}" dt="2020-03-08T11:30:58.822" v="3134"/>
          <ac:grpSpMkLst>
            <pc:docMk/>
            <pc:sldMk cId="1793769354" sldId="781"/>
            <ac:grpSpMk id="19" creationId="{0B5C36E9-2D0F-4C2D-A78A-E5244E602E5A}"/>
          </ac:grpSpMkLst>
        </pc:grpChg>
      </pc:sldChg>
      <pc:sldChg chg="addSp delSp modSp add mod">
        <pc:chgData name="KwonJoonho" userId="fa141e0c-4849-4deb-8f8c-65d25da6d8db" providerId="ADAL" clId="{85F14205-9610-4326-BD4F-DC87C3677BF7}" dt="2020-03-08T11:34:04.923" v="3181" actId="1076"/>
        <pc:sldMkLst>
          <pc:docMk/>
          <pc:sldMk cId="2949759249" sldId="782"/>
        </pc:sldMkLst>
        <pc:spChg chg="mod">
          <ac:chgData name="KwonJoonho" userId="fa141e0c-4849-4deb-8f8c-65d25da6d8db" providerId="ADAL" clId="{85F14205-9610-4326-BD4F-DC87C3677BF7}" dt="2020-03-08T11:34:00.751" v="3180" actId="6549"/>
          <ac:spMkLst>
            <pc:docMk/>
            <pc:sldMk cId="2949759249" sldId="782"/>
            <ac:spMk id="2" creationId="{517DAA8B-5094-452B-BE02-29F621E28E8E}"/>
          </ac:spMkLst>
        </pc:spChg>
        <pc:spChg chg="mod">
          <ac:chgData name="KwonJoonho" userId="fa141e0c-4849-4deb-8f8c-65d25da6d8db" providerId="ADAL" clId="{85F14205-9610-4326-BD4F-DC87C3677BF7}" dt="2020-03-08T11:33:11.523" v="3155" actId="20577"/>
          <ac:spMkLst>
            <pc:docMk/>
            <pc:sldMk cId="2949759249" sldId="782"/>
            <ac:spMk id="3" creationId="{121E5B02-CA7A-4BA7-8EA0-78704D8DB6C7}"/>
          </ac:spMkLst>
        </pc:spChg>
        <pc:spChg chg="add mod">
          <ac:chgData name="KwonJoonho" userId="fa141e0c-4849-4deb-8f8c-65d25da6d8db" providerId="ADAL" clId="{85F14205-9610-4326-BD4F-DC87C3677BF7}" dt="2020-03-08T11:34:04.923" v="3181" actId="1076"/>
          <ac:spMkLst>
            <pc:docMk/>
            <pc:sldMk cId="2949759249" sldId="782"/>
            <ac:spMk id="5" creationId="{FBEA966D-6185-435D-B4E8-F1D2ED9F0B79}"/>
          </ac:spMkLst>
        </pc:spChg>
        <pc:grpChg chg="add del mod">
          <ac:chgData name="KwonJoonho" userId="fa141e0c-4849-4deb-8f8c-65d25da6d8db" providerId="ADAL" clId="{85F14205-9610-4326-BD4F-DC87C3677BF7}" dt="2020-03-08T11:33:44.450" v="3160" actId="478"/>
          <ac:grpSpMkLst>
            <pc:docMk/>
            <pc:sldMk cId="2949759249" sldId="782"/>
            <ac:grpSpMk id="6" creationId="{A98A02E8-38B1-43CC-A14E-B1BFD673B0F7}"/>
          </ac:grpSpMkLst>
        </pc:grpChg>
        <pc:grpChg chg="add mod">
          <ac:chgData name="KwonJoonho" userId="fa141e0c-4849-4deb-8f8c-65d25da6d8db" providerId="ADAL" clId="{85F14205-9610-4326-BD4F-DC87C3677BF7}" dt="2020-03-08T11:33:49.295" v="3162" actId="1076"/>
          <ac:grpSpMkLst>
            <pc:docMk/>
            <pc:sldMk cId="2949759249" sldId="782"/>
            <ac:grpSpMk id="12" creationId="{98F8DEBF-779D-42CF-AA71-1354C04F1C6C}"/>
          </ac:grpSpMkLst>
        </pc:grpChg>
      </pc:sldChg>
      <pc:sldChg chg="addSp modSp add mod">
        <pc:chgData name="KwonJoonho" userId="fa141e0c-4849-4deb-8f8c-65d25da6d8db" providerId="ADAL" clId="{85F14205-9610-4326-BD4F-DC87C3677BF7}" dt="2020-03-08T11:39:21.153" v="3242" actId="20577"/>
        <pc:sldMkLst>
          <pc:docMk/>
          <pc:sldMk cId="442036140" sldId="783"/>
        </pc:sldMkLst>
        <pc:spChg chg="mod">
          <ac:chgData name="KwonJoonho" userId="fa141e0c-4849-4deb-8f8c-65d25da6d8db" providerId="ADAL" clId="{85F14205-9610-4326-BD4F-DC87C3677BF7}" dt="2020-03-08T11:39:21.153" v="3242" actId="20577"/>
          <ac:spMkLst>
            <pc:docMk/>
            <pc:sldMk cId="442036140" sldId="783"/>
            <ac:spMk id="2" creationId="{1B290E9F-04DA-4FD6-A168-929F886A78D1}"/>
          </ac:spMkLst>
        </pc:spChg>
        <pc:spChg chg="mod">
          <ac:chgData name="KwonJoonho" userId="fa141e0c-4849-4deb-8f8c-65d25da6d8db" providerId="ADAL" clId="{85F14205-9610-4326-BD4F-DC87C3677BF7}" dt="2020-03-08T11:34:16.336" v="3187"/>
          <ac:spMkLst>
            <pc:docMk/>
            <pc:sldMk cId="442036140" sldId="783"/>
            <ac:spMk id="3" creationId="{7FC9C956-08B5-4E20-9A98-F24994E5BC4D}"/>
          </ac:spMkLst>
        </pc:spChg>
        <pc:spChg chg="mod">
          <ac:chgData name="KwonJoonho" userId="fa141e0c-4849-4deb-8f8c-65d25da6d8db" providerId="ADAL" clId="{85F14205-9610-4326-BD4F-DC87C3677BF7}" dt="2020-03-08T11:39:11.604" v="3217" actId="108"/>
          <ac:spMkLst>
            <pc:docMk/>
            <pc:sldMk cId="442036140" sldId="783"/>
            <ac:spMk id="10" creationId="{CAEF2D56-DF7A-49A6-AEDE-14FA3246F8D6}"/>
          </ac:spMkLst>
        </pc:spChg>
        <pc:grpChg chg="add mod">
          <ac:chgData name="KwonJoonho" userId="fa141e0c-4849-4deb-8f8c-65d25da6d8db" providerId="ADAL" clId="{85F14205-9610-4326-BD4F-DC87C3677BF7}" dt="2020-03-08T11:39:06.512" v="3216" actId="1076"/>
          <ac:grpSpMkLst>
            <pc:docMk/>
            <pc:sldMk cId="442036140" sldId="783"/>
            <ac:grpSpMk id="5" creationId="{4DF1C1E0-FA1A-4E51-9576-DC56A55576FE}"/>
          </ac:grpSpMkLst>
        </pc:grpChg>
      </pc:sldChg>
      <pc:sldChg chg="modSp add mod">
        <pc:chgData name="KwonJoonho" userId="fa141e0c-4849-4deb-8f8c-65d25da6d8db" providerId="ADAL" clId="{85F14205-9610-4326-BD4F-DC87C3677BF7}" dt="2020-03-08T11:40:22.485" v="3273" actId="20577"/>
        <pc:sldMkLst>
          <pc:docMk/>
          <pc:sldMk cId="1859071407" sldId="784"/>
        </pc:sldMkLst>
        <pc:spChg chg="mod">
          <ac:chgData name="KwonJoonho" userId="fa141e0c-4849-4deb-8f8c-65d25da6d8db" providerId="ADAL" clId="{85F14205-9610-4326-BD4F-DC87C3677BF7}" dt="2020-03-08T11:40:22.485" v="3273" actId="20577"/>
          <ac:spMkLst>
            <pc:docMk/>
            <pc:sldMk cId="1859071407" sldId="784"/>
            <ac:spMk id="2" creationId="{0DDB29BC-427F-4E9B-AB0B-6AED1BA47225}"/>
          </ac:spMkLst>
        </pc:spChg>
        <pc:spChg chg="mod">
          <ac:chgData name="KwonJoonho" userId="fa141e0c-4849-4deb-8f8c-65d25da6d8db" providerId="ADAL" clId="{85F14205-9610-4326-BD4F-DC87C3677BF7}" dt="2020-03-08T11:39:33.313" v="3248"/>
          <ac:spMkLst>
            <pc:docMk/>
            <pc:sldMk cId="1859071407" sldId="784"/>
            <ac:spMk id="3" creationId="{5616772C-8E48-473D-B5D4-30E9B48538F7}"/>
          </ac:spMkLst>
        </pc:spChg>
      </pc:sldChg>
      <pc:sldChg chg="addSp modSp add mod">
        <pc:chgData name="KwonJoonho" userId="fa141e0c-4849-4deb-8f8c-65d25da6d8db" providerId="ADAL" clId="{85F14205-9610-4326-BD4F-DC87C3677BF7}" dt="2020-03-08T11:46:30.904" v="3384" actId="1076"/>
        <pc:sldMkLst>
          <pc:docMk/>
          <pc:sldMk cId="1661982602" sldId="785"/>
        </pc:sldMkLst>
        <pc:spChg chg="mod">
          <ac:chgData name="KwonJoonho" userId="fa141e0c-4849-4deb-8f8c-65d25da6d8db" providerId="ADAL" clId="{85F14205-9610-4326-BD4F-DC87C3677BF7}" dt="2020-03-08T11:42:42.441" v="3327" actId="6549"/>
          <ac:spMkLst>
            <pc:docMk/>
            <pc:sldMk cId="1661982602" sldId="785"/>
            <ac:spMk id="2" creationId="{0162B67D-A7B8-4C16-A18A-ED501C727B35}"/>
          </ac:spMkLst>
        </pc:spChg>
        <pc:spChg chg="mod">
          <ac:chgData name="KwonJoonho" userId="fa141e0c-4849-4deb-8f8c-65d25da6d8db" providerId="ADAL" clId="{85F14205-9610-4326-BD4F-DC87C3677BF7}" dt="2020-03-08T11:41:51.129" v="3278" actId="27636"/>
          <ac:spMkLst>
            <pc:docMk/>
            <pc:sldMk cId="1661982602" sldId="785"/>
            <ac:spMk id="3" creationId="{5A01C172-C0E8-4ECA-BD36-3D73A8DC18D3}"/>
          </ac:spMkLst>
        </pc:spChg>
        <pc:spChg chg="add mod">
          <ac:chgData name="KwonJoonho" userId="fa141e0c-4849-4deb-8f8c-65d25da6d8db" providerId="ADAL" clId="{85F14205-9610-4326-BD4F-DC87C3677BF7}" dt="2020-03-08T11:46:30.904" v="3384" actId="1076"/>
          <ac:spMkLst>
            <pc:docMk/>
            <pc:sldMk cId="1661982602" sldId="785"/>
            <ac:spMk id="5" creationId="{550F165F-3BCA-447D-8D00-54E54508E90B}"/>
          </ac:spMkLst>
        </pc:spChg>
        <pc:spChg chg="mod">
          <ac:chgData name="KwonJoonho" userId="fa141e0c-4849-4deb-8f8c-65d25da6d8db" providerId="ADAL" clId="{85F14205-9610-4326-BD4F-DC87C3677BF7}" dt="2020-03-08T11:46:13.589" v="3380" actId="1076"/>
          <ac:spMkLst>
            <pc:docMk/>
            <pc:sldMk cId="1661982602" sldId="785"/>
            <ac:spMk id="7" creationId="{FBF8C1BD-BD10-4E74-A384-E24224238766}"/>
          </ac:spMkLst>
        </pc:spChg>
        <pc:grpChg chg="add mod">
          <ac:chgData name="KwonJoonho" userId="fa141e0c-4849-4deb-8f8c-65d25da6d8db" providerId="ADAL" clId="{85F14205-9610-4326-BD4F-DC87C3677BF7}" dt="2020-03-08T11:46:16.871" v="3381" actId="1076"/>
          <ac:grpSpMkLst>
            <pc:docMk/>
            <pc:sldMk cId="1661982602" sldId="785"/>
            <ac:grpSpMk id="6" creationId="{1AD25BF0-A6C8-41E3-80C1-974B3968A409}"/>
          </ac:grpSpMkLst>
        </pc:grpChg>
      </pc:sldChg>
      <pc:sldChg chg="add del">
        <pc:chgData name="KwonJoonho" userId="fa141e0c-4849-4deb-8f8c-65d25da6d8db" providerId="ADAL" clId="{85F14205-9610-4326-BD4F-DC87C3677BF7}" dt="2020-03-08T12:17:23.303" v="4167" actId="47"/>
        <pc:sldMkLst>
          <pc:docMk/>
          <pc:sldMk cId="1429863603" sldId="786"/>
        </pc:sldMkLst>
      </pc:sldChg>
      <pc:sldChg chg="modSp add mod">
        <pc:chgData name="KwonJoonho" userId="fa141e0c-4849-4deb-8f8c-65d25da6d8db" providerId="ADAL" clId="{85F14205-9610-4326-BD4F-DC87C3677BF7}" dt="2020-03-08T11:50:53.403" v="3446" actId="113"/>
        <pc:sldMkLst>
          <pc:docMk/>
          <pc:sldMk cId="1806144032" sldId="787"/>
        </pc:sldMkLst>
        <pc:spChg chg="mod">
          <ac:chgData name="KwonJoonho" userId="fa141e0c-4849-4deb-8f8c-65d25da6d8db" providerId="ADAL" clId="{85F14205-9610-4326-BD4F-DC87C3677BF7}" dt="2020-03-08T11:50:53.403" v="3446" actId="113"/>
          <ac:spMkLst>
            <pc:docMk/>
            <pc:sldMk cId="1806144032" sldId="787"/>
            <ac:spMk id="2" creationId="{DF3FEB6B-B45A-4205-BFB2-14BC4E457B28}"/>
          </ac:spMkLst>
        </pc:spChg>
        <pc:spChg chg="mod">
          <ac:chgData name="KwonJoonho" userId="fa141e0c-4849-4deb-8f8c-65d25da6d8db" providerId="ADAL" clId="{85F14205-9610-4326-BD4F-DC87C3677BF7}" dt="2020-03-08T11:47:34.055" v="3391" actId="6549"/>
          <ac:spMkLst>
            <pc:docMk/>
            <pc:sldMk cId="1806144032" sldId="787"/>
            <ac:spMk id="3" creationId="{325C1A4E-E410-4906-B589-43FE442E05EC}"/>
          </ac:spMkLst>
        </pc:spChg>
      </pc:sldChg>
      <pc:sldChg chg="modSp add mod">
        <pc:chgData name="KwonJoonho" userId="fa141e0c-4849-4deb-8f8c-65d25da6d8db" providerId="ADAL" clId="{85F14205-9610-4326-BD4F-DC87C3677BF7}" dt="2020-03-08T11:59:37.685" v="3562" actId="20577"/>
        <pc:sldMkLst>
          <pc:docMk/>
          <pc:sldMk cId="2001764740" sldId="788"/>
        </pc:sldMkLst>
        <pc:spChg chg="mod">
          <ac:chgData name="KwonJoonho" userId="fa141e0c-4849-4deb-8f8c-65d25da6d8db" providerId="ADAL" clId="{85F14205-9610-4326-BD4F-DC87C3677BF7}" dt="2020-03-08T11:52:07.862" v="3491" actId="20577"/>
          <ac:spMkLst>
            <pc:docMk/>
            <pc:sldMk cId="2001764740" sldId="788"/>
            <ac:spMk id="2" creationId="{44FDDE36-AAB2-4F03-842C-EC05E9BEA82F}"/>
          </ac:spMkLst>
        </pc:spChg>
        <pc:spChg chg="mod">
          <ac:chgData name="KwonJoonho" userId="fa141e0c-4849-4deb-8f8c-65d25da6d8db" providerId="ADAL" clId="{85F14205-9610-4326-BD4F-DC87C3677BF7}" dt="2020-03-08T11:59:37.685" v="3562" actId="20577"/>
          <ac:spMkLst>
            <pc:docMk/>
            <pc:sldMk cId="2001764740" sldId="788"/>
            <ac:spMk id="3" creationId="{F1E4FC67-A680-4217-90D2-3854D1768A76}"/>
          </ac:spMkLst>
        </pc:spChg>
      </pc:sldChg>
      <pc:sldChg chg="addSp modSp add mod ord">
        <pc:chgData name="KwonJoonho" userId="fa141e0c-4849-4deb-8f8c-65d25da6d8db" providerId="ADAL" clId="{85F14205-9610-4326-BD4F-DC87C3677BF7}" dt="2020-03-08T11:59:44.668" v="3564" actId="20577"/>
        <pc:sldMkLst>
          <pc:docMk/>
          <pc:sldMk cId="4240428692" sldId="789"/>
        </pc:sldMkLst>
        <pc:spChg chg="mod">
          <ac:chgData name="KwonJoonho" userId="fa141e0c-4849-4deb-8f8c-65d25da6d8db" providerId="ADAL" clId="{85F14205-9610-4326-BD4F-DC87C3677BF7}" dt="2020-03-08T11:52:35.828" v="3494"/>
          <ac:spMkLst>
            <pc:docMk/>
            <pc:sldMk cId="4240428692" sldId="789"/>
            <ac:spMk id="2" creationId="{A91AA751-04BE-4C50-BD45-11EA12FC5485}"/>
          </ac:spMkLst>
        </pc:spChg>
        <pc:spChg chg="mod">
          <ac:chgData name="KwonJoonho" userId="fa141e0c-4849-4deb-8f8c-65d25da6d8db" providerId="ADAL" clId="{85F14205-9610-4326-BD4F-DC87C3677BF7}" dt="2020-03-08T11:59:44.668" v="3564" actId="20577"/>
          <ac:spMkLst>
            <pc:docMk/>
            <pc:sldMk cId="4240428692" sldId="789"/>
            <ac:spMk id="3" creationId="{B799E55A-B220-45F1-9568-236441746010}"/>
          </ac:spMkLst>
        </pc:spChg>
        <pc:spChg chg="add mod">
          <ac:chgData name="KwonJoonho" userId="fa141e0c-4849-4deb-8f8c-65d25da6d8db" providerId="ADAL" clId="{85F14205-9610-4326-BD4F-DC87C3677BF7}" dt="2020-03-08T11:56:24.391" v="3525" actId="207"/>
          <ac:spMkLst>
            <pc:docMk/>
            <pc:sldMk cId="4240428692" sldId="789"/>
            <ac:spMk id="5" creationId="{2B6FD79B-9649-4566-A264-AB88FA6F7995}"/>
          </ac:spMkLst>
        </pc:spChg>
      </pc:sldChg>
      <pc:sldChg chg="addSp modSp add mod">
        <pc:chgData name="KwonJoonho" userId="fa141e0c-4849-4deb-8f8c-65d25da6d8db" providerId="ADAL" clId="{85F14205-9610-4326-BD4F-DC87C3677BF7}" dt="2020-03-08T11:59:47.558" v="3566" actId="20577"/>
        <pc:sldMkLst>
          <pc:docMk/>
          <pc:sldMk cId="457877050" sldId="790"/>
        </pc:sldMkLst>
        <pc:spChg chg="mod">
          <ac:chgData name="KwonJoonho" userId="fa141e0c-4849-4deb-8f8c-65d25da6d8db" providerId="ADAL" clId="{85F14205-9610-4326-BD4F-DC87C3677BF7}" dt="2020-03-08T11:57:01.610" v="3540" actId="15"/>
          <ac:spMkLst>
            <pc:docMk/>
            <pc:sldMk cId="457877050" sldId="790"/>
            <ac:spMk id="2" creationId="{9DF5BF33-7392-41A5-879B-45930B6899FF}"/>
          </ac:spMkLst>
        </pc:spChg>
        <pc:spChg chg="mod">
          <ac:chgData name="KwonJoonho" userId="fa141e0c-4849-4deb-8f8c-65d25da6d8db" providerId="ADAL" clId="{85F14205-9610-4326-BD4F-DC87C3677BF7}" dt="2020-03-08T11:59:47.558" v="3566" actId="20577"/>
          <ac:spMkLst>
            <pc:docMk/>
            <pc:sldMk cId="457877050" sldId="790"/>
            <ac:spMk id="3" creationId="{7A8DC93F-7283-470D-8D3F-6D094F186A31}"/>
          </ac:spMkLst>
        </pc:spChg>
        <pc:spChg chg="add mod">
          <ac:chgData name="KwonJoonho" userId="fa141e0c-4849-4deb-8f8c-65d25da6d8db" providerId="ADAL" clId="{85F14205-9610-4326-BD4F-DC87C3677BF7}" dt="2020-03-08T11:59:24.911" v="3556" actId="1076"/>
          <ac:spMkLst>
            <pc:docMk/>
            <pc:sldMk cId="457877050" sldId="790"/>
            <ac:spMk id="5" creationId="{B301B1DE-73AF-43A7-8F96-780FC293F7DB}"/>
          </ac:spMkLst>
        </pc:spChg>
      </pc:sldChg>
      <pc:sldChg chg="modSp add mod">
        <pc:chgData name="KwonJoonho" userId="fa141e0c-4849-4deb-8f8c-65d25da6d8db" providerId="ADAL" clId="{85F14205-9610-4326-BD4F-DC87C3677BF7}" dt="2020-03-08T12:12:03.209" v="3758" actId="20577"/>
        <pc:sldMkLst>
          <pc:docMk/>
          <pc:sldMk cId="1985880401" sldId="791"/>
        </pc:sldMkLst>
        <pc:spChg chg="mod">
          <ac:chgData name="KwonJoonho" userId="fa141e0c-4849-4deb-8f8c-65d25da6d8db" providerId="ADAL" clId="{85F14205-9610-4326-BD4F-DC87C3677BF7}" dt="2020-03-08T12:01:16.613" v="3596" actId="15"/>
          <ac:spMkLst>
            <pc:docMk/>
            <pc:sldMk cId="1985880401" sldId="791"/>
            <ac:spMk id="2" creationId="{7FEA8104-1D0B-4BB8-8DD3-BB38D06DF683}"/>
          </ac:spMkLst>
        </pc:spChg>
        <pc:spChg chg="mod">
          <ac:chgData name="KwonJoonho" userId="fa141e0c-4849-4deb-8f8c-65d25da6d8db" providerId="ADAL" clId="{85F14205-9610-4326-BD4F-DC87C3677BF7}" dt="2020-03-08T12:12:03.209" v="3758" actId="20577"/>
          <ac:spMkLst>
            <pc:docMk/>
            <pc:sldMk cId="1985880401" sldId="791"/>
            <ac:spMk id="3" creationId="{30C9AAC2-5CA8-4739-A06D-32E8481C03F8}"/>
          </ac:spMkLst>
        </pc:spChg>
      </pc:sldChg>
      <pc:sldChg chg="addSp modSp add mod">
        <pc:chgData name="KwonJoonho" userId="fa141e0c-4849-4deb-8f8c-65d25da6d8db" providerId="ADAL" clId="{85F14205-9610-4326-BD4F-DC87C3677BF7}" dt="2020-03-08T12:12:23.030" v="3764" actId="20577"/>
        <pc:sldMkLst>
          <pc:docMk/>
          <pc:sldMk cId="3199622612" sldId="792"/>
        </pc:sldMkLst>
        <pc:spChg chg="mod">
          <ac:chgData name="KwonJoonho" userId="fa141e0c-4849-4deb-8f8c-65d25da6d8db" providerId="ADAL" clId="{85F14205-9610-4326-BD4F-DC87C3677BF7}" dt="2020-03-08T12:08:33.631" v="3670"/>
          <ac:spMkLst>
            <pc:docMk/>
            <pc:sldMk cId="3199622612" sldId="792"/>
            <ac:spMk id="2" creationId="{366660CC-DD75-423F-ABAF-38B70D74B88C}"/>
          </ac:spMkLst>
        </pc:spChg>
        <pc:spChg chg="mod">
          <ac:chgData name="KwonJoonho" userId="fa141e0c-4849-4deb-8f8c-65d25da6d8db" providerId="ADAL" clId="{85F14205-9610-4326-BD4F-DC87C3677BF7}" dt="2020-03-08T12:12:23.030" v="3764" actId="20577"/>
          <ac:spMkLst>
            <pc:docMk/>
            <pc:sldMk cId="3199622612" sldId="792"/>
            <ac:spMk id="3" creationId="{DE96F2DA-9A22-4C6F-AA14-FC912C2E9734}"/>
          </ac:spMkLst>
        </pc:spChg>
        <pc:spChg chg="add mod">
          <ac:chgData name="KwonJoonho" userId="fa141e0c-4849-4deb-8f8c-65d25da6d8db" providerId="ADAL" clId="{85F14205-9610-4326-BD4F-DC87C3677BF7}" dt="2020-03-08T12:08:20.934" v="3657" actId="20577"/>
          <ac:spMkLst>
            <pc:docMk/>
            <pc:sldMk cId="3199622612" sldId="792"/>
            <ac:spMk id="5" creationId="{EB05B427-C2FE-4287-9193-55D674F1AA80}"/>
          </ac:spMkLst>
        </pc:spChg>
      </pc:sldChg>
      <pc:sldChg chg="addSp modSp add mod">
        <pc:chgData name="KwonJoonho" userId="fa141e0c-4849-4deb-8f8c-65d25da6d8db" providerId="ADAL" clId="{85F14205-9610-4326-BD4F-DC87C3677BF7}" dt="2020-03-08T12:12:26.040" v="3766" actId="20577"/>
        <pc:sldMkLst>
          <pc:docMk/>
          <pc:sldMk cId="1703719880" sldId="793"/>
        </pc:sldMkLst>
        <pc:spChg chg="mod">
          <ac:chgData name="KwonJoonho" userId="fa141e0c-4849-4deb-8f8c-65d25da6d8db" providerId="ADAL" clId="{85F14205-9610-4326-BD4F-DC87C3677BF7}" dt="2020-03-08T12:11:57.583" v="3746" actId="207"/>
          <ac:spMkLst>
            <pc:docMk/>
            <pc:sldMk cId="1703719880" sldId="793"/>
            <ac:spMk id="2" creationId="{018845F4-86CF-4239-BC85-4965C2D5084F}"/>
          </ac:spMkLst>
        </pc:spChg>
        <pc:spChg chg="mod">
          <ac:chgData name="KwonJoonho" userId="fa141e0c-4849-4deb-8f8c-65d25da6d8db" providerId="ADAL" clId="{85F14205-9610-4326-BD4F-DC87C3677BF7}" dt="2020-03-08T12:12:26.040" v="3766" actId="20577"/>
          <ac:spMkLst>
            <pc:docMk/>
            <pc:sldMk cId="1703719880" sldId="793"/>
            <ac:spMk id="3" creationId="{FCA03A08-A711-41F6-A0F1-16587F7A808F}"/>
          </ac:spMkLst>
        </pc:spChg>
        <pc:spChg chg="add mod">
          <ac:chgData name="KwonJoonho" userId="fa141e0c-4849-4deb-8f8c-65d25da6d8db" providerId="ADAL" clId="{85F14205-9610-4326-BD4F-DC87C3677BF7}" dt="2020-03-08T12:10:28.198" v="3720" actId="1076"/>
          <ac:spMkLst>
            <pc:docMk/>
            <pc:sldMk cId="1703719880" sldId="793"/>
            <ac:spMk id="5" creationId="{13BA01A0-AE7A-47D2-AF50-D3ACB29615D4}"/>
          </ac:spMkLst>
        </pc:spChg>
      </pc:sldChg>
      <pc:sldChg chg="addSp modSp add mod">
        <pc:chgData name="KwonJoonho" userId="fa141e0c-4849-4deb-8f8c-65d25da6d8db" providerId="ADAL" clId="{85F14205-9610-4326-BD4F-DC87C3677BF7}" dt="2020-03-08T12:13:47.577" v="3801" actId="1076"/>
        <pc:sldMkLst>
          <pc:docMk/>
          <pc:sldMk cId="647355458" sldId="794"/>
        </pc:sldMkLst>
        <pc:spChg chg="mod">
          <ac:chgData name="KwonJoonho" userId="fa141e0c-4849-4deb-8f8c-65d25da6d8db" providerId="ADAL" clId="{85F14205-9610-4326-BD4F-DC87C3677BF7}" dt="2020-03-08T12:13:35.595" v="3799" actId="20577"/>
          <ac:spMkLst>
            <pc:docMk/>
            <pc:sldMk cId="647355458" sldId="794"/>
            <ac:spMk id="2" creationId="{E1611881-405F-42B5-AB93-600B313D4E0B}"/>
          </ac:spMkLst>
        </pc:spChg>
        <pc:spChg chg="mod">
          <ac:chgData name="KwonJoonho" userId="fa141e0c-4849-4deb-8f8c-65d25da6d8db" providerId="ADAL" clId="{85F14205-9610-4326-BD4F-DC87C3677BF7}" dt="2020-03-08T12:12:38.880" v="3775" actId="20577"/>
          <ac:spMkLst>
            <pc:docMk/>
            <pc:sldMk cId="647355458" sldId="794"/>
            <ac:spMk id="3" creationId="{54D80D9E-9BBC-4DF7-8073-5CEF4F313703}"/>
          </ac:spMkLst>
        </pc:spChg>
        <pc:grpChg chg="add mod">
          <ac:chgData name="KwonJoonho" userId="fa141e0c-4849-4deb-8f8c-65d25da6d8db" providerId="ADAL" clId="{85F14205-9610-4326-BD4F-DC87C3677BF7}" dt="2020-03-08T12:13:47.577" v="3801" actId="1076"/>
          <ac:grpSpMkLst>
            <pc:docMk/>
            <pc:sldMk cId="647355458" sldId="794"/>
            <ac:grpSpMk id="5" creationId="{85C89881-D1B3-4B6A-8FE5-654CF8B5FE0B}"/>
          </ac:grpSpMkLst>
        </pc:grpChg>
      </pc:sldChg>
      <pc:sldChg chg="modSp add mod">
        <pc:chgData name="KwonJoonho" userId="fa141e0c-4849-4deb-8f8c-65d25da6d8db" providerId="ADAL" clId="{85F14205-9610-4326-BD4F-DC87C3677BF7}" dt="2020-03-08T12:16:27.311" v="4159" actId="20577"/>
        <pc:sldMkLst>
          <pc:docMk/>
          <pc:sldMk cId="4009590824" sldId="795"/>
        </pc:sldMkLst>
        <pc:spChg chg="mod">
          <ac:chgData name="KwonJoonho" userId="fa141e0c-4849-4deb-8f8c-65d25da6d8db" providerId="ADAL" clId="{85F14205-9610-4326-BD4F-DC87C3677BF7}" dt="2020-03-08T12:16:27.311" v="4159" actId="20577"/>
          <ac:spMkLst>
            <pc:docMk/>
            <pc:sldMk cId="4009590824" sldId="795"/>
            <ac:spMk id="2" creationId="{B3324F9B-4D82-4FF7-A6B0-41F37BC6A0E6}"/>
          </ac:spMkLst>
        </pc:spChg>
        <pc:spChg chg="mod">
          <ac:chgData name="KwonJoonho" userId="fa141e0c-4849-4deb-8f8c-65d25da6d8db" providerId="ADAL" clId="{85F14205-9610-4326-BD4F-DC87C3677BF7}" dt="2020-03-08T12:14:18.716" v="3810" actId="20577"/>
          <ac:spMkLst>
            <pc:docMk/>
            <pc:sldMk cId="4009590824" sldId="795"/>
            <ac:spMk id="3" creationId="{4300C1E4-472B-46CF-ACA7-A0768976AEF3}"/>
          </ac:spMkLst>
        </pc:spChg>
      </pc:sldChg>
    </pc:docChg>
  </pc:docChgLst>
  <pc:docChgLst>
    <pc:chgData name="KwonJoonho" userId="fa141e0c-4849-4deb-8f8c-65d25da6d8db" providerId="ADAL" clId="{43C698DE-EF8A-4477-8683-7C34E7C70B59}"/>
    <pc:docChg chg="undo custSel delSld modSld">
      <pc:chgData name="KwonJoonho" userId="fa141e0c-4849-4deb-8f8c-65d25da6d8db" providerId="ADAL" clId="{43C698DE-EF8A-4477-8683-7C34E7C70B59}" dt="2020-01-02T12:04:17.926" v="564" actId="1076"/>
      <pc:docMkLst>
        <pc:docMk/>
      </pc:docMkLst>
      <pc:sldChg chg="modSp">
        <pc:chgData name="KwonJoonho" userId="fa141e0c-4849-4deb-8f8c-65d25da6d8db" providerId="ADAL" clId="{43C698DE-EF8A-4477-8683-7C34E7C70B59}" dt="2020-01-02T11:32:09.604" v="28" actId="20577"/>
        <pc:sldMkLst>
          <pc:docMk/>
          <pc:sldMk cId="0" sldId="256"/>
        </pc:sldMkLst>
        <pc:spChg chg="mod">
          <ac:chgData name="KwonJoonho" userId="fa141e0c-4849-4deb-8f8c-65d25da6d8db" providerId="ADAL" clId="{43C698DE-EF8A-4477-8683-7C34E7C70B59}" dt="2020-01-02T11:32:09.604" v="28" actId="20577"/>
          <ac:spMkLst>
            <pc:docMk/>
            <pc:sldMk cId="0" sldId="256"/>
            <ac:spMk id="4098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2:04.410" v="13" actId="20577"/>
          <ac:spMkLst>
            <pc:docMk/>
            <pc:sldMk cId="0" sldId="256"/>
            <ac:spMk id="4099" creationId="{00000000-0000-0000-0000-000000000000}"/>
          </ac:spMkLst>
        </pc:spChg>
      </pc:sldChg>
      <pc:sldChg chg="addSp delSp modSp">
        <pc:chgData name="KwonJoonho" userId="fa141e0c-4849-4deb-8f8c-65d25da6d8db" providerId="ADAL" clId="{43C698DE-EF8A-4477-8683-7C34E7C70B59}" dt="2020-01-02T11:39:38.394" v="284" actId="20577"/>
        <pc:sldMkLst>
          <pc:docMk/>
          <pc:sldMk cId="0" sldId="397"/>
        </pc:sldMkLst>
        <pc:spChg chg="mod">
          <ac:chgData name="KwonJoonho" userId="fa141e0c-4849-4deb-8f8c-65d25da6d8db" providerId="ADAL" clId="{43C698DE-EF8A-4477-8683-7C34E7C70B59}" dt="2020-01-02T11:39:38.394" v="284" actId="20577"/>
          <ac:spMkLst>
            <pc:docMk/>
            <pc:sldMk cId="0" sldId="397"/>
            <ac:spMk id="8195" creationId="{00000000-0000-0000-0000-000000000000}"/>
          </ac:spMkLst>
        </pc:spChg>
        <pc:picChg chg="add mod">
          <ac:chgData name="KwonJoonho" userId="fa141e0c-4849-4deb-8f8c-65d25da6d8db" providerId="ADAL" clId="{43C698DE-EF8A-4477-8683-7C34E7C70B59}" dt="2020-01-02T11:38:57.051" v="267" actId="14100"/>
          <ac:picMkLst>
            <pc:docMk/>
            <pc:sldMk cId="0" sldId="397"/>
            <ac:picMk id="4" creationId="{C965D1A7-AB5E-4A50-BB24-78086DF7AB75}"/>
          </ac:picMkLst>
        </pc:picChg>
        <pc:picChg chg="del">
          <ac:chgData name="KwonJoonho" userId="fa141e0c-4849-4deb-8f8c-65d25da6d8db" providerId="ADAL" clId="{43C698DE-EF8A-4477-8683-7C34E7C70B59}" dt="2020-01-02T11:38:40.900" v="257" actId="478"/>
          <ac:picMkLst>
            <pc:docMk/>
            <pc:sldMk cId="0" sldId="397"/>
            <ac:picMk id="8196" creationId="{00000000-0000-0000-0000-000000000000}"/>
          </ac:picMkLst>
        </pc:picChg>
      </pc:sldChg>
      <pc:sldChg chg="modSp">
        <pc:chgData name="KwonJoonho" userId="fa141e0c-4849-4deb-8f8c-65d25da6d8db" providerId="ADAL" clId="{43C698DE-EF8A-4477-8683-7C34E7C70B59}" dt="2020-01-02T12:04:17.926" v="564" actId="1076"/>
        <pc:sldMkLst>
          <pc:docMk/>
          <pc:sldMk cId="0" sldId="398"/>
        </pc:sldMkLst>
        <pc:graphicFrameChg chg="mod modGraphic">
          <ac:chgData name="KwonJoonho" userId="fa141e0c-4849-4deb-8f8c-65d25da6d8db" providerId="ADAL" clId="{43C698DE-EF8A-4477-8683-7C34E7C70B59}" dt="2020-01-02T12:04:17.926" v="564" actId="1076"/>
          <ac:graphicFrameMkLst>
            <pc:docMk/>
            <pc:sldMk cId="0" sldId="398"/>
            <ac:graphicFrameMk id="3" creationId="{00000000-0000-0000-0000-000000000000}"/>
          </ac:graphicFrameMkLst>
        </pc:graphicFrameChg>
      </pc:sldChg>
      <pc:sldChg chg="modSp">
        <pc:chgData name="KwonJoonho" userId="fa141e0c-4849-4deb-8f8c-65d25da6d8db" providerId="ADAL" clId="{43C698DE-EF8A-4477-8683-7C34E7C70B59}" dt="2020-01-02T12:04:12.724" v="563" actId="1076"/>
        <pc:sldMkLst>
          <pc:docMk/>
          <pc:sldMk cId="0" sldId="399"/>
        </pc:sldMkLst>
        <pc:graphicFrameChg chg="mod modGraphic">
          <ac:chgData name="KwonJoonho" userId="fa141e0c-4849-4deb-8f8c-65d25da6d8db" providerId="ADAL" clId="{43C698DE-EF8A-4477-8683-7C34E7C70B59}" dt="2020-01-02T12:04:12.724" v="563" actId="1076"/>
          <ac:graphicFrameMkLst>
            <pc:docMk/>
            <pc:sldMk cId="0" sldId="399"/>
            <ac:graphicFrameMk id="4" creationId="{00000000-0000-0000-0000-000000000000}"/>
          </ac:graphicFrameMkLst>
        </pc:graphicFrameChg>
      </pc:sldChg>
      <pc:sldChg chg="addSp delSp modSp">
        <pc:chgData name="KwonJoonho" userId="fa141e0c-4849-4deb-8f8c-65d25da6d8db" providerId="ADAL" clId="{43C698DE-EF8A-4477-8683-7C34E7C70B59}" dt="2020-01-02T11:36:45.482" v="247" actId="14100"/>
        <pc:sldMkLst>
          <pc:docMk/>
          <pc:sldMk cId="3456836010" sldId="403"/>
        </pc:sldMkLst>
        <pc:spChg chg="mod">
          <ac:chgData name="KwonJoonho" userId="fa141e0c-4849-4deb-8f8c-65d25da6d8db" providerId="ADAL" clId="{43C698DE-EF8A-4477-8683-7C34E7C70B59}" dt="2020-01-02T11:36:42.680" v="246" actId="14100"/>
          <ac:spMkLst>
            <pc:docMk/>
            <pc:sldMk cId="3456836010" sldId="403"/>
            <ac:spMk id="35" creationId="{00000000-0000-0000-0000-000000000000}"/>
          </ac:spMkLst>
        </pc:spChg>
        <pc:spChg chg="del mod">
          <ac:chgData name="KwonJoonho" userId="fa141e0c-4849-4deb-8f8c-65d25da6d8db" providerId="ADAL" clId="{43C698DE-EF8A-4477-8683-7C34E7C70B59}" dt="2020-01-02T11:34:41.811" v="113" actId="478"/>
          <ac:spMkLst>
            <pc:docMk/>
            <pc:sldMk cId="3456836010" sldId="403"/>
            <ac:spMk id="36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58.929" v="123" actId="478"/>
          <ac:spMkLst>
            <pc:docMk/>
            <pc:sldMk cId="3456836010" sldId="403"/>
            <ac:spMk id="37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38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56.458" v="121" actId="478"/>
          <ac:spMkLst>
            <pc:docMk/>
            <pc:sldMk cId="3456836010" sldId="403"/>
            <ac:spMk id="39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48.222" v="117" actId="478"/>
          <ac:spMkLst>
            <pc:docMk/>
            <pc:sldMk cId="3456836010" sldId="403"/>
            <ac:spMk id="40" creationId="{00000000-0000-0000-0000-000000000000}"/>
          </ac:spMkLst>
        </pc:spChg>
        <pc:spChg chg="del mod">
          <ac:chgData name="KwonJoonho" userId="fa141e0c-4849-4deb-8f8c-65d25da6d8db" providerId="ADAL" clId="{43C698DE-EF8A-4477-8683-7C34E7C70B59}" dt="2020-01-02T11:34:42.690" v="114" actId="478"/>
          <ac:spMkLst>
            <pc:docMk/>
            <pc:sldMk cId="3456836010" sldId="403"/>
            <ac:spMk id="41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57.844" v="122" actId="478"/>
          <ac:spMkLst>
            <pc:docMk/>
            <pc:sldMk cId="3456836010" sldId="403"/>
            <ac:spMk id="42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9.382" v="109" actId="478"/>
          <ac:spMkLst>
            <pc:docMk/>
            <pc:sldMk cId="3456836010" sldId="403"/>
            <ac:spMk id="43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9.382" v="109" actId="478"/>
          <ac:spMkLst>
            <pc:docMk/>
            <pc:sldMk cId="3456836010" sldId="403"/>
            <ac:spMk id="44" creationId="{00000000-0000-0000-0000-000000000000}"/>
          </ac:spMkLst>
        </pc:spChg>
        <pc:spChg chg="add 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45" creationId="{EDC82D64-D788-4949-BAF5-7A4EA2660786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46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39.447" v="245" actId="14100"/>
          <ac:spMkLst>
            <pc:docMk/>
            <pc:sldMk cId="3456836010" sldId="403"/>
            <ac:spMk id="47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48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49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9.382" v="109" actId="478"/>
          <ac:spMkLst>
            <pc:docMk/>
            <pc:sldMk cId="3456836010" sldId="403"/>
            <ac:spMk id="50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1.508" v="105" actId="478"/>
          <ac:spMkLst>
            <pc:docMk/>
            <pc:sldMk cId="3456836010" sldId="403"/>
            <ac:spMk id="51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49.677" v="118" actId="478"/>
          <ac:spMkLst>
            <pc:docMk/>
            <pc:sldMk cId="3456836010" sldId="403"/>
            <ac:spMk id="52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2.351" v="106" actId="478"/>
          <ac:spMkLst>
            <pc:docMk/>
            <pc:sldMk cId="3456836010" sldId="403"/>
            <ac:spMk id="53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9.382" v="109" actId="478"/>
          <ac:spMkLst>
            <pc:docMk/>
            <pc:sldMk cId="3456836010" sldId="403"/>
            <ac:spMk id="54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55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20.321" v="104" actId="478"/>
          <ac:spMkLst>
            <pc:docMk/>
            <pc:sldMk cId="3456836010" sldId="403"/>
            <ac:spMk id="56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19.360" v="103" actId="478"/>
          <ac:spMkLst>
            <pc:docMk/>
            <pc:sldMk cId="3456836010" sldId="403"/>
            <ac:spMk id="57" creationId="{00000000-0000-0000-0000-000000000000}"/>
          </ac:spMkLst>
        </pc:spChg>
        <pc:spChg chg="del">
          <ac:chgData name="KwonJoonho" userId="fa141e0c-4849-4deb-8f8c-65d25da6d8db" providerId="ADAL" clId="{43C698DE-EF8A-4477-8683-7C34E7C70B59}" dt="2020-01-02T11:34:18.413" v="102" actId="478"/>
          <ac:spMkLst>
            <pc:docMk/>
            <pc:sldMk cId="3456836010" sldId="403"/>
            <ac:spMk id="58" creationId="{00000000-0000-0000-0000-000000000000}"/>
          </ac:spMkLst>
        </pc:spChg>
        <pc:spChg chg="del mod">
          <ac:chgData name="KwonJoonho" userId="fa141e0c-4849-4deb-8f8c-65d25da6d8db" providerId="ADAL" clId="{43C698DE-EF8A-4477-8683-7C34E7C70B59}" dt="2020-01-02T11:34:26.930" v="108" actId="478"/>
          <ac:spMkLst>
            <pc:docMk/>
            <pc:sldMk cId="3456836010" sldId="403"/>
            <ac:spMk id="59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0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1" creationId="{00000000-0000-0000-0000-000000000000}"/>
          </ac:spMkLst>
        </pc:spChg>
        <pc:spChg chg="add mod">
          <ac:chgData name="KwonJoonho" userId="fa141e0c-4849-4deb-8f8c-65d25da6d8db" providerId="ADAL" clId="{43C698DE-EF8A-4477-8683-7C34E7C70B59}" dt="2020-01-02T11:36:45.482" v="247" actId="14100"/>
          <ac:spMkLst>
            <pc:docMk/>
            <pc:sldMk cId="3456836010" sldId="403"/>
            <ac:spMk id="62" creationId="{35E8906E-E29A-4284-B39E-1E4DFA9CF702}"/>
          </ac:spMkLst>
        </pc:spChg>
        <pc:spChg chg="del">
          <ac:chgData name="KwonJoonho" userId="fa141e0c-4849-4deb-8f8c-65d25da6d8db" providerId="ADAL" clId="{43C698DE-EF8A-4477-8683-7C34E7C70B59}" dt="2020-01-02T11:34:12.815" v="101" actId="478"/>
          <ac:spMkLst>
            <pc:docMk/>
            <pc:sldMk cId="3456836010" sldId="403"/>
            <ac:spMk id="63" creationId="{00000000-0000-0000-0000-000000000000}"/>
          </ac:spMkLst>
        </pc:spChg>
        <pc:spChg chg="add del 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4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5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6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7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8" creationId="{00000000-0000-0000-0000-000000000000}"/>
          </ac:spMkLst>
        </pc:spChg>
        <pc:spChg chg="mod">
          <ac:chgData name="KwonJoonho" userId="fa141e0c-4849-4deb-8f8c-65d25da6d8db" providerId="ADAL" clId="{43C698DE-EF8A-4477-8683-7C34E7C70B59}" dt="2020-01-02T11:36:24.830" v="243" actId="1076"/>
          <ac:spMkLst>
            <pc:docMk/>
            <pc:sldMk cId="3456836010" sldId="403"/>
            <ac:spMk id="69" creationId="{00000000-0000-0000-0000-000000000000}"/>
          </ac:spMkLst>
        </pc:spChg>
      </pc:sldChg>
      <pc:sldChg chg="del">
        <pc:chgData name="KwonJoonho" userId="fa141e0c-4849-4deb-8f8c-65d25da6d8db" providerId="ADAL" clId="{43C698DE-EF8A-4477-8683-7C34E7C70B59}" dt="2020-01-02T11:37:12.753" v="248" actId="47"/>
        <pc:sldMkLst>
          <pc:docMk/>
          <pc:sldMk cId="1160803463" sldId="406"/>
        </pc:sldMkLst>
      </pc:sldChg>
      <pc:sldChg chg="del">
        <pc:chgData name="KwonJoonho" userId="fa141e0c-4849-4deb-8f8c-65d25da6d8db" providerId="ADAL" clId="{43C698DE-EF8A-4477-8683-7C34E7C70B59}" dt="2020-01-02T11:37:13.683" v="249" actId="47"/>
        <pc:sldMkLst>
          <pc:docMk/>
          <pc:sldMk cId="2231468908" sldId="407"/>
        </pc:sldMkLst>
      </pc:sldChg>
      <pc:sldChg chg="del">
        <pc:chgData name="KwonJoonho" userId="fa141e0c-4849-4deb-8f8c-65d25da6d8db" providerId="ADAL" clId="{43C698DE-EF8A-4477-8683-7C34E7C70B59}" dt="2020-01-02T11:37:14.558" v="250" actId="47"/>
        <pc:sldMkLst>
          <pc:docMk/>
          <pc:sldMk cId="473825115" sldId="408"/>
        </pc:sldMkLst>
      </pc:sldChg>
      <pc:sldChg chg="del">
        <pc:chgData name="KwonJoonho" userId="fa141e0c-4849-4deb-8f8c-65d25da6d8db" providerId="ADAL" clId="{43C698DE-EF8A-4477-8683-7C34E7C70B59}" dt="2020-01-02T11:37:15.361" v="251" actId="47"/>
        <pc:sldMkLst>
          <pc:docMk/>
          <pc:sldMk cId="3335211565" sldId="409"/>
        </pc:sldMkLst>
      </pc:sldChg>
      <pc:sldChg chg="del">
        <pc:chgData name="KwonJoonho" userId="fa141e0c-4849-4deb-8f8c-65d25da6d8db" providerId="ADAL" clId="{43C698DE-EF8A-4477-8683-7C34E7C70B59}" dt="2020-01-02T11:37:17.066" v="252" actId="47"/>
        <pc:sldMkLst>
          <pc:docMk/>
          <pc:sldMk cId="2569176748" sldId="410"/>
        </pc:sldMkLst>
      </pc:sldChg>
      <pc:sldChg chg="del">
        <pc:chgData name="KwonJoonho" userId="fa141e0c-4849-4deb-8f8c-65d25da6d8db" providerId="ADAL" clId="{43C698DE-EF8A-4477-8683-7C34E7C70B59}" dt="2020-01-02T11:37:19.206" v="253" actId="47"/>
        <pc:sldMkLst>
          <pc:docMk/>
          <pc:sldMk cId="3860650413" sldId="411"/>
        </pc:sldMkLst>
      </pc:sldChg>
      <pc:sldChg chg="addSp delSp modSp">
        <pc:chgData name="KwonJoonho" userId="fa141e0c-4849-4deb-8f8c-65d25da6d8db" providerId="ADAL" clId="{43C698DE-EF8A-4477-8683-7C34E7C70B59}" dt="2020-01-02T11:45:49.225" v="464" actId="1076"/>
        <pc:sldMkLst>
          <pc:docMk/>
          <pc:sldMk cId="1675049687" sldId="413"/>
        </pc:sldMkLst>
        <pc:spChg chg="mod">
          <ac:chgData name="KwonJoonho" userId="fa141e0c-4849-4deb-8f8c-65d25da6d8db" providerId="ADAL" clId="{43C698DE-EF8A-4477-8683-7C34E7C70B59}" dt="2020-01-02T11:44:30.044" v="459" actId="6549"/>
          <ac:spMkLst>
            <pc:docMk/>
            <pc:sldMk cId="1675049687" sldId="413"/>
            <ac:spMk id="2" creationId="{5A1BFA99-268F-4A21-9959-F52AACD53A2F}"/>
          </ac:spMkLst>
        </pc:spChg>
        <pc:picChg chg="del">
          <ac:chgData name="KwonJoonho" userId="fa141e0c-4849-4deb-8f8c-65d25da6d8db" providerId="ADAL" clId="{43C698DE-EF8A-4477-8683-7C34E7C70B59}" dt="2020-01-02T11:40:28.425" v="307" actId="478"/>
          <ac:picMkLst>
            <pc:docMk/>
            <pc:sldMk cId="1675049687" sldId="413"/>
            <ac:picMk id="6" creationId="{00560344-EC19-4A27-A688-E5C7B9A18801}"/>
          </ac:picMkLst>
        </pc:picChg>
        <pc:picChg chg="add del mod">
          <ac:chgData name="KwonJoonho" userId="fa141e0c-4849-4deb-8f8c-65d25da6d8db" providerId="ADAL" clId="{43C698DE-EF8A-4477-8683-7C34E7C70B59}" dt="2020-01-02T11:42:33.641" v="357" actId="478"/>
          <ac:picMkLst>
            <pc:docMk/>
            <pc:sldMk cId="1675049687" sldId="413"/>
            <ac:picMk id="7" creationId="{45501A51-EF7A-4F99-8AAC-57E52E1C62B3}"/>
          </ac:picMkLst>
        </pc:picChg>
        <pc:picChg chg="add del mod">
          <ac:chgData name="KwonJoonho" userId="fa141e0c-4849-4deb-8f8c-65d25da6d8db" providerId="ADAL" clId="{43C698DE-EF8A-4477-8683-7C34E7C70B59}" dt="2020-01-02T11:45:45.243" v="461" actId="478"/>
          <ac:picMkLst>
            <pc:docMk/>
            <pc:sldMk cId="1675049687" sldId="413"/>
            <ac:picMk id="9" creationId="{92086CD1-9D80-4E90-9AFC-9A7C6BA82221}"/>
          </ac:picMkLst>
        </pc:picChg>
        <pc:picChg chg="add mod">
          <ac:chgData name="KwonJoonho" userId="fa141e0c-4849-4deb-8f8c-65d25da6d8db" providerId="ADAL" clId="{43C698DE-EF8A-4477-8683-7C34E7C70B59}" dt="2020-01-02T11:44:26.420" v="457" actId="1076"/>
          <ac:picMkLst>
            <pc:docMk/>
            <pc:sldMk cId="1675049687" sldId="413"/>
            <ac:picMk id="11" creationId="{1C79B26C-D289-4D52-B413-5CF817E00BCD}"/>
          </ac:picMkLst>
        </pc:picChg>
        <pc:picChg chg="add mod">
          <ac:chgData name="KwonJoonho" userId="fa141e0c-4849-4deb-8f8c-65d25da6d8db" providerId="ADAL" clId="{43C698DE-EF8A-4477-8683-7C34E7C70B59}" dt="2020-01-02T11:45:49.225" v="464" actId="1076"/>
          <ac:picMkLst>
            <pc:docMk/>
            <pc:sldMk cId="1675049687" sldId="413"/>
            <ac:picMk id="12" creationId="{7493B4EC-9DB1-4011-8930-B0A43847D068}"/>
          </ac:picMkLst>
        </pc:picChg>
      </pc:sldChg>
    </pc:docChg>
  </pc:docChgLst>
  <pc:docChgLst>
    <pc:chgData name="KwonJoonho" userId="fa141e0c-4849-4deb-8f8c-65d25da6d8db" providerId="ADAL" clId="{C871AD54-EB56-4E65-8667-439EDC1F7E80}"/>
    <pc:docChg chg="undo custSel addSld delSld modSld">
      <pc:chgData name="KwonJoonho" userId="fa141e0c-4849-4deb-8f8c-65d25da6d8db" providerId="ADAL" clId="{C871AD54-EB56-4E65-8667-439EDC1F7E80}" dt="2020-02-29T02:09:22.900" v="558" actId="20577"/>
      <pc:docMkLst>
        <pc:docMk/>
      </pc:docMkLst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161516010" sldId="452"/>
        </pc:sldMkLst>
      </pc:sldChg>
      <pc:sldChg chg="del">
        <pc:chgData name="KwonJoonho" userId="fa141e0c-4849-4deb-8f8c-65d25da6d8db" providerId="ADAL" clId="{C871AD54-EB56-4E65-8667-439EDC1F7E80}" dt="2020-02-28T14:47:25.877" v="2" actId="47"/>
        <pc:sldMkLst>
          <pc:docMk/>
          <pc:sldMk cId="1847398336" sldId="587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041800595" sldId="628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065689715" sldId="62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69300734" sldId="63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4034078749" sldId="63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578204843" sldId="632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554223537" sldId="633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4224043645" sldId="634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184653760" sldId="635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854019630" sldId="637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598655402" sldId="638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511502082" sldId="63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408625647" sldId="64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704611379" sldId="64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4046554649" sldId="642"/>
        </pc:sldMkLst>
      </pc:sldChg>
      <pc:sldChg chg="addSp modSp mod">
        <pc:chgData name="KwonJoonho" userId="fa141e0c-4849-4deb-8f8c-65d25da6d8db" providerId="ADAL" clId="{C871AD54-EB56-4E65-8667-439EDC1F7E80}" dt="2020-02-28T15:13:20.619" v="457" actId="14100"/>
        <pc:sldMkLst>
          <pc:docMk/>
          <pc:sldMk cId="3070155664" sldId="643"/>
        </pc:sldMkLst>
        <pc:spChg chg="mod">
          <ac:chgData name="KwonJoonho" userId="fa141e0c-4849-4deb-8f8c-65d25da6d8db" providerId="ADAL" clId="{C871AD54-EB56-4E65-8667-439EDC1F7E80}" dt="2020-02-28T15:10:08.577" v="420" actId="20577"/>
          <ac:spMkLst>
            <pc:docMk/>
            <pc:sldMk cId="3070155664" sldId="643"/>
            <ac:spMk id="3" creationId="{4D1C0D05-9B55-4C77-B4F9-B9B86E717008}"/>
          </ac:spMkLst>
        </pc:spChg>
        <pc:spChg chg="mod">
          <ac:chgData name="KwonJoonho" userId="fa141e0c-4849-4deb-8f8c-65d25da6d8db" providerId="ADAL" clId="{C871AD54-EB56-4E65-8667-439EDC1F7E80}" dt="2020-02-28T15:13:20.619" v="457" actId="14100"/>
          <ac:spMkLst>
            <pc:docMk/>
            <pc:sldMk cId="3070155664" sldId="643"/>
            <ac:spMk id="6" creationId="{95B533BE-F175-4781-B89F-FD526CCB130E}"/>
          </ac:spMkLst>
        </pc:spChg>
        <pc:spChg chg="mod">
          <ac:chgData name="KwonJoonho" userId="fa141e0c-4849-4deb-8f8c-65d25da6d8db" providerId="ADAL" clId="{C871AD54-EB56-4E65-8667-439EDC1F7E80}" dt="2020-02-28T15:13:09.845" v="454" actId="1076"/>
          <ac:spMkLst>
            <pc:docMk/>
            <pc:sldMk cId="3070155664" sldId="643"/>
            <ac:spMk id="7" creationId="{0A65BA44-AC1C-4929-B5FB-5089CF482453}"/>
          </ac:spMkLst>
        </pc:spChg>
        <pc:spChg chg="mod">
          <ac:chgData name="KwonJoonho" userId="fa141e0c-4849-4deb-8f8c-65d25da6d8db" providerId="ADAL" clId="{C871AD54-EB56-4E65-8667-439EDC1F7E80}" dt="2020-02-28T15:13:09.845" v="454" actId="1076"/>
          <ac:spMkLst>
            <pc:docMk/>
            <pc:sldMk cId="3070155664" sldId="643"/>
            <ac:spMk id="8" creationId="{2F7CB390-E659-4850-98A9-96AB62A48F40}"/>
          </ac:spMkLst>
        </pc:spChg>
        <pc:spChg chg="mod">
          <ac:chgData name="KwonJoonho" userId="fa141e0c-4849-4deb-8f8c-65d25da6d8db" providerId="ADAL" clId="{C871AD54-EB56-4E65-8667-439EDC1F7E80}" dt="2020-02-28T15:13:09.845" v="454" actId="1076"/>
          <ac:spMkLst>
            <pc:docMk/>
            <pc:sldMk cId="3070155664" sldId="643"/>
            <ac:spMk id="9" creationId="{C8702DAA-D8B1-44E6-AF8F-D3AC40FFF8E9}"/>
          </ac:spMkLst>
        </pc:spChg>
        <pc:spChg chg="mod">
          <ac:chgData name="KwonJoonho" userId="fa141e0c-4849-4deb-8f8c-65d25da6d8db" providerId="ADAL" clId="{C871AD54-EB56-4E65-8667-439EDC1F7E80}" dt="2020-02-28T15:13:09.845" v="454" actId="1076"/>
          <ac:spMkLst>
            <pc:docMk/>
            <pc:sldMk cId="3070155664" sldId="643"/>
            <ac:spMk id="10" creationId="{758C3CE7-2A6A-4E9A-860C-49A0811D0031}"/>
          </ac:spMkLst>
        </pc:spChg>
        <pc:spChg chg="mod">
          <ac:chgData name="KwonJoonho" userId="fa141e0c-4849-4deb-8f8c-65d25da6d8db" providerId="ADAL" clId="{C871AD54-EB56-4E65-8667-439EDC1F7E80}" dt="2020-02-28T15:13:09.845" v="454" actId="1076"/>
          <ac:spMkLst>
            <pc:docMk/>
            <pc:sldMk cId="3070155664" sldId="643"/>
            <ac:spMk id="11" creationId="{075D4F58-8FDC-4040-9F77-D3FF3611D9F6}"/>
          </ac:spMkLst>
        </pc:spChg>
        <pc:spChg chg="add mod">
          <ac:chgData name="KwonJoonho" userId="fa141e0c-4849-4deb-8f8c-65d25da6d8db" providerId="ADAL" clId="{C871AD54-EB56-4E65-8667-439EDC1F7E80}" dt="2020-02-28T15:13:13.524" v="456" actId="6549"/>
          <ac:spMkLst>
            <pc:docMk/>
            <pc:sldMk cId="3070155664" sldId="643"/>
            <ac:spMk id="50" creationId="{1935023C-E748-4432-AD70-CCEBF9768678}"/>
          </ac:spMkLst>
        </pc:spChg>
        <pc:cxnChg chg="mod">
          <ac:chgData name="KwonJoonho" userId="fa141e0c-4849-4deb-8f8c-65d25da6d8db" providerId="ADAL" clId="{C871AD54-EB56-4E65-8667-439EDC1F7E80}" dt="2020-02-28T15:13:20.619" v="457" actId="14100"/>
          <ac:cxnSpMkLst>
            <pc:docMk/>
            <pc:sldMk cId="3070155664" sldId="643"/>
            <ac:cxnSpMk id="13" creationId="{2C2CE680-9C5D-4359-B2FC-9BEBB7E4CDCA}"/>
          </ac:cxnSpMkLst>
        </pc:cxnChg>
        <pc:cxnChg chg="mod">
          <ac:chgData name="KwonJoonho" userId="fa141e0c-4849-4deb-8f8c-65d25da6d8db" providerId="ADAL" clId="{C871AD54-EB56-4E65-8667-439EDC1F7E80}" dt="2020-02-28T15:13:20.619" v="457" actId="14100"/>
          <ac:cxnSpMkLst>
            <pc:docMk/>
            <pc:sldMk cId="3070155664" sldId="643"/>
            <ac:cxnSpMk id="14" creationId="{63794F8A-1F6E-45D3-B6F8-CFEE3110004B}"/>
          </ac:cxnSpMkLst>
        </pc:cxnChg>
        <pc:cxnChg chg="mod">
          <ac:chgData name="KwonJoonho" userId="fa141e0c-4849-4deb-8f8c-65d25da6d8db" providerId="ADAL" clId="{C871AD54-EB56-4E65-8667-439EDC1F7E80}" dt="2020-02-28T15:13:09.845" v="454" actId="1076"/>
          <ac:cxnSpMkLst>
            <pc:docMk/>
            <pc:sldMk cId="3070155664" sldId="643"/>
            <ac:cxnSpMk id="18" creationId="{49DACF1A-4435-44D0-A1E8-EE8877E3C8CD}"/>
          </ac:cxnSpMkLst>
        </pc:cxnChg>
        <pc:cxnChg chg="mod">
          <ac:chgData name="KwonJoonho" userId="fa141e0c-4849-4deb-8f8c-65d25da6d8db" providerId="ADAL" clId="{C871AD54-EB56-4E65-8667-439EDC1F7E80}" dt="2020-02-28T15:13:09.845" v="454" actId="1076"/>
          <ac:cxnSpMkLst>
            <pc:docMk/>
            <pc:sldMk cId="3070155664" sldId="643"/>
            <ac:cxnSpMk id="21" creationId="{3AB9CD84-7F16-413E-AA37-4102F060C3F9}"/>
          </ac:cxnSpMkLst>
        </pc:cxnChg>
        <pc:cxnChg chg="mod">
          <ac:chgData name="KwonJoonho" userId="fa141e0c-4849-4deb-8f8c-65d25da6d8db" providerId="ADAL" clId="{C871AD54-EB56-4E65-8667-439EDC1F7E80}" dt="2020-02-28T15:13:09.845" v="454" actId="1076"/>
          <ac:cxnSpMkLst>
            <pc:docMk/>
            <pc:sldMk cId="3070155664" sldId="643"/>
            <ac:cxnSpMk id="33" creationId="{178E82BD-8A54-45F5-9A2C-028580D5D09C}"/>
          </ac:cxnSpMkLst>
        </pc:cxnChg>
      </pc:sldChg>
      <pc:sldChg chg="addSp modSp mod">
        <pc:chgData name="KwonJoonho" userId="fa141e0c-4849-4deb-8f8c-65d25da6d8db" providerId="ADAL" clId="{C871AD54-EB56-4E65-8667-439EDC1F7E80}" dt="2020-02-28T15:14:07.132" v="468" actId="404"/>
        <pc:sldMkLst>
          <pc:docMk/>
          <pc:sldMk cId="1968783637" sldId="644"/>
        </pc:sldMkLst>
        <pc:spChg chg="mod">
          <ac:chgData name="KwonJoonho" userId="fa141e0c-4849-4deb-8f8c-65d25da6d8db" providerId="ADAL" clId="{C871AD54-EB56-4E65-8667-439EDC1F7E80}" dt="2020-02-28T15:14:07.132" v="468" actId="404"/>
          <ac:spMkLst>
            <pc:docMk/>
            <pc:sldMk cId="1968783637" sldId="644"/>
            <ac:spMk id="2" creationId="{1DC7E191-29FF-41C0-8DDB-EA49BAC4CBDD}"/>
          </ac:spMkLst>
        </pc:spChg>
        <pc:spChg chg="mod">
          <ac:chgData name="KwonJoonho" userId="fa141e0c-4849-4deb-8f8c-65d25da6d8db" providerId="ADAL" clId="{C871AD54-EB56-4E65-8667-439EDC1F7E80}" dt="2020-02-28T15:11:03.649" v="425"/>
          <ac:spMkLst>
            <pc:docMk/>
            <pc:sldMk cId="1968783637" sldId="644"/>
            <ac:spMk id="3" creationId="{75A61642-2CE1-4870-AABB-CB88D61AEF65}"/>
          </ac:spMkLst>
        </pc:spChg>
        <pc:spChg chg="add mod">
          <ac:chgData name="KwonJoonho" userId="fa141e0c-4849-4deb-8f8c-65d25da6d8db" providerId="ADAL" clId="{C871AD54-EB56-4E65-8667-439EDC1F7E80}" dt="2020-02-28T15:13:46.033" v="458" actId="1076"/>
          <ac:spMkLst>
            <pc:docMk/>
            <pc:sldMk cId="1968783637" sldId="644"/>
            <ac:spMk id="5" creationId="{BAB85A7B-B2F0-4A1B-8C00-020E0582B22F}"/>
          </ac:spMkLst>
        </pc:spChg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493877120" sldId="645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862385314" sldId="646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259052662" sldId="648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693445905" sldId="64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4235236884" sldId="65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296087327" sldId="65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427995299" sldId="652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29051362" sldId="653"/>
        </pc:sldMkLst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2313192308" sldId="655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606641847" sldId="656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669887294" sldId="657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297702833" sldId="658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595613564" sldId="65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092417589" sldId="66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82059899" sldId="66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103128692" sldId="662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16557175" sldId="663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388074151" sldId="664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31360720" sldId="665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494801193" sldId="666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964725777" sldId="667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79297715" sldId="668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520641412" sldId="66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53538033" sldId="67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510362444" sldId="67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765347332" sldId="672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58547542" sldId="673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10549127" sldId="674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154293857" sldId="675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727605349" sldId="679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072232058" sldId="68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196332243" sldId="68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736825858" sldId="682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311841578" sldId="683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993585561" sldId="685"/>
        </pc:sldMkLst>
      </pc:sldChg>
      <pc:sldChg chg="modSp mod">
        <pc:chgData name="KwonJoonho" userId="fa141e0c-4849-4deb-8f8c-65d25da6d8db" providerId="ADAL" clId="{C871AD54-EB56-4E65-8667-439EDC1F7E80}" dt="2020-02-28T14:47:43.967" v="5" actId="108"/>
        <pc:sldMkLst>
          <pc:docMk/>
          <pc:sldMk cId="3103766124" sldId="686"/>
        </pc:sldMkLst>
        <pc:spChg chg="mod">
          <ac:chgData name="KwonJoonho" userId="fa141e0c-4849-4deb-8f8c-65d25da6d8db" providerId="ADAL" clId="{C871AD54-EB56-4E65-8667-439EDC1F7E80}" dt="2020-02-28T14:47:43.967" v="5" actId="108"/>
          <ac:spMkLst>
            <pc:docMk/>
            <pc:sldMk cId="3103766124" sldId="686"/>
            <ac:spMk id="2" creationId="{B3FA8B4E-4542-4AE5-82BE-97FDC25D0A4C}"/>
          </ac:spMkLst>
        </pc:spChg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594846205" sldId="687"/>
        </pc:sldMkLst>
      </pc:sldChg>
      <pc:sldChg chg="addSp modSp add mod">
        <pc:chgData name="KwonJoonho" userId="fa141e0c-4849-4deb-8f8c-65d25da6d8db" providerId="ADAL" clId="{C871AD54-EB56-4E65-8667-439EDC1F7E80}" dt="2020-02-28T15:00:58.933" v="41" actId="6549"/>
        <pc:sldMkLst>
          <pc:docMk/>
          <pc:sldMk cId="3803719304" sldId="687"/>
        </pc:sldMkLst>
        <pc:spChg chg="mod">
          <ac:chgData name="KwonJoonho" userId="fa141e0c-4849-4deb-8f8c-65d25da6d8db" providerId="ADAL" clId="{C871AD54-EB56-4E65-8667-439EDC1F7E80}" dt="2020-02-28T15:00:58.933" v="41" actId="6549"/>
          <ac:spMkLst>
            <pc:docMk/>
            <pc:sldMk cId="3803719304" sldId="687"/>
            <ac:spMk id="2" creationId="{185F4A7A-2CD6-44CF-8E35-A7AF50D3554F}"/>
          </ac:spMkLst>
        </pc:spChg>
        <pc:spChg chg="mod">
          <ac:chgData name="KwonJoonho" userId="fa141e0c-4849-4deb-8f8c-65d25da6d8db" providerId="ADAL" clId="{C871AD54-EB56-4E65-8667-439EDC1F7E80}" dt="2020-02-28T14:59:28.802" v="7"/>
          <ac:spMkLst>
            <pc:docMk/>
            <pc:sldMk cId="3803719304" sldId="687"/>
            <ac:spMk id="3" creationId="{94A90C60-D789-4B1A-969B-80DCB4B7DA51}"/>
          </ac:spMkLst>
        </pc:spChg>
        <pc:spChg chg="add mod">
          <ac:chgData name="KwonJoonho" userId="fa141e0c-4849-4deb-8f8c-65d25da6d8db" providerId="ADAL" clId="{C871AD54-EB56-4E65-8667-439EDC1F7E80}" dt="2020-02-28T15:00:57.168" v="40" actId="1076"/>
          <ac:spMkLst>
            <pc:docMk/>
            <pc:sldMk cId="3803719304" sldId="687"/>
            <ac:spMk id="5" creationId="{F8EBA78B-C8A3-4228-AB46-937D3B2FE7BC}"/>
          </ac:spMkLst>
        </pc:spChg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531666646" sldId="688"/>
        </pc:sldMkLst>
      </pc:sldChg>
      <pc:sldChg chg="modSp add mod">
        <pc:chgData name="KwonJoonho" userId="fa141e0c-4849-4deb-8f8c-65d25da6d8db" providerId="ADAL" clId="{C871AD54-EB56-4E65-8667-439EDC1F7E80}" dt="2020-02-28T15:01:53.382" v="52" actId="15"/>
        <pc:sldMkLst>
          <pc:docMk/>
          <pc:sldMk cId="2634545969" sldId="688"/>
        </pc:sldMkLst>
        <pc:spChg chg="mod">
          <ac:chgData name="KwonJoonho" userId="fa141e0c-4849-4deb-8f8c-65d25da6d8db" providerId="ADAL" clId="{C871AD54-EB56-4E65-8667-439EDC1F7E80}" dt="2020-02-28T15:01:53.382" v="52" actId="15"/>
          <ac:spMkLst>
            <pc:docMk/>
            <pc:sldMk cId="2634545969" sldId="688"/>
            <ac:spMk id="2" creationId="{31CC53DD-F94A-411A-9864-4582A0F9B624}"/>
          </ac:spMkLst>
        </pc:spChg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1536732439" sldId="689"/>
        </pc:sldMkLst>
      </pc:sldChg>
      <pc:sldChg chg="addSp modSp add mod">
        <pc:chgData name="KwonJoonho" userId="fa141e0c-4849-4deb-8f8c-65d25da6d8db" providerId="ADAL" clId="{C871AD54-EB56-4E65-8667-439EDC1F7E80}" dt="2020-02-28T15:03:49.465" v="75" actId="6549"/>
        <pc:sldMkLst>
          <pc:docMk/>
          <pc:sldMk cId="3950175198" sldId="689"/>
        </pc:sldMkLst>
        <pc:spChg chg="mod">
          <ac:chgData name="KwonJoonho" userId="fa141e0c-4849-4deb-8f8c-65d25da6d8db" providerId="ADAL" clId="{C871AD54-EB56-4E65-8667-439EDC1F7E80}" dt="2020-02-28T15:03:27.663" v="73" actId="15"/>
          <ac:spMkLst>
            <pc:docMk/>
            <pc:sldMk cId="3950175198" sldId="689"/>
            <ac:spMk id="2" creationId="{838D730D-2440-412B-8542-647FA59B103A}"/>
          </ac:spMkLst>
        </pc:spChg>
        <pc:spChg chg="add mod">
          <ac:chgData name="KwonJoonho" userId="fa141e0c-4849-4deb-8f8c-65d25da6d8db" providerId="ADAL" clId="{C871AD54-EB56-4E65-8667-439EDC1F7E80}" dt="2020-02-28T15:03:49.465" v="75" actId="6549"/>
          <ac:spMkLst>
            <pc:docMk/>
            <pc:sldMk cId="3950175198" sldId="689"/>
            <ac:spMk id="5" creationId="{F37DFC51-5112-45DF-887A-B74EAF6B464A}"/>
          </ac:spMkLst>
        </pc:spChg>
      </pc:sldChg>
      <pc:sldChg chg="add">
        <pc:chgData name="KwonJoonho" userId="fa141e0c-4849-4deb-8f8c-65d25da6d8db" providerId="ADAL" clId="{C871AD54-EB56-4E65-8667-439EDC1F7E80}" dt="2020-02-28T15:09:51.029" v="395"/>
        <pc:sldMkLst>
          <pc:docMk/>
          <pc:sldMk cId="779018326" sldId="690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3990579547" sldId="690"/>
        </pc:sldMkLst>
      </pc:sldChg>
      <pc:sldChg chg="addSp delSp modSp add mod">
        <pc:chgData name="KwonJoonho" userId="fa141e0c-4849-4deb-8f8c-65d25da6d8db" providerId="ADAL" clId="{C871AD54-EB56-4E65-8667-439EDC1F7E80}" dt="2020-02-28T15:20:56.990" v="551" actId="1076"/>
        <pc:sldMkLst>
          <pc:docMk/>
          <pc:sldMk cId="1416401457" sldId="691"/>
        </pc:sldMkLst>
        <pc:spChg chg="mod">
          <ac:chgData name="KwonJoonho" userId="fa141e0c-4849-4deb-8f8c-65d25da6d8db" providerId="ADAL" clId="{C871AD54-EB56-4E65-8667-439EDC1F7E80}" dt="2020-02-28T15:15:22.299" v="490" actId="6549"/>
          <ac:spMkLst>
            <pc:docMk/>
            <pc:sldMk cId="1416401457" sldId="691"/>
            <ac:spMk id="2" creationId="{EC7FCEAA-1826-45B3-81C2-4604EC6395FA}"/>
          </ac:spMkLst>
        </pc:spChg>
        <pc:spChg chg="mod">
          <ac:chgData name="KwonJoonho" userId="fa141e0c-4849-4deb-8f8c-65d25da6d8db" providerId="ADAL" clId="{C871AD54-EB56-4E65-8667-439EDC1F7E80}" dt="2020-02-28T15:15:24.310" v="491" actId="6549"/>
          <ac:spMkLst>
            <pc:docMk/>
            <pc:sldMk cId="1416401457" sldId="691"/>
            <ac:spMk id="3" creationId="{DB4B5724-A5F8-4AD9-A236-61E92B692DDB}"/>
          </ac:spMkLst>
        </pc:spChg>
        <pc:spChg chg="add mod">
          <ac:chgData name="KwonJoonho" userId="fa141e0c-4849-4deb-8f8c-65d25da6d8db" providerId="ADAL" clId="{C871AD54-EB56-4E65-8667-439EDC1F7E80}" dt="2020-02-28T15:17:43.910" v="514" actId="6549"/>
          <ac:spMkLst>
            <pc:docMk/>
            <pc:sldMk cId="1416401457" sldId="691"/>
            <ac:spMk id="5" creationId="{908D15F3-C406-4A16-A5AF-B2D642950577}"/>
          </ac:spMkLst>
        </pc:spChg>
        <pc:spChg chg="add del mod">
          <ac:chgData name="KwonJoonho" userId="fa141e0c-4849-4deb-8f8c-65d25da6d8db" providerId="ADAL" clId="{C871AD54-EB56-4E65-8667-439EDC1F7E80}" dt="2020-02-28T15:19:38.933" v="525"/>
          <ac:spMkLst>
            <pc:docMk/>
            <pc:sldMk cId="1416401457" sldId="691"/>
            <ac:spMk id="6" creationId="{0D58CE32-7F05-4D76-A33E-F3EF4B0024AE}"/>
          </ac:spMkLst>
        </pc:spChg>
        <pc:spChg chg="add del mod">
          <ac:chgData name="KwonJoonho" userId="fa141e0c-4849-4deb-8f8c-65d25da6d8db" providerId="ADAL" clId="{C871AD54-EB56-4E65-8667-439EDC1F7E80}" dt="2020-02-28T15:19:45.888" v="528"/>
          <ac:spMkLst>
            <pc:docMk/>
            <pc:sldMk cId="1416401457" sldId="691"/>
            <ac:spMk id="7" creationId="{BBAAD83B-A7D8-436A-875E-5D3A4CE48171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8" creationId="{E07CE669-E885-40E2-A98A-C84BF9158E65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9" creationId="{B72CFC83-3F14-4E5C-B60C-33F470C848FF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10" creationId="{986B6823-6D1E-4BF8-B64B-A9C681F8AE23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11" creationId="{812FFB3C-5CBB-4C63-AB0F-B85FB75624D8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12" creationId="{8ACB5633-B20D-4887-B62B-37B8EDF3AF45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13" creationId="{100C17F2-0D0C-46A0-87CD-78D9EBF6FB61}"/>
          </ac:spMkLst>
        </pc:spChg>
        <pc:spChg chg="add del">
          <ac:chgData name="KwonJoonho" userId="fa141e0c-4849-4deb-8f8c-65d25da6d8db" providerId="ADAL" clId="{C871AD54-EB56-4E65-8667-439EDC1F7E80}" dt="2020-02-28T15:20:01.621" v="533"/>
          <ac:spMkLst>
            <pc:docMk/>
            <pc:sldMk cId="1416401457" sldId="691"/>
            <ac:spMk id="14" creationId="{79240AB9-DBC4-4EEF-A18A-0683356909E4}"/>
          </ac:spMkLst>
        </pc:spChg>
        <pc:picChg chg="add del">
          <ac:chgData name="KwonJoonho" userId="fa141e0c-4849-4deb-8f8c-65d25da6d8db" providerId="ADAL" clId="{C871AD54-EB56-4E65-8667-439EDC1F7E80}" dt="2020-02-28T15:20:05.726" v="535"/>
          <ac:picMkLst>
            <pc:docMk/>
            <pc:sldMk cId="1416401457" sldId="691"/>
            <ac:picMk id="20" creationId="{0B16B7D1-798B-4F44-AE0D-F1A93AF0EF8E}"/>
          </ac:picMkLst>
        </pc:picChg>
        <pc:picChg chg="add mod">
          <ac:chgData name="KwonJoonho" userId="fa141e0c-4849-4deb-8f8c-65d25da6d8db" providerId="ADAL" clId="{C871AD54-EB56-4E65-8667-439EDC1F7E80}" dt="2020-02-28T15:20:56.990" v="551" actId="1076"/>
          <ac:picMkLst>
            <pc:docMk/>
            <pc:sldMk cId="1416401457" sldId="691"/>
            <ac:picMk id="21" creationId="{2A6B6B53-039C-48E1-8DFB-8E073B7622C2}"/>
          </ac:picMkLst>
        </pc:picChg>
        <pc:cxnChg chg="add del">
          <ac:chgData name="KwonJoonho" userId="fa141e0c-4849-4deb-8f8c-65d25da6d8db" providerId="ADAL" clId="{C871AD54-EB56-4E65-8667-439EDC1F7E80}" dt="2020-02-28T15:20:01.621" v="533"/>
          <ac:cxnSpMkLst>
            <pc:docMk/>
            <pc:sldMk cId="1416401457" sldId="691"/>
            <ac:cxnSpMk id="15" creationId="{501D0578-7C9C-49E4-AEEB-F7D2D134DEDC}"/>
          </ac:cxnSpMkLst>
        </pc:cxnChg>
        <pc:cxnChg chg="add del">
          <ac:chgData name="KwonJoonho" userId="fa141e0c-4849-4deb-8f8c-65d25da6d8db" providerId="ADAL" clId="{C871AD54-EB56-4E65-8667-439EDC1F7E80}" dt="2020-02-28T15:20:01.621" v="533"/>
          <ac:cxnSpMkLst>
            <pc:docMk/>
            <pc:sldMk cId="1416401457" sldId="691"/>
            <ac:cxnSpMk id="16" creationId="{44FBDBD9-8129-4EC0-A389-8DECBD2EA35D}"/>
          </ac:cxnSpMkLst>
        </pc:cxnChg>
        <pc:cxnChg chg="add del">
          <ac:chgData name="KwonJoonho" userId="fa141e0c-4849-4deb-8f8c-65d25da6d8db" providerId="ADAL" clId="{C871AD54-EB56-4E65-8667-439EDC1F7E80}" dt="2020-02-28T15:20:01.621" v="533"/>
          <ac:cxnSpMkLst>
            <pc:docMk/>
            <pc:sldMk cId="1416401457" sldId="691"/>
            <ac:cxnSpMk id="17" creationId="{2D74FCEF-3204-43FE-918C-8067D339B649}"/>
          </ac:cxnSpMkLst>
        </pc:cxnChg>
        <pc:cxnChg chg="add del">
          <ac:chgData name="KwonJoonho" userId="fa141e0c-4849-4deb-8f8c-65d25da6d8db" providerId="ADAL" clId="{C871AD54-EB56-4E65-8667-439EDC1F7E80}" dt="2020-02-28T15:20:01.621" v="533"/>
          <ac:cxnSpMkLst>
            <pc:docMk/>
            <pc:sldMk cId="1416401457" sldId="691"/>
            <ac:cxnSpMk id="18" creationId="{AC66C404-1395-4FB0-AC33-610BECA8CA01}"/>
          </ac:cxnSpMkLst>
        </pc:cxnChg>
        <pc:cxnChg chg="add del">
          <ac:chgData name="KwonJoonho" userId="fa141e0c-4849-4deb-8f8c-65d25da6d8db" providerId="ADAL" clId="{C871AD54-EB56-4E65-8667-439EDC1F7E80}" dt="2020-02-28T15:20:01.621" v="533"/>
          <ac:cxnSpMkLst>
            <pc:docMk/>
            <pc:sldMk cId="1416401457" sldId="691"/>
            <ac:cxnSpMk id="19" creationId="{7392A2C9-A2D2-4D70-B31C-7DA41EF82CB0}"/>
          </ac:cxnSpMkLst>
        </pc:cxnChg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2878104332" sldId="691"/>
        </pc:sldMkLst>
      </pc:sldChg>
      <pc:sldChg chg="del">
        <pc:chgData name="KwonJoonho" userId="fa141e0c-4849-4deb-8f8c-65d25da6d8db" providerId="ADAL" clId="{C871AD54-EB56-4E65-8667-439EDC1F7E80}" dt="2020-02-28T14:47:23.929" v="1" actId="47"/>
        <pc:sldMkLst>
          <pc:docMk/>
          <pc:sldMk cId="1130585384" sldId="692"/>
        </pc:sldMkLst>
      </pc:sldChg>
      <pc:sldChg chg="addSp modSp add mod">
        <pc:chgData name="KwonJoonho" userId="fa141e0c-4849-4deb-8f8c-65d25da6d8db" providerId="ADAL" clId="{C871AD54-EB56-4E65-8667-439EDC1F7E80}" dt="2020-02-28T15:21:04.795" v="553" actId="1076"/>
        <pc:sldMkLst>
          <pc:docMk/>
          <pc:sldMk cId="1341967718" sldId="692"/>
        </pc:sldMkLst>
        <pc:spChg chg="mod">
          <ac:chgData name="KwonJoonho" userId="fa141e0c-4849-4deb-8f8c-65d25da6d8db" providerId="ADAL" clId="{C871AD54-EB56-4E65-8667-439EDC1F7E80}" dt="2020-02-28T15:19:35.948" v="524" actId="6549"/>
          <ac:spMkLst>
            <pc:docMk/>
            <pc:sldMk cId="1341967718" sldId="692"/>
            <ac:spMk id="2" creationId="{FABA4040-AF8B-4CCB-B49F-A1629F0871D8}"/>
          </ac:spMkLst>
        </pc:spChg>
        <pc:spChg chg="mod">
          <ac:chgData name="KwonJoonho" userId="fa141e0c-4849-4deb-8f8c-65d25da6d8db" providerId="ADAL" clId="{C871AD54-EB56-4E65-8667-439EDC1F7E80}" dt="2020-02-28T15:19:24.915" v="521" actId="6549"/>
          <ac:spMkLst>
            <pc:docMk/>
            <pc:sldMk cId="1341967718" sldId="692"/>
            <ac:spMk id="3" creationId="{2F01CF5E-6BFD-4C75-AF27-EE9AC5D10FB5}"/>
          </ac:spMkLst>
        </pc:spChg>
        <pc:spChg chg="add">
          <ac:chgData name="KwonJoonho" userId="fa141e0c-4849-4deb-8f8c-65d25da6d8db" providerId="ADAL" clId="{C871AD54-EB56-4E65-8667-439EDC1F7E80}" dt="2020-02-28T15:19:46.794" v="529"/>
          <ac:spMkLst>
            <pc:docMk/>
            <pc:sldMk cId="1341967718" sldId="692"/>
            <ac:spMk id="5" creationId="{F0AFF8DE-F494-4407-B18F-D60EB3E5F770}"/>
          </ac:spMkLst>
        </pc:spChg>
        <pc:picChg chg="add mod">
          <ac:chgData name="KwonJoonho" userId="fa141e0c-4849-4deb-8f8c-65d25da6d8db" providerId="ADAL" clId="{C871AD54-EB56-4E65-8667-439EDC1F7E80}" dt="2020-02-28T15:21:04.795" v="553" actId="1076"/>
          <ac:picMkLst>
            <pc:docMk/>
            <pc:sldMk cId="1341967718" sldId="692"/>
            <ac:picMk id="6" creationId="{36E9FF54-8C56-4195-A4BF-AE164337DD70}"/>
          </ac:picMkLst>
        </pc:picChg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2296259261" sldId="693"/>
        </pc:sldMkLst>
      </pc:sldChg>
      <pc:sldChg chg="addSp delSp modSp add mod">
        <pc:chgData name="KwonJoonho" userId="fa141e0c-4849-4deb-8f8c-65d25da6d8db" providerId="ADAL" clId="{C871AD54-EB56-4E65-8667-439EDC1F7E80}" dt="2020-02-28T15:20:51.496" v="549"/>
        <pc:sldMkLst>
          <pc:docMk/>
          <pc:sldMk cId="3788215750" sldId="693"/>
        </pc:sldMkLst>
        <pc:spChg chg="del">
          <ac:chgData name="KwonJoonho" userId="fa141e0c-4849-4deb-8f8c-65d25da6d8db" providerId="ADAL" clId="{C871AD54-EB56-4E65-8667-439EDC1F7E80}" dt="2020-02-28T15:20:12.510" v="537"/>
          <ac:spMkLst>
            <pc:docMk/>
            <pc:sldMk cId="3788215750" sldId="693"/>
            <ac:spMk id="2" creationId="{133757C8-850B-420D-A7FD-994E69809883}"/>
          </ac:spMkLst>
        </pc:spChg>
        <pc:spChg chg="del">
          <ac:chgData name="KwonJoonho" userId="fa141e0c-4849-4deb-8f8c-65d25da6d8db" providerId="ADAL" clId="{C871AD54-EB56-4E65-8667-439EDC1F7E80}" dt="2020-02-28T15:20:12.510" v="537"/>
          <ac:spMkLst>
            <pc:docMk/>
            <pc:sldMk cId="3788215750" sldId="693"/>
            <ac:spMk id="3" creationId="{6928E4B9-B2EC-428C-95FB-FEA2F0772220}"/>
          </ac:spMkLst>
        </pc:spChg>
        <pc:spChg chg="del mod">
          <ac:chgData name="KwonJoonho" userId="fa141e0c-4849-4deb-8f8c-65d25da6d8db" providerId="ADAL" clId="{C871AD54-EB56-4E65-8667-439EDC1F7E80}" dt="2020-02-28T15:20:31.434" v="541" actId="478"/>
          <ac:spMkLst>
            <pc:docMk/>
            <pc:sldMk cId="3788215750" sldId="693"/>
            <ac:spMk id="4" creationId="{44201427-870D-4E7A-B474-0458BF774445}"/>
          </ac:spMkLst>
        </pc:spChg>
        <pc:spChg chg="add del mod">
          <ac:chgData name="KwonJoonho" userId="fa141e0c-4849-4deb-8f8c-65d25da6d8db" providerId="ADAL" clId="{C871AD54-EB56-4E65-8667-439EDC1F7E80}" dt="2020-02-28T15:20:31.434" v="541" actId="478"/>
          <ac:spMkLst>
            <pc:docMk/>
            <pc:sldMk cId="3788215750" sldId="693"/>
            <ac:spMk id="5" creationId="{91492453-2334-4EA4-B01D-0C5C2D0B1077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6" creationId="{9F8363FE-D03D-4CF7-B869-463DA90D0D88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7" creationId="{B254EA6A-D495-45AA-A2BC-D83157EC43E4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8" creationId="{A86D64B0-E508-4256-844C-187F886D3084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9" creationId="{3F90B853-15A0-4160-9673-7F008AA8462A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10" creationId="{9699A602-43AE-4E7B-BC9E-96F98008DB52}"/>
          </ac:spMkLst>
        </pc:spChg>
        <pc:spChg chg="add del mod">
          <ac:chgData name="KwonJoonho" userId="fa141e0c-4849-4deb-8f8c-65d25da6d8db" providerId="ADAL" clId="{C871AD54-EB56-4E65-8667-439EDC1F7E80}" dt="2020-02-28T15:20:43.910" v="544"/>
          <ac:spMkLst>
            <pc:docMk/>
            <pc:sldMk cId="3788215750" sldId="693"/>
            <ac:spMk id="11" creationId="{3A7D0BC8-9F7E-4161-85EC-B880B7F8191F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26" creationId="{909B65FF-ABF2-4EBF-ACF3-47EC19B0B7F3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27" creationId="{AB7EF8DA-853E-45E4-BB34-928C826D73FE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28" creationId="{D27194A3-33F6-4C24-BC61-AAB9D67F77AD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29" creationId="{2421DC4E-C4B5-49E7-813A-0801C117D377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30" creationId="{32436992-42C9-4092-AC58-C1D66502CA9C}"/>
          </ac:spMkLst>
        </pc:spChg>
        <pc:spChg chg="add del">
          <ac:chgData name="KwonJoonho" userId="fa141e0c-4849-4deb-8f8c-65d25da6d8db" providerId="ADAL" clId="{C871AD54-EB56-4E65-8667-439EDC1F7E80}" dt="2020-02-28T15:20:48.114" v="546"/>
          <ac:spMkLst>
            <pc:docMk/>
            <pc:sldMk cId="3788215750" sldId="693"/>
            <ac:spMk id="31" creationId="{F55E2A0A-6FE6-42D4-B87A-4D2B8B0B2FD3}"/>
          </ac:spMkLst>
        </pc:spChg>
        <pc:picChg chg="add del mod">
          <ac:chgData name="KwonJoonho" userId="fa141e0c-4849-4deb-8f8c-65d25da6d8db" providerId="ADAL" clId="{C871AD54-EB56-4E65-8667-439EDC1F7E80}" dt="2020-02-28T15:20:51.496" v="549"/>
          <ac:picMkLst>
            <pc:docMk/>
            <pc:sldMk cId="3788215750" sldId="693"/>
            <ac:picMk id="37" creationId="{46920FF3-5347-439F-82D9-3388FD0B9809}"/>
          </ac:picMkLst>
        </pc:picChg>
        <pc:cxnChg chg="add del mod">
          <ac:chgData name="KwonJoonho" userId="fa141e0c-4849-4deb-8f8c-65d25da6d8db" providerId="ADAL" clId="{C871AD54-EB56-4E65-8667-439EDC1F7E80}" dt="2020-02-28T15:20:43.910" v="544"/>
          <ac:cxnSpMkLst>
            <pc:docMk/>
            <pc:sldMk cId="3788215750" sldId="693"/>
            <ac:cxnSpMk id="12" creationId="{D9A9FA0D-69A6-436C-975A-BD6B41C8CAB8}"/>
          </ac:cxnSpMkLst>
        </pc:cxnChg>
        <pc:cxnChg chg="add del mod">
          <ac:chgData name="KwonJoonho" userId="fa141e0c-4849-4deb-8f8c-65d25da6d8db" providerId="ADAL" clId="{C871AD54-EB56-4E65-8667-439EDC1F7E80}" dt="2020-02-28T15:20:43.910" v="544"/>
          <ac:cxnSpMkLst>
            <pc:docMk/>
            <pc:sldMk cId="3788215750" sldId="693"/>
            <ac:cxnSpMk id="13" creationId="{FB73C196-E5DB-4030-95BE-60B28BE405E1}"/>
          </ac:cxnSpMkLst>
        </pc:cxnChg>
        <pc:cxnChg chg="add del mod">
          <ac:chgData name="KwonJoonho" userId="fa141e0c-4849-4deb-8f8c-65d25da6d8db" providerId="ADAL" clId="{C871AD54-EB56-4E65-8667-439EDC1F7E80}" dt="2020-02-28T15:20:43.910" v="544"/>
          <ac:cxnSpMkLst>
            <pc:docMk/>
            <pc:sldMk cId="3788215750" sldId="693"/>
            <ac:cxnSpMk id="14" creationId="{F1DC3A93-B3A1-4DA8-9987-336FAED9C237}"/>
          </ac:cxnSpMkLst>
        </pc:cxnChg>
        <pc:cxnChg chg="add del mod">
          <ac:chgData name="KwonJoonho" userId="fa141e0c-4849-4deb-8f8c-65d25da6d8db" providerId="ADAL" clId="{C871AD54-EB56-4E65-8667-439EDC1F7E80}" dt="2020-02-28T15:20:43.910" v="544"/>
          <ac:cxnSpMkLst>
            <pc:docMk/>
            <pc:sldMk cId="3788215750" sldId="693"/>
            <ac:cxnSpMk id="15" creationId="{BECB71C3-D24B-4CBE-9568-60A7C4CA7F7A}"/>
          </ac:cxnSpMkLst>
        </pc:cxnChg>
        <pc:cxnChg chg="add del mod">
          <ac:chgData name="KwonJoonho" userId="fa141e0c-4849-4deb-8f8c-65d25da6d8db" providerId="ADAL" clId="{C871AD54-EB56-4E65-8667-439EDC1F7E80}" dt="2020-02-28T15:20:43.910" v="544"/>
          <ac:cxnSpMkLst>
            <pc:docMk/>
            <pc:sldMk cId="3788215750" sldId="693"/>
            <ac:cxnSpMk id="16" creationId="{4564E9C8-6695-440C-9886-DBC45C77E360}"/>
          </ac:cxnSpMkLst>
        </pc:cxnChg>
        <pc:cxnChg chg="add del">
          <ac:chgData name="KwonJoonho" userId="fa141e0c-4849-4deb-8f8c-65d25da6d8db" providerId="ADAL" clId="{C871AD54-EB56-4E65-8667-439EDC1F7E80}" dt="2020-02-28T15:20:48.114" v="546"/>
          <ac:cxnSpMkLst>
            <pc:docMk/>
            <pc:sldMk cId="3788215750" sldId="693"/>
            <ac:cxnSpMk id="32" creationId="{E67CA5D5-61A7-4FA7-8E50-EB144FA14F9B}"/>
          </ac:cxnSpMkLst>
        </pc:cxnChg>
        <pc:cxnChg chg="add del">
          <ac:chgData name="KwonJoonho" userId="fa141e0c-4849-4deb-8f8c-65d25da6d8db" providerId="ADAL" clId="{C871AD54-EB56-4E65-8667-439EDC1F7E80}" dt="2020-02-28T15:20:48.114" v="546"/>
          <ac:cxnSpMkLst>
            <pc:docMk/>
            <pc:sldMk cId="3788215750" sldId="693"/>
            <ac:cxnSpMk id="33" creationId="{A45EC44C-D241-4BD2-B935-B47C46C54056}"/>
          </ac:cxnSpMkLst>
        </pc:cxnChg>
        <pc:cxnChg chg="add del">
          <ac:chgData name="KwonJoonho" userId="fa141e0c-4849-4deb-8f8c-65d25da6d8db" providerId="ADAL" clId="{C871AD54-EB56-4E65-8667-439EDC1F7E80}" dt="2020-02-28T15:20:48.114" v="546"/>
          <ac:cxnSpMkLst>
            <pc:docMk/>
            <pc:sldMk cId="3788215750" sldId="693"/>
            <ac:cxnSpMk id="34" creationId="{68BB023C-D794-4FA8-9C5A-5C91932F6019}"/>
          </ac:cxnSpMkLst>
        </pc:cxnChg>
        <pc:cxnChg chg="add del">
          <ac:chgData name="KwonJoonho" userId="fa141e0c-4849-4deb-8f8c-65d25da6d8db" providerId="ADAL" clId="{C871AD54-EB56-4E65-8667-439EDC1F7E80}" dt="2020-02-28T15:20:48.114" v="546"/>
          <ac:cxnSpMkLst>
            <pc:docMk/>
            <pc:sldMk cId="3788215750" sldId="693"/>
            <ac:cxnSpMk id="35" creationId="{51A9AEE5-1D9C-420C-B52E-FAFD2CFBCE17}"/>
          </ac:cxnSpMkLst>
        </pc:cxnChg>
        <pc:cxnChg chg="add del">
          <ac:chgData name="KwonJoonho" userId="fa141e0c-4849-4deb-8f8c-65d25da6d8db" providerId="ADAL" clId="{C871AD54-EB56-4E65-8667-439EDC1F7E80}" dt="2020-02-28T15:20:48.114" v="546"/>
          <ac:cxnSpMkLst>
            <pc:docMk/>
            <pc:sldMk cId="3788215750" sldId="693"/>
            <ac:cxnSpMk id="36" creationId="{20F73506-8170-494A-8178-7499A349346D}"/>
          </ac:cxnSpMkLst>
        </pc:cxnChg>
      </pc:sldChg>
      <pc:sldChg chg="modSp add mod">
        <pc:chgData name="KwonJoonho" userId="fa141e0c-4849-4deb-8f8c-65d25da6d8db" providerId="ADAL" clId="{C871AD54-EB56-4E65-8667-439EDC1F7E80}" dt="2020-02-29T02:09:22.900" v="558" actId="20577"/>
        <pc:sldMkLst>
          <pc:docMk/>
          <pc:sldMk cId="743723156" sldId="694"/>
        </pc:sldMkLst>
        <pc:spChg chg="mod">
          <ac:chgData name="KwonJoonho" userId="fa141e0c-4849-4deb-8f8c-65d25da6d8db" providerId="ADAL" clId="{C871AD54-EB56-4E65-8667-439EDC1F7E80}" dt="2020-02-29T02:09:22.900" v="558" actId="20577"/>
          <ac:spMkLst>
            <pc:docMk/>
            <pc:sldMk cId="743723156" sldId="694"/>
            <ac:spMk id="2" creationId="{B3FA8B4E-4542-4AE5-82BE-97FDC25D0A4C}"/>
          </ac:spMkLst>
        </pc:spChg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2278620776" sldId="694"/>
        </pc:sldMkLst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3871052810" sldId="695"/>
        </pc:sldMkLst>
      </pc:sldChg>
      <pc:sldChg chg="del">
        <pc:chgData name="KwonJoonho" userId="fa141e0c-4849-4deb-8f8c-65d25da6d8db" providerId="ADAL" clId="{C871AD54-EB56-4E65-8667-439EDC1F7E80}" dt="2020-02-28T14:47:17.648" v="0" actId="47"/>
        <pc:sldMkLst>
          <pc:docMk/>
          <pc:sldMk cId="942478082" sldId="696"/>
        </pc:sldMkLst>
      </pc:sldChg>
    </pc:docChg>
  </pc:docChgLst>
  <pc:docChgLst>
    <pc:chgData name="Joonho Kwon" userId="fa141e0c-4849-4deb-8f8c-65d25da6d8db" providerId="ADAL" clId="{C66CA118-C84A-4DC5-AE90-B204BCA1A5E7}"/>
    <pc:docChg chg="addSld delSld modSld">
      <pc:chgData name="Joonho Kwon" userId="fa141e0c-4849-4deb-8f8c-65d25da6d8db" providerId="ADAL" clId="{C66CA118-C84A-4DC5-AE90-B204BCA1A5E7}" dt="2020-01-07T07:35:30.850" v="72" actId="20577"/>
      <pc:docMkLst>
        <pc:docMk/>
      </pc:docMkLst>
      <pc:sldChg chg="modSp">
        <pc:chgData name="Joonho Kwon" userId="fa141e0c-4849-4deb-8f8c-65d25da6d8db" providerId="ADAL" clId="{C66CA118-C84A-4DC5-AE90-B204BCA1A5E7}" dt="2020-01-07T07:34:15.931" v="55"/>
        <pc:sldMkLst>
          <pc:docMk/>
          <pc:sldMk cId="0" sldId="256"/>
        </pc:sldMkLst>
        <pc:spChg chg="mod">
          <ac:chgData name="Joonho Kwon" userId="fa141e0c-4849-4deb-8f8c-65d25da6d8db" providerId="ADAL" clId="{C66CA118-C84A-4DC5-AE90-B204BCA1A5E7}" dt="2020-01-07T07:34:15.931" v="55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Joonho Kwon" userId="fa141e0c-4849-4deb-8f8c-65d25da6d8db" providerId="ADAL" clId="{C66CA118-C84A-4DC5-AE90-B204BCA1A5E7}" dt="2020-01-07T07:35:30.850" v="72" actId="20577"/>
        <pc:sldMkLst>
          <pc:docMk/>
          <pc:sldMk cId="3097909090" sldId="475"/>
        </pc:sldMkLst>
        <pc:spChg chg="mod">
          <ac:chgData name="Joonho Kwon" userId="fa141e0c-4849-4deb-8f8c-65d25da6d8db" providerId="ADAL" clId="{C66CA118-C84A-4DC5-AE90-B204BCA1A5E7}" dt="2020-01-07T07:35:30.850" v="72" actId="20577"/>
          <ac:spMkLst>
            <pc:docMk/>
            <pc:sldMk cId="3097909090" sldId="475"/>
            <ac:spMk id="2" creationId="{D8AE71C0-EA7B-483E-9341-03D4E90B6094}"/>
          </ac:spMkLst>
        </pc:spChg>
      </pc:sldChg>
      <pc:sldChg chg="modSp">
        <pc:chgData name="Joonho Kwon" userId="fa141e0c-4849-4deb-8f8c-65d25da6d8db" providerId="ADAL" clId="{C66CA118-C84A-4DC5-AE90-B204BCA1A5E7}" dt="2020-01-07T07:34:20.934" v="59"/>
        <pc:sldMkLst>
          <pc:docMk/>
          <pc:sldMk cId="1847398336" sldId="587"/>
        </pc:sldMkLst>
        <pc:spChg chg="mod">
          <ac:chgData name="Joonho Kwon" userId="fa141e0c-4849-4deb-8f8c-65d25da6d8db" providerId="ADAL" clId="{C66CA118-C84A-4DC5-AE90-B204BCA1A5E7}" dt="2020-01-07T07:34:20.934" v="59"/>
          <ac:spMkLst>
            <pc:docMk/>
            <pc:sldMk cId="1847398336" sldId="587"/>
            <ac:spMk id="2" creationId="{B3FA8B4E-4542-4AE5-82BE-97FDC25D0A4C}"/>
          </ac:spMkLst>
        </pc:spChg>
      </pc:sldChg>
      <pc:sldChg chg="addSp delSp modSp add">
        <pc:chgData name="Joonho Kwon" userId="fa141e0c-4849-4deb-8f8c-65d25da6d8db" providerId="ADAL" clId="{C66CA118-C84A-4DC5-AE90-B204BCA1A5E7}" dt="2020-01-07T07:34:45.785" v="62"/>
        <pc:sldMkLst>
          <pc:docMk/>
          <pc:sldMk cId="949891242" sldId="596"/>
        </pc:sldMkLst>
        <pc:spChg chg="del">
          <ac:chgData name="Joonho Kwon" userId="fa141e0c-4849-4deb-8f8c-65d25da6d8db" providerId="ADAL" clId="{C66CA118-C84A-4DC5-AE90-B204BCA1A5E7}" dt="2020-01-07T07:34:38.463" v="61"/>
          <ac:spMkLst>
            <pc:docMk/>
            <pc:sldMk cId="949891242" sldId="596"/>
            <ac:spMk id="2" creationId="{439DC767-CE62-4087-9BE1-3930E1F38A5F}"/>
          </ac:spMkLst>
        </pc:spChg>
        <pc:spChg chg="del">
          <ac:chgData name="Joonho Kwon" userId="fa141e0c-4849-4deb-8f8c-65d25da6d8db" providerId="ADAL" clId="{C66CA118-C84A-4DC5-AE90-B204BCA1A5E7}" dt="2020-01-07T07:34:38.463" v="61"/>
          <ac:spMkLst>
            <pc:docMk/>
            <pc:sldMk cId="949891242" sldId="596"/>
            <ac:spMk id="3" creationId="{8C81AE6A-0FB1-4D62-879C-3711100AE95E}"/>
          </ac:spMkLst>
        </pc:spChg>
        <pc:spChg chg="add mod">
          <ac:chgData name="Joonho Kwon" userId="fa141e0c-4849-4deb-8f8c-65d25da6d8db" providerId="ADAL" clId="{C66CA118-C84A-4DC5-AE90-B204BCA1A5E7}" dt="2020-01-07T07:34:45.785" v="62"/>
          <ac:spMkLst>
            <pc:docMk/>
            <pc:sldMk cId="949891242" sldId="596"/>
            <ac:spMk id="5" creationId="{4919187F-0E5B-4042-91DB-74250FEA8E29}"/>
          </ac:spMkLst>
        </pc:spChg>
        <pc:spChg chg="add mod">
          <ac:chgData name="Joonho Kwon" userId="fa141e0c-4849-4deb-8f8c-65d25da6d8db" providerId="ADAL" clId="{C66CA118-C84A-4DC5-AE90-B204BCA1A5E7}" dt="2020-01-07T07:34:38.463" v="61"/>
          <ac:spMkLst>
            <pc:docMk/>
            <pc:sldMk cId="949891242" sldId="596"/>
            <ac:spMk id="6" creationId="{794C2A03-F86A-4C44-87E7-33FF1701520D}"/>
          </ac:spMkLst>
        </pc:spChg>
      </pc:sldChg>
      <pc:sldChg chg="addSp delSp modSp add">
        <pc:chgData name="Joonho Kwon" userId="fa141e0c-4849-4deb-8f8c-65d25da6d8db" providerId="ADAL" clId="{C66CA118-C84A-4DC5-AE90-B204BCA1A5E7}" dt="2020-01-07T07:35:14.245" v="70" actId="20577"/>
        <pc:sldMkLst>
          <pc:docMk/>
          <pc:sldMk cId="600557524" sldId="597"/>
        </pc:sldMkLst>
        <pc:spChg chg="del">
          <ac:chgData name="Joonho Kwon" userId="fa141e0c-4849-4deb-8f8c-65d25da6d8db" providerId="ADAL" clId="{C66CA118-C84A-4DC5-AE90-B204BCA1A5E7}" dt="2020-01-07T07:35:05.256" v="64"/>
          <ac:spMkLst>
            <pc:docMk/>
            <pc:sldMk cId="600557524" sldId="597"/>
            <ac:spMk id="2" creationId="{F1A43406-A2F3-480A-8867-9C3FE0A771AC}"/>
          </ac:spMkLst>
        </pc:spChg>
        <pc:spChg chg="del">
          <ac:chgData name="Joonho Kwon" userId="fa141e0c-4849-4deb-8f8c-65d25da6d8db" providerId="ADAL" clId="{C66CA118-C84A-4DC5-AE90-B204BCA1A5E7}" dt="2020-01-07T07:35:05.256" v="64"/>
          <ac:spMkLst>
            <pc:docMk/>
            <pc:sldMk cId="600557524" sldId="597"/>
            <ac:spMk id="3" creationId="{34BE37C2-97B5-497A-9C74-CDD6B210DBA7}"/>
          </ac:spMkLst>
        </pc:spChg>
        <pc:spChg chg="add mod">
          <ac:chgData name="Joonho Kwon" userId="fa141e0c-4849-4deb-8f8c-65d25da6d8db" providerId="ADAL" clId="{C66CA118-C84A-4DC5-AE90-B204BCA1A5E7}" dt="2020-01-07T07:35:14.245" v="70" actId="20577"/>
          <ac:spMkLst>
            <pc:docMk/>
            <pc:sldMk cId="600557524" sldId="597"/>
            <ac:spMk id="5" creationId="{5C3A51ED-F80F-4D28-A323-90E316541A0E}"/>
          </ac:spMkLst>
        </pc:spChg>
        <pc:spChg chg="add mod">
          <ac:chgData name="Joonho Kwon" userId="fa141e0c-4849-4deb-8f8c-65d25da6d8db" providerId="ADAL" clId="{C66CA118-C84A-4DC5-AE90-B204BCA1A5E7}" dt="2020-01-07T07:35:05.256" v="64"/>
          <ac:spMkLst>
            <pc:docMk/>
            <pc:sldMk cId="600557524" sldId="597"/>
            <ac:spMk id="6" creationId="{A08CFF0E-E3E1-4675-8651-4063002753F9}"/>
          </ac:spMkLst>
        </pc:spChg>
      </pc:sldChg>
      <pc:sldChg chg="add del">
        <pc:chgData name="Joonho Kwon" userId="fa141e0c-4849-4deb-8f8c-65d25da6d8db" providerId="ADAL" clId="{C66CA118-C84A-4DC5-AE90-B204BCA1A5E7}" dt="2020-01-07T07:35:10.516" v="66" actId="47"/>
        <pc:sldMkLst>
          <pc:docMk/>
          <pc:sldMk cId="3690328958" sldId="598"/>
        </pc:sldMkLst>
      </pc:sldChg>
    </pc:docChg>
  </pc:docChgLst>
  <pc:docChgLst>
    <pc:chgData name="KwonJoonho" userId="fa141e0c-4849-4deb-8f8c-65d25da6d8db" providerId="ADAL" clId="{5CD0BBDC-75C3-47FB-88B7-F5A6A6E6344D}"/>
    <pc:docChg chg="undo custSel addSld delSld modSld sldOrd">
      <pc:chgData name="KwonJoonho" userId="fa141e0c-4849-4deb-8f8c-65d25da6d8db" providerId="ADAL" clId="{5CD0BBDC-75C3-47FB-88B7-F5A6A6E6344D}" dt="2020-01-05T16:03:17.448" v="5873"/>
      <pc:docMkLst>
        <pc:docMk/>
      </pc:docMkLst>
      <pc:sldChg chg="modSp">
        <pc:chgData name="KwonJoonho" userId="fa141e0c-4849-4deb-8f8c-65d25da6d8db" providerId="ADAL" clId="{5CD0BBDC-75C3-47FB-88B7-F5A6A6E6344D}" dt="2020-01-05T13:28:24.145" v="316" actId="20577"/>
        <pc:sldMkLst>
          <pc:docMk/>
          <pc:sldMk cId="0" sldId="395"/>
        </pc:sldMkLst>
        <pc:spChg chg="mod">
          <ac:chgData name="KwonJoonho" userId="fa141e0c-4849-4deb-8f8c-65d25da6d8db" providerId="ADAL" clId="{5CD0BBDC-75C3-47FB-88B7-F5A6A6E6344D}" dt="2020-01-05T13:28:24.145" v="316" actId="20577"/>
          <ac:spMkLst>
            <pc:docMk/>
            <pc:sldMk cId="0" sldId="395"/>
            <ac:spMk id="6146" creationId="{00000000-0000-0000-0000-000000000000}"/>
          </ac:spMkLst>
        </pc:spChg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1091470756" sldId="401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583008700" sldId="402"/>
        </pc:sldMkLst>
      </pc:sldChg>
      <pc:sldChg chg="del">
        <pc:chgData name="KwonJoonho" userId="fa141e0c-4849-4deb-8f8c-65d25da6d8db" providerId="ADAL" clId="{5CD0BBDC-75C3-47FB-88B7-F5A6A6E6344D}" dt="2020-01-05T13:28:11.988" v="314" actId="2696"/>
        <pc:sldMkLst>
          <pc:docMk/>
          <pc:sldMk cId="150745308" sldId="444"/>
        </pc:sldMkLst>
      </pc:sldChg>
      <pc:sldChg chg="add">
        <pc:chgData name="KwonJoonho" userId="fa141e0c-4849-4deb-8f8c-65d25da6d8db" providerId="ADAL" clId="{5CD0BBDC-75C3-47FB-88B7-F5A6A6E6344D}" dt="2020-01-05T13:28:18.816" v="315"/>
        <pc:sldMkLst>
          <pc:docMk/>
          <pc:sldMk cId="3115096377" sldId="444"/>
        </pc:sldMkLst>
      </pc:sldChg>
      <pc:sldChg chg="addSp modSp modAnim">
        <pc:chgData name="KwonJoonho" userId="fa141e0c-4849-4deb-8f8c-65d25da6d8db" providerId="ADAL" clId="{5CD0BBDC-75C3-47FB-88B7-F5A6A6E6344D}" dt="2020-01-05T13:30:53.754" v="391" actId="1076"/>
        <pc:sldMkLst>
          <pc:docMk/>
          <pc:sldMk cId="1902155382" sldId="445"/>
        </pc:sldMkLst>
        <pc:spChg chg="mod">
          <ac:chgData name="KwonJoonho" userId="fa141e0c-4849-4deb-8f8c-65d25da6d8db" providerId="ADAL" clId="{5CD0BBDC-75C3-47FB-88B7-F5A6A6E6344D}" dt="2020-01-05T13:30:51.211" v="390" actId="20577"/>
          <ac:spMkLst>
            <pc:docMk/>
            <pc:sldMk cId="1902155382" sldId="445"/>
            <ac:spMk id="2" creationId="{38A75BDD-1331-4D66-9EA5-1A2DDCEFE726}"/>
          </ac:spMkLst>
        </pc:spChg>
        <pc:spChg chg="mod">
          <ac:chgData name="KwonJoonho" userId="fa141e0c-4849-4deb-8f8c-65d25da6d8db" providerId="ADAL" clId="{5CD0BBDC-75C3-47FB-88B7-F5A6A6E6344D}" dt="2020-01-05T13:25:14.371" v="15"/>
          <ac:spMkLst>
            <pc:docMk/>
            <pc:sldMk cId="1902155382" sldId="445"/>
            <ac:spMk id="3" creationId="{5EBCFC71-EF48-46C2-ABEE-575C977E0474}"/>
          </ac:spMkLst>
        </pc:spChg>
        <pc:spChg chg="add mod">
          <ac:chgData name="KwonJoonho" userId="fa141e0c-4849-4deb-8f8c-65d25da6d8db" providerId="ADAL" clId="{5CD0BBDC-75C3-47FB-88B7-F5A6A6E6344D}" dt="2020-01-05T13:30:53.754" v="391" actId="1076"/>
          <ac:spMkLst>
            <pc:docMk/>
            <pc:sldMk cId="1902155382" sldId="445"/>
            <ac:spMk id="5" creationId="{156D2399-6E00-41E0-814B-2F5E0318D96B}"/>
          </ac:spMkLst>
        </pc:spChg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2284180590" sldId="446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2893562581" sldId="447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4253504095" sldId="448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2971416844" sldId="449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4074882733" sldId="450"/>
        </pc:sldMkLst>
      </pc:sldChg>
      <pc:sldChg chg="del">
        <pc:chgData name="KwonJoonho" userId="fa141e0c-4849-4deb-8f8c-65d25da6d8db" providerId="ADAL" clId="{5CD0BBDC-75C3-47FB-88B7-F5A6A6E6344D}" dt="2020-01-05T14:02:07.152" v="1521" actId="47"/>
        <pc:sldMkLst>
          <pc:docMk/>
          <pc:sldMk cId="1470244023" sldId="451"/>
        </pc:sldMkLst>
      </pc:sldChg>
      <pc:sldChg chg="addSp delSp modSp">
        <pc:chgData name="KwonJoonho" userId="fa141e0c-4849-4deb-8f8c-65d25da6d8db" providerId="ADAL" clId="{5CD0BBDC-75C3-47FB-88B7-F5A6A6E6344D}" dt="2020-01-05T13:39:09.681" v="715" actId="5793"/>
        <pc:sldMkLst>
          <pc:docMk/>
          <pc:sldMk cId="2439468546" sldId="453"/>
        </pc:sldMkLst>
        <pc:spChg chg="mod">
          <ac:chgData name="KwonJoonho" userId="fa141e0c-4849-4deb-8f8c-65d25da6d8db" providerId="ADAL" clId="{5CD0BBDC-75C3-47FB-88B7-F5A6A6E6344D}" dt="2020-01-05T13:39:09.681" v="715" actId="5793"/>
          <ac:spMkLst>
            <pc:docMk/>
            <pc:sldMk cId="2439468546" sldId="453"/>
            <ac:spMk id="2" creationId="{81E0460E-E954-46C0-B1AD-15846A824D31}"/>
          </ac:spMkLst>
        </pc:spChg>
        <pc:spChg chg="mod">
          <ac:chgData name="KwonJoonho" userId="fa141e0c-4849-4deb-8f8c-65d25da6d8db" providerId="ADAL" clId="{5CD0BBDC-75C3-47FB-88B7-F5A6A6E6344D}" dt="2020-01-05T13:35:14.547" v="664"/>
          <ac:spMkLst>
            <pc:docMk/>
            <pc:sldMk cId="2439468546" sldId="453"/>
            <ac:spMk id="3" creationId="{C92F79C9-35BA-4B8E-A9BA-A9CEFC456D05}"/>
          </ac:spMkLst>
        </pc:spChg>
        <pc:spChg chg="add del mod">
          <ac:chgData name="KwonJoonho" userId="fa141e0c-4849-4deb-8f8c-65d25da6d8db" providerId="ADAL" clId="{5CD0BBDC-75C3-47FB-88B7-F5A6A6E6344D}" dt="2020-01-05T13:38:14.732" v="675"/>
          <ac:spMkLst>
            <pc:docMk/>
            <pc:sldMk cId="2439468546" sldId="453"/>
            <ac:spMk id="5" creationId="{1B132036-A2FC-486E-BCCA-C2E25354C9DE}"/>
          </ac:spMkLst>
        </pc:spChg>
      </pc:sldChg>
      <pc:sldChg chg="addSp modSp add">
        <pc:chgData name="KwonJoonho" userId="fa141e0c-4849-4deb-8f8c-65d25da6d8db" providerId="ADAL" clId="{5CD0BBDC-75C3-47FB-88B7-F5A6A6E6344D}" dt="2020-01-05T14:07:31.442" v="1646" actId="6549"/>
        <pc:sldMkLst>
          <pc:docMk/>
          <pc:sldMk cId="2363059900" sldId="454"/>
        </pc:sldMkLst>
        <pc:spChg chg="mod">
          <ac:chgData name="KwonJoonho" userId="fa141e0c-4849-4deb-8f8c-65d25da6d8db" providerId="ADAL" clId="{5CD0BBDC-75C3-47FB-88B7-F5A6A6E6344D}" dt="2020-01-05T14:07:31.442" v="1646" actId="6549"/>
          <ac:spMkLst>
            <pc:docMk/>
            <pc:sldMk cId="2363059900" sldId="454"/>
            <ac:spMk id="2" creationId="{342F2C62-250D-4B64-897F-8495D40EE283}"/>
          </ac:spMkLst>
        </pc:spChg>
        <pc:spChg chg="mod">
          <ac:chgData name="KwonJoonho" userId="fa141e0c-4849-4deb-8f8c-65d25da6d8db" providerId="ADAL" clId="{5CD0BBDC-75C3-47FB-88B7-F5A6A6E6344D}" dt="2020-01-05T13:39:17.733" v="719"/>
          <ac:spMkLst>
            <pc:docMk/>
            <pc:sldMk cId="2363059900" sldId="454"/>
            <ac:spMk id="3" creationId="{A9A522F1-74E7-45C3-9BAE-3D7670782258}"/>
          </ac:spMkLst>
        </pc:spChg>
        <pc:spChg chg="add mod">
          <ac:chgData name="KwonJoonho" userId="fa141e0c-4849-4deb-8f8c-65d25da6d8db" providerId="ADAL" clId="{5CD0BBDC-75C3-47FB-88B7-F5A6A6E6344D}" dt="2020-01-05T13:39:00.397" v="713" actId="1076"/>
          <ac:spMkLst>
            <pc:docMk/>
            <pc:sldMk cId="2363059900" sldId="454"/>
            <ac:spMk id="5" creationId="{C074B1DC-3B24-4A4C-8561-C5C34FAD9307}"/>
          </ac:spMkLst>
        </pc:spChg>
        <pc:spChg chg="add mod">
          <ac:chgData name="KwonJoonho" userId="fa141e0c-4849-4deb-8f8c-65d25da6d8db" providerId="ADAL" clId="{5CD0BBDC-75C3-47FB-88B7-F5A6A6E6344D}" dt="2020-01-05T13:54:54.212" v="815" actId="1076"/>
          <ac:spMkLst>
            <pc:docMk/>
            <pc:sldMk cId="2363059900" sldId="454"/>
            <ac:spMk id="6" creationId="{56708F5A-2193-4CE3-8FAC-1CA76F76570A}"/>
          </ac:spMkLst>
        </pc:spChg>
        <pc:spChg chg="add mod">
          <ac:chgData name="KwonJoonho" userId="fa141e0c-4849-4deb-8f8c-65d25da6d8db" providerId="ADAL" clId="{5CD0BBDC-75C3-47FB-88B7-F5A6A6E6344D}" dt="2020-01-05T13:55:03.166" v="817" actId="2711"/>
          <ac:spMkLst>
            <pc:docMk/>
            <pc:sldMk cId="2363059900" sldId="454"/>
            <ac:spMk id="7" creationId="{47A95E43-9761-4A26-8DB3-96AD009FD225}"/>
          </ac:spMkLst>
        </pc:spChg>
      </pc:sldChg>
      <pc:sldChg chg="addSp delSp modSp add modAnim">
        <pc:chgData name="KwonJoonho" userId="fa141e0c-4849-4deb-8f8c-65d25da6d8db" providerId="ADAL" clId="{5CD0BBDC-75C3-47FB-88B7-F5A6A6E6344D}" dt="2020-01-05T14:02:03.853" v="1520"/>
        <pc:sldMkLst>
          <pc:docMk/>
          <pc:sldMk cId="2403434854" sldId="455"/>
        </pc:sldMkLst>
        <pc:spChg chg="mod">
          <ac:chgData name="KwonJoonho" userId="fa141e0c-4849-4deb-8f8c-65d25da6d8db" providerId="ADAL" clId="{5CD0BBDC-75C3-47FB-88B7-F5A6A6E6344D}" dt="2020-01-05T14:01:28.295" v="1506" actId="16959"/>
          <ac:spMkLst>
            <pc:docMk/>
            <pc:sldMk cId="2403434854" sldId="455"/>
            <ac:spMk id="2" creationId="{9143F07C-9932-48CC-BD53-31F8B0C8E8E0}"/>
          </ac:spMkLst>
        </pc:spChg>
        <pc:spChg chg="mod">
          <ac:chgData name="KwonJoonho" userId="fa141e0c-4849-4deb-8f8c-65d25da6d8db" providerId="ADAL" clId="{5CD0BBDC-75C3-47FB-88B7-F5A6A6E6344D}" dt="2020-01-05T14:02:03.853" v="1520"/>
          <ac:spMkLst>
            <pc:docMk/>
            <pc:sldMk cId="2403434854" sldId="455"/>
            <ac:spMk id="3" creationId="{F24E9F8F-7BBA-4E6D-9E04-B5E748BA5615}"/>
          </ac:spMkLst>
        </pc:spChg>
        <pc:spChg chg="add del mod">
          <ac:chgData name="KwonJoonho" userId="fa141e0c-4849-4deb-8f8c-65d25da6d8db" providerId="ADAL" clId="{5CD0BBDC-75C3-47FB-88B7-F5A6A6E6344D}" dt="2020-01-05T13:55:18.525" v="820" actId="478"/>
          <ac:spMkLst>
            <pc:docMk/>
            <pc:sldMk cId="2403434854" sldId="455"/>
            <ac:spMk id="5" creationId="{B95C79C7-0F47-4358-B618-2C42F2B73DDB}"/>
          </ac:spMkLst>
        </pc:spChg>
        <pc:spChg chg="add mod">
          <ac:chgData name="KwonJoonho" userId="fa141e0c-4849-4deb-8f8c-65d25da6d8db" providerId="ADAL" clId="{5CD0BBDC-75C3-47FB-88B7-F5A6A6E6344D}" dt="2020-01-05T13:57:52.090" v="958" actId="207"/>
          <ac:spMkLst>
            <pc:docMk/>
            <pc:sldMk cId="2403434854" sldId="455"/>
            <ac:spMk id="6" creationId="{AD56A710-219E-47AF-8DD9-0A92558A4BBF}"/>
          </ac:spMkLst>
        </pc:spChg>
        <pc:spChg chg="add mod">
          <ac:chgData name="KwonJoonho" userId="fa141e0c-4849-4deb-8f8c-65d25da6d8db" providerId="ADAL" clId="{5CD0BBDC-75C3-47FB-88B7-F5A6A6E6344D}" dt="2020-01-05T13:57:34.017" v="952" actId="1076"/>
          <ac:spMkLst>
            <pc:docMk/>
            <pc:sldMk cId="2403434854" sldId="455"/>
            <ac:spMk id="7" creationId="{B02EFFCD-9611-4638-8994-CDFFC3AD2138}"/>
          </ac:spMkLst>
        </pc:spChg>
        <pc:spChg chg="add mod">
          <ac:chgData name="KwonJoonho" userId="fa141e0c-4849-4deb-8f8c-65d25da6d8db" providerId="ADAL" clId="{5CD0BBDC-75C3-47FB-88B7-F5A6A6E6344D}" dt="2020-01-05T13:59:16.033" v="1235" actId="1076"/>
          <ac:spMkLst>
            <pc:docMk/>
            <pc:sldMk cId="2403434854" sldId="455"/>
            <ac:spMk id="8" creationId="{297287E7-C58E-46BA-889E-48B75793A49A}"/>
          </ac:spMkLst>
        </pc:spChg>
      </pc:sldChg>
      <pc:sldChg chg="addSp modSp add">
        <pc:chgData name="KwonJoonho" userId="fa141e0c-4849-4deb-8f8c-65d25da6d8db" providerId="ADAL" clId="{5CD0BBDC-75C3-47FB-88B7-F5A6A6E6344D}" dt="2020-01-05T14:03:42.205" v="1571"/>
        <pc:sldMkLst>
          <pc:docMk/>
          <pc:sldMk cId="1195167767" sldId="456"/>
        </pc:sldMkLst>
        <pc:spChg chg="mod">
          <ac:chgData name="KwonJoonho" userId="fa141e0c-4849-4deb-8f8c-65d25da6d8db" providerId="ADAL" clId="{5CD0BBDC-75C3-47FB-88B7-F5A6A6E6344D}" dt="2020-01-05T14:03:07.805" v="1547" actId="6549"/>
          <ac:spMkLst>
            <pc:docMk/>
            <pc:sldMk cId="1195167767" sldId="456"/>
            <ac:spMk id="2" creationId="{295B5912-B05E-4779-BAF7-0417E5F68807}"/>
          </ac:spMkLst>
        </pc:spChg>
        <pc:spChg chg="mod">
          <ac:chgData name="KwonJoonho" userId="fa141e0c-4849-4deb-8f8c-65d25da6d8db" providerId="ADAL" clId="{5CD0BBDC-75C3-47FB-88B7-F5A6A6E6344D}" dt="2020-01-05T14:02:19.571" v="1543"/>
          <ac:spMkLst>
            <pc:docMk/>
            <pc:sldMk cId="1195167767" sldId="456"/>
            <ac:spMk id="3" creationId="{1DABF735-F568-47DC-90BB-D17BDCFE1FA3}"/>
          </ac:spMkLst>
        </pc:spChg>
        <pc:spChg chg="add mod">
          <ac:chgData name="KwonJoonho" userId="fa141e0c-4849-4deb-8f8c-65d25da6d8db" providerId="ADAL" clId="{5CD0BBDC-75C3-47FB-88B7-F5A6A6E6344D}" dt="2020-01-05T14:03:42.205" v="1571"/>
          <ac:spMkLst>
            <pc:docMk/>
            <pc:sldMk cId="1195167767" sldId="456"/>
            <ac:spMk id="5" creationId="{67730308-3A2F-4F69-B224-1F27F32AA944}"/>
          </ac:spMkLst>
        </pc:spChg>
      </pc:sldChg>
      <pc:sldChg chg="addSp delSp modSp add">
        <pc:chgData name="KwonJoonho" userId="fa141e0c-4849-4deb-8f8c-65d25da6d8db" providerId="ADAL" clId="{5CD0BBDC-75C3-47FB-88B7-F5A6A6E6344D}" dt="2020-01-05T14:04:38.260" v="1584" actId="1076"/>
        <pc:sldMkLst>
          <pc:docMk/>
          <pc:sldMk cId="387035177" sldId="457"/>
        </pc:sldMkLst>
        <pc:spChg chg="mod">
          <ac:chgData name="KwonJoonho" userId="fa141e0c-4849-4deb-8f8c-65d25da6d8db" providerId="ADAL" clId="{5CD0BBDC-75C3-47FB-88B7-F5A6A6E6344D}" dt="2020-01-05T14:04:24.569" v="1580"/>
          <ac:spMkLst>
            <pc:docMk/>
            <pc:sldMk cId="387035177" sldId="457"/>
            <ac:spMk id="2" creationId="{BC429779-92DC-4203-9791-296E549BF0C2}"/>
          </ac:spMkLst>
        </pc:spChg>
        <pc:spChg chg="mod">
          <ac:chgData name="KwonJoonho" userId="fa141e0c-4849-4deb-8f8c-65d25da6d8db" providerId="ADAL" clId="{5CD0BBDC-75C3-47FB-88B7-F5A6A6E6344D}" dt="2020-01-05T14:04:19.144" v="1573"/>
          <ac:spMkLst>
            <pc:docMk/>
            <pc:sldMk cId="387035177" sldId="457"/>
            <ac:spMk id="3" creationId="{A3A31BAF-FC08-4F49-B1AD-70489705E22A}"/>
          </ac:spMkLst>
        </pc:spChg>
        <pc:spChg chg="add del mod">
          <ac:chgData name="KwonJoonho" userId="fa141e0c-4849-4deb-8f8c-65d25da6d8db" providerId="ADAL" clId="{5CD0BBDC-75C3-47FB-88B7-F5A6A6E6344D}" dt="2020-01-05T14:04:38.260" v="1584" actId="1076"/>
          <ac:spMkLst>
            <pc:docMk/>
            <pc:sldMk cId="387035177" sldId="457"/>
            <ac:spMk id="5" creationId="{474E63C5-FE08-4206-A342-00B3F07D2557}"/>
          </ac:spMkLst>
        </pc:spChg>
      </pc:sldChg>
      <pc:sldChg chg="modSp add">
        <pc:chgData name="KwonJoonho" userId="fa141e0c-4849-4deb-8f8c-65d25da6d8db" providerId="ADAL" clId="{5CD0BBDC-75C3-47FB-88B7-F5A6A6E6344D}" dt="2020-01-05T14:24:57.546" v="3376" actId="1037"/>
        <pc:sldMkLst>
          <pc:docMk/>
          <pc:sldMk cId="502688067" sldId="458"/>
        </pc:sldMkLst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16" creationId="{46E49668-62FC-41D5-8C2D-E3A83BA284AD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17" creationId="{63573ECA-13F0-438F-99E8-547FF3DC9447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18" creationId="{AA49DE87-8E62-467D-8B34-8C2925E47F84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19" creationId="{3B6C4653-97F1-4B97-BE13-B4324CE6A0D3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1" creationId="{6D23C6D8-FD19-4596-AB06-982AA6472119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2" creationId="{E642CC4F-51D2-43E4-AE90-3B3F4917BC5C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3" creationId="{38FCC084-7DA0-45F3-B3DA-91E09D7C6D0C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4" creationId="{3FCFD0DD-0C81-4E79-BCFF-54B20F4E0D78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5" creationId="{373C9A3C-1220-4739-9082-7985AC774A07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6" creationId="{CFB7F6CF-E94F-4C52-B726-7A9248D93921}"/>
          </ac:spMkLst>
        </pc:spChg>
        <pc:spChg chg="mod">
          <ac:chgData name="KwonJoonho" userId="fa141e0c-4849-4deb-8f8c-65d25da6d8db" providerId="ADAL" clId="{5CD0BBDC-75C3-47FB-88B7-F5A6A6E6344D}" dt="2020-01-05T14:24:57.546" v="3376" actId="1037"/>
          <ac:spMkLst>
            <pc:docMk/>
            <pc:sldMk cId="502688067" sldId="458"/>
            <ac:spMk id="27" creationId="{8FAF38BE-BFE5-41C1-9DC3-51AEFA3672E6}"/>
          </ac:spMkLst>
        </pc:spChg>
      </pc:sldChg>
      <pc:sldChg chg="addSp delSp modSp add del">
        <pc:chgData name="KwonJoonho" userId="fa141e0c-4849-4deb-8f8c-65d25da6d8db" providerId="ADAL" clId="{5CD0BBDC-75C3-47FB-88B7-F5A6A6E6344D}" dt="2020-01-05T14:08:27.314" v="1663" actId="2696"/>
        <pc:sldMkLst>
          <pc:docMk/>
          <pc:sldMk cId="595611899" sldId="458"/>
        </pc:sldMkLst>
        <pc:spChg chg="del">
          <ac:chgData name="KwonJoonho" userId="fa141e0c-4849-4deb-8f8c-65d25da6d8db" providerId="ADAL" clId="{5CD0BBDC-75C3-47FB-88B7-F5A6A6E6344D}" dt="2020-01-05T14:05:45.457" v="1590"/>
          <ac:spMkLst>
            <pc:docMk/>
            <pc:sldMk cId="595611899" sldId="458"/>
            <ac:spMk id="2" creationId="{F546177F-104F-44C9-AFEA-05083B4DC7D2}"/>
          </ac:spMkLst>
        </pc:spChg>
        <pc:spChg chg="mod">
          <ac:chgData name="KwonJoonho" userId="fa141e0c-4849-4deb-8f8c-65d25da6d8db" providerId="ADAL" clId="{5CD0BBDC-75C3-47FB-88B7-F5A6A6E6344D}" dt="2020-01-05T14:05:15.238" v="1586"/>
          <ac:spMkLst>
            <pc:docMk/>
            <pc:sldMk cId="595611899" sldId="458"/>
            <ac:spMk id="3" creationId="{80CC6CCD-EBAD-497B-9EA9-315CB041CE8F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5" creationId="{40FEC957-6A8F-4743-B0C0-673E781F53AE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6" creationId="{118AFECD-BEFB-451F-A254-E6B666E5A846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7" creationId="{FDAC5FD8-AAEB-4606-90ED-E95FAC3EA06A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8" creationId="{F33E6C98-2D80-4A43-A6FE-52775DE1E1B6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9" creationId="{3C2A6901-3245-4A67-A5E3-A9FDBD64566C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0" creationId="{9EFD5808-CF3D-4C39-8F87-3461E5FAC207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1" creationId="{DD82B788-4D1D-4F88-8120-1C6CF66BD921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2" creationId="{E0BAB56E-4E5E-4F44-A6A0-5EF576C8778F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3" creationId="{6AF48B10-DE0B-45BB-A530-DE8C4D79DA30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4" creationId="{AE71FC60-5221-45CD-82A7-83B3876F20E9}"/>
          </ac:spMkLst>
        </pc:spChg>
        <pc:spChg chg="add del">
          <ac:chgData name="KwonJoonho" userId="fa141e0c-4849-4deb-8f8c-65d25da6d8db" providerId="ADAL" clId="{5CD0BBDC-75C3-47FB-88B7-F5A6A6E6344D}" dt="2020-01-05T14:05:24.112" v="1588"/>
          <ac:spMkLst>
            <pc:docMk/>
            <pc:sldMk cId="595611899" sldId="458"/>
            <ac:spMk id="15" creationId="{1A2CC604-B607-4524-BA9B-5F79C4C69FE9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16" creationId="{46E49668-62FC-41D5-8C2D-E3A83BA284AD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17" creationId="{63573ECA-13F0-438F-99E8-547FF3DC9447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18" creationId="{AA49DE87-8E62-467D-8B34-8C2925E47F84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19" creationId="{3B6C4653-97F1-4B97-BE13-B4324CE6A0D3}"/>
          </ac:spMkLst>
        </pc:spChg>
        <pc:spChg chg="add mod">
          <ac:chgData name="KwonJoonho" userId="fa141e0c-4849-4deb-8f8c-65d25da6d8db" providerId="ADAL" clId="{5CD0BBDC-75C3-47FB-88B7-F5A6A6E6344D}" dt="2020-01-05T14:06:11.782" v="1593" actId="113"/>
          <ac:spMkLst>
            <pc:docMk/>
            <pc:sldMk cId="595611899" sldId="458"/>
            <ac:spMk id="20" creationId="{0C8BDCA8-82FC-4B61-B061-D175D5CC5C09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1" creationId="{6D23C6D8-FD19-4596-AB06-982AA6472119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2" creationId="{E642CC4F-51D2-43E4-AE90-3B3F4917BC5C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3" creationId="{38FCC084-7DA0-45F3-B3DA-91E09D7C6D0C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4" creationId="{3FCFD0DD-0C81-4E79-BCFF-54B20F4E0D78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5" creationId="{373C9A3C-1220-4739-9082-7985AC774A07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6" creationId="{CFB7F6CF-E94F-4C52-B726-7A9248D93921}"/>
          </ac:spMkLst>
        </pc:spChg>
        <pc:spChg chg="add">
          <ac:chgData name="KwonJoonho" userId="fa141e0c-4849-4deb-8f8c-65d25da6d8db" providerId="ADAL" clId="{5CD0BBDC-75C3-47FB-88B7-F5A6A6E6344D}" dt="2020-01-05T14:05:34.113" v="1589"/>
          <ac:spMkLst>
            <pc:docMk/>
            <pc:sldMk cId="595611899" sldId="458"/>
            <ac:spMk id="27" creationId="{8FAF38BE-BFE5-41C1-9DC3-51AEFA3672E6}"/>
          </ac:spMkLst>
        </pc:spChg>
      </pc:sldChg>
      <pc:sldChg chg="modSp add del">
        <pc:chgData name="KwonJoonho" userId="fa141e0c-4849-4deb-8f8c-65d25da6d8db" providerId="ADAL" clId="{5CD0BBDC-75C3-47FB-88B7-F5A6A6E6344D}" dt="2020-01-05T14:07:36.880" v="1647" actId="47"/>
        <pc:sldMkLst>
          <pc:docMk/>
          <pc:sldMk cId="2469764193" sldId="459"/>
        </pc:sldMkLst>
        <pc:spChg chg="mod">
          <ac:chgData name="KwonJoonho" userId="fa141e0c-4849-4deb-8f8c-65d25da6d8db" providerId="ADAL" clId="{5CD0BBDC-75C3-47FB-88B7-F5A6A6E6344D}" dt="2020-01-05T14:07:19.947" v="1595"/>
          <ac:spMkLst>
            <pc:docMk/>
            <pc:sldMk cId="2469764193" sldId="459"/>
            <ac:spMk id="3" creationId="{CA95E792-A369-4243-AC74-067E5B734679}"/>
          </ac:spMkLst>
        </pc:spChg>
      </pc:sldChg>
      <pc:sldChg chg="modSp add">
        <pc:chgData name="KwonJoonho" userId="fa141e0c-4849-4deb-8f8c-65d25da6d8db" providerId="ADAL" clId="{5CD0BBDC-75C3-47FB-88B7-F5A6A6E6344D}" dt="2020-01-05T14:08:20.616" v="1662" actId="20577"/>
        <pc:sldMkLst>
          <pc:docMk/>
          <pc:sldMk cId="2828030684" sldId="459"/>
        </pc:sldMkLst>
        <pc:spChg chg="mod">
          <ac:chgData name="KwonJoonho" userId="fa141e0c-4849-4deb-8f8c-65d25da6d8db" providerId="ADAL" clId="{5CD0BBDC-75C3-47FB-88B7-F5A6A6E6344D}" dt="2020-01-05T14:08:20.616" v="1662" actId="20577"/>
          <ac:spMkLst>
            <pc:docMk/>
            <pc:sldMk cId="2828030684" sldId="459"/>
            <ac:spMk id="2" creationId="{5670EE29-0A8B-4C07-BE0D-CF99BB5313C5}"/>
          </ac:spMkLst>
        </pc:spChg>
        <pc:spChg chg="mod">
          <ac:chgData name="KwonJoonho" userId="fa141e0c-4849-4deb-8f8c-65d25da6d8db" providerId="ADAL" clId="{5CD0BBDC-75C3-47FB-88B7-F5A6A6E6344D}" dt="2020-01-05T14:07:59.726" v="1649"/>
          <ac:spMkLst>
            <pc:docMk/>
            <pc:sldMk cId="2828030684" sldId="459"/>
            <ac:spMk id="3" creationId="{1D8B482E-3092-4C07-80B7-BC77DF23AFDB}"/>
          </ac:spMkLst>
        </pc:spChg>
      </pc:sldChg>
      <pc:sldChg chg="addSp delSp modSp add del">
        <pc:chgData name="KwonJoonho" userId="fa141e0c-4849-4deb-8f8c-65d25da6d8db" providerId="ADAL" clId="{5CD0BBDC-75C3-47FB-88B7-F5A6A6E6344D}" dt="2020-01-05T14:59:37.990" v="4053" actId="47"/>
        <pc:sldMkLst>
          <pc:docMk/>
          <pc:sldMk cId="2029430346" sldId="460"/>
        </pc:sldMkLst>
        <pc:spChg chg="mod">
          <ac:chgData name="KwonJoonho" userId="fa141e0c-4849-4deb-8f8c-65d25da6d8db" providerId="ADAL" clId="{5CD0BBDC-75C3-47FB-88B7-F5A6A6E6344D}" dt="2020-01-05T14:16:56.196" v="2475"/>
          <ac:spMkLst>
            <pc:docMk/>
            <pc:sldMk cId="2029430346" sldId="460"/>
            <ac:spMk id="2" creationId="{372B2257-F98B-4481-99E2-1B3D82DE5AD9}"/>
          </ac:spMkLst>
        </pc:spChg>
        <pc:spChg chg="add mod">
          <ac:chgData name="KwonJoonho" userId="fa141e0c-4849-4deb-8f8c-65d25da6d8db" providerId="ADAL" clId="{5CD0BBDC-75C3-47FB-88B7-F5A6A6E6344D}" dt="2020-01-05T14:49:24.863" v="3497"/>
          <ac:spMkLst>
            <pc:docMk/>
            <pc:sldMk cId="2029430346" sldId="460"/>
            <ac:spMk id="4" creationId="{3A3BC063-47F2-4652-9D07-E663D00D238F}"/>
          </ac:spMkLst>
        </pc:spChg>
        <pc:spChg chg="add del mod">
          <ac:chgData name="KwonJoonho" userId="fa141e0c-4849-4deb-8f8c-65d25da6d8db" providerId="ADAL" clId="{5CD0BBDC-75C3-47FB-88B7-F5A6A6E6344D}" dt="2020-01-05T14:15:54.358" v="2440"/>
          <ac:spMkLst>
            <pc:docMk/>
            <pc:sldMk cId="2029430346" sldId="460"/>
            <ac:spMk id="5" creationId="{42C6DD56-EB26-430C-9A8C-C89398FD8397}"/>
          </ac:spMkLst>
        </pc:spChg>
        <pc:spChg chg="add mod">
          <ac:chgData name="KwonJoonho" userId="fa141e0c-4849-4deb-8f8c-65d25da6d8db" providerId="ADAL" clId="{5CD0BBDC-75C3-47FB-88B7-F5A6A6E6344D}" dt="2020-01-05T14:46:50.297" v="3412" actId="1076"/>
          <ac:spMkLst>
            <pc:docMk/>
            <pc:sldMk cId="2029430346" sldId="460"/>
            <ac:spMk id="6" creationId="{80D91AA6-D282-4D72-A005-8D812F2F26F6}"/>
          </ac:spMkLst>
        </pc:spChg>
        <pc:spChg chg="add mod">
          <ac:chgData name="KwonJoonho" userId="fa141e0c-4849-4deb-8f8c-65d25da6d8db" providerId="ADAL" clId="{5CD0BBDC-75C3-47FB-88B7-F5A6A6E6344D}" dt="2020-01-05T14:49:34.517" v="3500" actId="1076"/>
          <ac:spMkLst>
            <pc:docMk/>
            <pc:sldMk cId="2029430346" sldId="460"/>
            <ac:spMk id="7" creationId="{B62E054F-7320-4805-9704-D6E20ED7D524}"/>
          </ac:spMkLst>
        </pc:spChg>
        <pc:spChg chg="add del">
          <ac:chgData name="KwonJoonho" userId="fa141e0c-4849-4deb-8f8c-65d25da6d8db" providerId="ADAL" clId="{5CD0BBDC-75C3-47FB-88B7-F5A6A6E6344D}" dt="2020-01-05T14:47:52.149" v="3417"/>
          <ac:spMkLst>
            <pc:docMk/>
            <pc:sldMk cId="2029430346" sldId="460"/>
            <ac:spMk id="8" creationId="{32FF512B-D218-4BFF-9952-CB73C547E834}"/>
          </ac:spMkLst>
        </pc:spChg>
      </pc:sldChg>
      <pc:sldChg chg="addSp delSp modSp add">
        <pc:chgData name="KwonJoonho" userId="fa141e0c-4849-4deb-8f8c-65d25da6d8db" providerId="ADAL" clId="{5CD0BBDC-75C3-47FB-88B7-F5A6A6E6344D}" dt="2020-01-05T14:16:05.735" v="2447"/>
        <pc:sldMkLst>
          <pc:docMk/>
          <pc:sldMk cId="3367498920" sldId="461"/>
        </pc:sldMkLst>
        <pc:spChg chg="del">
          <ac:chgData name="KwonJoonho" userId="fa141e0c-4849-4deb-8f8c-65d25da6d8db" providerId="ADAL" clId="{5CD0BBDC-75C3-47FB-88B7-F5A6A6E6344D}" dt="2020-01-05T14:09:14.211" v="1667"/>
          <ac:spMkLst>
            <pc:docMk/>
            <pc:sldMk cId="3367498920" sldId="461"/>
            <ac:spMk id="2" creationId="{BFD9A1A6-7B7F-48D2-BC2E-451301C7BF55}"/>
          </ac:spMkLst>
        </pc:spChg>
        <pc:spChg chg="add mod">
          <ac:chgData name="KwonJoonho" userId="fa141e0c-4849-4deb-8f8c-65d25da6d8db" providerId="ADAL" clId="{5CD0BBDC-75C3-47FB-88B7-F5A6A6E6344D}" dt="2020-01-05T14:16:05.735" v="2447"/>
          <ac:spMkLst>
            <pc:docMk/>
            <pc:sldMk cId="3367498920" sldId="461"/>
            <ac:spMk id="4" creationId="{F58AEC87-DEB3-47D1-848A-14A5A24184BA}"/>
          </ac:spMkLst>
        </pc:spChg>
        <pc:spChg chg="add mod">
          <ac:chgData name="KwonJoonho" userId="fa141e0c-4849-4deb-8f8c-65d25da6d8db" providerId="ADAL" clId="{5CD0BBDC-75C3-47FB-88B7-F5A6A6E6344D}" dt="2020-01-05T14:15:47.630" v="2438" actId="20577"/>
          <ac:spMkLst>
            <pc:docMk/>
            <pc:sldMk cId="3367498920" sldId="461"/>
            <ac:spMk id="5" creationId="{10AF9222-14DD-48DA-B46F-865CF9B62CA5}"/>
          </ac:spMkLst>
        </pc:spChg>
        <pc:spChg chg="add mod">
          <ac:chgData name="KwonJoonho" userId="fa141e0c-4849-4deb-8f8c-65d25da6d8db" providerId="ADAL" clId="{5CD0BBDC-75C3-47FB-88B7-F5A6A6E6344D}" dt="2020-01-05T14:15:49.488" v="2439" actId="1076"/>
          <ac:spMkLst>
            <pc:docMk/>
            <pc:sldMk cId="3367498920" sldId="461"/>
            <ac:spMk id="6" creationId="{F09F217F-926E-4679-B79F-68BC71B749A8}"/>
          </ac:spMkLst>
        </pc:spChg>
        <pc:spChg chg="add del mod">
          <ac:chgData name="KwonJoonho" userId="fa141e0c-4849-4deb-8f8c-65d25da6d8db" providerId="ADAL" clId="{5CD0BBDC-75C3-47FB-88B7-F5A6A6E6344D}" dt="2020-01-05T14:13:00.806" v="2109"/>
          <ac:spMkLst>
            <pc:docMk/>
            <pc:sldMk cId="3367498920" sldId="461"/>
            <ac:spMk id="7" creationId="{FFDADC14-0D62-4B95-8025-E6E6F7E6D0D6}"/>
          </ac:spMkLst>
        </pc:spChg>
        <pc:spChg chg="add mod">
          <ac:chgData name="KwonJoonho" userId="fa141e0c-4849-4deb-8f8c-65d25da6d8db" providerId="ADAL" clId="{5CD0BBDC-75C3-47FB-88B7-F5A6A6E6344D}" dt="2020-01-05T14:15:58.118" v="2442" actId="1076"/>
          <ac:spMkLst>
            <pc:docMk/>
            <pc:sldMk cId="3367498920" sldId="461"/>
            <ac:spMk id="8" creationId="{D372095D-09C9-4ABF-A5EB-0B6E4F7DCA91}"/>
          </ac:spMkLst>
        </pc:spChg>
      </pc:sldChg>
      <pc:sldChg chg="addSp modSp add">
        <pc:chgData name="KwonJoonho" userId="fa141e0c-4849-4deb-8f8c-65d25da6d8db" providerId="ADAL" clId="{5CD0BBDC-75C3-47FB-88B7-F5A6A6E6344D}" dt="2020-01-05T14:50:14.569" v="3509" actId="1076"/>
        <pc:sldMkLst>
          <pc:docMk/>
          <pc:sldMk cId="2235578382" sldId="462"/>
        </pc:sldMkLst>
        <pc:spChg chg="mod">
          <ac:chgData name="KwonJoonho" userId="fa141e0c-4849-4deb-8f8c-65d25da6d8db" providerId="ADAL" clId="{5CD0BBDC-75C3-47FB-88B7-F5A6A6E6344D}" dt="2020-01-05T14:49:42.442" v="3501"/>
          <ac:spMkLst>
            <pc:docMk/>
            <pc:sldMk cId="2235578382" sldId="462"/>
            <ac:spMk id="2" creationId="{29920405-F25B-4F3D-931F-E42D4E5271A1}"/>
          </ac:spMkLst>
        </pc:spChg>
        <pc:spChg chg="mod">
          <ac:chgData name="KwonJoonho" userId="fa141e0c-4849-4deb-8f8c-65d25da6d8db" providerId="ADAL" clId="{5CD0BBDC-75C3-47FB-88B7-F5A6A6E6344D}" dt="2020-01-05T14:17:03.278" v="2481"/>
          <ac:spMkLst>
            <pc:docMk/>
            <pc:sldMk cId="2235578382" sldId="462"/>
            <ac:spMk id="3" creationId="{3D07ACAF-FACA-4A52-B387-851D0E558E68}"/>
          </ac:spMkLst>
        </pc:spChg>
        <pc:spChg chg="add mod">
          <ac:chgData name="KwonJoonho" userId="fa141e0c-4849-4deb-8f8c-65d25da6d8db" providerId="ADAL" clId="{5CD0BBDC-75C3-47FB-88B7-F5A6A6E6344D}" dt="2020-01-05T14:50:14.569" v="3509" actId="1076"/>
          <ac:spMkLst>
            <pc:docMk/>
            <pc:sldMk cId="2235578382" sldId="462"/>
            <ac:spMk id="5" creationId="{71E0709C-A3F9-42FC-B81C-F3D1884170D6}"/>
          </ac:spMkLst>
        </pc:spChg>
      </pc:sldChg>
      <pc:sldChg chg="modSp add del">
        <pc:chgData name="KwonJoonho" userId="fa141e0c-4849-4deb-8f8c-65d25da6d8db" providerId="ADAL" clId="{5CD0BBDC-75C3-47FB-88B7-F5A6A6E6344D}" dt="2020-01-05T15:13:53.451" v="4793" actId="47"/>
        <pc:sldMkLst>
          <pc:docMk/>
          <pc:sldMk cId="411463677" sldId="463"/>
        </pc:sldMkLst>
        <pc:spChg chg="mod">
          <ac:chgData name="KwonJoonho" userId="fa141e0c-4849-4deb-8f8c-65d25da6d8db" providerId="ADAL" clId="{5CD0BBDC-75C3-47FB-88B7-F5A6A6E6344D}" dt="2020-01-05T14:17:37.174" v="2539"/>
          <ac:spMkLst>
            <pc:docMk/>
            <pc:sldMk cId="411463677" sldId="463"/>
            <ac:spMk id="3" creationId="{AC1FD0DD-149D-4F3A-A9E2-EAB8F7DE75EA}"/>
          </ac:spMkLst>
        </pc:spChg>
      </pc:sldChg>
      <pc:sldChg chg="addSp delSp modSp add">
        <pc:chgData name="KwonJoonho" userId="fa141e0c-4849-4deb-8f8c-65d25da6d8db" providerId="ADAL" clId="{5CD0BBDC-75C3-47FB-88B7-F5A6A6E6344D}" dt="2020-01-05T15:27:54.635" v="5504" actId="20577"/>
        <pc:sldMkLst>
          <pc:docMk/>
          <pc:sldMk cId="680443177" sldId="464"/>
        </pc:sldMkLst>
        <pc:spChg chg="mod">
          <ac:chgData name="KwonJoonho" userId="fa141e0c-4849-4deb-8f8c-65d25da6d8db" providerId="ADAL" clId="{5CD0BBDC-75C3-47FB-88B7-F5A6A6E6344D}" dt="2020-01-05T15:27:54.635" v="5504" actId="20577"/>
          <ac:spMkLst>
            <pc:docMk/>
            <pc:sldMk cId="680443177" sldId="464"/>
            <ac:spMk id="2" creationId="{568C68D7-56E4-474F-B9A8-A244F033929F}"/>
          </ac:spMkLst>
        </pc:spChg>
        <pc:spChg chg="mod">
          <ac:chgData name="KwonJoonho" userId="fa141e0c-4849-4deb-8f8c-65d25da6d8db" providerId="ADAL" clId="{5CD0BBDC-75C3-47FB-88B7-F5A6A6E6344D}" dt="2020-01-05T14:22:11.789" v="3156"/>
          <ac:spMkLst>
            <pc:docMk/>
            <pc:sldMk cId="680443177" sldId="464"/>
            <ac:spMk id="3" creationId="{E02AC88D-AB94-460C-9873-42C60942DBCA}"/>
          </ac:spMkLst>
        </pc:spChg>
        <pc:spChg chg="add del">
          <ac:chgData name="KwonJoonho" userId="fa141e0c-4849-4deb-8f8c-65d25da6d8db" providerId="ADAL" clId="{5CD0BBDC-75C3-47FB-88B7-F5A6A6E6344D}" dt="2020-01-05T15:22:11.044" v="4980"/>
          <ac:spMkLst>
            <pc:docMk/>
            <pc:sldMk cId="680443177" sldId="464"/>
            <ac:spMk id="5" creationId="{F997F4BB-072C-4AC2-AE3C-9BF32E975D66}"/>
          </ac:spMkLst>
        </pc:spChg>
      </pc:sldChg>
      <pc:sldChg chg="add">
        <pc:chgData name="KwonJoonho" userId="fa141e0c-4849-4deb-8f8c-65d25da6d8db" providerId="ADAL" clId="{5CD0BBDC-75C3-47FB-88B7-F5A6A6E6344D}" dt="2020-01-05T14:58:56.794" v="4040"/>
        <pc:sldMkLst>
          <pc:docMk/>
          <pc:sldMk cId="448470506" sldId="465"/>
        </pc:sldMkLst>
      </pc:sldChg>
      <pc:sldChg chg="modSp add del ord">
        <pc:chgData name="KwonJoonho" userId="fa141e0c-4849-4deb-8f8c-65d25da6d8db" providerId="ADAL" clId="{5CD0BBDC-75C3-47FB-88B7-F5A6A6E6344D}" dt="2020-01-05T14:58:54.895" v="4039" actId="2696"/>
        <pc:sldMkLst>
          <pc:docMk/>
          <pc:sldMk cId="3194534022" sldId="465"/>
        </pc:sldMkLst>
        <pc:spChg chg="mod">
          <ac:chgData name="KwonJoonho" userId="fa141e0c-4849-4deb-8f8c-65d25da6d8db" providerId="ADAL" clId="{5CD0BBDC-75C3-47FB-88B7-F5A6A6E6344D}" dt="2020-01-05T14:20:51.317" v="3147"/>
          <ac:spMkLst>
            <pc:docMk/>
            <pc:sldMk cId="3194534022" sldId="465"/>
            <ac:spMk id="2" creationId="{1E2D15EB-A003-4AD2-A701-0A2DF130FD1E}"/>
          </ac:spMkLst>
        </pc:spChg>
        <pc:spChg chg="mod">
          <ac:chgData name="KwonJoonho" userId="fa141e0c-4849-4deb-8f8c-65d25da6d8db" providerId="ADAL" clId="{5CD0BBDC-75C3-47FB-88B7-F5A6A6E6344D}" dt="2020-01-05T14:18:48.669" v="2582"/>
          <ac:spMkLst>
            <pc:docMk/>
            <pc:sldMk cId="3194534022" sldId="465"/>
            <ac:spMk id="3" creationId="{8D835460-36E4-46FF-80DC-0D216E59985A}"/>
          </ac:spMkLst>
        </pc:spChg>
      </pc:sldChg>
      <pc:sldChg chg="modSp add del">
        <pc:chgData name="KwonJoonho" userId="fa141e0c-4849-4deb-8f8c-65d25da6d8db" providerId="ADAL" clId="{5CD0BBDC-75C3-47FB-88B7-F5A6A6E6344D}" dt="2020-01-05T15:34:45.062" v="5675" actId="47"/>
        <pc:sldMkLst>
          <pc:docMk/>
          <pc:sldMk cId="4244566506" sldId="466"/>
        </pc:sldMkLst>
        <pc:spChg chg="mod">
          <ac:chgData name="KwonJoonho" userId="fa141e0c-4849-4deb-8f8c-65d25da6d8db" providerId="ADAL" clId="{5CD0BBDC-75C3-47FB-88B7-F5A6A6E6344D}" dt="2020-01-05T14:22:26.318" v="3198"/>
          <ac:spMkLst>
            <pc:docMk/>
            <pc:sldMk cId="4244566506" sldId="466"/>
            <ac:spMk id="3" creationId="{7790DCA4-D7FE-450B-BA58-48523A3E140B}"/>
          </ac:spMkLst>
        </pc:spChg>
      </pc:sldChg>
      <pc:sldChg chg="addSp modSp add">
        <pc:chgData name="KwonJoonho" userId="fa141e0c-4849-4deb-8f8c-65d25da6d8db" providerId="ADAL" clId="{5CD0BBDC-75C3-47FB-88B7-F5A6A6E6344D}" dt="2020-01-05T15:52:43.244" v="5706" actId="1076"/>
        <pc:sldMkLst>
          <pc:docMk/>
          <pc:sldMk cId="583115986" sldId="467"/>
        </pc:sldMkLst>
        <pc:spChg chg="mod">
          <ac:chgData name="KwonJoonho" userId="fa141e0c-4849-4deb-8f8c-65d25da6d8db" providerId="ADAL" clId="{5CD0BBDC-75C3-47FB-88B7-F5A6A6E6344D}" dt="2020-01-05T15:52:04.741" v="5696" actId="404"/>
          <ac:spMkLst>
            <pc:docMk/>
            <pc:sldMk cId="583115986" sldId="467"/>
            <ac:spMk id="2" creationId="{85B9B67A-3773-4158-9835-28AE88CD52A7}"/>
          </ac:spMkLst>
        </pc:spChg>
        <pc:spChg chg="mod">
          <ac:chgData name="KwonJoonho" userId="fa141e0c-4849-4deb-8f8c-65d25da6d8db" providerId="ADAL" clId="{5CD0BBDC-75C3-47FB-88B7-F5A6A6E6344D}" dt="2020-01-05T15:34:49.996" v="5687" actId="20577"/>
          <ac:spMkLst>
            <pc:docMk/>
            <pc:sldMk cId="583115986" sldId="467"/>
            <ac:spMk id="3" creationId="{B9007317-D44B-477E-8684-E73686A52254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6" creationId="{47B2D3CA-78E9-4BF4-8E28-DF4087FD66EF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7" creationId="{66FD3E74-1934-43FA-A2AD-177E90D1A1F9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8" creationId="{1E08D5DE-7AC7-4CAA-AB86-ECB08E6A363D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9" creationId="{6AA4312D-9A92-4450-AF4C-0E80869F219C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0" creationId="{2B635CB3-5C9C-4B10-BA09-3498D56C2A08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1" creationId="{D8732690-F846-4888-8E52-7D803F96884A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2" creationId="{DD089124-B4BC-43BE-87B6-76559F09735A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3" creationId="{8F680D09-1988-4332-9187-D256D6BD5CA7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4" creationId="{A2A33D90-BB4C-4F64-BCA3-5D93104FE9D6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5" creationId="{F4085F0C-641F-4780-8100-E089F5E316B3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6" creationId="{1DE5606F-7138-4CE4-920F-58669C2651D9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7" creationId="{D8457EEB-6213-4BDD-A0D2-57773E0AC262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8" creationId="{9804D0C5-609A-4C3F-AF29-5542FB2D6BE7}"/>
          </ac:spMkLst>
        </pc:spChg>
        <pc:spChg chg="mod">
          <ac:chgData name="KwonJoonho" userId="fa141e0c-4849-4deb-8f8c-65d25da6d8db" providerId="ADAL" clId="{5CD0BBDC-75C3-47FB-88B7-F5A6A6E6344D}" dt="2020-01-05T15:52:39.643" v="5705" actId="113"/>
          <ac:spMkLst>
            <pc:docMk/>
            <pc:sldMk cId="583115986" sldId="467"/>
            <ac:spMk id="19" creationId="{B6DA90A4-2430-4527-B8DC-DDBF50BB796E}"/>
          </ac:spMkLst>
        </pc:spChg>
        <pc:grpChg chg="add mod">
          <ac:chgData name="KwonJoonho" userId="fa141e0c-4849-4deb-8f8c-65d25da6d8db" providerId="ADAL" clId="{5CD0BBDC-75C3-47FB-88B7-F5A6A6E6344D}" dt="2020-01-05T15:52:43.244" v="5706" actId="1076"/>
          <ac:grpSpMkLst>
            <pc:docMk/>
            <pc:sldMk cId="583115986" sldId="467"/>
            <ac:grpSpMk id="5" creationId="{0D2572E4-E922-4F19-958E-3FF7D69FF72C}"/>
          </ac:grpSpMkLst>
        </pc:grpChg>
      </pc:sldChg>
      <pc:sldChg chg="modSp add del">
        <pc:chgData name="KwonJoonho" userId="fa141e0c-4849-4deb-8f8c-65d25da6d8db" providerId="ADAL" clId="{5CD0BBDC-75C3-47FB-88B7-F5A6A6E6344D}" dt="2020-01-05T15:54:32.489" v="5731" actId="47"/>
        <pc:sldMkLst>
          <pc:docMk/>
          <pc:sldMk cId="3569399049" sldId="468"/>
        </pc:sldMkLst>
        <pc:spChg chg="mod">
          <ac:chgData name="KwonJoonho" userId="fa141e0c-4849-4deb-8f8c-65d25da6d8db" providerId="ADAL" clId="{5CD0BBDC-75C3-47FB-88B7-F5A6A6E6344D}" dt="2020-01-05T14:23:38.886" v="3298"/>
          <ac:spMkLst>
            <pc:docMk/>
            <pc:sldMk cId="3569399049" sldId="468"/>
            <ac:spMk id="3" creationId="{8FD5CE59-DA3B-4446-A7E3-4C78AC5EBA9D}"/>
          </ac:spMkLst>
        </pc:spChg>
      </pc:sldChg>
      <pc:sldChg chg="modSp add">
        <pc:chgData name="KwonJoonho" userId="fa141e0c-4849-4deb-8f8c-65d25da6d8db" providerId="ADAL" clId="{5CD0BBDC-75C3-47FB-88B7-F5A6A6E6344D}" dt="2020-01-05T15:20:17.595" v="4968" actId="20577"/>
        <pc:sldMkLst>
          <pc:docMk/>
          <pc:sldMk cId="1571304351" sldId="469"/>
        </pc:sldMkLst>
        <pc:spChg chg="mod">
          <ac:chgData name="KwonJoonho" userId="fa141e0c-4849-4deb-8f8c-65d25da6d8db" providerId="ADAL" clId="{5CD0BBDC-75C3-47FB-88B7-F5A6A6E6344D}" dt="2020-01-05T15:20:17.595" v="4968" actId="20577"/>
          <ac:spMkLst>
            <pc:docMk/>
            <pc:sldMk cId="1571304351" sldId="469"/>
            <ac:spMk id="2" creationId="{7DC098C0-5C74-44C8-A71F-A29E096ACDD3}"/>
          </ac:spMkLst>
        </pc:spChg>
      </pc:sldChg>
      <pc:sldChg chg="modSp add del">
        <pc:chgData name="KwonJoonho" userId="fa141e0c-4849-4deb-8f8c-65d25da6d8db" providerId="ADAL" clId="{5CD0BBDC-75C3-47FB-88B7-F5A6A6E6344D}" dt="2020-01-05T15:16:20.393" v="4805" actId="2696"/>
        <pc:sldMkLst>
          <pc:docMk/>
          <pc:sldMk cId="2372900670" sldId="469"/>
        </pc:sldMkLst>
        <pc:spChg chg="mod">
          <ac:chgData name="KwonJoonho" userId="fa141e0c-4849-4deb-8f8c-65d25da6d8db" providerId="ADAL" clId="{5CD0BBDC-75C3-47FB-88B7-F5A6A6E6344D}" dt="2020-01-05T14:23:53.926" v="3336"/>
          <ac:spMkLst>
            <pc:docMk/>
            <pc:sldMk cId="2372900670" sldId="469"/>
            <ac:spMk id="3" creationId="{BCEC96EC-3A2F-4AC5-817C-81495245FCC6}"/>
          </ac:spMkLst>
        </pc:spChg>
      </pc:sldChg>
      <pc:sldChg chg="addSp modSp add">
        <pc:chgData name="KwonJoonho" userId="fa141e0c-4849-4deb-8f8c-65d25da6d8db" providerId="ADAL" clId="{5CD0BBDC-75C3-47FB-88B7-F5A6A6E6344D}" dt="2020-01-05T15:55:32.667" v="5746"/>
        <pc:sldMkLst>
          <pc:docMk/>
          <pc:sldMk cId="1684390950" sldId="470"/>
        </pc:sldMkLst>
        <pc:spChg chg="mod">
          <ac:chgData name="KwonJoonho" userId="fa141e0c-4849-4deb-8f8c-65d25da6d8db" providerId="ADAL" clId="{5CD0BBDC-75C3-47FB-88B7-F5A6A6E6344D}" dt="2020-01-05T15:55:32.667" v="5746"/>
          <ac:spMkLst>
            <pc:docMk/>
            <pc:sldMk cId="1684390950" sldId="470"/>
            <ac:spMk id="2" creationId="{965BD9F3-6972-4D8E-8394-52D54689298C}"/>
          </ac:spMkLst>
        </pc:spChg>
        <pc:spChg chg="mod">
          <ac:chgData name="KwonJoonho" userId="fa141e0c-4849-4deb-8f8c-65d25da6d8db" providerId="ADAL" clId="{5CD0BBDC-75C3-47FB-88B7-F5A6A6E6344D}" dt="2020-01-05T15:54:44.835" v="5743" actId="20577"/>
          <ac:spMkLst>
            <pc:docMk/>
            <pc:sldMk cId="1684390950" sldId="470"/>
            <ac:spMk id="3" creationId="{0562AF3C-7E11-4BCA-8231-1393F0669B6C}"/>
          </ac:spMkLst>
        </pc:spChg>
        <pc:picChg chg="add mod">
          <ac:chgData name="KwonJoonho" userId="fa141e0c-4849-4deb-8f8c-65d25da6d8db" providerId="ADAL" clId="{5CD0BBDC-75C3-47FB-88B7-F5A6A6E6344D}" dt="2020-01-05T15:55:29.367" v="5745" actId="1076"/>
          <ac:picMkLst>
            <pc:docMk/>
            <pc:sldMk cId="1684390950" sldId="470"/>
            <ac:picMk id="5" creationId="{34B81FED-3F62-49A2-A58A-D816D2E6CEA2}"/>
          </ac:picMkLst>
        </pc:picChg>
      </pc:sldChg>
      <pc:sldChg chg="addSp modSp add del ord">
        <pc:chgData name="KwonJoonho" userId="fa141e0c-4849-4deb-8f8c-65d25da6d8db" providerId="ADAL" clId="{5CD0BBDC-75C3-47FB-88B7-F5A6A6E6344D}" dt="2020-01-05T14:59:09.039" v="4041" actId="47"/>
        <pc:sldMkLst>
          <pc:docMk/>
          <pc:sldMk cId="2874070651" sldId="471"/>
        </pc:sldMkLst>
        <pc:spChg chg="mod">
          <ac:chgData name="KwonJoonho" userId="fa141e0c-4849-4deb-8f8c-65d25da6d8db" providerId="ADAL" clId="{5CD0BBDC-75C3-47FB-88B7-F5A6A6E6344D}" dt="2020-01-05T14:53:43.093" v="3546" actId="20577"/>
          <ac:spMkLst>
            <pc:docMk/>
            <pc:sldMk cId="2874070651" sldId="471"/>
            <ac:spMk id="2" creationId="{6D6E5065-5AA8-4B79-AD1A-497891AFA882}"/>
          </ac:spMkLst>
        </pc:spChg>
        <pc:spChg chg="mod">
          <ac:chgData name="KwonJoonho" userId="fa141e0c-4849-4deb-8f8c-65d25da6d8db" providerId="ADAL" clId="{5CD0BBDC-75C3-47FB-88B7-F5A6A6E6344D}" dt="2020-01-05T14:53:05.152" v="3538"/>
          <ac:spMkLst>
            <pc:docMk/>
            <pc:sldMk cId="2874070651" sldId="471"/>
            <ac:spMk id="3" creationId="{D1D9D623-BC72-41D9-B7B7-E31D3B740D0B}"/>
          </ac:spMkLst>
        </pc:spChg>
        <pc:spChg chg="add mod">
          <ac:chgData name="KwonJoonho" userId="fa141e0c-4849-4deb-8f8c-65d25da6d8db" providerId="ADAL" clId="{5CD0BBDC-75C3-47FB-88B7-F5A6A6E6344D}" dt="2020-01-05T14:53:45.867" v="3547" actId="1076"/>
          <ac:spMkLst>
            <pc:docMk/>
            <pc:sldMk cId="2874070651" sldId="471"/>
            <ac:spMk id="5" creationId="{33944B81-1B73-47D1-9121-B4999F8A38FC}"/>
          </ac:spMkLst>
        </pc:spChg>
        <pc:spChg chg="add mod">
          <ac:chgData name="KwonJoonho" userId="fa141e0c-4849-4deb-8f8c-65d25da6d8db" providerId="ADAL" clId="{5CD0BBDC-75C3-47FB-88B7-F5A6A6E6344D}" dt="2020-01-05T14:53:48.305" v="3548" actId="1076"/>
          <ac:spMkLst>
            <pc:docMk/>
            <pc:sldMk cId="2874070651" sldId="471"/>
            <ac:spMk id="6" creationId="{D0B47E0B-F23C-4640-AD99-CB11FFC19F44}"/>
          </ac:spMkLst>
        </pc:spChg>
      </pc:sldChg>
      <pc:sldChg chg="addSp delSp modSp add">
        <pc:chgData name="KwonJoonho" userId="fa141e0c-4849-4deb-8f8c-65d25da6d8db" providerId="ADAL" clId="{5CD0BBDC-75C3-47FB-88B7-F5A6A6E6344D}" dt="2020-01-05T15:07:45.787" v="4655" actId="6549"/>
        <pc:sldMkLst>
          <pc:docMk/>
          <pc:sldMk cId="4294081156" sldId="472"/>
        </pc:sldMkLst>
        <pc:spChg chg="mod">
          <ac:chgData name="KwonJoonho" userId="fa141e0c-4849-4deb-8f8c-65d25da6d8db" providerId="ADAL" clId="{5CD0BBDC-75C3-47FB-88B7-F5A6A6E6344D}" dt="2020-01-05T15:07:45.787" v="4655" actId="6549"/>
          <ac:spMkLst>
            <pc:docMk/>
            <pc:sldMk cId="4294081156" sldId="472"/>
            <ac:spMk id="2" creationId="{D0FCF5A0-01BA-4C04-A25B-C5EA1248F636}"/>
          </ac:spMkLst>
        </pc:spChg>
        <pc:spChg chg="mod">
          <ac:chgData name="KwonJoonho" userId="fa141e0c-4849-4deb-8f8c-65d25da6d8db" providerId="ADAL" clId="{5CD0BBDC-75C3-47FB-88B7-F5A6A6E6344D}" dt="2020-01-05T14:59:21.147" v="4052"/>
          <ac:spMkLst>
            <pc:docMk/>
            <pc:sldMk cId="4294081156" sldId="472"/>
            <ac:spMk id="3" creationId="{CF2EECC3-53B0-450E-A8E7-76486F2B9432}"/>
          </ac:spMkLst>
        </pc:spChg>
        <pc:spChg chg="add del">
          <ac:chgData name="KwonJoonho" userId="fa141e0c-4849-4deb-8f8c-65d25da6d8db" providerId="ADAL" clId="{5CD0BBDC-75C3-47FB-88B7-F5A6A6E6344D}" dt="2020-01-05T15:07:00.952" v="4594"/>
          <ac:spMkLst>
            <pc:docMk/>
            <pc:sldMk cId="4294081156" sldId="472"/>
            <ac:spMk id="5" creationId="{9EA8F328-C274-4C3E-B537-D23B0C259E83}"/>
          </ac:spMkLst>
        </pc:spChg>
      </pc:sldChg>
      <pc:sldChg chg="modSp add">
        <pc:chgData name="KwonJoonho" userId="fa141e0c-4849-4deb-8f8c-65d25da6d8db" providerId="ADAL" clId="{5CD0BBDC-75C3-47FB-88B7-F5A6A6E6344D}" dt="2020-01-05T14:58:45.994" v="4038"/>
        <pc:sldMkLst>
          <pc:docMk/>
          <pc:sldMk cId="2518534934" sldId="473"/>
        </pc:sldMkLst>
        <pc:spChg chg="mod">
          <ac:chgData name="KwonJoonho" userId="fa141e0c-4849-4deb-8f8c-65d25da6d8db" providerId="ADAL" clId="{5CD0BBDC-75C3-47FB-88B7-F5A6A6E6344D}" dt="2020-01-05T14:58:45.994" v="4038"/>
          <ac:spMkLst>
            <pc:docMk/>
            <pc:sldMk cId="2518534934" sldId="473"/>
            <ac:spMk id="2" creationId="{372B2257-F98B-4481-99E2-1B3D82DE5AD9}"/>
          </ac:spMkLst>
        </pc:spChg>
      </pc:sldChg>
      <pc:sldChg chg="addSp delSp modSp add modAnim">
        <pc:chgData name="KwonJoonho" userId="fa141e0c-4849-4deb-8f8c-65d25da6d8db" providerId="ADAL" clId="{5CD0BBDC-75C3-47FB-88B7-F5A6A6E6344D}" dt="2020-01-05T15:13:38.817" v="4782" actId="20577"/>
        <pc:sldMkLst>
          <pc:docMk/>
          <pc:sldMk cId="1644573301" sldId="474"/>
        </pc:sldMkLst>
        <pc:spChg chg="mod">
          <ac:chgData name="KwonJoonho" userId="fa141e0c-4849-4deb-8f8c-65d25da6d8db" providerId="ADAL" clId="{5CD0BBDC-75C3-47FB-88B7-F5A6A6E6344D}" dt="2020-01-05T15:05:51.109" v="4591"/>
          <ac:spMkLst>
            <pc:docMk/>
            <pc:sldMk cId="1644573301" sldId="474"/>
            <ac:spMk id="2" creationId="{70EAC092-D34E-48AF-B0E1-73EBBD446065}"/>
          </ac:spMkLst>
        </pc:spChg>
        <pc:spChg chg="mod">
          <ac:chgData name="KwonJoonho" userId="fa141e0c-4849-4deb-8f8c-65d25da6d8db" providerId="ADAL" clId="{5CD0BBDC-75C3-47FB-88B7-F5A6A6E6344D}" dt="2020-01-05T15:13:38.817" v="4782" actId="20577"/>
          <ac:spMkLst>
            <pc:docMk/>
            <pc:sldMk cId="1644573301" sldId="474"/>
            <ac:spMk id="3" creationId="{BA184DE6-D65D-40C7-AFE1-F7CF14B22EC9}"/>
          </ac:spMkLst>
        </pc:spChg>
        <pc:spChg chg="add mod">
          <ac:chgData name="KwonJoonho" userId="fa141e0c-4849-4deb-8f8c-65d25da6d8db" providerId="ADAL" clId="{5CD0BBDC-75C3-47FB-88B7-F5A6A6E6344D}" dt="2020-01-05T15:04:50.828" v="4469" actId="1076"/>
          <ac:spMkLst>
            <pc:docMk/>
            <pc:sldMk cId="1644573301" sldId="474"/>
            <ac:spMk id="5" creationId="{59437AC0-C726-454C-9B6E-6052CF8A8E98}"/>
          </ac:spMkLst>
        </pc:spChg>
        <pc:spChg chg="add mod">
          <ac:chgData name="KwonJoonho" userId="fa141e0c-4849-4deb-8f8c-65d25da6d8db" providerId="ADAL" clId="{5CD0BBDC-75C3-47FB-88B7-F5A6A6E6344D}" dt="2020-01-05T15:08:57.486" v="4676" actId="1076"/>
          <ac:spMkLst>
            <pc:docMk/>
            <pc:sldMk cId="1644573301" sldId="474"/>
            <ac:spMk id="7" creationId="{53BB3717-7666-4A9D-B97C-78424EFCDC45}"/>
          </ac:spMkLst>
        </pc:spChg>
        <pc:spChg chg="add mod">
          <ac:chgData name="KwonJoonho" userId="fa141e0c-4849-4deb-8f8c-65d25da6d8db" providerId="ADAL" clId="{5CD0BBDC-75C3-47FB-88B7-F5A6A6E6344D}" dt="2020-01-05T15:08:52.481" v="4675" actId="14100"/>
          <ac:spMkLst>
            <pc:docMk/>
            <pc:sldMk cId="1644573301" sldId="474"/>
            <ac:spMk id="8" creationId="{F21983EC-C897-4C39-8C8A-1FF52F92193F}"/>
          </ac:spMkLst>
        </pc:spChg>
        <pc:graphicFrameChg chg="add del">
          <ac:chgData name="KwonJoonho" userId="fa141e0c-4849-4deb-8f8c-65d25da6d8db" providerId="ADAL" clId="{5CD0BBDC-75C3-47FB-88B7-F5A6A6E6344D}" dt="2020-01-05T15:05:01.235" v="4479"/>
          <ac:graphicFrameMkLst>
            <pc:docMk/>
            <pc:sldMk cId="1644573301" sldId="474"/>
            <ac:graphicFrameMk id="6" creationId="{CE2134EA-F72E-48BA-9A4E-A74D86261A24}"/>
          </ac:graphicFrameMkLst>
        </pc:graphicFrameChg>
      </pc:sldChg>
      <pc:sldChg chg="modSp add">
        <pc:chgData name="KwonJoonho" userId="fa141e0c-4849-4deb-8f8c-65d25da6d8db" providerId="ADAL" clId="{5CD0BBDC-75C3-47FB-88B7-F5A6A6E6344D}" dt="2020-01-05T15:09:40.756" v="4704" actId="15"/>
        <pc:sldMkLst>
          <pc:docMk/>
          <pc:sldMk cId="3097909090" sldId="475"/>
        </pc:sldMkLst>
        <pc:spChg chg="mod">
          <ac:chgData name="KwonJoonho" userId="fa141e0c-4849-4deb-8f8c-65d25da6d8db" providerId="ADAL" clId="{5CD0BBDC-75C3-47FB-88B7-F5A6A6E6344D}" dt="2020-01-05T15:09:40.756" v="4704" actId="15"/>
          <ac:spMkLst>
            <pc:docMk/>
            <pc:sldMk cId="3097909090" sldId="475"/>
            <ac:spMk id="2" creationId="{D8AE71C0-EA7B-483E-9341-03D4E90B6094}"/>
          </ac:spMkLst>
        </pc:spChg>
        <pc:spChg chg="mod">
          <ac:chgData name="KwonJoonho" userId="fa141e0c-4849-4deb-8f8c-65d25da6d8db" providerId="ADAL" clId="{5CD0BBDC-75C3-47FB-88B7-F5A6A6E6344D}" dt="2020-01-05T15:09:22.187" v="4693"/>
          <ac:spMkLst>
            <pc:docMk/>
            <pc:sldMk cId="3097909090" sldId="475"/>
            <ac:spMk id="3" creationId="{34243627-31AB-4B35-970E-91E419235429}"/>
          </ac:spMkLst>
        </pc:spChg>
      </pc:sldChg>
      <pc:sldChg chg="modSp add">
        <pc:chgData name="KwonJoonho" userId="fa141e0c-4849-4deb-8f8c-65d25da6d8db" providerId="ADAL" clId="{5CD0BBDC-75C3-47FB-88B7-F5A6A6E6344D}" dt="2020-01-05T15:13:45.365" v="4792"/>
        <pc:sldMkLst>
          <pc:docMk/>
          <pc:sldMk cId="2354615916" sldId="476"/>
        </pc:sldMkLst>
        <pc:spChg chg="mod">
          <ac:chgData name="KwonJoonho" userId="fa141e0c-4849-4deb-8f8c-65d25da6d8db" providerId="ADAL" clId="{5CD0BBDC-75C3-47FB-88B7-F5A6A6E6344D}" dt="2020-01-05T15:13:32.100" v="4780" actId="20577"/>
          <ac:spMkLst>
            <pc:docMk/>
            <pc:sldMk cId="2354615916" sldId="476"/>
            <ac:spMk id="2" creationId="{8066913F-343E-42D2-9732-FA28EF7CB8CA}"/>
          </ac:spMkLst>
        </pc:spChg>
        <pc:spChg chg="mod">
          <ac:chgData name="KwonJoonho" userId="fa141e0c-4849-4deb-8f8c-65d25da6d8db" providerId="ADAL" clId="{5CD0BBDC-75C3-47FB-88B7-F5A6A6E6344D}" dt="2020-01-05T15:13:45.365" v="4792"/>
          <ac:spMkLst>
            <pc:docMk/>
            <pc:sldMk cId="2354615916" sldId="476"/>
            <ac:spMk id="3" creationId="{ECC4EF4B-8BCE-4412-A8F4-66CF620AB784}"/>
          </ac:spMkLst>
        </pc:spChg>
      </pc:sldChg>
      <pc:sldChg chg="addSp delSp modSp add">
        <pc:chgData name="KwonJoonho" userId="fa141e0c-4849-4deb-8f8c-65d25da6d8db" providerId="ADAL" clId="{5CD0BBDC-75C3-47FB-88B7-F5A6A6E6344D}" dt="2020-01-05T15:34:36.111" v="5670"/>
        <pc:sldMkLst>
          <pc:docMk/>
          <pc:sldMk cId="830911195" sldId="477"/>
        </pc:sldMkLst>
        <pc:spChg chg="mod">
          <ac:chgData name="KwonJoonho" userId="fa141e0c-4849-4deb-8f8c-65d25da6d8db" providerId="ADAL" clId="{5CD0BBDC-75C3-47FB-88B7-F5A6A6E6344D}" dt="2020-01-05T15:34:08.570" v="5661" actId="20577"/>
          <ac:spMkLst>
            <pc:docMk/>
            <pc:sldMk cId="830911195" sldId="477"/>
            <ac:spMk id="2" creationId="{28EB3A13-98B4-48D6-B272-4CB52EC9F1FD}"/>
          </ac:spMkLst>
        </pc:spChg>
        <pc:spChg chg="mod">
          <ac:chgData name="KwonJoonho" userId="fa141e0c-4849-4deb-8f8c-65d25da6d8db" providerId="ADAL" clId="{5CD0BBDC-75C3-47FB-88B7-F5A6A6E6344D}" dt="2020-01-05T15:34:36.111" v="5670"/>
          <ac:spMkLst>
            <pc:docMk/>
            <pc:sldMk cId="830911195" sldId="477"/>
            <ac:spMk id="3" creationId="{2B896E66-2D55-4762-BBB8-91CE4E2C6900}"/>
          </ac:spMkLst>
        </pc:spChg>
        <pc:spChg chg="add del">
          <ac:chgData name="KwonJoonho" userId="fa141e0c-4849-4deb-8f8c-65d25da6d8db" providerId="ADAL" clId="{5CD0BBDC-75C3-47FB-88B7-F5A6A6E6344D}" dt="2020-01-05T15:29:54.956" v="5553"/>
          <ac:spMkLst>
            <pc:docMk/>
            <pc:sldMk cId="830911195" sldId="477"/>
            <ac:spMk id="5" creationId="{7EB44501-34C8-4EFC-BDC7-1084E9939D6D}"/>
          </ac:spMkLst>
        </pc:spChg>
        <pc:spChg chg="add del mod">
          <ac:chgData name="KwonJoonho" userId="fa141e0c-4849-4deb-8f8c-65d25da6d8db" providerId="ADAL" clId="{5CD0BBDC-75C3-47FB-88B7-F5A6A6E6344D}" dt="2020-01-05T15:31:54.163" v="5609"/>
          <ac:spMkLst>
            <pc:docMk/>
            <pc:sldMk cId="830911195" sldId="477"/>
            <ac:spMk id="6" creationId="{F2C6791E-6042-458C-87CD-A349BA2A675C}"/>
          </ac:spMkLst>
        </pc:spChg>
        <pc:spChg chg="add del">
          <ac:chgData name="KwonJoonho" userId="fa141e0c-4849-4deb-8f8c-65d25da6d8db" providerId="ADAL" clId="{5CD0BBDC-75C3-47FB-88B7-F5A6A6E6344D}" dt="2020-01-05T15:31:16.706" v="5589"/>
          <ac:spMkLst>
            <pc:docMk/>
            <pc:sldMk cId="830911195" sldId="477"/>
            <ac:spMk id="7" creationId="{5E5CCD69-39F1-4BA3-BFA6-28844A31AE8E}"/>
          </ac:spMkLst>
        </pc:spChg>
      </pc:sldChg>
      <pc:sldChg chg="addSp modSp add">
        <pc:chgData name="KwonJoonho" userId="fa141e0c-4849-4deb-8f8c-65d25da6d8db" providerId="ADAL" clId="{5CD0BBDC-75C3-47FB-88B7-F5A6A6E6344D}" dt="2020-01-05T15:23:57.919" v="5040" actId="113"/>
        <pc:sldMkLst>
          <pc:docMk/>
          <pc:sldMk cId="2000701758" sldId="576"/>
        </pc:sldMkLst>
        <pc:spChg chg="mod">
          <ac:chgData name="KwonJoonho" userId="fa141e0c-4849-4deb-8f8c-65d25da6d8db" providerId="ADAL" clId="{5CD0BBDC-75C3-47FB-88B7-F5A6A6E6344D}" dt="2020-01-05T15:23:03.287" v="5020"/>
          <ac:spMkLst>
            <pc:docMk/>
            <pc:sldMk cId="2000701758" sldId="576"/>
            <ac:spMk id="2" creationId="{00000000-0000-0000-0000-000000000000}"/>
          </ac:spMkLst>
        </pc:spChg>
        <pc:spChg chg="mod">
          <ac:chgData name="KwonJoonho" userId="fa141e0c-4849-4deb-8f8c-65d25da6d8db" providerId="ADAL" clId="{5CD0BBDC-75C3-47FB-88B7-F5A6A6E6344D}" dt="2020-01-05T15:23:29.858" v="5034" actId="27636"/>
          <ac:spMkLst>
            <pc:docMk/>
            <pc:sldMk cId="2000701758" sldId="576"/>
            <ac:spMk id="3" creationId="{00000000-0000-0000-0000-000000000000}"/>
          </ac:spMkLst>
        </pc:spChg>
        <pc:spChg chg="add mod">
          <ac:chgData name="KwonJoonho" userId="fa141e0c-4849-4deb-8f8c-65d25da6d8db" providerId="ADAL" clId="{5CD0BBDC-75C3-47FB-88B7-F5A6A6E6344D}" dt="2020-01-05T15:23:57.919" v="5040" actId="113"/>
          <ac:spMkLst>
            <pc:docMk/>
            <pc:sldMk cId="2000701758" sldId="576"/>
            <ac:spMk id="5" creationId="{77A664ED-0A11-4BA5-9096-766CAC63D538}"/>
          </ac:spMkLst>
        </pc:spChg>
      </pc:sldChg>
      <pc:sldChg chg="modSp add">
        <pc:chgData name="KwonJoonho" userId="fa141e0c-4849-4deb-8f8c-65d25da6d8db" providerId="ADAL" clId="{5CD0BBDC-75C3-47FB-88B7-F5A6A6E6344D}" dt="2020-01-05T15:23:09.208" v="5025"/>
        <pc:sldMkLst>
          <pc:docMk/>
          <pc:sldMk cId="53675917" sldId="579"/>
        </pc:sldMkLst>
        <pc:spChg chg="mod">
          <ac:chgData name="KwonJoonho" userId="fa141e0c-4849-4deb-8f8c-65d25da6d8db" providerId="ADAL" clId="{5CD0BBDC-75C3-47FB-88B7-F5A6A6E6344D}" dt="2020-01-05T15:23:09.208" v="5025"/>
          <ac:spMkLst>
            <pc:docMk/>
            <pc:sldMk cId="53675917" sldId="579"/>
            <ac:spMk id="2" creationId="{00000000-0000-0000-0000-000000000000}"/>
          </ac:spMkLst>
        </pc:spChg>
      </pc:sldChg>
      <pc:sldChg chg="addSp modSp add modAnim">
        <pc:chgData name="KwonJoonho" userId="fa141e0c-4849-4deb-8f8c-65d25da6d8db" providerId="ADAL" clId="{5CD0BBDC-75C3-47FB-88B7-F5A6A6E6344D}" dt="2020-01-05T15:34:39.427" v="5674"/>
        <pc:sldMkLst>
          <pc:docMk/>
          <pc:sldMk cId="1619266281" sldId="580"/>
        </pc:sldMkLst>
        <pc:spChg chg="mod">
          <ac:chgData name="KwonJoonho" userId="fa141e0c-4849-4deb-8f8c-65d25da6d8db" providerId="ADAL" clId="{5CD0BBDC-75C3-47FB-88B7-F5A6A6E6344D}" dt="2020-01-05T15:33:53.947" v="5658" actId="6549"/>
          <ac:spMkLst>
            <pc:docMk/>
            <pc:sldMk cId="1619266281" sldId="580"/>
            <ac:spMk id="2" creationId="{0770D3A8-AD1F-49E4-B062-1528CBAA3AD2}"/>
          </ac:spMkLst>
        </pc:spChg>
        <pc:spChg chg="mod">
          <ac:chgData name="KwonJoonho" userId="fa141e0c-4849-4deb-8f8c-65d25da6d8db" providerId="ADAL" clId="{5CD0BBDC-75C3-47FB-88B7-F5A6A6E6344D}" dt="2020-01-05T15:34:39.427" v="5674"/>
          <ac:spMkLst>
            <pc:docMk/>
            <pc:sldMk cId="1619266281" sldId="580"/>
            <ac:spMk id="3" creationId="{07450862-712C-4593-BD28-ECC26F7C5581}"/>
          </ac:spMkLst>
        </pc:spChg>
        <pc:spChg chg="add mod">
          <ac:chgData name="KwonJoonho" userId="fa141e0c-4849-4deb-8f8c-65d25da6d8db" providerId="ADAL" clId="{5CD0BBDC-75C3-47FB-88B7-F5A6A6E6344D}" dt="2020-01-05T15:33:11.819" v="5642" actId="1076"/>
          <ac:spMkLst>
            <pc:docMk/>
            <pc:sldMk cId="1619266281" sldId="580"/>
            <ac:spMk id="5" creationId="{C420FAAC-F50B-4E82-AB27-100220CD0A2C}"/>
          </ac:spMkLst>
        </pc:spChg>
        <pc:spChg chg="add mod">
          <ac:chgData name="KwonJoonho" userId="fa141e0c-4849-4deb-8f8c-65d25da6d8db" providerId="ADAL" clId="{5CD0BBDC-75C3-47FB-88B7-F5A6A6E6344D}" dt="2020-01-05T15:34:12.139" v="5662" actId="1076"/>
          <ac:spMkLst>
            <pc:docMk/>
            <pc:sldMk cId="1619266281" sldId="580"/>
            <ac:spMk id="6" creationId="{2B156853-5B93-4A0B-BC1E-CC31FB8044B7}"/>
          </ac:spMkLst>
        </pc:spChg>
      </pc:sldChg>
      <pc:sldChg chg="modSp add">
        <pc:chgData name="KwonJoonho" userId="fa141e0c-4849-4deb-8f8c-65d25da6d8db" providerId="ADAL" clId="{5CD0BBDC-75C3-47FB-88B7-F5A6A6E6344D}" dt="2020-01-05T15:53:57.952" v="5730" actId="15"/>
        <pc:sldMkLst>
          <pc:docMk/>
          <pc:sldMk cId="684951316" sldId="581"/>
        </pc:sldMkLst>
        <pc:spChg chg="mod">
          <ac:chgData name="KwonJoonho" userId="fa141e0c-4849-4deb-8f8c-65d25da6d8db" providerId="ADAL" clId="{5CD0BBDC-75C3-47FB-88B7-F5A6A6E6344D}" dt="2020-01-05T15:53:57.952" v="5730" actId="15"/>
          <ac:spMkLst>
            <pc:docMk/>
            <pc:sldMk cId="684951316" sldId="581"/>
            <ac:spMk id="2" creationId="{12771973-A87D-4136-B5A5-16692414AD89}"/>
          </ac:spMkLst>
        </pc:spChg>
        <pc:spChg chg="mod">
          <ac:chgData name="KwonJoonho" userId="fa141e0c-4849-4deb-8f8c-65d25da6d8db" providerId="ADAL" clId="{5CD0BBDC-75C3-47FB-88B7-F5A6A6E6344D}" dt="2020-01-05T15:53:36.187" v="5721" actId="20577"/>
          <ac:spMkLst>
            <pc:docMk/>
            <pc:sldMk cId="684951316" sldId="581"/>
            <ac:spMk id="3" creationId="{1B67F3B8-206D-4BAE-A2CD-E320A349F88C}"/>
          </ac:spMkLst>
        </pc:spChg>
      </pc:sldChg>
      <pc:sldChg chg="addSp delSp modSp add">
        <pc:chgData name="KwonJoonho" userId="fa141e0c-4849-4deb-8f8c-65d25da6d8db" providerId="ADAL" clId="{5CD0BBDC-75C3-47FB-88B7-F5A6A6E6344D}" dt="2020-01-05T15:56:17.992" v="5780" actId="478"/>
        <pc:sldMkLst>
          <pc:docMk/>
          <pc:sldMk cId="2097847674" sldId="582"/>
        </pc:sldMkLst>
        <pc:spChg chg="del">
          <ac:chgData name="KwonJoonho" userId="fa141e0c-4849-4deb-8f8c-65d25da6d8db" providerId="ADAL" clId="{5CD0BBDC-75C3-47FB-88B7-F5A6A6E6344D}" dt="2020-01-05T15:56:17.992" v="5780" actId="478"/>
          <ac:spMkLst>
            <pc:docMk/>
            <pc:sldMk cId="2097847674" sldId="582"/>
            <ac:spMk id="2" creationId="{B3D15D53-76C0-4885-BB62-E48F2E625DFE}"/>
          </ac:spMkLst>
        </pc:spChg>
        <pc:spChg chg="mod">
          <ac:chgData name="KwonJoonho" userId="fa141e0c-4849-4deb-8f8c-65d25da6d8db" providerId="ADAL" clId="{5CD0BBDC-75C3-47FB-88B7-F5A6A6E6344D}" dt="2020-01-05T15:56:07.396" v="5778" actId="6549"/>
          <ac:spMkLst>
            <pc:docMk/>
            <pc:sldMk cId="2097847674" sldId="582"/>
            <ac:spMk id="3" creationId="{38D06355-F46D-4775-9F55-0E7F371262C1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5" creationId="{D913C07E-0E3D-4D37-92CD-F56BC8868026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6" creationId="{4EE687A3-63CF-48ED-BC99-86B0C8C5CDBD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7" creationId="{AED89845-1FA0-4925-B326-839867DA8803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8" creationId="{E694236B-0E41-4AE3-87A1-C63E089C857A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9" creationId="{DB70C036-6B62-4427-96E4-EBC9B467824E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10" creationId="{6E52B726-77AE-4E67-BAD2-68C549BDC116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11" creationId="{CA433B73-A450-41E3-A40E-5118405D226A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12" creationId="{BA68A592-6D7B-49EF-9605-4C977B316C12}"/>
          </ac:spMkLst>
        </pc:spChg>
        <pc:spChg chg="add">
          <ac:chgData name="KwonJoonho" userId="fa141e0c-4849-4deb-8f8c-65d25da6d8db" providerId="ADAL" clId="{5CD0BBDC-75C3-47FB-88B7-F5A6A6E6344D}" dt="2020-01-05T15:56:14.293" v="5779"/>
          <ac:spMkLst>
            <pc:docMk/>
            <pc:sldMk cId="2097847674" sldId="582"/>
            <ac:spMk id="13" creationId="{FFFA693E-FCE6-4F95-818B-0748EE84BB9F}"/>
          </ac:spMkLst>
        </pc:spChg>
      </pc:sldChg>
      <pc:sldChg chg="modSp add del">
        <pc:chgData name="KwonJoonho" userId="fa141e0c-4849-4deb-8f8c-65d25da6d8db" providerId="ADAL" clId="{5CD0BBDC-75C3-47FB-88B7-F5A6A6E6344D}" dt="2020-01-05T16:00:53.375" v="5839" actId="47"/>
        <pc:sldMkLst>
          <pc:docMk/>
          <pc:sldMk cId="1440150405" sldId="583"/>
        </pc:sldMkLst>
        <pc:spChg chg="mod">
          <ac:chgData name="KwonJoonho" userId="fa141e0c-4849-4deb-8f8c-65d25da6d8db" providerId="ADAL" clId="{5CD0BBDC-75C3-47FB-88B7-F5A6A6E6344D}" dt="2020-01-05T15:56:30.927" v="5794" actId="27636"/>
          <ac:spMkLst>
            <pc:docMk/>
            <pc:sldMk cId="1440150405" sldId="583"/>
            <ac:spMk id="3" creationId="{AA5C6F77-7AB9-4AC1-8972-C5D945197D71}"/>
          </ac:spMkLst>
        </pc:spChg>
      </pc:sldChg>
      <pc:sldChg chg="addSp modSp add">
        <pc:chgData name="KwonJoonho" userId="fa141e0c-4849-4deb-8f8c-65d25da6d8db" providerId="ADAL" clId="{5CD0BBDC-75C3-47FB-88B7-F5A6A6E6344D}" dt="2020-01-05T16:00:48.722" v="5838" actId="1076"/>
        <pc:sldMkLst>
          <pc:docMk/>
          <pc:sldMk cId="2339231380" sldId="584"/>
        </pc:sldMkLst>
        <pc:spChg chg="mod">
          <ac:chgData name="KwonJoonho" userId="fa141e0c-4849-4deb-8f8c-65d25da6d8db" providerId="ADAL" clId="{5CD0BBDC-75C3-47FB-88B7-F5A6A6E6344D}" dt="2020-01-05T15:56:41.770" v="5827" actId="20577"/>
          <ac:spMkLst>
            <pc:docMk/>
            <pc:sldMk cId="2339231380" sldId="584"/>
            <ac:spMk id="3" creationId="{8C6AC549-CE48-4A44-B20E-CA39E34D3C48}"/>
          </ac:spMkLst>
        </pc:spChg>
        <pc:spChg chg="add mod">
          <ac:chgData name="KwonJoonho" userId="fa141e0c-4849-4deb-8f8c-65d25da6d8db" providerId="ADAL" clId="{5CD0BBDC-75C3-47FB-88B7-F5A6A6E6344D}" dt="2020-01-05T16:00:48.722" v="5838" actId="1076"/>
          <ac:spMkLst>
            <pc:docMk/>
            <pc:sldMk cId="2339231380" sldId="584"/>
            <ac:spMk id="5" creationId="{BEB1F731-9C23-4DF5-A564-DC7EB7BAC1DB}"/>
          </ac:spMkLst>
        </pc:spChg>
      </pc:sldChg>
      <pc:sldChg chg="addSp delSp modSp add">
        <pc:chgData name="KwonJoonho" userId="fa141e0c-4849-4deb-8f8c-65d25da6d8db" providerId="ADAL" clId="{5CD0BBDC-75C3-47FB-88B7-F5A6A6E6344D}" dt="2020-01-05T16:03:13.283" v="5872" actId="20577"/>
        <pc:sldMkLst>
          <pc:docMk/>
          <pc:sldMk cId="2213177671" sldId="585"/>
        </pc:sldMkLst>
        <pc:spChg chg="del">
          <ac:chgData name="KwonJoonho" userId="fa141e0c-4849-4deb-8f8c-65d25da6d8db" providerId="ADAL" clId="{5CD0BBDC-75C3-47FB-88B7-F5A6A6E6344D}" dt="2020-01-05T16:02:02.872" v="5843" actId="478"/>
          <ac:spMkLst>
            <pc:docMk/>
            <pc:sldMk cId="2213177671" sldId="585"/>
            <ac:spMk id="2" creationId="{92DF99D2-0743-4B40-99FC-B65891995FB3}"/>
          </ac:spMkLst>
        </pc:spChg>
        <pc:spChg chg="mod">
          <ac:chgData name="KwonJoonho" userId="fa141e0c-4849-4deb-8f8c-65d25da6d8db" providerId="ADAL" clId="{5CD0BBDC-75C3-47FB-88B7-F5A6A6E6344D}" dt="2020-01-05T16:03:13.283" v="5872" actId="20577"/>
          <ac:spMkLst>
            <pc:docMk/>
            <pc:sldMk cId="2213177671" sldId="585"/>
            <ac:spMk id="3" creationId="{9B2AC1E9-73AE-49DD-9BC5-C3BAE5BA2BD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" creationId="{AA2D0B5B-1F67-45E8-BC94-5229D291300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" creationId="{74019595-E1DF-4690-8FCA-A50816AF76A4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7" creationId="{8C4CB9C2-F353-4E17-A80C-D0ADEA8E4290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8" creationId="{DF03119E-318F-4587-9638-34477A77536C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9" creationId="{BF5C20DE-93E9-4569-B4EF-4BC1F635AA67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0" creationId="{3D116D08-4B84-45E8-8E68-CE657E391BD2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1" creationId="{4F58EE44-7A30-46BD-A144-5C5D433AE19E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2" creationId="{C6C8BF55-BC15-4E1C-B83A-60339301F4B1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3" creationId="{D1AA3CA9-31FC-4AA3-B27C-EE2C8D0AC5E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4" creationId="{3C033AC6-2130-4F00-BD9B-6B1468715383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5" creationId="{97190CBC-0094-4892-B68B-849C4204CDA1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6" creationId="{300DD4CD-A14F-4F89-9C36-C9B2AD84804E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7" creationId="{22200B82-8436-44EE-85E3-E391C7E82B07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8" creationId="{3920E0EE-2DFD-4190-8FB7-A451D3848D1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19" creationId="{386012D1-5675-43B3-8A34-54E4E2BC912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0" creationId="{BA3F9EE7-1284-4610-8473-4FB592E9CC35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1" creationId="{BC1F340F-1E90-4318-BB93-A8DFFAD61624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2" creationId="{04DF96D1-1F7F-4E12-83F0-D6451C41577C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3" creationId="{A283DB18-84F6-4FFE-BECD-0CAABCC6615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4" creationId="{7B3AAF7C-9125-42FB-AB68-D267A9754F78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5" creationId="{8057D0D7-B170-4B76-9EC6-37AA48DB68A5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6" creationId="{4294BD00-91AE-4AA8-A8C0-4983A2E50890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7" creationId="{607C08CC-6D04-434F-BA56-3D40B624110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8" creationId="{07C12BA9-5A56-495A-AEDE-75070A3B28FD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29" creationId="{C568AB5F-60D5-4EB2-AF94-4A757273220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0" creationId="{1B497AC0-8F4A-4C20-A766-90CD549BA8A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1" creationId="{038C5FCD-9C13-4F95-B605-919B8D812036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2" creationId="{DE9A3080-3D1B-4FAE-9D33-B2E00CFA7C5D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3" creationId="{4D510AEB-D6F1-4B4B-A262-2E954EF35A91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4" creationId="{222F0742-33BA-4FC3-8903-3CB26662AD3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5" creationId="{F8AE70A9-BF98-4221-888C-61F5EB2292DC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6" creationId="{4EA6F28E-DBF8-49C4-B741-37B34A7A78A4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7" creationId="{83CC8D1C-7358-467A-BECC-F2C904405689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8" creationId="{E0C179EE-26FB-49A1-811D-D57C1342EC28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39" creationId="{1F1C0C36-B21B-4229-99CD-BF2B4497FA06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0" creationId="{846EA7A8-419D-426B-A96E-972B88E81CE4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1" creationId="{AC62D872-B9D8-4211-891E-D52EEC415FFD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2" creationId="{EA8F1BEE-740C-4253-B9B8-2E8679403EAC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3" creationId="{9D70A430-6F46-4AFF-8F9A-E429169A83A8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4" creationId="{F837EC36-2B89-47B7-90D7-BCAFBA9D930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5" creationId="{5AF5B464-4FBF-4EAC-9515-7715E3C22FE2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6" creationId="{3BD02670-8ABD-4942-91E8-28A5B653A09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7" creationId="{3543D470-E825-4616-85A1-DACBB33061C9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8" creationId="{37C2ACC5-F587-463C-904A-AC43703907EE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49" creationId="{C2089C0B-08BB-49E7-A436-A65864AAFCCD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0" creationId="{B2EC5F04-511C-474C-8F38-2CA70AFA9427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1" creationId="{9D547CB3-B10D-4D6F-8FF5-CD9EB51D6C75}"/>
          </ac:spMkLst>
        </pc:spChg>
        <pc:spChg chg="add mod">
          <ac:chgData name="KwonJoonho" userId="fa141e0c-4849-4deb-8f8c-65d25da6d8db" providerId="ADAL" clId="{5CD0BBDC-75C3-47FB-88B7-F5A6A6E6344D}" dt="2020-01-05T16:02:12.286" v="5849" actId="1076"/>
          <ac:spMkLst>
            <pc:docMk/>
            <pc:sldMk cId="2213177671" sldId="585"/>
            <ac:spMk id="52" creationId="{94547870-3A5E-4CEE-93A1-ECD63421F760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3" creationId="{EFB3C5C0-5E5F-4D22-8B57-43AB4716C171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4" creationId="{00F35500-BBBA-42A3-A189-E23AFD45397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5" creationId="{86B0F7FC-FA66-49C8-99E8-D08D8303166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6" creationId="{8A86F163-B1B4-4B41-B80F-60343E6A8FFB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7" creationId="{30BCAE56-5411-4266-A8AB-E2F4F6FD6959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8" creationId="{BC5A78EF-5B7F-4B5F-BE4F-D9F7C5AECCB7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59" creationId="{BB546716-6465-4F1C-8DF2-7AF5A994C8D6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0" creationId="{B2BA6B28-17FF-492B-ACD5-1F7287E0B36F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1" creationId="{EC7C6204-6444-4E3B-B56C-D1F2DE1E90FA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2" creationId="{45385278-25CD-41D0-9278-5FC04C4443D6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3" creationId="{3FC932CC-81D7-486F-8D30-AA3B4A162DFB}"/>
          </ac:spMkLst>
        </pc:spChg>
        <pc:spChg chg="add mod">
          <ac:chgData name="KwonJoonho" userId="fa141e0c-4849-4deb-8f8c-65d25da6d8db" providerId="ADAL" clId="{5CD0BBDC-75C3-47FB-88B7-F5A6A6E6344D}" dt="2020-01-05T16:02:09.190" v="5848" actId="1036"/>
          <ac:spMkLst>
            <pc:docMk/>
            <pc:sldMk cId="2213177671" sldId="585"/>
            <ac:spMk id="64" creationId="{32332EE2-A88A-4A2A-96BA-6A29D18ACA12}"/>
          </ac:spMkLst>
        </pc:spChg>
      </pc:sldChg>
      <pc:sldChg chg="addSp modSp add">
        <pc:chgData name="KwonJoonho" userId="fa141e0c-4849-4deb-8f8c-65d25da6d8db" providerId="ADAL" clId="{5CD0BBDC-75C3-47FB-88B7-F5A6A6E6344D}" dt="2020-01-05T16:03:17.448" v="5873"/>
        <pc:sldMkLst>
          <pc:docMk/>
          <pc:sldMk cId="2495091095" sldId="586"/>
        </pc:sldMkLst>
        <pc:spChg chg="mod">
          <ac:chgData name="KwonJoonho" userId="fa141e0c-4849-4deb-8f8c-65d25da6d8db" providerId="ADAL" clId="{5CD0BBDC-75C3-47FB-88B7-F5A6A6E6344D}" dt="2020-01-05T16:02:28.805" v="5852"/>
          <ac:spMkLst>
            <pc:docMk/>
            <pc:sldMk cId="2495091095" sldId="586"/>
            <ac:spMk id="2" creationId="{AE4C4836-6411-422C-9D37-891F7490C00F}"/>
          </ac:spMkLst>
        </pc:spChg>
        <pc:spChg chg="mod">
          <ac:chgData name="KwonJoonho" userId="fa141e0c-4849-4deb-8f8c-65d25da6d8db" providerId="ADAL" clId="{5CD0BBDC-75C3-47FB-88B7-F5A6A6E6344D}" dt="2020-01-05T16:03:17.448" v="5873"/>
          <ac:spMkLst>
            <pc:docMk/>
            <pc:sldMk cId="2495091095" sldId="586"/>
            <ac:spMk id="3" creationId="{6354D77B-F12A-4FFA-8EE5-A4F230416E07}"/>
          </ac:spMkLst>
        </pc:spChg>
        <pc:spChg chg="add mod">
          <ac:chgData name="KwonJoonho" userId="fa141e0c-4849-4deb-8f8c-65d25da6d8db" providerId="ADAL" clId="{5CD0BBDC-75C3-47FB-88B7-F5A6A6E6344D}" dt="2020-01-05T16:02:43.605" v="5854" actId="1076"/>
          <ac:spMkLst>
            <pc:docMk/>
            <pc:sldMk cId="2495091095" sldId="586"/>
            <ac:spMk id="6" creationId="{BF0F01B1-8B4F-4350-87C6-3D4BBBB2AF45}"/>
          </ac:spMkLst>
        </pc:spChg>
        <pc:graphicFrameChg chg="add mod">
          <ac:chgData name="KwonJoonho" userId="fa141e0c-4849-4deb-8f8c-65d25da6d8db" providerId="ADAL" clId="{5CD0BBDC-75C3-47FB-88B7-F5A6A6E6344D}" dt="2020-01-05T16:02:43.605" v="5854" actId="1076"/>
          <ac:graphicFrameMkLst>
            <pc:docMk/>
            <pc:sldMk cId="2495091095" sldId="586"/>
            <ac:graphicFrameMk id="5" creationId="{C01B8545-F754-4A67-BA05-DF0A60F72DD1}"/>
          </ac:graphicFrameMkLst>
        </pc:graphicFrameChg>
      </pc:sldChg>
    </pc:docChg>
  </pc:docChgLst>
  <pc:docChgLst>
    <pc:chgData name="KwonJoonho" userId="fa141e0c-4849-4deb-8f8c-65d25da6d8db" providerId="ADAL" clId="{341EB305-640D-4EFD-8F03-AD642266E9DE}"/>
    <pc:docChg chg="undo custSel addSld delSld modSld">
      <pc:chgData name="KwonJoonho" userId="fa141e0c-4849-4deb-8f8c-65d25da6d8db" providerId="ADAL" clId="{341EB305-640D-4EFD-8F03-AD642266E9DE}" dt="2020-02-29T14:49:47.759" v="29"/>
      <pc:docMkLst>
        <pc:docMk/>
      </pc:docMkLst>
      <pc:sldChg chg="modSp mod">
        <pc:chgData name="KwonJoonho" userId="fa141e0c-4849-4deb-8f8c-65d25da6d8db" providerId="ADAL" clId="{341EB305-640D-4EFD-8F03-AD642266E9DE}" dt="2020-02-29T14:49:06.684" v="19" actId="20577"/>
        <pc:sldMkLst>
          <pc:docMk/>
          <pc:sldMk cId="0" sldId="256"/>
        </pc:sldMkLst>
        <pc:spChg chg="mod">
          <ac:chgData name="KwonJoonho" userId="fa141e0c-4849-4deb-8f8c-65d25da6d8db" providerId="ADAL" clId="{341EB305-640D-4EFD-8F03-AD642266E9DE}" dt="2020-02-29T14:49:06.684" v="19" actId="20577"/>
          <ac:spMkLst>
            <pc:docMk/>
            <pc:sldMk cId="0" sldId="256"/>
            <ac:spMk id="4098" creationId="{00000000-0000-0000-0000-000000000000}"/>
          </ac:spMkLst>
        </pc:spChg>
      </pc:sldChg>
      <pc:sldChg chg="del">
        <pc:chgData name="KwonJoonho" userId="fa141e0c-4849-4deb-8f8c-65d25da6d8db" providerId="ADAL" clId="{341EB305-640D-4EFD-8F03-AD642266E9DE}" dt="2020-02-29T14:49:09.481" v="20" actId="47"/>
        <pc:sldMkLst>
          <pc:docMk/>
          <pc:sldMk cId="3097909090" sldId="475"/>
        </pc:sldMkLst>
      </pc:sldChg>
      <pc:sldChg chg="modSp mod">
        <pc:chgData name="KwonJoonho" userId="fa141e0c-4849-4deb-8f8c-65d25da6d8db" providerId="ADAL" clId="{341EB305-640D-4EFD-8F03-AD642266E9DE}" dt="2020-02-29T14:49:23.504" v="24" actId="108"/>
        <pc:sldMkLst>
          <pc:docMk/>
          <pc:sldMk cId="3103766124" sldId="686"/>
        </pc:sldMkLst>
        <pc:spChg chg="mod">
          <ac:chgData name="KwonJoonho" userId="fa141e0c-4849-4deb-8f8c-65d25da6d8db" providerId="ADAL" clId="{341EB305-640D-4EFD-8F03-AD642266E9DE}" dt="2020-02-29T14:49:23.504" v="24" actId="108"/>
          <ac:spMkLst>
            <pc:docMk/>
            <pc:sldMk cId="3103766124" sldId="686"/>
            <ac:spMk id="2" creationId="{B3FA8B4E-4542-4AE5-82BE-97FDC25D0A4C}"/>
          </ac:spMkLst>
        </pc:spChg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611849745" sldId="695"/>
        </pc:sldMkLst>
      </pc:sldChg>
      <pc:sldChg chg="del">
        <pc:chgData name="KwonJoonho" userId="fa141e0c-4849-4deb-8f8c-65d25da6d8db" providerId="ADAL" clId="{341EB305-640D-4EFD-8F03-AD642266E9DE}" dt="2020-02-29T14:49:10.809" v="21" actId="47"/>
        <pc:sldMkLst>
          <pc:docMk/>
          <pc:sldMk cId="3095167908" sldId="713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2822108408" sldId="714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1298912760" sldId="715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1352074284" sldId="716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121422139" sldId="717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4074756915" sldId="718"/>
        </pc:sldMkLst>
      </pc:sldChg>
      <pc:sldChg chg="add del">
        <pc:chgData name="KwonJoonho" userId="fa141e0c-4849-4deb-8f8c-65d25da6d8db" providerId="ADAL" clId="{341EB305-640D-4EFD-8F03-AD642266E9DE}" dt="2020-02-29T14:49:39.212" v="27" actId="47"/>
        <pc:sldMkLst>
          <pc:docMk/>
          <pc:sldMk cId="2631223088" sldId="719"/>
        </pc:sldMkLst>
      </pc:sldChg>
      <pc:sldChg chg="add del">
        <pc:chgData name="KwonJoonho" userId="fa141e0c-4849-4deb-8f8c-65d25da6d8db" providerId="ADAL" clId="{341EB305-640D-4EFD-8F03-AD642266E9DE}" dt="2020-02-29T14:49:36.053" v="26" actId="47"/>
        <pc:sldMkLst>
          <pc:docMk/>
          <pc:sldMk cId="3350171665" sldId="720"/>
        </pc:sldMkLst>
      </pc:sldChg>
      <pc:sldChg chg="add del">
        <pc:chgData name="KwonJoonho" userId="fa141e0c-4849-4deb-8f8c-65d25da6d8db" providerId="ADAL" clId="{341EB305-640D-4EFD-8F03-AD642266E9DE}" dt="2020-02-29T14:49:44.634" v="28" actId="47"/>
        <pc:sldMkLst>
          <pc:docMk/>
          <pc:sldMk cId="1621727245" sldId="722"/>
        </pc:sldMkLst>
      </pc:sldChg>
      <pc:sldChg chg="add del">
        <pc:chgData name="KwonJoonho" userId="fa141e0c-4849-4deb-8f8c-65d25da6d8db" providerId="ADAL" clId="{341EB305-640D-4EFD-8F03-AD642266E9DE}" dt="2020-02-29T14:49:44.634" v="28" actId="47"/>
        <pc:sldMkLst>
          <pc:docMk/>
          <pc:sldMk cId="2444760659" sldId="723"/>
        </pc:sldMkLst>
      </pc:sldChg>
      <pc:sldChg chg="add del">
        <pc:chgData name="KwonJoonho" userId="fa141e0c-4849-4deb-8f8c-65d25da6d8db" providerId="ADAL" clId="{341EB305-640D-4EFD-8F03-AD642266E9DE}" dt="2020-02-29T14:49:44.634" v="28" actId="47"/>
        <pc:sldMkLst>
          <pc:docMk/>
          <pc:sldMk cId="93963514" sldId="724"/>
        </pc:sldMkLst>
      </pc:sldChg>
      <pc:sldChg chg="add del">
        <pc:chgData name="KwonJoonho" userId="fa141e0c-4849-4deb-8f8c-65d25da6d8db" providerId="ADAL" clId="{341EB305-640D-4EFD-8F03-AD642266E9DE}" dt="2020-02-29T14:49:44.634" v="28" actId="47"/>
        <pc:sldMkLst>
          <pc:docMk/>
          <pc:sldMk cId="3152262061" sldId="725"/>
        </pc:sldMkLst>
      </pc:sldChg>
      <pc:sldChg chg="del">
        <pc:chgData name="KwonJoonho" userId="fa141e0c-4849-4deb-8f8c-65d25da6d8db" providerId="ADAL" clId="{341EB305-640D-4EFD-8F03-AD642266E9DE}" dt="2020-02-29T14:49:44.634" v="28" actId="47"/>
        <pc:sldMkLst>
          <pc:docMk/>
          <pc:sldMk cId="3820101150" sldId="726"/>
        </pc:sldMkLst>
      </pc:sldChg>
      <pc:sldChg chg="add">
        <pc:chgData name="KwonJoonho" userId="fa141e0c-4849-4deb-8f8c-65d25da6d8db" providerId="ADAL" clId="{341EB305-640D-4EFD-8F03-AD642266E9DE}" dt="2020-02-29T14:49:47.759" v="29"/>
        <pc:sldMkLst>
          <pc:docMk/>
          <pc:sldMk cId="37241548" sldId="729"/>
        </pc:sldMkLst>
      </pc:sldChg>
    </pc:docChg>
  </pc:docChgLst>
  <pc:docChgLst>
    <pc:chgData name="KwonJoonho" userId="fa141e0c-4849-4deb-8f8c-65d25da6d8db" providerId="ADAL" clId="{82DC56CB-D295-4CB1-9F0C-0925F0623D26}"/>
    <pc:docChg chg="undo custSel addSld delSld modSld sldOrd">
      <pc:chgData name="KwonJoonho" userId="fa141e0c-4849-4deb-8f8c-65d25da6d8db" providerId="ADAL" clId="{82DC56CB-D295-4CB1-9F0C-0925F0623D26}" dt="2020-02-28T14:46:03.611" v="2297" actId="20577"/>
      <pc:docMkLst>
        <pc:docMk/>
      </pc:docMkLst>
      <pc:sldChg chg="addSp delSp modSp mod">
        <pc:chgData name="KwonJoonho" userId="fa141e0c-4849-4deb-8f8c-65d25da6d8db" providerId="ADAL" clId="{82DC56CB-D295-4CB1-9F0C-0925F0623D26}" dt="2020-02-27T13:44:50.950" v="24" actId="113"/>
        <pc:sldMkLst>
          <pc:docMk/>
          <pc:sldMk cId="4034078749" sldId="631"/>
        </pc:sldMkLst>
        <pc:spChg chg="add del mod">
          <ac:chgData name="KwonJoonho" userId="fa141e0c-4849-4deb-8f8c-65d25da6d8db" providerId="ADAL" clId="{82DC56CB-D295-4CB1-9F0C-0925F0623D26}" dt="2020-02-27T13:43:11.230" v="2" actId="478"/>
          <ac:spMkLst>
            <pc:docMk/>
            <pc:sldMk cId="4034078749" sldId="631"/>
            <ac:spMk id="7" creationId="{A6E40E90-0967-4E6D-8F45-BF168D5C83A4}"/>
          </ac:spMkLst>
        </pc:spChg>
        <pc:spChg chg="add mod">
          <ac:chgData name="KwonJoonho" userId="fa141e0c-4849-4deb-8f8c-65d25da6d8db" providerId="ADAL" clId="{82DC56CB-D295-4CB1-9F0C-0925F0623D26}" dt="2020-02-27T13:44:50.950" v="24" actId="113"/>
          <ac:spMkLst>
            <pc:docMk/>
            <pc:sldMk cId="4034078749" sldId="631"/>
            <ac:spMk id="8" creationId="{703E44FC-61E4-4B26-90B3-504844972AB5}"/>
          </ac:spMkLst>
        </pc:spChg>
      </pc:sldChg>
      <pc:sldChg chg="modSp mod">
        <pc:chgData name="KwonJoonho" userId="fa141e0c-4849-4deb-8f8c-65d25da6d8db" providerId="ADAL" clId="{82DC56CB-D295-4CB1-9F0C-0925F0623D26}" dt="2020-02-27T15:53:08.322" v="703" actId="20577"/>
        <pc:sldMkLst>
          <pc:docMk/>
          <pc:sldMk cId="427995299" sldId="652"/>
        </pc:sldMkLst>
        <pc:spChg chg="mod">
          <ac:chgData name="KwonJoonho" userId="fa141e0c-4849-4deb-8f8c-65d25da6d8db" providerId="ADAL" clId="{82DC56CB-D295-4CB1-9F0C-0925F0623D26}" dt="2020-02-27T15:53:04.932" v="697" actId="20577"/>
          <ac:spMkLst>
            <pc:docMk/>
            <pc:sldMk cId="427995299" sldId="652"/>
            <ac:spMk id="2" creationId="{8B9C1DE6-4F9B-4C18-8C7C-DBB1A558E40C}"/>
          </ac:spMkLst>
        </pc:spChg>
        <pc:spChg chg="mod">
          <ac:chgData name="KwonJoonho" userId="fa141e0c-4849-4deb-8f8c-65d25da6d8db" providerId="ADAL" clId="{82DC56CB-D295-4CB1-9F0C-0925F0623D26}" dt="2020-02-27T15:53:08.322" v="703" actId="20577"/>
          <ac:spMkLst>
            <pc:docMk/>
            <pc:sldMk cId="427995299" sldId="652"/>
            <ac:spMk id="3" creationId="{6882E553-16B0-4059-ADD8-460FB6B13F60}"/>
          </ac:spMkLst>
        </pc:spChg>
      </pc:sldChg>
      <pc:sldChg chg="modSp mod">
        <pc:chgData name="KwonJoonho" userId="fa141e0c-4849-4deb-8f8c-65d25da6d8db" providerId="ADAL" clId="{82DC56CB-D295-4CB1-9F0C-0925F0623D26}" dt="2020-02-28T09:53:21.636" v="1266" actId="108"/>
        <pc:sldMkLst>
          <pc:docMk/>
          <pc:sldMk cId="129051362" sldId="653"/>
        </pc:sldMkLst>
        <pc:spChg chg="mod">
          <ac:chgData name="KwonJoonho" userId="fa141e0c-4849-4deb-8f8c-65d25da6d8db" providerId="ADAL" clId="{82DC56CB-D295-4CB1-9F0C-0925F0623D26}" dt="2020-02-28T09:53:21.636" v="1266" actId="108"/>
          <ac:spMkLst>
            <pc:docMk/>
            <pc:sldMk cId="129051362" sldId="653"/>
            <ac:spMk id="2" creationId="{B3FA8B4E-4542-4AE5-82BE-97FDC25D0A4C}"/>
          </ac:spMkLst>
        </pc:spChg>
      </pc:sldChg>
      <pc:sldChg chg="del">
        <pc:chgData name="KwonJoonho" userId="fa141e0c-4849-4deb-8f8c-65d25da6d8db" providerId="ADAL" clId="{82DC56CB-D295-4CB1-9F0C-0925F0623D26}" dt="2020-02-28T14:20:15.590" v="2039" actId="47"/>
        <pc:sldMkLst>
          <pc:docMk/>
          <pc:sldMk cId="2176778209" sldId="654"/>
        </pc:sldMkLst>
      </pc:sldChg>
      <pc:sldChg chg="addSp delSp modSp mod modAnim">
        <pc:chgData name="KwonJoonho" userId="fa141e0c-4849-4deb-8f8c-65d25da6d8db" providerId="ADAL" clId="{82DC56CB-D295-4CB1-9F0C-0925F0623D26}" dt="2020-02-28T10:00:47.980" v="1435"/>
        <pc:sldMkLst>
          <pc:docMk/>
          <pc:sldMk cId="2313192308" sldId="655"/>
        </pc:sldMkLst>
        <pc:spChg chg="del mod">
          <ac:chgData name="KwonJoonho" userId="fa141e0c-4849-4deb-8f8c-65d25da6d8db" providerId="ADAL" clId="{82DC56CB-D295-4CB1-9F0C-0925F0623D26}" dt="2020-02-28T09:57:41.385" v="1298" actId="478"/>
          <ac:spMkLst>
            <pc:docMk/>
            <pc:sldMk cId="2313192308" sldId="655"/>
            <ac:spMk id="2" creationId="{9EA66895-5E67-44DC-9FE7-EB8681E5EEA2}"/>
          </ac:spMkLst>
        </pc:spChg>
        <pc:spChg chg="mod">
          <ac:chgData name="KwonJoonho" userId="fa141e0c-4849-4deb-8f8c-65d25da6d8db" providerId="ADAL" clId="{82DC56CB-D295-4CB1-9F0C-0925F0623D26}" dt="2020-02-28T09:55:08.497" v="1290"/>
          <ac:spMkLst>
            <pc:docMk/>
            <pc:sldMk cId="2313192308" sldId="655"/>
            <ac:spMk id="3" creationId="{8548EDFB-42AC-4C6B-9692-C560E4F697E1}"/>
          </ac:spMkLst>
        </pc:spChg>
        <pc:spChg chg="add mod">
          <ac:chgData name="KwonJoonho" userId="fa141e0c-4849-4deb-8f8c-65d25da6d8db" providerId="ADAL" clId="{82DC56CB-D295-4CB1-9F0C-0925F0623D26}" dt="2020-02-28T09:57:50.557" v="1299" actId="1076"/>
          <ac:spMkLst>
            <pc:docMk/>
            <pc:sldMk cId="2313192308" sldId="655"/>
            <ac:spMk id="5" creationId="{0C4F54C7-2D6D-4CC7-A777-635A0351EE4E}"/>
          </ac:spMkLst>
        </pc:spChg>
        <pc:spChg chg="add mod">
          <ac:chgData name="KwonJoonho" userId="fa141e0c-4849-4deb-8f8c-65d25da6d8db" providerId="ADAL" clId="{82DC56CB-D295-4CB1-9F0C-0925F0623D26}" dt="2020-02-28T10:00:38.761" v="1431" actId="6549"/>
          <ac:spMkLst>
            <pc:docMk/>
            <pc:sldMk cId="2313192308" sldId="655"/>
            <ac:spMk id="6" creationId="{275B79FE-2A36-49AE-8481-A8014E3415A8}"/>
          </ac:spMkLst>
        </pc:spChg>
        <pc:spChg chg="add mod">
          <ac:chgData name="KwonJoonho" userId="fa141e0c-4849-4deb-8f8c-65d25da6d8db" providerId="ADAL" clId="{82DC56CB-D295-4CB1-9F0C-0925F0623D26}" dt="2020-02-28T10:00:43.353" v="1433" actId="20577"/>
          <ac:spMkLst>
            <pc:docMk/>
            <pc:sldMk cId="2313192308" sldId="655"/>
            <ac:spMk id="7" creationId="{4E9BCBC6-8119-4B8A-8A71-EFB908F256C3}"/>
          </ac:spMkLst>
        </pc:spChg>
      </pc:sldChg>
      <pc:sldChg chg="addSp modSp mod modAnim">
        <pc:chgData name="KwonJoonho" userId="fa141e0c-4849-4deb-8f8c-65d25da6d8db" providerId="ADAL" clId="{82DC56CB-D295-4CB1-9F0C-0925F0623D26}" dt="2020-02-27T15:53:12.791" v="705" actId="20577"/>
        <pc:sldMkLst>
          <pc:docMk/>
          <pc:sldMk cId="606641847" sldId="656"/>
        </pc:sldMkLst>
        <pc:spChg chg="mod">
          <ac:chgData name="KwonJoonho" userId="fa141e0c-4849-4deb-8f8c-65d25da6d8db" providerId="ADAL" clId="{82DC56CB-D295-4CB1-9F0C-0925F0623D26}" dt="2020-02-27T15:46:33.105" v="605" actId="404"/>
          <ac:spMkLst>
            <pc:docMk/>
            <pc:sldMk cId="606641847" sldId="656"/>
            <ac:spMk id="2" creationId="{2A924773-B565-40C0-918B-DF4EC0AB77C8}"/>
          </ac:spMkLst>
        </pc:spChg>
        <pc:spChg chg="mod">
          <ac:chgData name="KwonJoonho" userId="fa141e0c-4849-4deb-8f8c-65d25da6d8db" providerId="ADAL" clId="{82DC56CB-D295-4CB1-9F0C-0925F0623D26}" dt="2020-02-27T15:53:12.791" v="705" actId="20577"/>
          <ac:spMkLst>
            <pc:docMk/>
            <pc:sldMk cId="606641847" sldId="656"/>
            <ac:spMk id="3" creationId="{443D57FA-DA53-45E9-AC8A-E34B4295E543}"/>
          </ac:spMkLst>
        </pc:spChg>
        <pc:spChg chg="add mod">
          <ac:chgData name="KwonJoonho" userId="fa141e0c-4849-4deb-8f8c-65d25da6d8db" providerId="ADAL" clId="{82DC56CB-D295-4CB1-9F0C-0925F0623D26}" dt="2020-02-27T15:46:37.683" v="606" actId="1076"/>
          <ac:spMkLst>
            <pc:docMk/>
            <pc:sldMk cId="606641847" sldId="656"/>
            <ac:spMk id="5" creationId="{4DDE33AA-4EC9-4B18-AABE-9111779D3282}"/>
          </ac:spMkLst>
        </pc:spChg>
      </pc:sldChg>
      <pc:sldChg chg="addSp delSp modSp mod modAnim">
        <pc:chgData name="KwonJoonho" userId="fa141e0c-4849-4deb-8f8c-65d25da6d8db" providerId="ADAL" clId="{82DC56CB-D295-4CB1-9F0C-0925F0623D26}" dt="2020-02-27T15:37:18.190" v="440" actId="27636"/>
        <pc:sldMkLst>
          <pc:docMk/>
          <pc:sldMk cId="669887294" sldId="657"/>
        </pc:sldMkLst>
        <pc:spChg chg="mod">
          <ac:chgData name="KwonJoonho" userId="fa141e0c-4849-4deb-8f8c-65d25da6d8db" providerId="ADAL" clId="{82DC56CB-D295-4CB1-9F0C-0925F0623D26}" dt="2020-02-27T15:11:48.261" v="52"/>
          <ac:spMkLst>
            <pc:docMk/>
            <pc:sldMk cId="669887294" sldId="657"/>
            <ac:spMk id="2" creationId="{D21048A3-88B9-4817-82B5-A19B0A5665B3}"/>
          </ac:spMkLst>
        </pc:spChg>
        <pc:spChg chg="mod">
          <ac:chgData name="KwonJoonho" userId="fa141e0c-4849-4deb-8f8c-65d25da6d8db" providerId="ADAL" clId="{82DC56CB-D295-4CB1-9F0C-0925F0623D26}" dt="2020-02-27T15:37:18.190" v="440" actId="27636"/>
          <ac:spMkLst>
            <pc:docMk/>
            <pc:sldMk cId="669887294" sldId="657"/>
            <ac:spMk id="3" creationId="{76C95884-0781-41F1-B71C-C66C383C0B37}"/>
          </ac:spMkLst>
        </pc:spChg>
        <pc:spChg chg="add del">
          <ac:chgData name="KwonJoonho" userId="fa141e0c-4849-4deb-8f8c-65d25da6d8db" providerId="ADAL" clId="{82DC56CB-D295-4CB1-9F0C-0925F0623D26}" dt="2020-02-27T15:10:56.213" v="50"/>
          <ac:spMkLst>
            <pc:docMk/>
            <pc:sldMk cId="669887294" sldId="657"/>
            <ac:spMk id="5" creationId="{B8BCD443-EA76-4542-8375-B1105BBAEFE6}"/>
          </ac:spMkLst>
        </pc:spChg>
        <pc:spChg chg="add del">
          <ac:chgData name="KwonJoonho" userId="fa141e0c-4849-4deb-8f8c-65d25da6d8db" providerId="ADAL" clId="{82DC56CB-D295-4CB1-9F0C-0925F0623D26}" dt="2020-02-27T15:11:49.920" v="53"/>
          <ac:spMkLst>
            <pc:docMk/>
            <pc:sldMk cId="669887294" sldId="657"/>
            <ac:spMk id="6" creationId="{39386FC3-059F-483E-89D6-98334A8EFBBF}"/>
          </ac:spMkLst>
        </pc:spChg>
        <pc:spChg chg="add mod">
          <ac:chgData name="KwonJoonho" userId="fa141e0c-4849-4deb-8f8c-65d25da6d8db" providerId="ADAL" clId="{82DC56CB-D295-4CB1-9F0C-0925F0623D26}" dt="2020-02-27T15:18:52.831" v="105" actId="14100"/>
          <ac:spMkLst>
            <pc:docMk/>
            <pc:sldMk cId="669887294" sldId="657"/>
            <ac:spMk id="7" creationId="{10D8F758-16B7-4FC4-932A-C17C9F23228B}"/>
          </ac:spMkLst>
        </pc:spChg>
        <pc:spChg chg="add mod">
          <ac:chgData name="KwonJoonho" userId="fa141e0c-4849-4deb-8f8c-65d25da6d8db" providerId="ADAL" clId="{82DC56CB-D295-4CB1-9F0C-0925F0623D26}" dt="2020-02-27T15:21:05.928" v="139" actId="207"/>
          <ac:spMkLst>
            <pc:docMk/>
            <pc:sldMk cId="669887294" sldId="657"/>
            <ac:spMk id="8" creationId="{A930B91A-C9E1-449E-9BB3-A027452CFBE9}"/>
          </ac:spMkLst>
        </pc:spChg>
      </pc:sldChg>
      <pc:sldChg chg="addSp modSp add mod">
        <pc:chgData name="KwonJoonho" userId="fa141e0c-4849-4deb-8f8c-65d25da6d8db" providerId="ADAL" clId="{82DC56CB-D295-4CB1-9F0C-0925F0623D26}" dt="2020-02-27T13:49:31.282" v="48" actId="1076"/>
        <pc:sldMkLst>
          <pc:docMk/>
          <pc:sldMk cId="2297702833" sldId="658"/>
        </pc:sldMkLst>
        <pc:spChg chg="mod">
          <ac:chgData name="KwonJoonho" userId="fa141e0c-4849-4deb-8f8c-65d25da6d8db" providerId="ADAL" clId="{82DC56CB-D295-4CB1-9F0C-0925F0623D26}" dt="2020-02-27T13:47:54.146" v="29" actId="6549"/>
          <ac:spMkLst>
            <pc:docMk/>
            <pc:sldMk cId="2297702833" sldId="658"/>
            <ac:spMk id="2" creationId="{E7E54FA2-5A24-406F-903D-D7BE3334F2CE}"/>
          </ac:spMkLst>
        </pc:spChg>
        <pc:spChg chg="mod">
          <ac:chgData name="KwonJoonho" userId="fa141e0c-4849-4deb-8f8c-65d25da6d8db" providerId="ADAL" clId="{82DC56CB-D295-4CB1-9F0C-0925F0623D26}" dt="2020-02-27T13:47:40.153" v="26"/>
          <ac:spMkLst>
            <pc:docMk/>
            <pc:sldMk cId="2297702833" sldId="658"/>
            <ac:spMk id="3" creationId="{296DF922-1B07-4B79-90C1-C7D6E1C7FF56}"/>
          </ac:spMkLst>
        </pc:spChg>
        <pc:spChg chg="add mod">
          <ac:chgData name="KwonJoonho" userId="fa141e0c-4849-4deb-8f8c-65d25da6d8db" providerId="ADAL" clId="{82DC56CB-D295-4CB1-9F0C-0925F0623D26}" dt="2020-02-27T13:49:12.293" v="42" actId="1076"/>
          <ac:spMkLst>
            <pc:docMk/>
            <pc:sldMk cId="2297702833" sldId="658"/>
            <ac:spMk id="5" creationId="{770909AA-CAB0-496E-A78D-8E0600D2E90A}"/>
          </ac:spMkLst>
        </pc:spChg>
        <pc:spChg chg="add mod">
          <ac:chgData name="KwonJoonho" userId="fa141e0c-4849-4deb-8f8c-65d25da6d8db" providerId="ADAL" clId="{82DC56CB-D295-4CB1-9F0C-0925F0623D26}" dt="2020-02-27T13:49:31.282" v="48" actId="1076"/>
          <ac:spMkLst>
            <pc:docMk/>
            <pc:sldMk cId="2297702833" sldId="658"/>
            <ac:spMk id="6" creationId="{105729F4-4917-4AEA-AABF-8ABFE36C6B37}"/>
          </ac:spMkLst>
        </pc:spChg>
      </pc:sldChg>
      <pc:sldChg chg="addSp delSp modSp add mod">
        <pc:chgData name="KwonJoonho" userId="fa141e0c-4849-4deb-8f8c-65d25da6d8db" providerId="ADAL" clId="{82DC56CB-D295-4CB1-9F0C-0925F0623D26}" dt="2020-02-27T15:37:34.883" v="455" actId="20577"/>
        <pc:sldMkLst>
          <pc:docMk/>
          <pc:sldMk cId="2595613564" sldId="659"/>
        </pc:sldMkLst>
        <pc:spChg chg="mod">
          <ac:chgData name="KwonJoonho" userId="fa141e0c-4849-4deb-8f8c-65d25da6d8db" providerId="ADAL" clId="{82DC56CB-D295-4CB1-9F0C-0925F0623D26}" dt="2020-02-27T15:32:47.480" v="415" actId="20577"/>
          <ac:spMkLst>
            <pc:docMk/>
            <pc:sldMk cId="2595613564" sldId="659"/>
            <ac:spMk id="2" creationId="{8055DE04-5DC6-4551-ADAB-076E8BDDF26A}"/>
          </ac:spMkLst>
        </pc:spChg>
        <pc:spChg chg="mod">
          <ac:chgData name="KwonJoonho" userId="fa141e0c-4849-4deb-8f8c-65d25da6d8db" providerId="ADAL" clId="{82DC56CB-D295-4CB1-9F0C-0925F0623D26}" dt="2020-02-27T15:37:34.883" v="455" actId="20577"/>
          <ac:spMkLst>
            <pc:docMk/>
            <pc:sldMk cId="2595613564" sldId="659"/>
            <ac:spMk id="3" creationId="{C0DCB9FE-E145-4F82-812E-4A0B4A95B5B9}"/>
          </ac:spMkLst>
        </pc:spChg>
        <pc:spChg chg="add del mod">
          <ac:chgData name="KwonJoonho" userId="fa141e0c-4849-4deb-8f8c-65d25da6d8db" providerId="ADAL" clId="{82DC56CB-D295-4CB1-9F0C-0925F0623D26}" dt="2020-02-27T15:26:19.571" v="254" actId="478"/>
          <ac:spMkLst>
            <pc:docMk/>
            <pc:sldMk cId="2595613564" sldId="659"/>
            <ac:spMk id="5" creationId="{0DF052B0-D95C-47EC-BF0C-CDBA0D650BB2}"/>
          </ac:spMkLst>
        </pc:spChg>
        <pc:spChg chg="add del mod">
          <ac:chgData name="KwonJoonho" userId="fa141e0c-4849-4deb-8f8c-65d25da6d8db" providerId="ADAL" clId="{82DC56CB-D295-4CB1-9F0C-0925F0623D26}" dt="2020-02-27T15:26:49.764" v="262"/>
          <ac:spMkLst>
            <pc:docMk/>
            <pc:sldMk cId="2595613564" sldId="659"/>
            <ac:spMk id="6" creationId="{DF9226D4-6670-46DE-B25A-E1E58B4C5E13}"/>
          </ac:spMkLst>
        </pc:spChg>
        <pc:spChg chg="add mod">
          <ac:chgData name="KwonJoonho" userId="fa141e0c-4849-4deb-8f8c-65d25da6d8db" providerId="ADAL" clId="{82DC56CB-D295-4CB1-9F0C-0925F0623D26}" dt="2020-02-27T15:36:55.326" v="433" actId="207"/>
          <ac:spMkLst>
            <pc:docMk/>
            <pc:sldMk cId="2595613564" sldId="659"/>
            <ac:spMk id="7" creationId="{E6700F5B-DA2A-4911-9AD7-65BF47B65CD4}"/>
          </ac:spMkLst>
        </pc:spChg>
      </pc:sldChg>
      <pc:sldChg chg="addSp delSp modSp add mod modAnim">
        <pc:chgData name="KwonJoonho" userId="fa141e0c-4849-4deb-8f8c-65d25da6d8db" providerId="ADAL" clId="{82DC56CB-D295-4CB1-9F0C-0925F0623D26}" dt="2020-02-27T15:37:30.054" v="449" actId="20577"/>
        <pc:sldMkLst>
          <pc:docMk/>
          <pc:sldMk cId="1092417589" sldId="660"/>
        </pc:sldMkLst>
        <pc:spChg chg="mod">
          <ac:chgData name="KwonJoonho" userId="fa141e0c-4849-4deb-8f8c-65d25da6d8db" providerId="ADAL" clId="{82DC56CB-D295-4CB1-9F0C-0925F0623D26}" dt="2020-02-27T15:23:21.213" v="206" actId="20577"/>
          <ac:spMkLst>
            <pc:docMk/>
            <pc:sldMk cId="1092417589" sldId="660"/>
            <ac:spMk id="2" creationId="{8945FC72-0DF4-4546-B7DC-239278B0BCD3}"/>
          </ac:spMkLst>
        </pc:spChg>
        <pc:spChg chg="mod">
          <ac:chgData name="KwonJoonho" userId="fa141e0c-4849-4deb-8f8c-65d25da6d8db" providerId="ADAL" clId="{82DC56CB-D295-4CB1-9F0C-0925F0623D26}" dt="2020-02-27T15:37:30.054" v="449" actId="20577"/>
          <ac:spMkLst>
            <pc:docMk/>
            <pc:sldMk cId="1092417589" sldId="660"/>
            <ac:spMk id="3" creationId="{95738515-CD8A-457F-A219-CA563BAF2BFD}"/>
          </ac:spMkLst>
        </pc:spChg>
        <pc:spChg chg="add del mod">
          <ac:chgData name="KwonJoonho" userId="fa141e0c-4849-4deb-8f8c-65d25da6d8db" providerId="ADAL" clId="{82DC56CB-D295-4CB1-9F0C-0925F0623D26}" dt="2020-02-27T15:18:38.449" v="101"/>
          <ac:spMkLst>
            <pc:docMk/>
            <pc:sldMk cId="1092417589" sldId="660"/>
            <ac:spMk id="5" creationId="{488AE93F-3F74-4F39-BCE6-0E87C68A69F7}"/>
          </ac:spMkLst>
        </pc:spChg>
        <pc:spChg chg="add mod">
          <ac:chgData name="KwonJoonho" userId="fa141e0c-4849-4deb-8f8c-65d25da6d8db" providerId="ADAL" clId="{82DC56CB-D295-4CB1-9F0C-0925F0623D26}" dt="2020-02-27T15:32:39.307" v="407" actId="1076"/>
          <ac:spMkLst>
            <pc:docMk/>
            <pc:sldMk cId="1092417589" sldId="660"/>
            <ac:spMk id="6" creationId="{7BEC00FB-26AB-4C7B-9E82-433ED9BC6C38}"/>
          </ac:spMkLst>
        </pc:spChg>
      </pc:sldChg>
      <pc:sldChg chg="addSp modSp add mod ord">
        <pc:chgData name="KwonJoonho" userId="fa141e0c-4849-4deb-8f8c-65d25da6d8db" providerId="ADAL" clId="{82DC56CB-D295-4CB1-9F0C-0925F0623D26}" dt="2020-02-27T15:37:25.389" v="443" actId="20577"/>
        <pc:sldMkLst>
          <pc:docMk/>
          <pc:sldMk cId="3082059899" sldId="661"/>
        </pc:sldMkLst>
        <pc:spChg chg="mod">
          <ac:chgData name="KwonJoonho" userId="fa141e0c-4849-4deb-8f8c-65d25da6d8db" providerId="ADAL" clId="{82DC56CB-D295-4CB1-9F0C-0925F0623D26}" dt="2020-02-27T15:22:27.561" v="166" actId="20577"/>
          <ac:spMkLst>
            <pc:docMk/>
            <pc:sldMk cId="3082059899" sldId="661"/>
            <ac:spMk id="2" creationId="{B657C588-0F81-43CC-86F5-E27183DC3AF6}"/>
          </ac:spMkLst>
        </pc:spChg>
        <pc:spChg chg="mod">
          <ac:chgData name="KwonJoonho" userId="fa141e0c-4849-4deb-8f8c-65d25da6d8db" providerId="ADAL" clId="{82DC56CB-D295-4CB1-9F0C-0925F0623D26}" dt="2020-02-27T15:37:25.389" v="443" actId="20577"/>
          <ac:spMkLst>
            <pc:docMk/>
            <pc:sldMk cId="3082059899" sldId="661"/>
            <ac:spMk id="3" creationId="{2CC53D2B-69E1-4A37-889A-06E6699D2459}"/>
          </ac:spMkLst>
        </pc:spChg>
        <pc:spChg chg="add mod">
          <ac:chgData name="KwonJoonho" userId="fa141e0c-4849-4deb-8f8c-65d25da6d8db" providerId="ADAL" clId="{82DC56CB-D295-4CB1-9F0C-0925F0623D26}" dt="2020-02-27T15:21:53.574" v="151" actId="1076"/>
          <ac:spMkLst>
            <pc:docMk/>
            <pc:sldMk cId="3082059899" sldId="661"/>
            <ac:spMk id="5" creationId="{ED51FB42-71F8-4B06-B963-C3A8826070BF}"/>
          </ac:spMkLst>
        </pc:spChg>
      </pc:sldChg>
      <pc:sldChg chg="addSp modSp add mod">
        <pc:chgData name="KwonJoonho" userId="fa141e0c-4849-4deb-8f8c-65d25da6d8db" providerId="ADAL" clId="{82DC56CB-D295-4CB1-9F0C-0925F0623D26}" dt="2020-02-27T15:37:27.867" v="446" actId="20577"/>
        <pc:sldMkLst>
          <pc:docMk/>
          <pc:sldMk cId="1103128692" sldId="662"/>
        </pc:sldMkLst>
        <pc:spChg chg="mod">
          <ac:chgData name="KwonJoonho" userId="fa141e0c-4849-4deb-8f8c-65d25da6d8db" providerId="ADAL" clId="{82DC56CB-D295-4CB1-9F0C-0925F0623D26}" dt="2020-02-27T15:22:35.829" v="179" actId="20577"/>
          <ac:spMkLst>
            <pc:docMk/>
            <pc:sldMk cId="1103128692" sldId="662"/>
            <ac:spMk id="2" creationId="{3C4E1002-DBCB-448A-B83E-CA6D29221EAA}"/>
          </ac:spMkLst>
        </pc:spChg>
        <pc:spChg chg="mod">
          <ac:chgData name="KwonJoonho" userId="fa141e0c-4849-4deb-8f8c-65d25da6d8db" providerId="ADAL" clId="{82DC56CB-D295-4CB1-9F0C-0925F0623D26}" dt="2020-02-27T15:37:27.867" v="446" actId="20577"/>
          <ac:spMkLst>
            <pc:docMk/>
            <pc:sldMk cId="1103128692" sldId="662"/>
            <ac:spMk id="3" creationId="{2D206766-D411-4693-8E3E-E7A8A08115CF}"/>
          </ac:spMkLst>
        </pc:spChg>
        <pc:spChg chg="add mod">
          <ac:chgData name="KwonJoonho" userId="fa141e0c-4849-4deb-8f8c-65d25da6d8db" providerId="ADAL" clId="{82DC56CB-D295-4CB1-9F0C-0925F0623D26}" dt="2020-02-27T15:22:59.074" v="192" actId="6549"/>
          <ac:spMkLst>
            <pc:docMk/>
            <pc:sldMk cId="1103128692" sldId="662"/>
            <ac:spMk id="5" creationId="{649E5036-A430-4D00-8DA8-3D8D8A140DB2}"/>
          </ac:spMkLst>
        </pc:spChg>
      </pc:sldChg>
      <pc:sldChg chg="addSp delSp modSp add mod delAnim modAnim">
        <pc:chgData name="KwonJoonho" userId="fa141e0c-4849-4deb-8f8c-65d25da6d8db" providerId="ADAL" clId="{82DC56CB-D295-4CB1-9F0C-0925F0623D26}" dt="2020-02-27T15:37:32.087" v="452" actId="20577"/>
        <pc:sldMkLst>
          <pc:docMk/>
          <pc:sldMk cId="3016557175" sldId="663"/>
        </pc:sldMkLst>
        <pc:spChg chg="mod">
          <ac:chgData name="KwonJoonho" userId="fa141e0c-4849-4deb-8f8c-65d25da6d8db" providerId="ADAL" clId="{82DC56CB-D295-4CB1-9F0C-0925F0623D26}" dt="2020-02-27T15:37:32.087" v="452" actId="20577"/>
          <ac:spMkLst>
            <pc:docMk/>
            <pc:sldMk cId="3016557175" sldId="663"/>
            <ac:spMk id="3" creationId="{0C8D11D1-6502-46E6-BEEE-B877ACE8FE47}"/>
          </ac:spMkLst>
        </pc:spChg>
        <pc:spChg chg="add mod">
          <ac:chgData name="KwonJoonho" userId="fa141e0c-4849-4deb-8f8c-65d25da6d8db" providerId="ADAL" clId="{82DC56CB-D295-4CB1-9F0C-0925F0623D26}" dt="2020-02-27T15:32:14.348" v="402" actId="1076"/>
          <ac:spMkLst>
            <pc:docMk/>
            <pc:sldMk cId="3016557175" sldId="663"/>
            <ac:spMk id="5" creationId="{57FEA6E2-C283-49DF-9275-B9DDEFD59210}"/>
          </ac:spMkLst>
        </pc:spChg>
        <pc:spChg chg="add del mod">
          <ac:chgData name="KwonJoonho" userId="fa141e0c-4849-4deb-8f8c-65d25da6d8db" providerId="ADAL" clId="{82DC56CB-D295-4CB1-9F0C-0925F0623D26}" dt="2020-02-27T15:29:12.430" v="315" actId="478"/>
          <ac:spMkLst>
            <pc:docMk/>
            <pc:sldMk cId="3016557175" sldId="663"/>
            <ac:spMk id="6" creationId="{CD9160C2-67B7-4A2A-94CB-12FADD886D5F}"/>
          </ac:spMkLst>
        </pc:spChg>
        <pc:spChg chg="add del mod">
          <ac:chgData name="KwonJoonho" userId="fa141e0c-4849-4deb-8f8c-65d25da6d8db" providerId="ADAL" clId="{82DC56CB-D295-4CB1-9F0C-0925F0623D26}" dt="2020-02-27T15:29:14.869" v="316" actId="478"/>
          <ac:spMkLst>
            <pc:docMk/>
            <pc:sldMk cId="3016557175" sldId="663"/>
            <ac:spMk id="7" creationId="{64F828FE-5B2B-417A-8397-10E48FD1A19D}"/>
          </ac:spMkLst>
        </pc:spChg>
        <pc:spChg chg="add del mod">
          <ac:chgData name="KwonJoonho" userId="fa141e0c-4849-4deb-8f8c-65d25da6d8db" providerId="ADAL" clId="{82DC56CB-D295-4CB1-9F0C-0925F0623D26}" dt="2020-02-27T15:28:05.387" v="280" actId="478"/>
          <ac:spMkLst>
            <pc:docMk/>
            <pc:sldMk cId="3016557175" sldId="663"/>
            <ac:spMk id="8" creationId="{54A42622-5D32-4E2D-965F-8B930EEFC018}"/>
          </ac:spMkLst>
        </pc:spChg>
        <pc:spChg chg="add mod">
          <ac:chgData name="KwonJoonho" userId="fa141e0c-4849-4deb-8f8c-65d25da6d8db" providerId="ADAL" clId="{82DC56CB-D295-4CB1-9F0C-0925F0623D26}" dt="2020-02-27T15:32:20.712" v="403" actId="1076"/>
          <ac:spMkLst>
            <pc:docMk/>
            <pc:sldMk cId="3016557175" sldId="663"/>
            <ac:spMk id="9" creationId="{70C6998F-B395-4133-9F65-DB36B187827F}"/>
          </ac:spMkLst>
        </pc:spChg>
      </pc:sldChg>
      <pc:sldChg chg="addSp modSp add mod modAnim">
        <pc:chgData name="KwonJoonho" userId="fa141e0c-4849-4deb-8f8c-65d25da6d8db" providerId="ADAL" clId="{82DC56CB-D295-4CB1-9F0C-0925F0623D26}" dt="2020-02-27T15:53:16.043" v="707" actId="20577"/>
        <pc:sldMkLst>
          <pc:docMk/>
          <pc:sldMk cId="1388074151" sldId="664"/>
        </pc:sldMkLst>
        <pc:spChg chg="mod">
          <ac:chgData name="KwonJoonho" userId="fa141e0c-4849-4deb-8f8c-65d25da6d8db" providerId="ADAL" clId="{82DC56CB-D295-4CB1-9F0C-0925F0623D26}" dt="2020-02-27T15:50:03.667" v="653" actId="404"/>
          <ac:spMkLst>
            <pc:docMk/>
            <pc:sldMk cId="1388074151" sldId="664"/>
            <ac:spMk id="2" creationId="{4053EB60-9B74-473B-BC61-0E6C9C96AB8B}"/>
          </ac:spMkLst>
        </pc:spChg>
        <pc:spChg chg="mod">
          <ac:chgData name="KwonJoonho" userId="fa141e0c-4849-4deb-8f8c-65d25da6d8db" providerId="ADAL" clId="{82DC56CB-D295-4CB1-9F0C-0925F0623D26}" dt="2020-02-27T15:53:16.043" v="707" actId="20577"/>
          <ac:spMkLst>
            <pc:docMk/>
            <pc:sldMk cId="1388074151" sldId="664"/>
            <ac:spMk id="3" creationId="{B35CC71F-43D4-4370-9D84-2B86184AC302}"/>
          </ac:spMkLst>
        </pc:spChg>
        <pc:spChg chg="add mod">
          <ac:chgData name="KwonJoonho" userId="fa141e0c-4849-4deb-8f8c-65d25da6d8db" providerId="ADAL" clId="{82DC56CB-D295-4CB1-9F0C-0925F0623D26}" dt="2020-02-27T15:51:24.653" v="656" actId="20577"/>
          <ac:spMkLst>
            <pc:docMk/>
            <pc:sldMk cId="1388074151" sldId="664"/>
            <ac:spMk id="5" creationId="{5432DE9F-BA66-49F8-99A1-A5ACD8E1F7DB}"/>
          </ac:spMkLst>
        </pc:spChg>
      </pc:sldChg>
      <pc:sldChg chg="modSp add mod">
        <pc:chgData name="KwonJoonho" userId="fa141e0c-4849-4deb-8f8c-65d25da6d8db" providerId="ADAL" clId="{82DC56CB-D295-4CB1-9F0C-0925F0623D26}" dt="2020-02-27T15:53:36.043" v="720" actId="20577"/>
        <pc:sldMkLst>
          <pc:docMk/>
          <pc:sldMk cId="3031360720" sldId="665"/>
        </pc:sldMkLst>
        <pc:spChg chg="mod">
          <ac:chgData name="KwonJoonho" userId="fa141e0c-4849-4deb-8f8c-65d25da6d8db" providerId="ADAL" clId="{82DC56CB-D295-4CB1-9F0C-0925F0623D26}" dt="2020-02-27T15:53:36.043" v="720" actId="20577"/>
          <ac:spMkLst>
            <pc:docMk/>
            <pc:sldMk cId="3031360720" sldId="665"/>
            <ac:spMk id="3" creationId="{3A03A4EF-A9CB-4F1E-B871-C6C57257EEDF}"/>
          </ac:spMkLst>
        </pc:spChg>
      </pc:sldChg>
      <pc:sldChg chg="modSp add mod">
        <pc:chgData name="KwonJoonho" userId="fa141e0c-4849-4deb-8f8c-65d25da6d8db" providerId="ADAL" clId="{82DC56CB-D295-4CB1-9F0C-0925F0623D26}" dt="2020-02-27T15:58:23.964" v="934" actId="20577"/>
        <pc:sldMkLst>
          <pc:docMk/>
          <pc:sldMk cId="3494801193" sldId="666"/>
        </pc:sldMkLst>
        <pc:spChg chg="mod">
          <ac:chgData name="KwonJoonho" userId="fa141e0c-4849-4deb-8f8c-65d25da6d8db" providerId="ADAL" clId="{82DC56CB-D295-4CB1-9F0C-0925F0623D26}" dt="2020-02-27T15:57:27.475" v="881" actId="207"/>
          <ac:spMkLst>
            <pc:docMk/>
            <pc:sldMk cId="3494801193" sldId="666"/>
            <ac:spMk id="2" creationId="{40D36671-11F5-4DD2-8848-D11554F7D810}"/>
          </ac:spMkLst>
        </pc:spChg>
        <pc:spChg chg="mod">
          <ac:chgData name="KwonJoonho" userId="fa141e0c-4849-4deb-8f8c-65d25da6d8db" providerId="ADAL" clId="{82DC56CB-D295-4CB1-9F0C-0925F0623D26}" dt="2020-02-27T15:58:23.964" v="934" actId="20577"/>
          <ac:spMkLst>
            <pc:docMk/>
            <pc:sldMk cId="3494801193" sldId="666"/>
            <ac:spMk id="3" creationId="{9EF11A25-B4FD-499D-8A6C-ED2D1746FE98}"/>
          </ac:spMkLst>
        </pc:spChg>
      </pc:sldChg>
      <pc:sldChg chg="modSp add mod">
        <pc:chgData name="KwonJoonho" userId="fa141e0c-4849-4deb-8f8c-65d25da6d8db" providerId="ADAL" clId="{82DC56CB-D295-4CB1-9F0C-0925F0623D26}" dt="2020-02-27T15:58:31.435" v="936" actId="20577"/>
        <pc:sldMkLst>
          <pc:docMk/>
          <pc:sldMk cId="1964725777" sldId="667"/>
        </pc:sldMkLst>
        <pc:spChg chg="mod">
          <ac:chgData name="KwonJoonho" userId="fa141e0c-4849-4deb-8f8c-65d25da6d8db" providerId="ADAL" clId="{82DC56CB-D295-4CB1-9F0C-0925F0623D26}" dt="2020-02-27T15:55:49.333" v="796"/>
          <ac:spMkLst>
            <pc:docMk/>
            <pc:sldMk cId="1964725777" sldId="667"/>
            <ac:spMk id="2" creationId="{F8F8E49F-6F51-4B9F-BE85-CCD38AF1A6A2}"/>
          </ac:spMkLst>
        </pc:spChg>
        <pc:spChg chg="mod">
          <ac:chgData name="KwonJoonho" userId="fa141e0c-4849-4deb-8f8c-65d25da6d8db" providerId="ADAL" clId="{82DC56CB-D295-4CB1-9F0C-0925F0623D26}" dt="2020-02-27T15:58:31.435" v="936" actId="20577"/>
          <ac:spMkLst>
            <pc:docMk/>
            <pc:sldMk cId="1964725777" sldId="667"/>
            <ac:spMk id="3" creationId="{9A8BA2AD-6B51-4997-AA7D-DD56D10565E2}"/>
          </ac:spMkLst>
        </pc:spChg>
      </pc:sldChg>
      <pc:sldChg chg="add">
        <pc:chgData name="KwonJoonho" userId="fa141e0c-4849-4deb-8f8c-65d25da6d8db" providerId="ADAL" clId="{82DC56CB-D295-4CB1-9F0C-0925F0623D26}" dt="2020-02-27T15:58:33.638" v="937"/>
        <pc:sldMkLst>
          <pc:docMk/>
          <pc:sldMk cId="3079297715" sldId="668"/>
        </pc:sldMkLst>
      </pc:sldChg>
      <pc:sldChg chg="modSp mod">
        <pc:chgData name="KwonJoonho" userId="fa141e0c-4849-4deb-8f8c-65d25da6d8db" providerId="ADAL" clId="{82DC56CB-D295-4CB1-9F0C-0925F0623D26}" dt="2020-02-28T14:24:35.857" v="2052" actId="20577"/>
        <pc:sldMkLst>
          <pc:docMk/>
          <pc:sldMk cId="3010549127" sldId="674"/>
        </pc:sldMkLst>
        <pc:spChg chg="mod">
          <ac:chgData name="KwonJoonho" userId="fa141e0c-4849-4deb-8f8c-65d25da6d8db" providerId="ADAL" clId="{82DC56CB-D295-4CB1-9F0C-0925F0623D26}" dt="2020-02-28T14:24:35.857" v="2052" actId="20577"/>
          <ac:spMkLst>
            <pc:docMk/>
            <pc:sldMk cId="3010549127" sldId="674"/>
            <ac:spMk id="3" creationId="{E6DC50AB-0A85-4BF5-B111-C14900DA5583}"/>
          </ac:spMkLst>
        </pc:spChg>
      </pc:sldChg>
      <pc:sldChg chg="modSp mod">
        <pc:chgData name="KwonJoonho" userId="fa141e0c-4849-4deb-8f8c-65d25da6d8db" providerId="ADAL" clId="{82DC56CB-D295-4CB1-9F0C-0925F0623D26}" dt="2020-02-28T09:34:15.885" v="1077" actId="6549"/>
        <pc:sldMkLst>
          <pc:docMk/>
          <pc:sldMk cId="3072232058" sldId="680"/>
        </pc:sldMkLst>
        <pc:spChg chg="mod">
          <ac:chgData name="KwonJoonho" userId="fa141e0c-4849-4deb-8f8c-65d25da6d8db" providerId="ADAL" clId="{82DC56CB-D295-4CB1-9F0C-0925F0623D26}" dt="2020-02-28T09:34:15.885" v="1077" actId="6549"/>
          <ac:spMkLst>
            <pc:docMk/>
            <pc:sldMk cId="3072232058" sldId="680"/>
            <ac:spMk id="2" creationId="{A04702C3-FCD0-49EC-979F-CA92A5ED7506}"/>
          </ac:spMkLst>
        </pc:spChg>
      </pc:sldChg>
      <pc:sldChg chg="modSp mod">
        <pc:chgData name="KwonJoonho" userId="fa141e0c-4849-4deb-8f8c-65d25da6d8db" providerId="ADAL" clId="{82DC56CB-D295-4CB1-9F0C-0925F0623D26}" dt="2020-02-28T14:24:49.546" v="2058" actId="6549"/>
        <pc:sldMkLst>
          <pc:docMk/>
          <pc:sldMk cId="3196332243" sldId="681"/>
        </pc:sldMkLst>
        <pc:spChg chg="mod">
          <ac:chgData name="KwonJoonho" userId="fa141e0c-4849-4deb-8f8c-65d25da6d8db" providerId="ADAL" clId="{82DC56CB-D295-4CB1-9F0C-0925F0623D26}" dt="2020-02-28T14:24:41.179" v="2055" actId="20577"/>
          <ac:spMkLst>
            <pc:docMk/>
            <pc:sldMk cId="3196332243" sldId="681"/>
            <ac:spMk id="3" creationId="{CE15FA4B-A44E-4E72-8F02-A3E4D336F527}"/>
          </ac:spMkLst>
        </pc:spChg>
        <pc:spChg chg="mod">
          <ac:chgData name="KwonJoonho" userId="fa141e0c-4849-4deb-8f8c-65d25da6d8db" providerId="ADAL" clId="{82DC56CB-D295-4CB1-9F0C-0925F0623D26}" dt="2020-02-28T14:24:49.546" v="2058" actId="6549"/>
          <ac:spMkLst>
            <pc:docMk/>
            <pc:sldMk cId="3196332243" sldId="681"/>
            <ac:spMk id="5" creationId="{06C703D8-7E88-44CA-8791-2EDCFF249513}"/>
          </ac:spMkLst>
        </pc:spChg>
      </pc:sldChg>
      <pc:sldChg chg="addSp delSp modSp add mod">
        <pc:chgData name="KwonJoonho" userId="fa141e0c-4849-4deb-8f8c-65d25da6d8db" providerId="ADAL" clId="{82DC56CB-D295-4CB1-9F0C-0925F0623D26}" dt="2020-02-28T09:39:36.197" v="1123" actId="20577"/>
        <pc:sldMkLst>
          <pc:docMk/>
          <pc:sldMk cId="1736825858" sldId="682"/>
        </pc:sldMkLst>
        <pc:spChg chg="mod">
          <ac:chgData name="KwonJoonho" userId="fa141e0c-4849-4deb-8f8c-65d25da6d8db" providerId="ADAL" clId="{82DC56CB-D295-4CB1-9F0C-0925F0623D26}" dt="2020-02-28T09:39:36.197" v="1123" actId="20577"/>
          <ac:spMkLst>
            <pc:docMk/>
            <pc:sldMk cId="1736825858" sldId="682"/>
            <ac:spMk id="2" creationId="{34FDC3B5-CECC-498B-8D7F-E08900E10A39}"/>
          </ac:spMkLst>
        </pc:spChg>
        <pc:spChg chg="mod">
          <ac:chgData name="KwonJoonho" userId="fa141e0c-4849-4deb-8f8c-65d25da6d8db" providerId="ADAL" clId="{82DC56CB-D295-4CB1-9F0C-0925F0623D26}" dt="2020-02-28T09:37:47.474" v="1090" actId="20577"/>
          <ac:spMkLst>
            <pc:docMk/>
            <pc:sldMk cId="1736825858" sldId="682"/>
            <ac:spMk id="3" creationId="{A65ACE88-5FD2-4DA1-B2DE-2A703B804ADE}"/>
          </ac:spMkLst>
        </pc:spChg>
        <pc:spChg chg="add del">
          <ac:chgData name="KwonJoonho" userId="fa141e0c-4849-4deb-8f8c-65d25da6d8db" providerId="ADAL" clId="{82DC56CB-D295-4CB1-9F0C-0925F0623D26}" dt="2020-02-28T09:38:13.663" v="1094"/>
          <ac:spMkLst>
            <pc:docMk/>
            <pc:sldMk cId="1736825858" sldId="682"/>
            <ac:spMk id="5" creationId="{6352EFFA-C1F8-4DD2-AFB9-EFF64AC8950A}"/>
          </ac:spMkLst>
        </pc:spChg>
        <pc:spChg chg="add mod">
          <ac:chgData name="KwonJoonho" userId="fa141e0c-4849-4deb-8f8c-65d25da6d8db" providerId="ADAL" clId="{82DC56CB-D295-4CB1-9F0C-0925F0623D26}" dt="2020-02-28T09:38:42.702" v="1108" actId="1076"/>
          <ac:spMkLst>
            <pc:docMk/>
            <pc:sldMk cId="1736825858" sldId="682"/>
            <ac:spMk id="6" creationId="{F8D22DF4-F1F2-4270-8E3E-441F37424AF5}"/>
          </ac:spMkLst>
        </pc:spChg>
        <pc:spChg chg="add mod">
          <ac:chgData name="KwonJoonho" userId="fa141e0c-4849-4deb-8f8c-65d25da6d8db" providerId="ADAL" clId="{82DC56CB-D295-4CB1-9F0C-0925F0623D26}" dt="2020-02-28T09:39:27.415" v="1115" actId="14100"/>
          <ac:spMkLst>
            <pc:docMk/>
            <pc:sldMk cId="1736825858" sldId="682"/>
            <ac:spMk id="7" creationId="{375FBE9A-391A-4407-AFD3-34FD4AA62301}"/>
          </ac:spMkLst>
        </pc:spChg>
      </pc:sldChg>
      <pc:sldChg chg="addSp delSp modSp add mod">
        <pc:chgData name="KwonJoonho" userId="fa141e0c-4849-4deb-8f8c-65d25da6d8db" providerId="ADAL" clId="{82DC56CB-D295-4CB1-9F0C-0925F0623D26}" dt="2020-02-28T09:48:06.385" v="1228" actId="20577"/>
        <pc:sldMkLst>
          <pc:docMk/>
          <pc:sldMk cId="2311841578" sldId="683"/>
        </pc:sldMkLst>
        <pc:spChg chg="del">
          <ac:chgData name="KwonJoonho" userId="fa141e0c-4849-4deb-8f8c-65d25da6d8db" providerId="ADAL" clId="{82DC56CB-D295-4CB1-9F0C-0925F0623D26}" dt="2020-02-28T09:40:10.592" v="1183"/>
          <ac:spMkLst>
            <pc:docMk/>
            <pc:sldMk cId="2311841578" sldId="683"/>
            <ac:spMk id="2" creationId="{7B69266E-5A40-4304-8200-8DAD479F7ADA}"/>
          </ac:spMkLst>
        </pc:spChg>
        <pc:spChg chg="mod">
          <ac:chgData name="KwonJoonho" userId="fa141e0c-4849-4deb-8f8c-65d25da6d8db" providerId="ADAL" clId="{82DC56CB-D295-4CB1-9F0C-0925F0623D26}" dt="2020-02-28T09:45:32.587" v="1190" actId="1076"/>
          <ac:spMkLst>
            <pc:docMk/>
            <pc:sldMk cId="2311841578" sldId="683"/>
            <ac:spMk id="3" creationId="{F5AA364A-A509-4402-9BD5-D9CD28A080C2}"/>
          </ac:spMkLst>
        </pc:spChg>
        <pc:spChg chg="add mod">
          <ac:chgData name="KwonJoonho" userId="fa141e0c-4849-4deb-8f8c-65d25da6d8db" providerId="ADAL" clId="{82DC56CB-D295-4CB1-9F0C-0925F0623D26}" dt="2020-02-28T09:40:10.592" v="1183"/>
          <ac:spMkLst>
            <pc:docMk/>
            <pc:sldMk cId="2311841578" sldId="683"/>
            <ac:spMk id="5" creationId="{D31D2B65-F0AD-4DC6-8C3A-5585A4C9F71E}"/>
          </ac:spMkLst>
        </pc:spChg>
        <pc:spChg chg="add mod">
          <ac:chgData name="KwonJoonho" userId="fa141e0c-4849-4deb-8f8c-65d25da6d8db" providerId="ADAL" clId="{82DC56CB-D295-4CB1-9F0C-0925F0623D26}" dt="2020-02-28T09:40:10.592" v="1183"/>
          <ac:spMkLst>
            <pc:docMk/>
            <pc:sldMk cId="2311841578" sldId="683"/>
            <ac:spMk id="6" creationId="{4B02E57E-1FF7-44E1-A08D-87011BEF568D}"/>
          </ac:spMkLst>
        </pc:spChg>
        <pc:spChg chg="add mod">
          <ac:chgData name="KwonJoonho" userId="fa141e0c-4849-4deb-8f8c-65d25da6d8db" providerId="ADAL" clId="{82DC56CB-D295-4CB1-9F0C-0925F0623D26}" dt="2020-02-28T09:48:06.385" v="1228" actId="20577"/>
          <ac:spMkLst>
            <pc:docMk/>
            <pc:sldMk cId="2311841578" sldId="683"/>
            <ac:spMk id="7" creationId="{19588191-CC23-43CD-B585-FE03A17AD748}"/>
          </ac:spMkLst>
        </pc:spChg>
        <pc:spChg chg="add mod">
          <ac:chgData name="KwonJoonho" userId="fa141e0c-4849-4deb-8f8c-65d25da6d8db" providerId="ADAL" clId="{82DC56CB-D295-4CB1-9F0C-0925F0623D26}" dt="2020-02-28T09:47:51.266" v="1220" actId="1076"/>
          <ac:spMkLst>
            <pc:docMk/>
            <pc:sldMk cId="2311841578" sldId="683"/>
            <ac:spMk id="8" creationId="{2022C3D9-96DA-4BCD-8BCB-60EEB528C24F}"/>
          </ac:spMkLst>
        </pc:spChg>
      </pc:sldChg>
      <pc:sldChg chg="modSp add del mod">
        <pc:chgData name="KwonJoonho" userId="fa141e0c-4849-4deb-8f8c-65d25da6d8db" providerId="ADAL" clId="{82DC56CB-D295-4CB1-9F0C-0925F0623D26}" dt="2020-02-28T14:19:55.086" v="2037" actId="47"/>
        <pc:sldMkLst>
          <pc:docMk/>
          <pc:sldMk cId="2232031677" sldId="684"/>
        </pc:sldMkLst>
        <pc:spChg chg="mod">
          <ac:chgData name="KwonJoonho" userId="fa141e0c-4849-4deb-8f8c-65d25da6d8db" providerId="ADAL" clId="{82DC56CB-D295-4CB1-9F0C-0925F0623D26}" dt="2020-02-28T09:52:00.964" v="1242" actId="108"/>
          <ac:spMkLst>
            <pc:docMk/>
            <pc:sldMk cId="2232031677" sldId="684"/>
            <ac:spMk id="2" creationId="{B3FA8B4E-4542-4AE5-82BE-97FDC25D0A4C}"/>
          </ac:spMkLst>
        </pc:spChg>
      </pc:sldChg>
      <pc:sldChg chg="addSp delSp modSp add mod">
        <pc:chgData name="KwonJoonho" userId="fa141e0c-4849-4deb-8f8c-65d25da6d8db" providerId="ADAL" clId="{82DC56CB-D295-4CB1-9F0C-0925F0623D26}" dt="2020-02-28T11:13:58.857" v="1982" actId="20577"/>
        <pc:sldMkLst>
          <pc:docMk/>
          <pc:sldMk cId="993585561" sldId="685"/>
        </pc:sldMkLst>
        <pc:spChg chg="del">
          <ac:chgData name="KwonJoonho" userId="fa141e0c-4849-4deb-8f8c-65d25da6d8db" providerId="ADAL" clId="{82DC56CB-D295-4CB1-9F0C-0925F0623D26}" dt="2020-02-28T09:52:07.634" v="1244"/>
          <ac:spMkLst>
            <pc:docMk/>
            <pc:sldMk cId="993585561" sldId="685"/>
            <ac:spMk id="2" creationId="{7848322C-9B59-4BE3-8102-B886AEB3EAF3}"/>
          </ac:spMkLst>
        </pc:spChg>
        <pc:spChg chg="del">
          <ac:chgData name="KwonJoonho" userId="fa141e0c-4849-4deb-8f8c-65d25da6d8db" providerId="ADAL" clId="{82DC56CB-D295-4CB1-9F0C-0925F0623D26}" dt="2020-02-28T09:52:07.634" v="1244"/>
          <ac:spMkLst>
            <pc:docMk/>
            <pc:sldMk cId="993585561" sldId="685"/>
            <ac:spMk id="3" creationId="{2E759772-EDB7-4EB7-981A-52912E654010}"/>
          </ac:spMkLst>
        </pc:spChg>
        <pc:spChg chg="del">
          <ac:chgData name="KwonJoonho" userId="fa141e0c-4849-4deb-8f8c-65d25da6d8db" providerId="ADAL" clId="{82DC56CB-D295-4CB1-9F0C-0925F0623D26}" dt="2020-02-28T09:52:07.634" v="1244"/>
          <ac:spMkLst>
            <pc:docMk/>
            <pc:sldMk cId="993585561" sldId="685"/>
            <ac:spMk id="4" creationId="{DF57A17B-0AC6-48A7-8268-CCBB1EB0ED9E}"/>
          </ac:spMkLst>
        </pc:spChg>
        <pc:spChg chg="add mod">
          <ac:chgData name="KwonJoonho" userId="fa141e0c-4849-4deb-8f8c-65d25da6d8db" providerId="ADAL" clId="{82DC56CB-D295-4CB1-9F0C-0925F0623D26}" dt="2020-02-28T11:13:58.857" v="1982" actId="20577"/>
          <ac:spMkLst>
            <pc:docMk/>
            <pc:sldMk cId="993585561" sldId="685"/>
            <ac:spMk id="6" creationId="{3CD5CE76-CE43-44EC-AECC-7F1FF5865B4F}"/>
          </ac:spMkLst>
        </pc:spChg>
        <pc:spChg chg="add mod">
          <ac:chgData name="KwonJoonho" userId="fa141e0c-4849-4deb-8f8c-65d25da6d8db" providerId="ADAL" clId="{82DC56CB-D295-4CB1-9F0C-0925F0623D26}" dt="2020-02-28T09:52:07.634" v="1244"/>
          <ac:spMkLst>
            <pc:docMk/>
            <pc:sldMk cId="993585561" sldId="685"/>
            <ac:spMk id="7" creationId="{0A3AC33E-68EB-4B4E-819E-D1F7744F97D0}"/>
          </ac:spMkLst>
        </pc:spChg>
        <pc:spChg chg="add del">
          <ac:chgData name="KwonJoonho" userId="fa141e0c-4849-4deb-8f8c-65d25da6d8db" providerId="ADAL" clId="{82DC56CB-D295-4CB1-9F0C-0925F0623D26}" dt="2020-02-28T11:05:39.530" v="1531"/>
          <ac:spMkLst>
            <pc:docMk/>
            <pc:sldMk cId="993585561" sldId="685"/>
            <ac:spMk id="8" creationId="{CAC5915F-F1F6-42BD-AC01-2D45C33422AF}"/>
          </ac:spMkLst>
        </pc:spChg>
        <pc:spChg chg="add mod">
          <ac:chgData name="KwonJoonho" userId="fa141e0c-4849-4deb-8f8c-65d25da6d8db" providerId="ADAL" clId="{82DC56CB-D295-4CB1-9F0C-0925F0623D26}" dt="2020-02-28T11:07:37.687" v="1593" actId="1076"/>
          <ac:spMkLst>
            <pc:docMk/>
            <pc:sldMk cId="993585561" sldId="685"/>
            <ac:spMk id="9" creationId="{19793900-4AD7-4C57-9A6D-154ADC301B84}"/>
          </ac:spMkLst>
        </pc:spChg>
        <pc:spChg chg="add mod">
          <ac:chgData name="KwonJoonho" userId="fa141e0c-4849-4deb-8f8c-65d25da6d8db" providerId="ADAL" clId="{82DC56CB-D295-4CB1-9F0C-0925F0623D26}" dt="2020-02-28T11:07:39.977" v="1594" actId="1076"/>
          <ac:spMkLst>
            <pc:docMk/>
            <pc:sldMk cId="993585561" sldId="685"/>
            <ac:spMk id="10" creationId="{D4D497B1-1660-491B-A475-0D937F31EA71}"/>
          </ac:spMkLst>
        </pc:spChg>
        <pc:spChg chg="add mod">
          <ac:chgData name="KwonJoonho" userId="fa141e0c-4849-4deb-8f8c-65d25da6d8db" providerId="ADAL" clId="{82DC56CB-D295-4CB1-9F0C-0925F0623D26}" dt="2020-02-28T11:07:17.530" v="1583" actId="1076"/>
          <ac:spMkLst>
            <pc:docMk/>
            <pc:sldMk cId="993585561" sldId="685"/>
            <ac:spMk id="11" creationId="{543F4202-4EB8-44B4-B356-6EF3BDAAF6C0}"/>
          </ac:spMkLst>
        </pc:spChg>
        <pc:spChg chg="add mod">
          <ac:chgData name="KwonJoonho" userId="fa141e0c-4849-4deb-8f8c-65d25da6d8db" providerId="ADAL" clId="{82DC56CB-D295-4CB1-9F0C-0925F0623D26}" dt="2020-02-28T11:10:28.489" v="1793" actId="1076"/>
          <ac:spMkLst>
            <pc:docMk/>
            <pc:sldMk cId="993585561" sldId="685"/>
            <ac:spMk id="12" creationId="{2DC7E82E-7966-4C41-86E6-58959F3D8D09}"/>
          </ac:spMkLst>
        </pc:spChg>
        <pc:spChg chg="add mod">
          <ac:chgData name="KwonJoonho" userId="fa141e0c-4849-4deb-8f8c-65d25da6d8db" providerId="ADAL" clId="{82DC56CB-D295-4CB1-9F0C-0925F0623D26}" dt="2020-02-28T11:13:21.871" v="1957" actId="207"/>
          <ac:spMkLst>
            <pc:docMk/>
            <pc:sldMk cId="993585561" sldId="685"/>
            <ac:spMk id="13" creationId="{15F35DFB-5647-468C-B000-CF739B172136}"/>
          </ac:spMkLst>
        </pc:spChg>
        <pc:spChg chg="add mod">
          <ac:chgData name="KwonJoonho" userId="fa141e0c-4849-4deb-8f8c-65d25da6d8db" providerId="ADAL" clId="{82DC56CB-D295-4CB1-9F0C-0925F0623D26}" dt="2020-02-28T11:11:14.604" v="1837" actId="1076"/>
          <ac:spMkLst>
            <pc:docMk/>
            <pc:sldMk cId="993585561" sldId="685"/>
            <ac:spMk id="14" creationId="{8397F475-A918-41D0-A6A5-E1A467DBEECE}"/>
          </ac:spMkLst>
        </pc:spChg>
        <pc:spChg chg="add mod">
          <ac:chgData name="KwonJoonho" userId="fa141e0c-4849-4deb-8f8c-65d25da6d8db" providerId="ADAL" clId="{82DC56CB-D295-4CB1-9F0C-0925F0623D26}" dt="2020-02-28T11:10:34.708" v="1795" actId="1076"/>
          <ac:spMkLst>
            <pc:docMk/>
            <pc:sldMk cId="993585561" sldId="685"/>
            <ac:spMk id="15" creationId="{733614ED-B67B-4BF9-89E9-C3E68E717902}"/>
          </ac:spMkLst>
        </pc:spChg>
      </pc:sldChg>
      <pc:sldChg chg="modSp add mod">
        <pc:chgData name="KwonJoonho" userId="fa141e0c-4849-4deb-8f8c-65d25da6d8db" providerId="ADAL" clId="{82DC56CB-D295-4CB1-9F0C-0925F0623D26}" dt="2020-02-28T09:53:43.949" v="1270" actId="20577"/>
        <pc:sldMkLst>
          <pc:docMk/>
          <pc:sldMk cId="3103766124" sldId="686"/>
        </pc:sldMkLst>
        <pc:spChg chg="mod">
          <ac:chgData name="KwonJoonho" userId="fa141e0c-4849-4deb-8f8c-65d25da6d8db" providerId="ADAL" clId="{82DC56CB-D295-4CB1-9F0C-0925F0623D26}" dt="2020-02-28T09:53:43.949" v="1270" actId="20577"/>
          <ac:spMkLst>
            <pc:docMk/>
            <pc:sldMk cId="3103766124" sldId="686"/>
            <ac:spMk id="2" creationId="{B3FA8B4E-4542-4AE5-82BE-97FDC25D0A4C}"/>
          </ac:spMkLst>
        </pc:spChg>
      </pc:sldChg>
      <pc:sldChg chg="modSp add mod">
        <pc:chgData name="KwonJoonho" userId="fa141e0c-4849-4deb-8f8c-65d25da6d8db" providerId="ADAL" clId="{82DC56CB-D295-4CB1-9F0C-0925F0623D26}" dt="2020-02-28T09:54:57.526" v="1289" actId="207"/>
        <pc:sldMkLst>
          <pc:docMk/>
          <pc:sldMk cId="594846205" sldId="687"/>
        </pc:sldMkLst>
        <pc:spChg chg="mod">
          <ac:chgData name="KwonJoonho" userId="fa141e0c-4849-4deb-8f8c-65d25da6d8db" providerId="ADAL" clId="{82DC56CB-D295-4CB1-9F0C-0925F0623D26}" dt="2020-02-28T09:54:57.526" v="1289" actId="207"/>
          <ac:spMkLst>
            <pc:docMk/>
            <pc:sldMk cId="594846205" sldId="687"/>
            <ac:spMk id="2" creationId="{147E5475-1DA0-4FA9-AAFC-FFCA83FA8833}"/>
          </ac:spMkLst>
        </pc:spChg>
        <pc:spChg chg="mod">
          <ac:chgData name="KwonJoonho" userId="fa141e0c-4849-4deb-8f8c-65d25da6d8db" providerId="ADAL" clId="{82DC56CB-D295-4CB1-9F0C-0925F0623D26}" dt="2020-02-28T09:54:42.620" v="1286" actId="6549"/>
          <ac:spMkLst>
            <pc:docMk/>
            <pc:sldMk cId="594846205" sldId="687"/>
            <ac:spMk id="3" creationId="{8A133DD8-59D3-48FE-83D0-36504B8ED292}"/>
          </ac:spMkLst>
        </pc:spChg>
      </pc:sldChg>
      <pc:sldChg chg="addSp modSp add mod modAnim">
        <pc:chgData name="KwonJoonho" userId="fa141e0c-4849-4deb-8f8c-65d25da6d8db" providerId="ADAL" clId="{82DC56CB-D295-4CB1-9F0C-0925F0623D26}" dt="2020-02-28T14:27:06.414" v="2140"/>
        <pc:sldMkLst>
          <pc:docMk/>
          <pc:sldMk cId="531666646" sldId="688"/>
        </pc:sldMkLst>
        <pc:spChg chg="mod">
          <ac:chgData name="KwonJoonho" userId="fa141e0c-4849-4deb-8f8c-65d25da6d8db" providerId="ADAL" clId="{82DC56CB-D295-4CB1-9F0C-0925F0623D26}" dt="2020-02-28T14:23:51.363" v="2042" actId="20577"/>
          <ac:spMkLst>
            <pc:docMk/>
            <pc:sldMk cId="531666646" sldId="688"/>
            <ac:spMk id="3" creationId="{FB616A6E-5F23-4476-9AE2-B1D06ECDD2B8}"/>
          </ac:spMkLst>
        </pc:spChg>
        <pc:spChg chg="add mod">
          <ac:chgData name="KwonJoonho" userId="fa141e0c-4849-4deb-8f8c-65d25da6d8db" providerId="ADAL" clId="{82DC56CB-D295-4CB1-9F0C-0925F0623D26}" dt="2020-02-28T14:24:21.409" v="2050" actId="1076"/>
          <ac:spMkLst>
            <pc:docMk/>
            <pc:sldMk cId="531666646" sldId="688"/>
            <ac:spMk id="5" creationId="{DB8F92FA-BA9A-4E68-A6CF-EB96DEF38330}"/>
          </ac:spMkLst>
        </pc:spChg>
        <pc:spChg chg="add mod">
          <ac:chgData name="KwonJoonho" userId="fa141e0c-4849-4deb-8f8c-65d25da6d8db" providerId="ADAL" clId="{82DC56CB-D295-4CB1-9F0C-0925F0623D26}" dt="2020-02-28T14:26:13.734" v="2064" actId="14100"/>
          <ac:spMkLst>
            <pc:docMk/>
            <pc:sldMk cId="531666646" sldId="688"/>
            <ac:spMk id="6" creationId="{23D2F7C7-9BB1-4575-AB14-B823F97F6697}"/>
          </ac:spMkLst>
        </pc:spChg>
        <pc:spChg chg="add mod">
          <ac:chgData name="KwonJoonho" userId="fa141e0c-4849-4deb-8f8c-65d25da6d8db" providerId="ADAL" clId="{82DC56CB-D295-4CB1-9F0C-0925F0623D26}" dt="2020-02-28T14:26:35.592" v="2097" actId="20577"/>
          <ac:spMkLst>
            <pc:docMk/>
            <pc:sldMk cId="531666646" sldId="688"/>
            <ac:spMk id="7" creationId="{2DD9CE77-D141-454F-BF63-DB9A9EAC3F0D}"/>
          </ac:spMkLst>
        </pc:spChg>
        <pc:spChg chg="add mod">
          <ac:chgData name="KwonJoonho" userId="fa141e0c-4849-4deb-8f8c-65d25da6d8db" providerId="ADAL" clId="{82DC56CB-D295-4CB1-9F0C-0925F0623D26}" dt="2020-02-28T14:26:53.776" v="2134" actId="20577"/>
          <ac:spMkLst>
            <pc:docMk/>
            <pc:sldMk cId="531666646" sldId="688"/>
            <ac:spMk id="8" creationId="{B4D942D3-1E51-47D6-ABBC-382E86FABACD}"/>
          </ac:spMkLst>
        </pc:spChg>
      </pc:sldChg>
      <pc:sldChg chg="addSp modSp add mod">
        <pc:chgData name="KwonJoonho" userId="fa141e0c-4849-4deb-8f8c-65d25da6d8db" providerId="ADAL" clId="{82DC56CB-D295-4CB1-9F0C-0925F0623D26}" dt="2020-02-28T14:28:36.441" v="2172" actId="1076"/>
        <pc:sldMkLst>
          <pc:docMk/>
          <pc:sldMk cId="1536732439" sldId="689"/>
        </pc:sldMkLst>
        <pc:spChg chg="mod">
          <ac:chgData name="KwonJoonho" userId="fa141e0c-4849-4deb-8f8c-65d25da6d8db" providerId="ADAL" clId="{82DC56CB-D295-4CB1-9F0C-0925F0623D26}" dt="2020-02-28T14:27:32.228" v="2165" actId="20577"/>
          <ac:spMkLst>
            <pc:docMk/>
            <pc:sldMk cId="1536732439" sldId="689"/>
            <ac:spMk id="2" creationId="{381D24D5-4143-4809-9505-EE4056C7D955}"/>
          </ac:spMkLst>
        </pc:spChg>
        <pc:spChg chg="mod">
          <ac:chgData name="KwonJoonho" userId="fa141e0c-4849-4deb-8f8c-65d25da6d8db" providerId="ADAL" clId="{82DC56CB-D295-4CB1-9F0C-0925F0623D26}" dt="2020-02-28T10:01:22.234" v="1472" actId="20577"/>
          <ac:spMkLst>
            <pc:docMk/>
            <pc:sldMk cId="1536732439" sldId="689"/>
            <ac:spMk id="3" creationId="{F5DDE169-A897-4554-9CCA-5B359B11C67A}"/>
          </ac:spMkLst>
        </pc:spChg>
        <pc:spChg chg="add mod">
          <ac:chgData name="KwonJoonho" userId="fa141e0c-4849-4deb-8f8c-65d25da6d8db" providerId="ADAL" clId="{82DC56CB-D295-4CB1-9F0C-0925F0623D26}" dt="2020-02-28T14:28:36.441" v="2172" actId="1076"/>
          <ac:spMkLst>
            <pc:docMk/>
            <pc:sldMk cId="1536732439" sldId="689"/>
            <ac:spMk id="5" creationId="{F644D117-A38A-40D6-8265-65F036AFB9D1}"/>
          </ac:spMkLst>
        </pc:spChg>
      </pc:sldChg>
      <pc:sldChg chg="addSp delSp modSp add mod">
        <pc:chgData name="KwonJoonho" userId="fa141e0c-4849-4deb-8f8c-65d25da6d8db" providerId="ADAL" clId="{82DC56CB-D295-4CB1-9F0C-0925F0623D26}" dt="2020-02-28T11:04:39.553" v="1529" actId="1076"/>
        <pc:sldMkLst>
          <pc:docMk/>
          <pc:sldMk cId="3990579547" sldId="690"/>
        </pc:sldMkLst>
        <pc:spChg chg="mod">
          <ac:chgData name="KwonJoonho" userId="fa141e0c-4849-4deb-8f8c-65d25da6d8db" providerId="ADAL" clId="{82DC56CB-D295-4CB1-9F0C-0925F0623D26}" dt="2020-02-28T11:04:05.029" v="1520" actId="20577"/>
          <ac:spMkLst>
            <pc:docMk/>
            <pc:sldMk cId="3990579547" sldId="690"/>
            <ac:spMk id="3" creationId="{F2995EC5-4B6F-4372-A891-C0D777E7B17C}"/>
          </ac:spMkLst>
        </pc:spChg>
        <pc:spChg chg="add del">
          <ac:chgData name="KwonJoonho" userId="fa141e0c-4849-4deb-8f8c-65d25da6d8db" providerId="ADAL" clId="{82DC56CB-D295-4CB1-9F0C-0925F0623D26}" dt="2020-02-28T11:04:23.413" v="1522"/>
          <ac:spMkLst>
            <pc:docMk/>
            <pc:sldMk cId="3990579547" sldId="690"/>
            <ac:spMk id="5" creationId="{7E366057-C398-4AA2-921C-90D1682CF634}"/>
          </ac:spMkLst>
        </pc:spChg>
        <pc:spChg chg="add mod">
          <ac:chgData name="KwonJoonho" userId="fa141e0c-4849-4deb-8f8c-65d25da6d8db" providerId="ADAL" clId="{82DC56CB-D295-4CB1-9F0C-0925F0623D26}" dt="2020-02-28T11:04:39.553" v="1529" actId="1076"/>
          <ac:spMkLst>
            <pc:docMk/>
            <pc:sldMk cId="3990579547" sldId="690"/>
            <ac:spMk id="6" creationId="{D9CDCCE0-EEF1-4FF1-B357-2EE78BE1565C}"/>
          </ac:spMkLst>
        </pc:spChg>
      </pc:sldChg>
      <pc:sldChg chg="addSp modSp add mod">
        <pc:chgData name="KwonJoonho" userId="fa141e0c-4849-4deb-8f8c-65d25da6d8db" providerId="ADAL" clId="{82DC56CB-D295-4CB1-9F0C-0925F0623D26}" dt="2020-02-28T11:14:04.289" v="1984" actId="20577"/>
        <pc:sldMkLst>
          <pc:docMk/>
          <pc:sldMk cId="2878104332" sldId="691"/>
        </pc:sldMkLst>
        <pc:spChg chg="mod">
          <ac:chgData name="KwonJoonho" userId="fa141e0c-4849-4deb-8f8c-65d25da6d8db" providerId="ADAL" clId="{82DC56CB-D295-4CB1-9F0C-0925F0623D26}" dt="2020-02-28T11:14:04.289" v="1984" actId="20577"/>
          <ac:spMkLst>
            <pc:docMk/>
            <pc:sldMk cId="2878104332" sldId="691"/>
            <ac:spMk id="3" creationId="{40AE1830-EB67-41B4-B596-AC1466D5CB43}"/>
          </ac:spMkLst>
        </pc:spChg>
        <pc:spChg chg="add mod">
          <ac:chgData name="KwonJoonho" userId="fa141e0c-4849-4deb-8f8c-65d25da6d8db" providerId="ADAL" clId="{82DC56CB-D295-4CB1-9F0C-0925F0623D26}" dt="2020-02-28T11:11:30.980" v="1839" actId="1076"/>
          <ac:spMkLst>
            <pc:docMk/>
            <pc:sldMk cId="2878104332" sldId="691"/>
            <ac:spMk id="5" creationId="{C0D43546-F9B5-4BDA-91A5-EF05DD537498}"/>
          </ac:spMkLst>
        </pc:spChg>
        <pc:spChg chg="add mod">
          <ac:chgData name="KwonJoonho" userId="fa141e0c-4849-4deb-8f8c-65d25da6d8db" providerId="ADAL" clId="{82DC56CB-D295-4CB1-9F0C-0925F0623D26}" dt="2020-02-28T11:11:30.980" v="1839" actId="1076"/>
          <ac:spMkLst>
            <pc:docMk/>
            <pc:sldMk cId="2878104332" sldId="691"/>
            <ac:spMk id="6" creationId="{2EAA994D-4B8E-4A48-A2BD-E79A1C43615D}"/>
          </ac:spMkLst>
        </pc:spChg>
        <pc:spChg chg="add mod">
          <ac:chgData name="KwonJoonho" userId="fa141e0c-4849-4deb-8f8c-65d25da6d8db" providerId="ADAL" clId="{82DC56CB-D295-4CB1-9F0C-0925F0623D26}" dt="2020-02-28T11:13:26.651" v="1958" actId="207"/>
          <ac:spMkLst>
            <pc:docMk/>
            <pc:sldMk cId="2878104332" sldId="691"/>
            <ac:spMk id="7" creationId="{211F0D91-0054-4629-94F3-DC1B8B893A15}"/>
          </ac:spMkLst>
        </pc:spChg>
        <pc:spChg chg="add mod">
          <ac:chgData name="KwonJoonho" userId="fa141e0c-4849-4deb-8f8c-65d25da6d8db" providerId="ADAL" clId="{82DC56CB-D295-4CB1-9F0C-0925F0623D26}" dt="2020-02-28T11:11:30.980" v="1839" actId="1076"/>
          <ac:spMkLst>
            <pc:docMk/>
            <pc:sldMk cId="2878104332" sldId="691"/>
            <ac:spMk id="8" creationId="{348DC43F-6777-4B9F-A104-2AE566210535}"/>
          </ac:spMkLst>
        </pc:spChg>
        <pc:spChg chg="add mod">
          <ac:chgData name="KwonJoonho" userId="fa141e0c-4849-4deb-8f8c-65d25da6d8db" providerId="ADAL" clId="{82DC56CB-D295-4CB1-9F0C-0925F0623D26}" dt="2020-02-28T11:13:13.063" v="1956" actId="1076"/>
          <ac:spMkLst>
            <pc:docMk/>
            <pc:sldMk cId="2878104332" sldId="691"/>
            <ac:spMk id="9" creationId="{BEC53081-D5D6-46F7-862F-97F5E31059BE}"/>
          </ac:spMkLst>
        </pc:spChg>
        <pc:spChg chg="add mod">
          <ac:chgData name="KwonJoonho" userId="fa141e0c-4849-4deb-8f8c-65d25da6d8db" providerId="ADAL" clId="{82DC56CB-D295-4CB1-9F0C-0925F0623D26}" dt="2020-02-28T11:13:50.123" v="1974" actId="1076"/>
          <ac:spMkLst>
            <pc:docMk/>
            <pc:sldMk cId="2878104332" sldId="691"/>
            <ac:spMk id="10" creationId="{6326EF29-E030-4FF2-AB73-7DDBFE304CC2}"/>
          </ac:spMkLst>
        </pc:spChg>
      </pc:sldChg>
      <pc:sldChg chg="modSp add del mod">
        <pc:chgData name="KwonJoonho" userId="fa141e0c-4849-4deb-8f8c-65d25da6d8db" providerId="ADAL" clId="{82DC56CB-D295-4CB1-9F0C-0925F0623D26}" dt="2020-02-28T11:15:44.227" v="1993" actId="47"/>
        <pc:sldMkLst>
          <pc:docMk/>
          <pc:sldMk cId="469099951" sldId="692"/>
        </pc:sldMkLst>
        <pc:spChg chg="mod">
          <ac:chgData name="KwonJoonho" userId="fa141e0c-4849-4deb-8f8c-65d25da6d8db" providerId="ADAL" clId="{82DC56CB-D295-4CB1-9F0C-0925F0623D26}" dt="2020-02-28T11:14:12.259" v="1992" actId="20577"/>
          <ac:spMkLst>
            <pc:docMk/>
            <pc:sldMk cId="469099951" sldId="692"/>
            <ac:spMk id="3" creationId="{FE1D868C-2A1D-4159-B65B-2BC298CEDDDB}"/>
          </ac:spMkLst>
        </pc:spChg>
      </pc:sldChg>
      <pc:sldChg chg="addSp delSp modSp add mod">
        <pc:chgData name="KwonJoonho" userId="fa141e0c-4849-4deb-8f8c-65d25da6d8db" providerId="ADAL" clId="{82DC56CB-D295-4CB1-9F0C-0925F0623D26}" dt="2020-02-28T11:18:56.338" v="2035" actId="1076"/>
        <pc:sldMkLst>
          <pc:docMk/>
          <pc:sldMk cId="1130585384" sldId="692"/>
        </pc:sldMkLst>
        <pc:spChg chg="mod">
          <ac:chgData name="KwonJoonho" userId="fa141e0c-4849-4deb-8f8c-65d25da6d8db" providerId="ADAL" clId="{82DC56CB-D295-4CB1-9F0C-0925F0623D26}" dt="2020-02-28T11:16:18.713" v="2000" actId="6549"/>
          <ac:spMkLst>
            <pc:docMk/>
            <pc:sldMk cId="1130585384" sldId="692"/>
            <ac:spMk id="2" creationId="{1A2B1645-1260-46D6-8E01-4A0723BC7718}"/>
          </ac:spMkLst>
        </pc:spChg>
        <pc:spChg chg="mod">
          <ac:chgData name="KwonJoonho" userId="fa141e0c-4849-4deb-8f8c-65d25da6d8db" providerId="ADAL" clId="{82DC56CB-D295-4CB1-9F0C-0925F0623D26}" dt="2020-02-28T11:16:15.585" v="1999" actId="27636"/>
          <ac:spMkLst>
            <pc:docMk/>
            <pc:sldMk cId="1130585384" sldId="692"/>
            <ac:spMk id="3" creationId="{230C66CC-1FBB-4917-9C1A-A17913A77A96}"/>
          </ac:spMkLst>
        </pc:spChg>
        <pc:spChg chg="add del mod">
          <ac:chgData name="KwonJoonho" userId="fa141e0c-4849-4deb-8f8c-65d25da6d8db" providerId="ADAL" clId="{82DC56CB-D295-4CB1-9F0C-0925F0623D26}" dt="2020-02-28T11:17:47.172" v="2016" actId="14100"/>
          <ac:spMkLst>
            <pc:docMk/>
            <pc:sldMk cId="1130585384" sldId="692"/>
            <ac:spMk id="5" creationId="{47425418-74A6-403D-88D7-E3FF769665A0}"/>
          </ac:spMkLst>
        </pc:spChg>
        <pc:spChg chg="add mod">
          <ac:chgData name="KwonJoonho" userId="fa141e0c-4849-4deb-8f8c-65d25da6d8db" providerId="ADAL" clId="{82DC56CB-D295-4CB1-9F0C-0925F0623D26}" dt="2020-02-28T11:18:09.606" v="2020" actId="1076"/>
          <ac:spMkLst>
            <pc:docMk/>
            <pc:sldMk cId="1130585384" sldId="692"/>
            <ac:spMk id="6" creationId="{951B00BE-C782-426F-85E9-EB06DC505E7B}"/>
          </ac:spMkLst>
        </pc:spChg>
        <pc:spChg chg="add mod">
          <ac:chgData name="KwonJoonho" userId="fa141e0c-4849-4deb-8f8c-65d25da6d8db" providerId="ADAL" clId="{82DC56CB-D295-4CB1-9F0C-0925F0623D26}" dt="2020-02-28T11:17:54.184" v="2018" actId="11529"/>
          <ac:spMkLst>
            <pc:docMk/>
            <pc:sldMk cId="1130585384" sldId="692"/>
            <ac:spMk id="7" creationId="{93CFF726-5762-4494-AF55-F7B47FA29DCF}"/>
          </ac:spMkLst>
        </pc:spChg>
        <pc:spChg chg="add mod">
          <ac:chgData name="KwonJoonho" userId="fa141e0c-4849-4deb-8f8c-65d25da6d8db" providerId="ADAL" clId="{82DC56CB-D295-4CB1-9F0C-0925F0623D26}" dt="2020-02-28T11:18:56.338" v="2035" actId="1076"/>
          <ac:spMkLst>
            <pc:docMk/>
            <pc:sldMk cId="1130585384" sldId="692"/>
            <ac:spMk id="8" creationId="{867457F7-93D2-4D83-8E26-D3318F05F936}"/>
          </ac:spMkLst>
        </pc:spChg>
      </pc:sldChg>
      <pc:sldChg chg="addSp modSp add mod">
        <pc:chgData name="KwonJoonho" userId="fa141e0c-4849-4deb-8f8c-65d25da6d8db" providerId="ADAL" clId="{82DC56CB-D295-4CB1-9F0C-0925F0623D26}" dt="2020-02-28T14:32:40.852" v="2212" actId="1076"/>
        <pc:sldMkLst>
          <pc:docMk/>
          <pc:sldMk cId="2296259261" sldId="693"/>
        </pc:sldMkLst>
        <pc:spChg chg="mod">
          <ac:chgData name="KwonJoonho" userId="fa141e0c-4849-4deb-8f8c-65d25da6d8db" providerId="ADAL" clId="{82DC56CB-D295-4CB1-9F0C-0925F0623D26}" dt="2020-02-28T14:31:37.955" v="2192"/>
          <ac:spMkLst>
            <pc:docMk/>
            <pc:sldMk cId="2296259261" sldId="693"/>
            <ac:spMk id="2" creationId="{B08196D5-DC62-4B05-B535-08822B9A78C0}"/>
          </ac:spMkLst>
        </pc:spChg>
        <pc:spChg chg="mod">
          <ac:chgData name="KwonJoonho" userId="fa141e0c-4849-4deb-8f8c-65d25da6d8db" providerId="ADAL" clId="{82DC56CB-D295-4CB1-9F0C-0925F0623D26}" dt="2020-02-28T14:31:42.482" v="2199" actId="20577"/>
          <ac:spMkLst>
            <pc:docMk/>
            <pc:sldMk cId="2296259261" sldId="693"/>
            <ac:spMk id="3" creationId="{4F92B61A-A557-4EA1-BE53-76F135C9DEF2}"/>
          </ac:spMkLst>
        </pc:spChg>
        <pc:spChg chg="add mod">
          <ac:chgData name="KwonJoonho" userId="fa141e0c-4849-4deb-8f8c-65d25da6d8db" providerId="ADAL" clId="{82DC56CB-D295-4CB1-9F0C-0925F0623D26}" dt="2020-02-28T14:32:40.852" v="2212" actId="1076"/>
          <ac:spMkLst>
            <pc:docMk/>
            <pc:sldMk cId="2296259261" sldId="693"/>
            <ac:spMk id="5" creationId="{693201D9-1831-4C4F-A0E0-3F4A3A7D8511}"/>
          </ac:spMkLst>
        </pc:spChg>
      </pc:sldChg>
      <pc:sldChg chg="add del">
        <pc:chgData name="KwonJoonho" userId="fa141e0c-4849-4deb-8f8c-65d25da6d8db" providerId="ADAL" clId="{82DC56CB-D295-4CB1-9F0C-0925F0623D26}" dt="2020-02-28T14:20:04.883" v="2038" actId="47"/>
        <pc:sldMkLst>
          <pc:docMk/>
          <pc:sldMk cId="4087021087" sldId="693"/>
        </pc:sldMkLst>
      </pc:sldChg>
      <pc:sldChg chg="modSp add mod ord">
        <pc:chgData name="KwonJoonho" userId="fa141e0c-4849-4deb-8f8c-65d25da6d8db" providerId="ADAL" clId="{82DC56CB-D295-4CB1-9F0C-0925F0623D26}" dt="2020-02-28T14:46:03.611" v="2297" actId="20577"/>
        <pc:sldMkLst>
          <pc:docMk/>
          <pc:sldMk cId="2278620776" sldId="694"/>
        </pc:sldMkLst>
        <pc:spChg chg="mod">
          <ac:chgData name="KwonJoonho" userId="fa141e0c-4849-4deb-8f8c-65d25da6d8db" providerId="ADAL" clId="{82DC56CB-D295-4CB1-9F0C-0925F0623D26}" dt="2020-02-28T14:46:03.611" v="2297" actId="20577"/>
          <ac:spMkLst>
            <pc:docMk/>
            <pc:sldMk cId="2278620776" sldId="694"/>
            <ac:spMk id="2" creationId="{6A28CC23-4A16-4243-8CE3-EB6E15F6391A}"/>
          </ac:spMkLst>
        </pc:spChg>
        <pc:spChg chg="mod">
          <ac:chgData name="KwonJoonho" userId="fa141e0c-4849-4deb-8f8c-65d25da6d8db" providerId="ADAL" clId="{82DC56CB-D295-4CB1-9F0C-0925F0623D26}" dt="2020-02-28T14:31:46.525" v="2201" actId="20577"/>
          <ac:spMkLst>
            <pc:docMk/>
            <pc:sldMk cId="2278620776" sldId="694"/>
            <ac:spMk id="3" creationId="{6290AEE8-DC04-4ECF-AC29-10918402D124}"/>
          </ac:spMkLst>
        </pc:spChg>
      </pc:sldChg>
      <pc:sldChg chg="addSp modSp add mod">
        <pc:chgData name="KwonJoonho" userId="fa141e0c-4849-4deb-8f8c-65d25da6d8db" providerId="ADAL" clId="{82DC56CB-D295-4CB1-9F0C-0925F0623D26}" dt="2020-02-28T14:38:14.744" v="2265" actId="20577"/>
        <pc:sldMkLst>
          <pc:docMk/>
          <pc:sldMk cId="3871052810" sldId="695"/>
        </pc:sldMkLst>
        <pc:spChg chg="mod">
          <ac:chgData name="KwonJoonho" userId="fa141e0c-4849-4deb-8f8c-65d25da6d8db" providerId="ADAL" clId="{82DC56CB-D295-4CB1-9F0C-0925F0623D26}" dt="2020-02-28T14:38:14.744" v="2265" actId="20577"/>
          <ac:spMkLst>
            <pc:docMk/>
            <pc:sldMk cId="3871052810" sldId="695"/>
            <ac:spMk id="3" creationId="{D43D269F-9B42-460B-8449-28657B0FE9F0}"/>
          </ac:spMkLst>
        </pc:spChg>
        <pc:spChg chg="add mod">
          <ac:chgData name="KwonJoonho" userId="fa141e0c-4849-4deb-8f8c-65d25da6d8db" providerId="ADAL" clId="{82DC56CB-D295-4CB1-9F0C-0925F0623D26}" dt="2020-02-28T14:37:57.314" v="2222" actId="1076"/>
          <ac:spMkLst>
            <pc:docMk/>
            <pc:sldMk cId="3871052810" sldId="695"/>
            <ac:spMk id="5" creationId="{133C2D89-893E-49DD-A182-DBB09F95242D}"/>
          </ac:spMkLst>
        </pc:spChg>
      </pc:sldChg>
      <pc:sldChg chg="addSp modSp add mod">
        <pc:chgData name="KwonJoonho" userId="fa141e0c-4849-4deb-8f8c-65d25da6d8db" providerId="ADAL" clId="{82DC56CB-D295-4CB1-9F0C-0925F0623D26}" dt="2020-02-28T14:43:43.280" v="2294" actId="20577"/>
        <pc:sldMkLst>
          <pc:docMk/>
          <pc:sldMk cId="942478082" sldId="696"/>
        </pc:sldMkLst>
        <pc:spChg chg="mod">
          <ac:chgData name="KwonJoonho" userId="fa141e0c-4849-4deb-8f8c-65d25da6d8db" providerId="ADAL" clId="{82DC56CB-D295-4CB1-9F0C-0925F0623D26}" dt="2020-02-28T14:43:43.280" v="2294" actId="20577"/>
          <ac:spMkLst>
            <pc:docMk/>
            <pc:sldMk cId="942478082" sldId="696"/>
            <ac:spMk id="2" creationId="{C42E965A-4E61-4A1E-A7F5-475F8C516A8E}"/>
          </ac:spMkLst>
        </pc:spChg>
        <pc:spChg chg="mod">
          <ac:chgData name="KwonJoonho" userId="fa141e0c-4849-4deb-8f8c-65d25da6d8db" providerId="ADAL" clId="{82DC56CB-D295-4CB1-9F0C-0925F0623D26}" dt="2020-02-28T14:38:22.781" v="2280" actId="20577"/>
          <ac:spMkLst>
            <pc:docMk/>
            <pc:sldMk cId="942478082" sldId="696"/>
            <ac:spMk id="3" creationId="{826851D1-B457-4BAE-8351-3F662B4D2295}"/>
          </ac:spMkLst>
        </pc:spChg>
        <pc:spChg chg="add mod">
          <ac:chgData name="KwonJoonho" userId="fa141e0c-4849-4deb-8f8c-65d25da6d8db" providerId="ADAL" clId="{82DC56CB-D295-4CB1-9F0C-0925F0623D26}" dt="2020-02-28T14:43:30.338" v="2288" actId="1076"/>
          <ac:spMkLst>
            <pc:docMk/>
            <pc:sldMk cId="942478082" sldId="696"/>
            <ac:spMk id="5" creationId="{86AFE7D0-FC78-4DAC-BFC4-F7109673271A}"/>
          </ac:spMkLst>
        </pc:spChg>
      </pc:sldChg>
    </pc:docChg>
  </pc:docChgLst>
  <pc:docChgLst>
    <pc:chgData name="Joonho Kwon" userId="fa141e0c-4849-4deb-8f8c-65d25da6d8db" providerId="ADAL" clId="{6D3F5C3E-3009-4536-A7E6-4E027101E8C1}"/>
    <pc:docChg chg="modSld">
      <pc:chgData name="Joonho Kwon" userId="fa141e0c-4849-4deb-8f8c-65d25da6d8db" providerId="ADAL" clId="{6D3F5C3E-3009-4536-A7E6-4E027101E8C1}" dt="2019-09-01T08:19:12.618" v="202" actId="5793"/>
      <pc:docMkLst>
        <pc:docMk/>
      </pc:docMkLst>
      <pc:sldChg chg="modSp">
        <pc:chgData name="Joonho Kwon" userId="fa141e0c-4849-4deb-8f8c-65d25da6d8db" providerId="ADAL" clId="{6D3F5C3E-3009-4536-A7E6-4E027101E8C1}" dt="2019-09-01T08:09:43.263" v="0" actId="20577"/>
        <pc:sldMkLst>
          <pc:docMk/>
          <pc:sldMk cId="0" sldId="256"/>
        </pc:sldMkLst>
        <pc:spChg chg="mod">
          <ac:chgData name="Joonho Kwon" userId="fa141e0c-4849-4deb-8f8c-65d25da6d8db" providerId="ADAL" clId="{6D3F5C3E-3009-4536-A7E6-4E027101E8C1}" dt="2019-09-01T08:09:43.263" v="0" actId="20577"/>
          <ac:spMkLst>
            <pc:docMk/>
            <pc:sldMk cId="0" sldId="256"/>
            <ac:spMk id="4099" creationId="{00000000-0000-0000-0000-000000000000}"/>
          </ac:spMkLst>
        </pc:spChg>
      </pc:sldChg>
      <pc:sldChg chg="modSp">
        <pc:chgData name="Joonho Kwon" userId="fa141e0c-4849-4deb-8f8c-65d25da6d8db" providerId="ADAL" clId="{6D3F5C3E-3009-4536-A7E6-4E027101E8C1}" dt="2019-09-01T08:10:04.094" v="5" actId="20577"/>
        <pc:sldMkLst>
          <pc:docMk/>
          <pc:sldMk cId="0" sldId="396"/>
        </pc:sldMkLst>
        <pc:spChg chg="mod">
          <ac:chgData name="Joonho Kwon" userId="fa141e0c-4849-4deb-8f8c-65d25da6d8db" providerId="ADAL" clId="{6D3F5C3E-3009-4536-A7E6-4E027101E8C1}" dt="2019-09-01T08:10:04.094" v="5" actId="20577"/>
          <ac:spMkLst>
            <pc:docMk/>
            <pc:sldMk cId="0" sldId="396"/>
            <ac:spMk id="7170" creationId="{00000000-0000-0000-0000-000000000000}"/>
          </ac:spMkLst>
        </pc:spChg>
      </pc:sldChg>
      <pc:sldChg chg="modSp">
        <pc:chgData name="Joonho Kwon" userId="fa141e0c-4849-4deb-8f8c-65d25da6d8db" providerId="ADAL" clId="{6D3F5C3E-3009-4536-A7E6-4E027101E8C1}" dt="2019-09-01T08:19:12.618" v="202" actId="5793"/>
        <pc:sldMkLst>
          <pc:docMk/>
          <pc:sldMk cId="3393238268" sldId="405"/>
        </pc:sldMkLst>
        <pc:spChg chg="mod">
          <ac:chgData name="Joonho Kwon" userId="fa141e0c-4849-4deb-8f8c-65d25da6d8db" providerId="ADAL" clId="{6D3F5C3E-3009-4536-A7E6-4E027101E8C1}" dt="2019-09-01T08:19:12.618" v="202" actId="5793"/>
          <ac:spMkLst>
            <pc:docMk/>
            <pc:sldMk cId="3393238268" sldId="405"/>
            <ac:spMk id="2" creationId="{00000000-0000-0000-0000-000000000000}"/>
          </ac:spMkLst>
        </pc:spChg>
      </pc:sldChg>
    </pc:docChg>
  </pc:docChgLst>
  <pc:docChgLst>
    <pc:chgData name="Joonho Kwon" userId="fa141e0c-4849-4deb-8f8c-65d25da6d8db" providerId="ADAL" clId="{41C0069E-2F81-479B-9507-416535D53C2B}"/>
    <pc:docChg chg="undo redo custSel addSld delSld modSld sldOrd modSection">
      <pc:chgData name="Joonho Kwon" userId="fa141e0c-4849-4deb-8f8c-65d25da6d8db" providerId="ADAL" clId="{41C0069E-2F81-479B-9507-416535D53C2B}" dt="2020-03-08T09:59:05.997" v="4078" actId="6549"/>
      <pc:docMkLst>
        <pc:docMk/>
      </pc:docMkLst>
      <pc:sldChg chg="modSp">
        <pc:chgData name="Joonho Kwon" userId="fa141e0c-4849-4deb-8f8c-65d25da6d8db" providerId="ADAL" clId="{41C0069E-2F81-479B-9507-416535D53C2B}" dt="2020-03-07T06:46:48.840" v="12" actId="20577"/>
        <pc:sldMkLst>
          <pc:docMk/>
          <pc:sldMk cId="0" sldId="256"/>
        </pc:sldMkLst>
        <pc:spChg chg="mod">
          <ac:chgData name="Joonho Kwon" userId="fa141e0c-4849-4deb-8f8c-65d25da6d8db" providerId="ADAL" clId="{41C0069E-2F81-479B-9507-416535D53C2B}" dt="2020-03-07T06:46:48.840" v="12" actId="20577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Joonho Kwon" userId="fa141e0c-4849-4deb-8f8c-65d25da6d8db" providerId="ADAL" clId="{41C0069E-2F81-479B-9507-416535D53C2B}" dt="2020-03-07T10:48:33.646" v="1249" actId="6549"/>
        <pc:sldMkLst>
          <pc:docMk/>
          <pc:sldMk cId="3103766124" sldId="686"/>
        </pc:sldMkLst>
        <pc:spChg chg="mod">
          <ac:chgData name="Joonho Kwon" userId="fa141e0c-4849-4deb-8f8c-65d25da6d8db" providerId="ADAL" clId="{41C0069E-2F81-479B-9507-416535D53C2B}" dt="2020-03-07T10:48:33.646" v="1249" actId="6549"/>
          <ac:spMkLst>
            <pc:docMk/>
            <pc:sldMk cId="3103766124" sldId="686"/>
            <ac:spMk id="2" creationId="{B3FA8B4E-4542-4AE5-82BE-97FDC25D0A4C}"/>
          </ac:spMkLst>
        </pc:spChg>
      </pc:sldChg>
      <pc:sldChg chg="addSp delSp modSp">
        <pc:chgData name="Joonho Kwon" userId="fa141e0c-4849-4deb-8f8c-65d25da6d8db" providerId="ADAL" clId="{41C0069E-2F81-479B-9507-416535D53C2B}" dt="2020-03-08T07:52:03.511" v="2174" actId="1076"/>
        <pc:sldMkLst>
          <pc:docMk/>
          <pc:sldMk cId="3548783634" sldId="688"/>
        </pc:sldMkLst>
        <pc:spChg chg="mod">
          <ac:chgData name="Joonho Kwon" userId="fa141e0c-4849-4deb-8f8c-65d25da6d8db" providerId="ADAL" clId="{41C0069E-2F81-479B-9507-416535D53C2B}" dt="2020-03-08T07:51:58.618" v="2173" actId="20577"/>
          <ac:spMkLst>
            <pc:docMk/>
            <pc:sldMk cId="3548783634" sldId="688"/>
            <ac:spMk id="2" creationId="{8AF0A168-21DB-4F78-84CB-FD06E40DD497}"/>
          </ac:spMkLst>
        </pc:spChg>
        <pc:spChg chg="mod">
          <ac:chgData name="Joonho Kwon" userId="fa141e0c-4849-4deb-8f8c-65d25da6d8db" providerId="ADAL" clId="{41C0069E-2F81-479B-9507-416535D53C2B}" dt="2020-03-07T07:18:45.795" v="423" actId="20577"/>
          <ac:spMkLst>
            <pc:docMk/>
            <pc:sldMk cId="3548783634" sldId="688"/>
            <ac:spMk id="3" creationId="{2C83EC45-FBB1-4C1A-B795-183C65A0403C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7" creationId="{7258FF4D-E037-4B9D-BAF1-61450EC1ECB6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8" creationId="{A8C96C23-4D6A-4CC7-9FE9-72A88848F91E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9" creationId="{D6768F41-51F1-4DE7-90B1-31CADFED56B2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1" creationId="{08E78B58-BC17-4BA6-A1BB-3EBDD101BFC2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2" creationId="{948D2494-0D6F-4AE9-9A1F-7294F89F296F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3" creationId="{AB1BDED9-3AE5-403E-88B7-225FAC26112C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4" creationId="{7EB9B208-92A8-4BEA-B693-C1ED58AB310C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5" creationId="{A0D72DCA-8603-4BDC-A60E-3AD918114CCA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6" creationId="{19477B22-AE86-49DD-A05B-53A02B0D4ABB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7" creationId="{1BCF19DD-ADB9-49D1-8223-1B96D4926B5D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8" creationId="{5BB55120-936B-4698-86FD-4F05F130F916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19" creationId="{E1175B78-446D-48FC-97E0-2335C0EE4A1C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0" creationId="{B77F1F6B-C501-4750-A506-FA0FF0014812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1" creationId="{91ECA19A-B809-4F4B-B340-8F0921347E31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2" creationId="{A886A432-57EC-4F67-873C-5CB430BDE2FB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3" creationId="{02381642-08F0-4063-9F6D-FBED111BEC79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5" creationId="{29BA9FF7-BF9E-4626-986A-93408BAC5B0B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6" creationId="{8B3159A7-1B4F-49A0-88D0-34FC984C7703}"/>
          </ac:spMkLst>
        </pc:spChg>
        <pc:spChg chg="add mod">
          <ac:chgData name="Joonho Kwon" userId="fa141e0c-4849-4deb-8f8c-65d25da6d8db" providerId="ADAL" clId="{41C0069E-2F81-479B-9507-416535D53C2B}" dt="2020-03-08T07:52:03.511" v="2174" actId="1076"/>
          <ac:spMkLst>
            <pc:docMk/>
            <pc:sldMk cId="3548783634" sldId="688"/>
            <ac:spMk id="27" creationId="{10DF9277-5015-4CD2-A4C0-C8E1164744BC}"/>
          </ac:spMkLst>
        </pc:spChg>
        <pc:picChg chg="add del">
          <ac:chgData name="Joonho Kwon" userId="fa141e0c-4849-4deb-8f8c-65d25da6d8db" providerId="ADAL" clId="{41C0069E-2F81-479B-9507-416535D53C2B}" dt="2020-03-07T07:03:23.539" v="43"/>
          <ac:picMkLst>
            <pc:docMk/>
            <pc:sldMk cId="3548783634" sldId="688"/>
            <ac:picMk id="5" creationId="{116FC7AC-4E5A-43B3-BD4B-80343001877B}"/>
          </ac:picMkLst>
        </pc:picChg>
        <pc:picChg chg="add del">
          <ac:chgData name="Joonho Kwon" userId="fa141e0c-4849-4deb-8f8c-65d25da6d8db" providerId="ADAL" clId="{41C0069E-2F81-479B-9507-416535D53C2B}" dt="2020-03-07T07:03:29.165" v="45" actId="478"/>
          <ac:picMkLst>
            <pc:docMk/>
            <pc:sldMk cId="3548783634" sldId="688"/>
            <ac:picMk id="6" creationId="{9E07143C-3663-4170-A3A3-B366C3A9E6F0}"/>
          </ac:picMkLst>
        </pc:picChg>
        <pc:cxnChg chg="add mod">
          <ac:chgData name="Joonho Kwon" userId="fa141e0c-4849-4deb-8f8c-65d25da6d8db" providerId="ADAL" clId="{41C0069E-2F81-479B-9507-416535D53C2B}" dt="2020-03-08T07:52:03.511" v="2174" actId="1076"/>
          <ac:cxnSpMkLst>
            <pc:docMk/>
            <pc:sldMk cId="3548783634" sldId="688"/>
            <ac:cxnSpMk id="10" creationId="{321BEF08-44F9-4BD6-B928-D429D1A83132}"/>
          </ac:cxnSpMkLst>
        </pc:cxnChg>
        <pc:cxnChg chg="add mod">
          <ac:chgData name="Joonho Kwon" userId="fa141e0c-4849-4deb-8f8c-65d25da6d8db" providerId="ADAL" clId="{41C0069E-2F81-479B-9507-416535D53C2B}" dt="2020-03-08T07:52:03.511" v="2174" actId="1076"/>
          <ac:cxnSpMkLst>
            <pc:docMk/>
            <pc:sldMk cId="3548783634" sldId="688"/>
            <ac:cxnSpMk id="24" creationId="{85C72319-BBC0-4C5C-B9F8-7D915B480039}"/>
          </ac:cxnSpMkLst>
        </pc:cxnChg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393222788" sldId="689"/>
        </pc:sldMkLst>
      </pc:sldChg>
      <pc:sldChg chg="del">
        <pc:chgData name="Joonho Kwon" userId="fa141e0c-4849-4deb-8f8c-65d25da6d8db" providerId="ADAL" clId="{41C0069E-2F81-479B-9507-416535D53C2B}" dt="2020-03-07T07:04:04.401" v="54" actId="47"/>
        <pc:sldMkLst>
          <pc:docMk/>
          <pc:sldMk cId="2836072537" sldId="690"/>
        </pc:sldMkLst>
      </pc:sldChg>
      <pc:sldChg chg="del">
        <pc:chgData name="Joonho Kwon" userId="fa141e0c-4849-4deb-8f8c-65d25da6d8db" providerId="ADAL" clId="{41C0069E-2F81-479B-9507-416535D53C2B}" dt="2020-03-07T07:04:04.401" v="54" actId="47"/>
        <pc:sldMkLst>
          <pc:docMk/>
          <pc:sldMk cId="2985404009" sldId="691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346022599" sldId="692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3884622534" sldId="693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1791400167" sldId="694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3630549426" sldId="695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557293157" sldId="696"/>
        </pc:sldMkLst>
      </pc:sldChg>
      <pc:sldChg chg="del">
        <pc:chgData name="Joonho Kwon" userId="fa141e0c-4849-4deb-8f8c-65d25da6d8db" providerId="ADAL" clId="{41C0069E-2F81-479B-9507-416535D53C2B}" dt="2020-03-07T07:03:57.511" v="48" actId="47"/>
        <pc:sldMkLst>
          <pc:docMk/>
          <pc:sldMk cId="3193257405" sldId="697"/>
        </pc:sldMkLst>
      </pc:sldChg>
      <pc:sldChg chg="del">
        <pc:chgData name="Joonho Kwon" userId="fa141e0c-4849-4deb-8f8c-65d25da6d8db" providerId="ADAL" clId="{41C0069E-2F81-479B-9507-416535D53C2B}" dt="2020-03-07T07:03:58.651" v="49" actId="47"/>
        <pc:sldMkLst>
          <pc:docMk/>
          <pc:sldMk cId="1603304007" sldId="698"/>
        </pc:sldMkLst>
      </pc:sldChg>
      <pc:sldChg chg="del">
        <pc:chgData name="Joonho Kwon" userId="fa141e0c-4849-4deb-8f8c-65d25da6d8db" providerId="ADAL" clId="{41C0069E-2F81-479B-9507-416535D53C2B}" dt="2020-03-07T07:03:59.026" v="50" actId="47"/>
        <pc:sldMkLst>
          <pc:docMk/>
          <pc:sldMk cId="1076262180" sldId="699"/>
        </pc:sldMkLst>
      </pc:sldChg>
      <pc:sldChg chg="del">
        <pc:chgData name="Joonho Kwon" userId="fa141e0c-4849-4deb-8f8c-65d25da6d8db" providerId="ADAL" clId="{41C0069E-2F81-479B-9507-416535D53C2B}" dt="2020-03-07T07:03:59.776" v="51" actId="47"/>
        <pc:sldMkLst>
          <pc:docMk/>
          <pc:sldMk cId="2760586386" sldId="700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2726886861" sldId="701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2368258733" sldId="702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698571921" sldId="703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777379187" sldId="704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3437542016" sldId="705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1967977138" sldId="706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2834517018" sldId="709"/>
        </pc:sldMkLst>
      </pc:sldChg>
      <pc:sldChg chg="del">
        <pc:chgData name="Joonho Kwon" userId="fa141e0c-4849-4deb-8f8c-65d25da6d8db" providerId="ADAL" clId="{41C0069E-2F81-479B-9507-416535D53C2B}" dt="2020-03-07T07:04:04.401" v="54" actId="47"/>
        <pc:sldMkLst>
          <pc:docMk/>
          <pc:sldMk cId="3008280311" sldId="710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578084372" sldId="711"/>
        </pc:sldMkLst>
      </pc:sldChg>
      <pc:sldChg chg="del">
        <pc:chgData name="Joonho Kwon" userId="fa141e0c-4849-4deb-8f8c-65d25da6d8db" providerId="ADAL" clId="{41C0069E-2F81-479B-9507-416535D53C2B}" dt="2020-03-07T07:03:51.807" v="47" actId="47"/>
        <pc:sldMkLst>
          <pc:docMk/>
          <pc:sldMk cId="3597304080" sldId="712"/>
        </pc:sldMkLst>
      </pc:sldChg>
      <pc:sldChg chg="add del">
        <pc:chgData name="Joonho Kwon" userId="fa141e0c-4849-4deb-8f8c-65d25da6d8db" providerId="ADAL" clId="{41C0069E-2F81-479B-9507-416535D53C2B}" dt="2020-03-07T07:04:01.051" v="53" actId="47"/>
        <pc:sldMkLst>
          <pc:docMk/>
          <pc:sldMk cId="3258061466" sldId="713"/>
        </pc:sldMkLst>
      </pc:sldChg>
      <pc:sldChg chg="del">
        <pc:chgData name="Joonho Kwon" userId="fa141e0c-4849-4deb-8f8c-65d25da6d8db" providerId="ADAL" clId="{41C0069E-2F81-479B-9507-416535D53C2B}" dt="2020-03-07T07:04:04.401" v="54" actId="47"/>
        <pc:sldMkLst>
          <pc:docMk/>
          <pc:sldMk cId="1322328256" sldId="714"/>
        </pc:sldMkLst>
      </pc:sldChg>
      <pc:sldChg chg="del">
        <pc:chgData name="Joonho Kwon" userId="fa141e0c-4849-4deb-8f8c-65d25da6d8db" providerId="ADAL" clId="{41C0069E-2F81-479B-9507-416535D53C2B}" dt="2020-03-07T07:04:04.401" v="54" actId="47"/>
        <pc:sldMkLst>
          <pc:docMk/>
          <pc:sldMk cId="3916564503" sldId="715"/>
        </pc:sldMkLst>
      </pc:sldChg>
      <pc:sldChg chg="del">
        <pc:chgData name="Joonho Kwon" userId="fa141e0c-4849-4deb-8f8c-65d25da6d8db" providerId="ADAL" clId="{41C0069E-2F81-479B-9507-416535D53C2B}" dt="2020-03-07T07:04:05.223" v="55" actId="47"/>
        <pc:sldMkLst>
          <pc:docMk/>
          <pc:sldMk cId="2975139328" sldId="716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3880057798" sldId="718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6532140" sldId="719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950362624" sldId="720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400265797" sldId="721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360772483" sldId="722"/>
        </pc:sldMkLst>
      </pc:sldChg>
      <pc:sldChg chg="del">
        <pc:chgData name="Joonho Kwon" userId="fa141e0c-4849-4deb-8f8c-65d25da6d8db" providerId="ADAL" clId="{41C0069E-2F81-479B-9507-416535D53C2B}" dt="2020-03-07T07:03:45.783" v="46" actId="47"/>
        <pc:sldMkLst>
          <pc:docMk/>
          <pc:sldMk cId="3537049524" sldId="723"/>
        </pc:sldMkLst>
      </pc:sldChg>
      <pc:sldChg chg="del">
        <pc:chgData name="Joonho Kwon" userId="fa141e0c-4849-4deb-8f8c-65d25da6d8db" providerId="ADAL" clId="{41C0069E-2F81-479B-9507-416535D53C2B}" dt="2020-03-07T07:04:06.582" v="56" actId="47"/>
        <pc:sldMkLst>
          <pc:docMk/>
          <pc:sldMk cId="3064174327" sldId="724"/>
        </pc:sldMkLst>
      </pc:sldChg>
      <pc:sldChg chg="del">
        <pc:chgData name="Joonho Kwon" userId="fa141e0c-4849-4deb-8f8c-65d25da6d8db" providerId="ADAL" clId="{41C0069E-2F81-479B-9507-416535D53C2B}" dt="2020-03-07T07:04:06.973" v="57" actId="47"/>
        <pc:sldMkLst>
          <pc:docMk/>
          <pc:sldMk cId="1336777403" sldId="725"/>
        </pc:sldMkLst>
      </pc:sldChg>
      <pc:sldChg chg="del">
        <pc:chgData name="Joonho Kwon" userId="fa141e0c-4849-4deb-8f8c-65d25da6d8db" providerId="ADAL" clId="{41C0069E-2F81-479B-9507-416535D53C2B}" dt="2020-03-07T07:04:07.801" v="58" actId="47"/>
        <pc:sldMkLst>
          <pc:docMk/>
          <pc:sldMk cId="169230977" sldId="726"/>
        </pc:sldMkLst>
      </pc:sldChg>
      <pc:sldChg chg="del">
        <pc:chgData name="Joonho Kwon" userId="fa141e0c-4849-4deb-8f8c-65d25da6d8db" providerId="ADAL" clId="{41C0069E-2F81-479B-9507-416535D53C2B}" dt="2020-03-07T07:04:09.706" v="59" actId="47"/>
        <pc:sldMkLst>
          <pc:docMk/>
          <pc:sldMk cId="3260092177" sldId="728"/>
        </pc:sldMkLst>
      </pc:sldChg>
      <pc:sldChg chg="del">
        <pc:chgData name="Joonho Kwon" userId="fa141e0c-4849-4deb-8f8c-65d25da6d8db" providerId="ADAL" clId="{41C0069E-2F81-479B-9507-416535D53C2B}" dt="2020-03-07T07:04:11.631" v="61" actId="47"/>
        <pc:sldMkLst>
          <pc:docMk/>
          <pc:sldMk cId="1934491927" sldId="729"/>
        </pc:sldMkLst>
      </pc:sldChg>
      <pc:sldChg chg="del">
        <pc:chgData name="Joonho Kwon" userId="fa141e0c-4849-4deb-8f8c-65d25da6d8db" providerId="ADAL" clId="{41C0069E-2F81-479B-9507-416535D53C2B}" dt="2020-03-07T07:04:10.942" v="60" actId="47"/>
        <pc:sldMkLst>
          <pc:docMk/>
          <pc:sldMk cId="495797254" sldId="730"/>
        </pc:sldMkLst>
      </pc:sldChg>
      <pc:sldChg chg="del">
        <pc:chgData name="Joonho Kwon" userId="fa141e0c-4849-4deb-8f8c-65d25da6d8db" providerId="ADAL" clId="{41C0069E-2F81-479B-9507-416535D53C2B}" dt="2020-03-07T07:04:12.146" v="62" actId="47"/>
        <pc:sldMkLst>
          <pc:docMk/>
          <pc:sldMk cId="1905077743" sldId="731"/>
        </pc:sldMkLst>
      </pc:sldChg>
      <pc:sldChg chg="del">
        <pc:chgData name="Joonho Kwon" userId="fa141e0c-4849-4deb-8f8c-65d25da6d8db" providerId="ADAL" clId="{41C0069E-2F81-479B-9507-416535D53C2B}" dt="2020-03-07T07:04:12.834" v="63" actId="47"/>
        <pc:sldMkLst>
          <pc:docMk/>
          <pc:sldMk cId="3092766698" sldId="732"/>
        </pc:sldMkLst>
      </pc:sldChg>
      <pc:sldChg chg="del">
        <pc:chgData name="Joonho Kwon" userId="fa141e0c-4849-4deb-8f8c-65d25da6d8db" providerId="ADAL" clId="{41C0069E-2F81-479B-9507-416535D53C2B}" dt="2020-03-07T07:04:13.724" v="64" actId="47"/>
        <pc:sldMkLst>
          <pc:docMk/>
          <pc:sldMk cId="3723231736" sldId="735"/>
        </pc:sldMkLst>
      </pc:sldChg>
      <pc:sldChg chg="delSp modSp modAnim">
        <pc:chgData name="Joonho Kwon" userId="fa141e0c-4849-4deb-8f8c-65d25da6d8db" providerId="ADAL" clId="{41C0069E-2F81-479B-9507-416535D53C2B}" dt="2020-03-07T07:35:59.504" v="595" actId="165"/>
        <pc:sldMkLst>
          <pc:docMk/>
          <pc:sldMk cId="1572982315" sldId="738"/>
        </pc:sldMkLst>
        <pc:spChg chg="mod">
          <ac:chgData name="Joonho Kwon" userId="fa141e0c-4849-4deb-8f8c-65d25da6d8db" providerId="ADAL" clId="{41C0069E-2F81-479B-9507-416535D53C2B}" dt="2020-03-07T07:32:11.131" v="503" actId="1076"/>
          <ac:spMkLst>
            <pc:docMk/>
            <pc:sldMk cId="1572982315" sldId="738"/>
            <ac:spMk id="2" creationId="{D13DEDEE-089D-43DE-94BE-3068DC2A9921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28" creationId="{9D74C137-E3BC-40E5-ADD8-DD131CF2118E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29" creationId="{5B6A9202-8810-4C82-9576-2AEC4EF3D91B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30" creationId="{F19C8A04-6F2D-46E7-84F4-71DD9715C8AA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31" creationId="{4F1C38E1-A03C-4068-AFFF-20F00D8C58B4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32" creationId="{B04DFFC9-2739-4D8F-AF9D-9717961A9BB5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33" creationId="{10686187-1F16-47FB-BED7-C99D52EC7CE0}"/>
          </ac:spMkLst>
        </pc:spChg>
        <pc:spChg chg="mod topLvl">
          <ac:chgData name="Joonho Kwon" userId="fa141e0c-4849-4deb-8f8c-65d25da6d8db" providerId="ADAL" clId="{41C0069E-2F81-479B-9507-416535D53C2B}" dt="2020-03-07T07:32:09.250" v="501" actId="165"/>
          <ac:spMkLst>
            <pc:docMk/>
            <pc:sldMk cId="1572982315" sldId="738"/>
            <ac:spMk id="134" creationId="{003C2F5B-EAB7-447A-A0D2-5E085096AFCE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39" creationId="{14FD2B28-F1ED-413A-9E38-094F66288CCA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0" creationId="{C783ADD2-014D-4D50-B76F-E7F684B64150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1" creationId="{951AF09C-A607-4615-A289-20C4C1E624DB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2" creationId="{027739AA-9713-47B8-B667-E0EA084F71E0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3" creationId="{E5569690-067F-4F72-949B-9612F331D339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4" creationId="{D89E91BF-B210-4645-AEA5-4BFDE74666D2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5" creationId="{238CEC33-57E6-4301-BB53-10109B9AE6DA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6" creationId="{A2EF434B-365F-40D9-B940-A4C2DC1ACB7E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7" creationId="{6791E84E-C414-4E7F-973C-C7D0C042F2B3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8" creationId="{58C03467-939F-4D5F-A1F8-0D64FFE187DE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49" creationId="{E4939DC7-CB4B-42B9-A548-48BF4B07DEFB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50" creationId="{AE2DB783-8ACB-4BDF-BFA4-E206965102C9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51" creationId="{7D8736AE-572F-48B6-8772-70F77259E610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52" creationId="{EFA7A986-8F4D-4631-A690-57389AA47345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53" creationId="{5D7F2A09-3121-45B8-9643-FF37621ABC13}"/>
          </ac:spMkLst>
        </pc:spChg>
        <pc:spChg chg="mod topLvl">
          <ac:chgData name="Joonho Kwon" userId="fa141e0c-4849-4deb-8f8c-65d25da6d8db" providerId="ADAL" clId="{41C0069E-2F81-479B-9507-416535D53C2B}" dt="2020-03-07T07:35:59.504" v="595" actId="165"/>
          <ac:spMkLst>
            <pc:docMk/>
            <pc:sldMk cId="1572982315" sldId="738"/>
            <ac:spMk id="154" creationId="{D42FFF17-0AF2-4AB5-AC09-265560281263}"/>
          </ac:spMkLst>
        </pc:spChg>
        <pc:grpChg chg="del">
          <ac:chgData name="Joonho Kwon" userId="fa141e0c-4849-4deb-8f8c-65d25da6d8db" providerId="ADAL" clId="{41C0069E-2F81-479B-9507-416535D53C2B}" dt="2020-03-07T07:32:09.250" v="501" actId="165"/>
          <ac:grpSpMkLst>
            <pc:docMk/>
            <pc:sldMk cId="1572982315" sldId="738"/>
            <ac:grpSpMk id="127" creationId="{B359FBC8-233A-4D5F-9B52-452C2D4A4F91}"/>
          </ac:grpSpMkLst>
        </pc:grpChg>
        <pc:grpChg chg="del">
          <ac:chgData name="Joonho Kwon" userId="fa141e0c-4849-4deb-8f8c-65d25da6d8db" providerId="ADAL" clId="{41C0069E-2F81-479B-9507-416535D53C2B}" dt="2020-03-07T07:35:59.504" v="595" actId="165"/>
          <ac:grpSpMkLst>
            <pc:docMk/>
            <pc:sldMk cId="1572982315" sldId="738"/>
            <ac:grpSpMk id="138" creationId="{52306902-8DDD-4D7E-AFC6-600043E41A76}"/>
          </ac:grpSpMkLst>
        </pc:grpChg>
      </pc:sldChg>
      <pc:sldChg chg="addSp delSp modSp add">
        <pc:chgData name="Joonho Kwon" userId="fa141e0c-4849-4deb-8f8c-65d25da6d8db" providerId="ADAL" clId="{41C0069E-2F81-479B-9507-416535D53C2B}" dt="2020-03-07T07:08:28.519" v="187" actId="1076"/>
        <pc:sldMkLst>
          <pc:docMk/>
          <pc:sldMk cId="4253643492" sldId="739"/>
        </pc:sldMkLst>
        <pc:spChg chg="del">
          <ac:chgData name="Joonho Kwon" userId="fa141e0c-4849-4deb-8f8c-65d25da6d8db" providerId="ADAL" clId="{41C0069E-2F81-479B-9507-416535D53C2B}" dt="2020-03-07T07:04:20.178" v="66"/>
          <ac:spMkLst>
            <pc:docMk/>
            <pc:sldMk cId="4253643492" sldId="739"/>
            <ac:spMk id="2" creationId="{568B20D1-7A3F-4F2D-B0F8-43EC029F49E3}"/>
          </ac:spMkLst>
        </pc:spChg>
        <pc:spChg chg="del">
          <ac:chgData name="Joonho Kwon" userId="fa141e0c-4849-4deb-8f8c-65d25da6d8db" providerId="ADAL" clId="{41C0069E-2F81-479B-9507-416535D53C2B}" dt="2020-03-07T07:04:20.178" v="66"/>
          <ac:spMkLst>
            <pc:docMk/>
            <pc:sldMk cId="4253643492" sldId="739"/>
            <ac:spMk id="3" creationId="{77BA81FA-7E82-43F5-B569-71EF0B831C0C}"/>
          </ac:spMkLst>
        </pc:spChg>
        <pc:spChg chg="add mod">
          <ac:chgData name="Joonho Kwon" userId="fa141e0c-4849-4deb-8f8c-65d25da6d8db" providerId="ADAL" clId="{41C0069E-2F81-479B-9507-416535D53C2B}" dt="2020-03-07T07:04:50.493" v="73" actId="1076"/>
          <ac:spMkLst>
            <pc:docMk/>
            <pc:sldMk cId="4253643492" sldId="739"/>
            <ac:spMk id="5" creationId="{59FD7B23-631C-4602-8A9F-E8E4E22E72AE}"/>
          </ac:spMkLst>
        </pc:spChg>
        <pc:spChg chg="add mod">
          <ac:chgData name="Joonho Kwon" userId="fa141e0c-4849-4deb-8f8c-65d25da6d8db" providerId="ADAL" clId="{41C0069E-2F81-479B-9507-416535D53C2B}" dt="2020-03-07T07:07:20.060" v="155" actId="20577"/>
          <ac:spMkLst>
            <pc:docMk/>
            <pc:sldMk cId="4253643492" sldId="739"/>
            <ac:spMk id="6" creationId="{5E65B05C-001C-4146-B19C-51A3BA6623C1}"/>
          </ac:spMkLst>
        </pc:spChg>
        <pc:spChg chg="add mod">
          <ac:chgData name="Joonho Kwon" userId="fa141e0c-4849-4deb-8f8c-65d25da6d8db" providerId="ADAL" clId="{41C0069E-2F81-479B-9507-416535D53C2B}" dt="2020-03-07T07:08:18.554" v="183" actId="1076"/>
          <ac:spMkLst>
            <pc:docMk/>
            <pc:sldMk cId="4253643492" sldId="739"/>
            <ac:spMk id="10" creationId="{7E3C28CD-5921-4EF4-85CB-C816EB360FD4}"/>
          </ac:spMkLst>
        </pc:spChg>
        <pc:spChg chg="add del">
          <ac:chgData name="Joonho Kwon" userId="fa141e0c-4849-4deb-8f8c-65d25da6d8db" providerId="ADAL" clId="{41C0069E-2F81-479B-9507-416535D53C2B}" dt="2020-03-07T07:05:22.964" v="88"/>
          <ac:spMkLst>
            <pc:docMk/>
            <pc:sldMk cId="4253643492" sldId="739"/>
            <ac:spMk id="11" creationId="{CD85BDDF-E44A-4513-9850-D05105C59DF8}"/>
          </ac:spMkLst>
        </pc:spChg>
        <pc:spChg chg="add del">
          <ac:chgData name="Joonho Kwon" userId="fa141e0c-4849-4deb-8f8c-65d25da6d8db" providerId="ADAL" clId="{41C0069E-2F81-479B-9507-416535D53C2B}" dt="2020-03-07T07:05:22.964" v="88"/>
          <ac:spMkLst>
            <pc:docMk/>
            <pc:sldMk cId="4253643492" sldId="739"/>
            <ac:spMk id="12" creationId="{B4376470-AA7C-482D-96A2-4B260CF5E608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13" creationId="{768A9C94-7708-4945-B80E-1AF804A97ECD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14" creationId="{5D68D496-604D-440C-AB36-A9BC9EE61A56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15" creationId="{398F25E2-8B1C-44FB-BBF9-5A762823A826}"/>
          </ac:spMkLst>
        </pc:spChg>
        <pc:spChg chg="add del mod">
          <ac:chgData name="Joonho Kwon" userId="fa141e0c-4849-4deb-8f8c-65d25da6d8db" providerId="ADAL" clId="{41C0069E-2F81-479B-9507-416535D53C2B}" dt="2020-03-07T07:05:52.572" v="111" actId="478"/>
          <ac:spMkLst>
            <pc:docMk/>
            <pc:sldMk cId="4253643492" sldId="739"/>
            <ac:spMk id="16" creationId="{18603328-A04E-4241-B570-31A94BC490D0}"/>
          </ac:spMkLst>
        </pc:spChg>
        <pc:spChg chg="add del">
          <ac:chgData name="Joonho Kwon" userId="fa141e0c-4849-4deb-8f8c-65d25da6d8db" providerId="ADAL" clId="{41C0069E-2F81-479B-9507-416535D53C2B}" dt="2020-03-07T07:05:45.400" v="104" actId="478"/>
          <ac:spMkLst>
            <pc:docMk/>
            <pc:sldMk cId="4253643492" sldId="739"/>
            <ac:spMk id="17" creationId="{58189DE6-BA0D-4860-9C98-C839FD4063C8}"/>
          </ac:spMkLst>
        </pc:spChg>
        <pc:spChg chg="add del mod">
          <ac:chgData name="Joonho Kwon" userId="fa141e0c-4849-4deb-8f8c-65d25da6d8db" providerId="ADAL" clId="{41C0069E-2F81-479B-9507-416535D53C2B}" dt="2020-03-07T07:06:29.160" v="127" actId="478"/>
          <ac:spMkLst>
            <pc:docMk/>
            <pc:sldMk cId="4253643492" sldId="739"/>
            <ac:spMk id="18" creationId="{3B696119-587E-4FF6-A27A-B6D61C083F26}"/>
          </ac:spMkLst>
        </pc:spChg>
        <pc:spChg chg="add del mod">
          <ac:chgData name="Joonho Kwon" userId="fa141e0c-4849-4deb-8f8c-65d25da6d8db" providerId="ADAL" clId="{41C0069E-2F81-479B-9507-416535D53C2B}" dt="2020-03-07T07:06:29.160" v="127" actId="478"/>
          <ac:spMkLst>
            <pc:docMk/>
            <pc:sldMk cId="4253643492" sldId="739"/>
            <ac:spMk id="19" creationId="{961B9914-B811-4632-832E-6F64B7D91E95}"/>
          </ac:spMkLst>
        </pc:spChg>
        <pc:spChg chg="add del mod">
          <ac:chgData name="Joonho Kwon" userId="fa141e0c-4849-4deb-8f8c-65d25da6d8db" providerId="ADAL" clId="{41C0069E-2F81-479B-9507-416535D53C2B}" dt="2020-03-07T07:06:29.160" v="127" actId="478"/>
          <ac:spMkLst>
            <pc:docMk/>
            <pc:sldMk cId="4253643492" sldId="739"/>
            <ac:spMk id="20" creationId="{99E87DA3-98DB-4E3C-8F04-3094A1F9BB8B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1" creationId="{BC9A13DE-A971-4CC4-8538-F48A34733BDD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2" creationId="{F83A7350-7CEF-4CAA-A199-EF2593A91BBD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3" creationId="{A42AC8D3-D597-400B-908A-0958903E7A58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4" creationId="{3E1B9C5B-D4DE-4D56-8C9E-86AAFC599C06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5" creationId="{F2228FCA-5E36-403F-8CC8-AF30D7F5A4FB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6" creationId="{1D67315C-0963-4D26-9C44-2834340C9ED6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7" creationId="{0FE67530-4D79-4C32-A91B-74C748073C54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8" creationId="{870E9995-25EB-4839-8966-A50BCA18005C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29" creationId="{2C7B1E84-E7E0-462C-AE3E-7A7AA403B770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31" creationId="{9EB9E0EA-1E95-40E5-92C5-42FF394CA4A9}"/>
          </ac:spMkLst>
        </pc:spChg>
        <pc:spChg chg="add mod">
          <ac:chgData name="Joonho Kwon" userId="fa141e0c-4849-4deb-8f8c-65d25da6d8db" providerId="ADAL" clId="{41C0069E-2F81-479B-9507-416535D53C2B}" dt="2020-03-07T07:07:52.573" v="173" actId="1076"/>
          <ac:spMkLst>
            <pc:docMk/>
            <pc:sldMk cId="4253643492" sldId="739"/>
            <ac:spMk id="32" creationId="{3EECB336-67C2-45A5-AB9B-ABC04F3FC6F8}"/>
          </ac:spMkLst>
        </pc:spChg>
        <pc:spChg chg="add mod ord">
          <ac:chgData name="Joonho Kwon" userId="fa141e0c-4849-4deb-8f8c-65d25da6d8db" providerId="ADAL" clId="{41C0069E-2F81-479B-9507-416535D53C2B}" dt="2020-03-07T07:08:22.100" v="185" actId="14100"/>
          <ac:spMkLst>
            <pc:docMk/>
            <pc:sldMk cId="4253643492" sldId="739"/>
            <ac:spMk id="35" creationId="{0586EDC3-0B8B-42EB-B9B4-8DA15A6D11E2}"/>
          </ac:spMkLst>
        </pc:spChg>
        <pc:spChg chg="add mod">
          <ac:chgData name="Joonho Kwon" userId="fa141e0c-4849-4deb-8f8c-65d25da6d8db" providerId="ADAL" clId="{41C0069E-2F81-479B-9507-416535D53C2B}" dt="2020-03-07T07:08:28.519" v="187" actId="1076"/>
          <ac:spMkLst>
            <pc:docMk/>
            <pc:sldMk cId="4253643492" sldId="739"/>
            <ac:spMk id="36" creationId="{AF2CCDCB-99CD-46CF-B937-CA1C74BB21CC}"/>
          </ac:spMkLst>
        </pc:spChg>
        <pc:cxnChg chg="add mod">
          <ac:chgData name="Joonho Kwon" userId="fa141e0c-4849-4deb-8f8c-65d25da6d8db" providerId="ADAL" clId="{41C0069E-2F81-479B-9507-416535D53C2B}" dt="2020-03-07T07:07:20.060" v="155" actId="20577"/>
          <ac:cxnSpMkLst>
            <pc:docMk/>
            <pc:sldMk cId="4253643492" sldId="739"/>
            <ac:cxnSpMk id="8" creationId="{30658E33-CD36-478E-BB4F-C31C35DE848F}"/>
          </ac:cxnSpMkLst>
        </pc:cxnChg>
        <pc:cxnChg chg="add mod">
          <ac:chgData name="Joonho Kwon" userId="fa141e0c-4849-4deb-8f8c-65d25da6d8db" providerId="ADAL" clId="{41C0069E-2F81-479B-9507-416535D53C2B}" dt="2020-03-07T07:07:55.121" v="174" actId="14100"/>
          <ac:cxnSpMkLst>
            <pc:docMk/>
            <pc:sldMk cId="4253643492" sldId="739"/>
            <ac:cxnSpMk id="30" creationId="{63A09605-60A0-4C90-9E22-A660C2C615BA}"/>
          </ac:cxnSpMkLst>
        </pc:cxnChg>
      </pc:sldChg>
      <pc:sldChg chg="addSp delSp modSp add del modAnim">
        <pc:chgData name="Joonho Kwon" userId="fa141e0c-4849-4deb-8f8c-65d25da6d8db" providerId="ADAL" clId="{41C0069E-2F81-479B-9507-416535D53C2B}" dt="2020-03-08T07:56:03.025" v="2300" actId="47"/>
        <pc:sldMkLst>
          <pc:docMk/>
          <pc:sldMk cId="4185737915" sldId="740"/>
        </pc:sldMkLst>
        <pc:spChg chg="mod">
          <ac:chgData name="Joonho Kwon" userId="fa141e0c-4849-4deb-8f8c-65d25da6d8db" providerId="ADAL" clId="{41C0069E-2F81-479B-9507-416535D53C2B}" dt="2020-03-08T07:55:36.462" v="2266" actId="20577"/>
          <ac:spMkLst>
            <pc:docMk/>
            <pc:sldMk cId="4185737915" sldId="740"/>
            <ac:spMk id="2" creationId="{F5B5446A-EC98-49F9-A5B9-D80D7C2963AC}"/>
          </ac:spMkLst>
        </pc:spChg>
        <pc:spChg chg="mod">
          <ac:chgData name="Joonho Kwon" userId="fa141e0c-4849-4deb-8f8c-65d25da6d8db" providerId="ADAL" clId="{41C0069E-2F81-479B-9507-416535D53C2B}" dt="2020-03-07T07:18:51.444" v="425" actId="20577"/>
          <ac:spMkLst>
            <pc:docMk/>
            <pc:sldMk cId="4185737915" sldId="740"/>
            <ac:spMk id="3" creationId="{819ADE08-29EC-41C8-894C-AC15C4867052}"/>
          </ac:spMkLst>
        </pc:spChg>
        <pc:spChg chg="mod">
          <ac:chgData name="Joonho Kwon" userId="fa141e0c-4849-4deb-8f8c-65d25da6d8db" providerId="ADAL" clId="{41C0069E-2F81-479B-9507-416535D53C2B}" dt="2020-03-07T07:09:28.821" v="205" actId="1076"/>
          <ac:spMkLst>
            <pc:docMk/>
            <pc:sldMk cId="4185737915" sldId="740"/>
            <ac:spMk id="93" creationId="{768C27F8-E690-4FC7-90D0-BE9D170AD5A9}"/>
          </ac:spMkLst>
        </pc:spChg>
        <pc:spChg chg="add del mod">
          <ac:chgData name="Joonho Kwon" userId="fa141e0c-4849-4deb-8f8c-65d25da6d8db" providerId="ADAL" clId="{41C0069E-2F81-479B-9507-416535D53C2B}" dt="2020-03-07T07:09:58.562" v="211" actId="478"/>
          <ac:spMkLst>
            <pc:docMk/>
            <pc:sldMk cId="4185737915" sldId="740"/>
            <ac:spMk id="107" creationId="{73D09D00-D62A-4250-A1DF-8CCD5FAC64C1}"/>
          </ac:spMkLst>
        </pc:spChg>
        <pc:spChg chg="add del mod">
          <ac:chgData name="Joonho Kwon" userId="fa141e0c-4849-4deb-8f8c-65d25da6d8db" providerId="ADAL" clId="{41C0069E-2F81-479B-9507-416535D53C2B}" dt="2020-03-07T07:09:58.562" v="211" actId="478"/>
          <ac:spMkLst>
            <pc:docMk/>
            <pc:sldMk cId="4185737915" sldId="740"/>
            <ac:spMk id="108" creationId="{485EBC71-5876-4224-AE30-B8E0DA0F9066}"/>
          </ac:spMkLst>
        </pc:spChg>
        <pc:spChg chg="add mod">
          <ac:chgData name="Joonho Kwon" userId="fa141e0c-4849-4deb-8f8c-65d25da6d8db" providerId="ADAL" clId="{41C0069E-2F81-479B-9507-416535D53C2B}" dt="2020-03-07T07:17:09.316" v="383" actId="14100"/>
          <ac:spMkLst>
            <pc:docMk/>
            <pc:sldMk cId="4185737915" sldId="740"/>
            <ac:spMk id="109" creationId="{0BD2CB77-E2D1-41CE-B0DD-E13ADDF245EC}"/>
          </ac:spMkLst>
        </pc:spChg>
        <pc:spChg chg="add mod">
          <ac:chgData name="Joonho Kwon" userId="fa141e0c-4849-4deb-8f8c-65d25da6d8db" providerId="ADAL" clId="{41C0069E-2F81-479B-9507-416535D53C2B}" dt="2020-03-07T07:16:58.034" v="379" actId="1076"/>
          <ac:spMkLst>
            <pc:docMk/>
            <pc:sldMk cId="4185737915" sldId="740"/>
            <ac:spMk id="110" creationId="{F6AEE3A2-A7B0-4573-80DB-4642DF0845FA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1" creationId="{ADB8B9A1-00A5-4802-96D6-C649062CE134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2" creationId="{88D66936-D5CF-4035-A477-1C909C90D48A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3" creationId="{F27B489B-4F98-4690-B49F-D102FBDC5604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4" creationId="{BD1BA7E7-1A00-45E8-9EE2-B965BC5179B5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5" creationId="{49ED5FF4-56C8-4EDD-8325-3709C8222886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6" creationId="{9257A868-BBC0-41F9-A0DB-AD976A1E52A1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7" creationId="{FB7C404E-F256-4E3B-AA33-C774DABD2682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8" creationId="{64F23361-6417-41C1-9732-DCD00B3D2765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19" creationId="{79348658-DF63-4150-BEBC-04C0A8D7AE0C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20" creationId="{5C09B0C9-01EA-4CC4-8A88-19191D4C06D3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21" creationId="{A64EE932-88C6-4BCF-97E7-835EE3AADBD9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22" creationId="{074BCFD2-DDD4-4C50-8563-13A0CFE54843}"/>
          </ac:spMkLst>
        </pc:spChg>
        <pc:spChg chg="add mod">
          <ac:chgData name="Joonho Kwon" userId="fa141e0c-4849-4deb-8f8c-65d25da6d8db" providerId="ADAL" clId="{41C0069E-2F81-479B-9507-416535D53C2B}" dt="2020-03-07T07:13:31.428" v="311" actId="164"/>
          <ac:spMkLst>
            <pc:docMk/>
            <pc:sldMk cId="4185737915" sldId="740"/>
            <ac:spMk id="123" creationId="{E62DD8EC-A390-42B7-B0B3-378F6CE3C037}"/>
          </ac:spMkLst>
        </pc:spChg>
        <pc:spChg chg="add mod">
          <ac:chgData name="Joonho Kwon" userId="fa141e0c-4849-4deb-8f8c-65d25da6d8db" providerId="ADAL" clId="{41C0069E-2F81-479B-9507-416535D53C2B}" dt="2020-03-07T07:16:54.139" v="378" actId="1076"/>
          <ac:spMkLst>
            <pc:docMk/>
            <pc:sldMk cId="4185737915" sldId="740"/>
            <ac:spMk id="124" creationId="{1612E0B7-F908-43EF-997D-35746AE8FEED}"/>
          </ac:spMkLst>
        </pc:spChg>
        <pc:spChg chg="add mod">
          <ac:chgData name="Joonho Kwon" userId="fa141e0c-4849-4deb-8f8c-65d25da6d8db" providerId="ADAL" clId="{41C0069E-2F81-479B-9507-416535D53C2B}" dt="2020-03-07T07:16:48.106" v="376" actId="1076"/>
          <ac:spMkLst>
            <pc:docMk/>
            <pc:sldMk cId="4185737915" sldId="740"/>
            <ac:spMk id="125" creationId="{84B7BED5-7EEF-4C82-BC5B-19B17FBAB3DE}"/>
          </ac:spMkLst>
        </pc:spChg>
        <pc:spChg chg="add del">
          <ac:chgData name="Joonho Kwon" userId="fa141e0c-4849-4deb-8f8c-65d25da6d8db" providerId="ADAL" clId="{41C0069E-2F81-479B-9507-416535D53C2B}" dt="2020-03-07T07:11:11.491" v="249" actId="478"/>
          <ac:spMkLst>
            <pc:docMk/>
            <pc:sldMk cId="4185737915" sldId="740"/>
            <ac:spMk id="126" creationId="{75A12FE0-2CB0-4095-BBFF-BEEAFEBEF408}"/>
          </ac:spMkLst>
        </pc:spChg>
        <pc:spChg chg="add del">
          <ac:chgData name="Joonho Kwon" userId="fa141e0c-4849-4deb-8f8c-65d25da6d8db" providerId="ADAL" clId="{41C0069E-2F81-479B-9507-416535D53C2B}" dt="2020-03-07T07:11:16.680" v="251"/>
          <ac:spMkLst>
            <pc:docMk/>
            <pc:sldMk cId="4185737915" sldId="740"/>
            <ac:spMk id="127" creationId="{24FB727D-0A9D-4D26-A241-F89122F33E78}"/>
          </ac:spMkLst>
        </pc:spChg>
        <pc:spChg chg="add del">
          <ac:chgData name="Joonho Kwon" userId="fa141e0c-4849-4deb-8f8c-65d25da6d8db" providerId="ADAL" clId="{41C0069E-2F81-479B-9507-416535D53C2B}" dt="2020-03-07T07:11:16.680" v="251"/>
          <ac:spMkLst>
            <pc:docMk/>
            <pc:sldMk cId="4185737915" sldId="740"/>
            <ac:spMk id="128" creationId="{0F03FF9B-C400-46CA-A2A2-078F6B520E3E}"/>
          </ac:spMkLst>
        </pc:spChg>
        <pc:spChg chg="add del">
          <ac:chgData name="Joonho Kwon" userId="fa141e0c-4849-4deb-8f8c-65d25da6d8db" providerId="ADAL" clId="{41C0069E-2F81-479B-9507-416535D53C2B}" dt="2020-03-07T07:11:16.680" v="251"/>
          <ac:spMkLst>
            <pc:docMk/>
            <pc:sldMk cId="4185737915" sldId="740"/>
            <ac:spMk id="129" creationId="{1BA5D68F-3EBA-4E74-A5D2-C4C7339769C1}"/>
          </ac:spMkLst>
        </pc:spChg>
        <pc:spChg chg="add del">
          <ac:chgData name="Joonho Kwon" userId="fa141e0c-4849-4deb-8f8c-65d25da6d8db" providerId="ADAL" clId="{41C0069E-2F81-479B-9507-416535D53C2B}" dt="2020-03-07T07:11:16.680" v="251"/>
          <ac:spMkLst>
            <pc:docMk/>
            <pc:sldMk cId="4185737915" sldId="740"/>
            <ac:spMk id="130" creationId="{E2368250-39F6-47C4-A1D1-DB7B285CD08A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1" creationId="{861D44D1-A7F8-4F8C-8AF0-E276600A7324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2" creationId="{40D9B5AA-4516-4F8C-B9A6-2ED6BBD7450A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3" creationId="{3E741837-2CC8-40FF-99AF-87910EC25B21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4" creationId="{A5DDDE00-40AC-43E0-B9B7-1637C68F0960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5" creationId="{AD3F60BE-0033-47E7-9D65-0EACFBD79474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6" creationId="{4B97EE97-C8E9-497B-950A-FC177CAFDA76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7" creationId="{80FCED1F-A1DB-4C38-BE6B-128C6CE7CF86}"/>
          </ac:spMkLst>
        </pc:spChg>
        <pc:spChg chg="add mod">
          <ac:chgData name="Joonho Kwon" userId="fa141e0c-4849-4deb-8f8c-65d25da6d8db" providerId="ADAL" clId="{41C0069E-2F81-479B-9507-416535D53C2B}" dt="2020-03-07T07:14:14.352" v="331" actId="164"/>
          <ac:spMkLst>
            <pc:docMk/>
            <pc:sldMk cId="4185737915" sldId="740"/>
            <ac:spMk id="138" creationId="{A459D622-11A9-43F3-AAAB-80D18AE14A1A}"/>
          </ac:spMkLst>
        </pc:spChg>
        <pc:spChg chg="add mod">
          <ac:chgData name="Joonho Kwon" userId="fa141e0c-4849-4deb-8f8c-65d25da6d8db" providerId="ADAL" clId="{41C0069E-2F81-479B-9507-416535D53C2B}" dt="2020-03-07T07:17:31.054" v="391" actId="1076"/>
          <ac:spMkLst>
            <pc:docMk/>
            <pc:sldMk cId="4185737915" sldId="740"/>
            <ac:spMk id="139" creationId="{440D10A4-5C47-412B-AB65-26B209CF18EE}"/>
          </ac:spMkLst>
        </pc:spChg>
        <pc:spChg chg="add mod">
          <ac:chgData name="Joonho Kwon" userId="fa141e0c-4849-4deb-8f8c-65d25da6d8db" providerId="ADAL" clId="{41C0069E-2F81-479B-9507-416535D53C2B}" dt="2020-03-07T07:17:28.084" v="390" actId="1076"/>
          <ac:spMkLst>
            <pc:docMk/>
            <pc:sldMk cId="4185737915" sldId="740"/>
            <ac:spMk id="140" creationId="{AA29AD47-841B-4151-B4DE-62C23D44DFF2}"/>
          </ac:spMkLst>
        </pc:spChg>
        <pc:spChg chg="add mod">
          <ac:chgData name="Joonho Kwon" userId="fa141e0c-4849-4deb-8f8c-65d25da6d8db" providerId="ADAL" clId="{41C0069E-2F81-479B-9507-416535D53C2B}" dt="2020-03-07T07:17:17.255" v="385" actId="14100"/>
          <ac:spMkLst>
            <pc:docMk/>
            <pc:sldMk cId="4185737915" sldId="740"/>
            <ac:spMk id="141" creationId="{462D05BF-0E30-464D-AA49-35E398EA8E26}"/>
          </ac:spMkLst>
        </pc:spChg>
        <pc:spChg chg="add mod">
          <ac:chgData name="Joonho Kwon" userId="fa141e0c-4849-4deb-8f8c-65d25da6d8db" providerId="ADAL" clId="{41C0069E-2F81-479B-9507-416535D53C2B}" dt="2020-03-07T07:17:19.098" v="386" actId="14100"/>
          <ac:spMkLst>
            <pc:docMk/>
            <pc:sldMk cId="4185737915" sldId="740"/>
            <ac:spMk id="142" creationId="{918E3F2D-9129-4CDE-9189-0D7EF34B6DFA}"/>
          </ac:spMkLst>
        </pc:spChg>
        <pc:spChg chg="add mod">
          <ac:chgData name="Joonho Kwon" userId="fa141e0c-4849-4deb-8f8c-65d25da6d8db" providerId="ADAL" clId="{41C0069E-2F81-479B-9507-416535D53C2B}" dt="2020-03-07T07:17:20.834" v="387" actId="14100"/>
          <ac:spMkLst>
            <pc:docMk/>
            <pc:sldMk cId="4185737915" sldId="740"/>
            <ac:spMk id="143" creationId="{4E75D757-B1A6-4CC3-8E00-BB737B5926BA}"/>
          </ac:spMkLst>
        </pc:spChg>
        <pc:spChg chg="add mod">
          <ac:chgData name="Joonho Kwon" userId="fa141e0c-4849-4deb-8f8c-65d25da6d8db" providerId="ADAL" clId="{41C0069E-2F81-479B-9507-416535D53C2B}" dt="2020-03-07T07:17:22.740" v="388" actId="14100"/>
          <ac:spMkLst>
            <pc:docMk/>
            <pc:sldMk cId="4185737915" sldId="740"/>
            <ac:spMk id="144" creationId="{F832D113-749E-43A8-8996-436A39F49B88}"/>
          </ac:spMkLst>
        </pc:spChg>
        <pc:spChg chg="add mod ord">
          <ac:chgData name="Joonho Kwon" userId="fa141e0c-4849-4deb-8f8c-65d25da6d8db" providerId="ADAL" clId="{41C0069E-2F81-479B-9507-416535D53C2B}" dt="2020-03-07T07:17:24.802" v="389" actId="14100"/>
          <ac:spMkLst>
            <pc:docMk/>
            <pc:sldMk cId="4185737915" sldId="740"/>
            <ac:spMk id="146" creationId="{8EBAFA74-2603-4AA3-935D-9EBE11DE9A21}"/>
          </ac:spMkLst>
        </pc:spChg>
        <pc:spChg chg="add mod">
          <ac:chgData name="Joonho Kwon" userId="fa141e0c-4849-4deb-8f8c-65d25da6d8db" providerId="ADAL" clId="{41C0069E-2F81-479B-9507-416535D53C2B}" dt="2020-03-07T07:17:13.552" v="384" actId="1076"/>
          <ac:spMkLst>
            <pc:docMk/>
            <pc:sldMk cId="4185737915" sldId="740"/>
            <ac:spMk id="147" creationId="{7CFA1F88-142C-4065-86BB-24F3B2DCBE44}"/>
          </ac:spMkLst>
        </pc:spChg>
        <pc:grpChg chg="add del">
          <ac:chgData name="Joonho Kwon" userId="fa141e0c-4849-4deb-8f8c-65d25da6d8db" providerId="ADAL" clId="{41C0069E-2F81-479B-9507-416535D53C2B}" dt="2020-03-07T07:09:14.603" v="202"/>
          <ac:grpSpMkLst>
            <pc:docMk/>
            <pc:sldMk cId="4185737915" sldId="740"/>
            <ac:grpSpMk id="5" creationId="{3A746E34-47CE-4215-B382-A00D8C9C7EC4}"/>
          </ac:grpSpMkLst>
        </pc:grpChg>
        <pc:grpChg chg="add del mod">
          <ac:chgData name="Joonho Kwon" userId="fa141e0c-4849-4deb-8f8c-65d25da6d8db" providerId="ADAL" clId="{41C0069E-2F81-479B-9507-416535D53C2B}" dt="2020-03-07T07:09:32.917" v="206" actId="478"/>
          <ac:grpSpMkLst>
            <pc:docMk/>
            <pc:sldMk cId="4185737915" sldId="740"/>
            <ac:grpSpMk id="56" creationId="{77FD2326-6D94-47A5-9415-859C32362C35}"/>
          </ac:grpSpMkLst>
        </pc:grpChg>
        <pc:grpChg chg="add mod">
          <ac:chgData name="Joonho Kwon" userId="fa141e0c-4849-4deb-8f8c-65d25da6d8db" providerId="ADAL" clId="{41C0069E-2F81-479B-9507-416535D53C2B}" dt="2020-03-07T07:17:02.020" v="381" actId="14100"/>
          <ac:grpSpMkLst>
            <pc:docMk/>
            <pc:sldMk cId="4185737915" sldId="740"/>
            <ac:grpSpMk id="145" creationId="{2C086947-307A-41B7-9BCB-6B90BBB74667}"/>
          </ac:grpSpMkLst>
        </pc:grpChg>
        <pc:grpChg chg="add mod">
          <ac:chgData name="Joonho Kwon" userId="fa141e0c-4849-4deb-8f8c-65d25da6d8db" providerId="ADAL" clId="{41C0069E-2F81-479B-9507-416535D53C2B}" dt="2020-03-07T07:16:43.934" v="374" actId="1076"/>
          <ac:grpSpMkLst>
            <pc:docMk/>
            <pc:sldMk cId="4185737915" sldId="740"/>
            <ac:grpSpMk id="148" creationId="{6F508926-2CE6-4D2F-82B5-C72BB4A761AD}"/>
          </ac:grpSpMkLst>
        </pc:grpChg>
      </pc:sldChg>
      <pc:sldChg chg="modSp add del">
        <pc:chgData name="Joonho Kwon" userId="fa141e0c-4849-4deb-8f8c-65d25da6d8db" providerId="ADAL" clId="{41C0069E-2F81-479B-9507-416535D53C2B}" dt="2020-03-07T07:19:51.461" v="500" actId="47"/>
        <pc:sldMkLst>
          <pc:docMk/>
          <pc:sldMk cId="3899222905" sldId="741"/>
        </pc:sldMkLst>
        <pc:spChg chg="mod">
          <ac:chgData name="Joonho Kwon" userId="fa141e0c-4849-4deb-8f8c-65d25da6d8db" providerId="ADAL" clId="{41C0069E-2F81-479B-9507-416535D53C2B}" dt="2020-03-07T07:19:47.431" v="498" actId="1076"/>
          <ac:spMkLst>
            <pc:docMk/>
            <pc:sldMk cId="3899222905" sldId="741"/>
            <ac:spMk id="2" creationId="{98EB8B87-B935-4A57-9E4A-F3582FDBCAC1}"/>
          </ac:spMkLst>
        </pc:spChg>
      </pc:sldChg>
      <pc:sldChg chg="modSp add">
        <pc:chgData name="Joonho Kwon" userId="fa141e0c-4849-4deb-8f8c-65d25da6d8db" providerId="ADAL" clId="{41C0069E-2F81-479B-9507-416535D53C2B}" dt="2020-03-07T10:48:39.878" v="1250" actId="6549"/>
        <pc:sldMkLst>
          <pc:docMk/>
          <pc:sldMk cId="121848102" sldId="742"/>
        </pc:sldMkLst>
        <pc:spChg chg="mod">
          <ac:chgData name="Joonho Kwon" userId="fa141e0c-4849-4deb-8f8c-65d25da6d8db" providerId="ADAL" clId="{41C0069E-2F81-479B-9507-416535D53C2B}" dt="2020-03-07T10:48:39.878" v="1250" actId="6549"/>
          <ac:spMkLst>
            <pc:docMk/>
            <pc:sldMk cId="121848102" sldId="742"/>
            <ac:spMk id="2" creationId="{B3FA8B4E-4542-4AE5-82BE-97FDC25D0A4C}"/>
          </ac:spMkLst>
        </pc:spChg>
      </pc:sldChg>
      <pc:sldChg chg="modSp add">
        <pc:chgData name="Joonho Kwon" userId="fa141e0c-4849-4deb-8f8c-65d25da6d8db" providerId="ADAL" clId="{41C0069E-2F81-479B-9507-416535D53C2B}" dt="2020-03-08T07:56:52.846" v="2310" actId="404"/>
        <pc:sldMkLst>
          <pc:docMk/>
          <pc:sldMk cId="2287045339" sldId="743"/>
        </pc:sldMkLst>
        <pc:spChg chg="mod">
          <ac:chgData name="Joonho Kwon" userId="fa141e0c-4849-4deb-8f8c-65d25da6d8db" providerId="ADAL" clId="{41C0069E-2F81-479B-9507-416535D53C2B}" dt="2020-03-08T07:56:52.846" v="2310" actId="404"/>
          <ac:spMkLst>
            <pc:docMk/>
            <pc:sldMk cId="2287045339" sldId="743"/>
            <ac:spMk id="2" creationId="{4EE96BCD-6747-48AC-A107-6EE13874B535}"/>
          </ac:spMkLst>
        </pc:spChg>
        <pc:spChg chg="mod">
          <ac:chgData name="Joonho Kwon" userId="fa141e0c-4849-4deb-8f8c-65d25da6d8db" providerId="ADAL" clId="{41C0069E-2F81-479B-9507-416535D53C2B}" dt="2020-03-08T07:52:38.433" v="2191"/>
          <ac:spMkLst>
            <pc:docMk/>
            <pc:sldMk cId="2287045339" sldId="743"/>
            <ac:spMk id="3" creationId="{B4B8FDB0-CFBE-4225-8453-CC747372116C}"/>
          </ac:spMkLst>
        </pc:spChg>
      </pc:sldChg>
      <pc:sldChg chg="addSp delSp modSp add modAnim">
        <pc:chgData name="Joonho Kwon" userId="fa141e0c-4849-4deb-8f8c-65d25da6d8db" providerId="ADAL" clId="{41C0069E-2F81-479B-9507-416535D53C2B}" dt="2020-03-08T08:01:18.845" v="2366" actId="207"/>
        <pc:sldMkLst>
          <pc:docMk/>
          <pc:sldMk cId="4105891410" sldId="744"/>
        </pc:sldMkLst>
        <pc:spChg chg="del">
          <ac:chgData name="Joonho Kwon" userId="fa141e0c-4849-4deb-8f8c-65d25da6d8db" providerId="ADAL" clId="{41C0069E-2F81-479B-9507-416535D53C2B}" dt="2020-03-07T07:33:10.360" v="518"/>
          <ac:spMkLst>
            <pc:docMk/>
            <pc:sldMk cId="4105891410" sldId="744"/>
            <ac:spMk id="2" creationId="{A29C65BE-3F35-4DBC-8CCE-D37C63AEEFC6}"/>
          </ac:spMkLst>
        </pc:spChg>
        <pc:spChg chg="del">
          <ac:chgData name="Joonho Kwon" userId="fa141e0c-4849-4deb-8f8c-65d25da6d8db" providerId="ADAL" clId="{41C0069E-2F81-479B-9507-416535D53C2B}" dt="2020-03-07T07:33:10.360" v="518"/>
          <ac:spMkLst>
            <pc:docMk/>
            <pc:sldMk cId="4105891410" sldId="744"/>
            <ac:spMk id="3" creationId="{DB8CBBC8-7CAC-4A2C-8D1A-7661918444FF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5" creationId="{392F6FB9-0541-42BC-B464-FA8D9D8B660D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6" creationId="{79707B5B-1688-4A89-BEB4-54046883DE6F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7" creationId="{E6147711-95B2-4022-82DD-8B31A0556D91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8" creationId="{287E456C-70FE-42C3-B22B-E3C978A457CB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9" creationId="{FC32F01B-6888-43C3-990C-D3ED2CC9F481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0" creationId="{9F7170F8-A13F-4C8B-AFD9-2F9A89E7C925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1" creationId="{7095C3C1-45CC-4CE8-8739-7189D890E0A9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2" creationId="{5B3964D8-298B-4BC5-8A7B-07CCC1F8FBD5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3" creationId="{D8ACBD54-6C4C-4CBE-9F49-27BEBE7EEA54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4" creationId="{364E62D8-B960-4C5D-9AB8-292BADD394F1}"/>
          </ac:spMkLst>
        </pc:spChg>
        <pc:spChg chg="add mod or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5" creationId="{099B1CE3-83F2-40E5-8829-0F21EF296696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6" creationId="{5002EDD5-8DF7-4A50-926B-CF952A55F135}"/>
          </ac:spMkLst>
        </pc:spChg>
        <pc:spChg chg="add mod">
          <ac:chgData name="Joonho Kwon" userId="fa141e0c-4849-4deb-8f8c-65d25da6d8db" providerId="ADAL" clId="{41C0069E-2F81-479B-9507-416535D53C2B}" dt="2020-03-07T07:41:39.683" v="737" actId="164"/>
          <ac:spMkLst>
            <pc:docMk/>
            <pc:sldMk cId="4105891410" sldId="744"/>
            <ac:spMk id="17" creationId="{61E70166-47FF-43FF-9895-0B20974B66FB}"/>
          </ac:spMkLst>
        </pc:spChg>
        <pc:spChg chg="add mod">
          <ac:chgData name="Joonho Kwon" userId="fa141e0c-4849-4deb-8f8c-65d25da6d8db" providerId="ADAL" clId="{41C0069E-2F81-479B-9507-416535D53C2B}" dt="2020-03-07T07:41:55.559" v="740" actId="207"/>
          <ac:spMkLst>
            <pc:docMk/>
            <pc:sldMk cId="4105891410" sldId="744"/>
            <ac:spMk id="18" creationId="{78ADAB3B-28F9-4026-B4BC-9D306516883F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19" creationId="{43536649-48E8-4931-8CE6-05D313170AB4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0" creationId="{D2235503-DD72-449C-822E-48F047E4BC74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1" creationId="{C5254509-E598-4380-9D7B-3E1C364E2DDC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2" creationId="{845ABBEF-A4E3-4968-BCA6-2E694A11BF45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3" creationId="{3EC4B4BC-0A7A-4BA7-B8D3-A87FE655D6F2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4" creationId="{A0E87321-D48C-420F-A1EC-D72246657BFD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5" creationId="{78DBFF66-729B-4CF6-9A35-895F10F47AA3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6" creationId="{1782EF9B-0DCA-4637-8180-BD2D398BBAE5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7" creationId="{9B7D5D6A-B177-4BA0-B924-A167F8B8BF6A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8" creationId="{4AC27B20-93DC-45AC-94C5-82DF80F64FB3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29" creationId="{941C92C3-0383-4975-85DA-C5E5E0BBA110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0" creationId="{0BFA476C-F0D9-44DC-A692-48389C283EA4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1" creationId="{E0DF7360-2762-4BE8-A5BB-F8E7DEB46C3E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2" creationId="{1F7D532F-A778-4EA6-A9C9-6E8E91E4AAC6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3" creationId="{4EB84362-B22E-4FF3-A19B-A8D95A83A97A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4" creationId="{29FFF1D3-2A7F-43DD-9EBC-A3D72DF1F95E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5" creationId="{0A12EB15-4612-4F7F-8FCF-5134252B05E7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6" creationId="{316CD8E8-C0DB-4F66-BCF8-1F1DE53E5AFC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7" creationId="{27B31F68-559D-462C-8BB6-014686AA045F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38" creationId="{D312C641-717E-4692-A0BD-E27FE80B7B43}"/>
          </ac:spMkLst>
        </pc:spChg>
        <pc:spChg chg="add del mod">
          <ac:chgData name="Joonho Kwon" userId="fa141e0c-4849-4deb-8f8c-65d25da6d8db" providerId="ADAL" clId="{41C0069E-2F81-479B-9507-416535D53C2B}" dt="2020-03-07T07:41:20.166" v="731" actId="21"/>
          <ac:spMkLst>
            <pc:docMk/>
            <pc:sldMk cId="4105891410" sldId="744"/>
            <ac:spMk id="39" creationId="{6D2D8DD0-D55E-430E-85D7-47CAD3279ED7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0" creationId="{82CD03B4-D84B-48B2-9E81-6175321CF76F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1" creationId="{2F9D7061-B5DC-4490-AAE0-984B0A841A32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2" creationId="{540CC577-A842-4C91-8719-99C08A7889D3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3" creationId="{57C6A51F-B1AD-4DD1-B454-8C91757991EF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4" creationId="{3BDAB272-6DC5-48E6-85A4-F8E53284F548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5" creationId="{115E3C13-E4CA-4A7A-A03B-7B38F9FE1C93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6" creationId="{2D9DF557-DE4F-4D3A-93F7-D922DD5BC077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7" creationId="{E0DCAA77-0AD7-4EB5-891E-651EBBC9603E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8" creationId="{5DA9C30B-3DC7-4CF9-8441-00ECF671C881}"/>
          </ac:spMkLst>
        </pc:spChg>
        <pc:spChg chg="add mod">
          <ac:chgData name="Joonho Kwon" userId="fa141e0c-4849-4deb-8f8c-65d25da6d8db" providerId="ADAL" clId="{41C0069E-2F81-479B-9507-416535D53C2B}" dt="2020-03-07T07:41:46.514" v="738" actId="164"/>
          <ac:spMkLst>
            <pc:docMk/>
            <pc:sldMk cId="4105891410" sldId="744"/>
            <ac:spMk id="49" creationId="{7D2E4C8F-8B5C-4161-A1C0-026C390B02D7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2" creationId="{F76008BE-D28F-4C76-B521-7203179396BF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3" creationId="{8F74C67A-311A-462D-B57F-38AEA9A8EFB2}"/>
          </ac:spMkLst>
        </pc:spChg>
        <pc:spChg chg="add mod or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4" creationId="{35BD9F48-839D-4556-9942-512C01B9D5B6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5" creationId="{69E4A93E-5580-4BA4-B054-39AC4BE6B46D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6" creationId="{26ABAFD0-1B2A-4570-ACE4-84ABED4F223A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7" creationId="{15859AF1-5778-4310-BA32-5C46644FCF6F}"/>
          </ac:spMkLst>
        </pc:spChg>
        <pc:spChg chg="add mod">
          <ac:chgData name="Joonho Kwon" userId="fa141e0c-4849-4deb-8f8c-65d25da6d8db" providerId="ADAL" clId="{41C0069E-2F81-479B-9507-416535D53C2B}" dt="2020-03-07T07:45:39.138" v="850" actId="164"/>
          <ac:spMkLst>
            <pc:docMk/>
            <pc:sldMk cId="4105891410" sldId="744"/>
            <ac:spMk id="58" creationId="{7CC1D07C-FB11-4B13-AA5F-84342DCF7C55}"/>
          </ac:spMkLst>
        </pc:spChg>
        <pc:spChg chg="add mod">
          <ac:chgData name="Joonho Kwon" userId="fa141e0c-4849-4deb-8f8c-65d25da6d8db" providerId="ADAL" clId="{41C0069E-2F81-479B-9507-416535D53C2B}" dt="2020-03-07T07:53:54.998" v="1124" actId="20577"/>
          <ac:spMkLst>
            <pc:docMk/>
            <pc:sldMk cId="4105891410" sldId="744"/>
            <ac:spMk id="60" creationId="{7BD725B8-4CE9-40EF-A95E-65435B6A87D5}"/>
          </ac:spMkLst>
        </pc:spChg>
        <pc:spChg chg="add mod">
          <ac:chgData name="Joonho Kwon" userId="fa141e0c-4849-4deb-8f8c-65d25da6d8db" providerId="ADAL" clId="{41C0069E-2F81-479B-9507-416535D53C2B}" dt="2020-03-08T08:01:18.845" v="2366" actId="207"/>
          <ac:spMkLst>
            <pc:docMk/>
            <pc:sldMk cId="4105891410" sldId="744"/>
            <ac:spMk id="61" creationId="{D8E1748D-1B1F-4C08-A36F-3BCE6213F5B5}"/>
          </ac:spMkLst>
        </pc:spChg>
        <pc:grpChg chg="add mod">
          <ac:chgData name="Joonho Kwon" userId="fa141e0c-4849-4deb-8f8c-65d25da6d8db" providerId="ADAL" clId="{41C0069E-2F81-479B-9507-416535D53C2B}" dt="2020-03-07T10:51:45.804" v="1261" actId="1076"/>
          <ac:grpSpMkLst>
            <pc:docMk/>
            <pc:sldMk cId="4105891410" sldId="744"/>
            <ac:grpSpMk id="50" creationId="{8538394E-3FD7-49A8-A82F-CBDAE4357437}"/>
          </ac:grpSpMkLst>
        </pc:grpChg>
        <pc:grpChg chg="add mod">
          <ac:chgData name="Joonho Kwon" userId="fa141e0c-4849-4deb-8f8c-65d25da6d8db" providerId="ADAL" clId="{41C0069E-2F81-479B-9507-416535D53C2B}" dt="2020-03-07T10:51:45.804" v="1261" actId="1076"/>
          <ac:grpSpMkLst>
            <pc:docMk/>
            <pc:sldMk cId="4105891410" sldId="744"/>
            <ac:grpSpMk id="51" creationId="{09C0E0A5-7DD1-471C-9201-3E4907F0E1B1}"/>
          </ac:grpSpMkLst>
        </pc:grpChg>
        <pc:grpChg chg="add mod">
          <ac:chgData name="Joonho Kwon" userId="fa141e0c-4849-4deb-8f8c-65d25da6d8db" providerId="ADAL" clId="{41C0069E-2F81-479B-9507-416535D53C2B}" dt="2020-03-07T10:51:45.804" v="1261" actId="1076"/>
          <ac:grpSpMkLst>
            <pc:docMk/>
            <pc:sldMk cId="4105891410" sldId="744"/>
            <ac:grpSpMk id="59" creationId="{2202B7E2-0412-47E6-A0BD-DFBDF34FBB94}"/>
          </ac:grpSpMkLst>
        </pc:grpChg>
      </pc:sldChg>
      <pc:sldChg chg="addSp modSp add">
        <pc:chgData name="Joonho Kwon" userId="fa141e0c-4849-4deb-8f8c-65d25da6d8db" providerId="ADAL" clId="{41C0069E-2F81-479B-9507-416535D53C2B}" dt="2020-03-07T07:57:04.088" v="1154" actId="20577"/>
        <pc:sldMkLst>
          <pc:docMk/>
          <pc:sldMk cId="3996984558" sldId="745"/>
        </pc:sldMkLst>
        <pc:spChg chg="mod">
          <ac:chgData name="Joonho Kwon" userId="fa141e0c-4849-4deb-8f8c-65d25da6d8db" providerId="ADAL" clId="{41C0069E-2F81-479B-9507-416535D53C2B}" dt="2020-03-07T07:53:22.932" v="1089" actId="20577"/>
          <ac:spMkLst>
            <pc:docMk/>
            <pc:sldMk cId="3996984558" sldId="745"/>
            <ac:spMk id="2" creationId="{8BB33FD3-0B15-4174-9156-A8BCD2C98607}"/>
          </ac:spMkLst>
        </pc:spChg>
        <pc:spChg chg="mod">
          <ac:chgData name="Joonho Kwon" userId="fa141e0c-4849-4deb-8f8c-65d25da6d8db" providerId="ADAL" clId="{41C0069E-2F81-479B-9507-416535D53C2B}" dt="2020-03-07T07:57:04.088" v="1154" actId="20577"/>
          <ac:spMkLst>
            <pc:docMk/>
            <pc:sldMk cId="3996984558" sldId="745"/>
            <ac:spMk id="3" creationId="{1A665774-47CD-4F35-897C-50EBCA6FB116}"/>
          </ac:spMkLst>
        </pc:spChg>
        <pc:spChg chg="add mod">
          <ac:chgData name="Joonho Kwon" userId="fa141e0c-4849-4deb-8f8c-65d25da6d8db" providerId="ADAL" clId="{41C0069E-2F81-479B-9507-416535D53C2B}" dt="2020-03-07T07:53:25.652" v="1090" actId="1076"/>
          <ac:spMkLst>
            <pc:docMk/>
            <pc:sldMk cId="3996984558" sldId="745"/>
            <ac:spMk id="5" creationId="{EE1EEF03-1925-4499-A180-7479E00CE2EC}"/>
          </ac:spMkLst>
        </pc:spChg>
      </pc:sldChg>
      <pc:sldChg chg="addSp modSp add ord">
        <pc:chgData name="Joonho Kwon" userId="fa141e0c-4849-4deb-8f8c-65d25da6d8db" providerId="ADAL" clId="{41C0069E-2F81-479B-9507-416535D53C2B}" dt="2020-03-07T08:12:24.823" v="1248"/>
        <pc:sldMkLst>
          <pc:docMk/>
          <pc:sldMk cId="2566037065" sldId="746"/>
        </pc:sldMkLst>
        <pc:spChg chg="mod">
          <ac:chgData name="Joonho Kwon" userId="fa141e0c-4849-4deb-8f8c-65d25da6d8db" providerId="ADAL" clId="{41C0069E-2F81-479B-9507-416535D53C2B}" dt="2020-03-07T07:57:32.094" v="1198" actId="20577"/>
          <ac:spMkLst>
            <pc:docMk/>
            <pc:sldMk cId="2566037065" sldId="746"/>
            <ac:spMk id="2" creationId="{911A75D7-9E3F-4C31-9502-3CDD28F45D9E}"/>
          </ac:spMkLst>
        </pc:spChg>
        <pc:spChg chg="mod">
          <ac:chgData name="Joonho Kwon" userId="fa141e0c-4849-4deb-8f8c-65d25da6d8db" providerId="ADAL" clId="{41C0069E-2F81-479B-9507-416535D53C2B}" dt="2020-03-07T07:57:07.858" v="1156" actId="20577"/>
          <ac:spMkLst>
            <pc:docMk/>
            <pc:sldMk cId="2566037065" sldId="746"/>
            <ac:spMk id="3" creationId="{01DD32A5-5707-47A2-9513-8315E14CC46F}"/>
          </ac:spMkLst>
        </pc:spChg>
        <pc:spChg chg="add mod">
          <ac:chgData name="Joonho Kwon" userId="fa141e0c-4849-4deb-8f8c-65d25da6d8db" providerId="ADAL" clId="{41C0069E-2F81-479B-9507-416535D53C2B}" dt="2020-03-07T07:57:35.327" v="1199" actId="1076"/>
          <ac:spMkLst>
            <pc:docMk/>
            <pc:sldMk cId="2566037065" sldId="746"/>
            <ac:spMk id="5" creationId="{32C16A42-EDFB-42B5-B7BF-CC818FEBFBE1}"/>
          </ac:spMkLst>
        </pc:spChg>
      </pc:sldChg>
      <pc:sldChg chg="modSp add">
        <pc:chgData name="Joonho Kwon" userId="fa141e0c-4849-4deb-8f8c-65d25da6d8db" providerId="ADAL" clId="{41C0069E-2F81-479B-9507-416535D53C2B}" dt="2020-03-08T08:00:05.027" v="2337" actId="20577"/>
        <pc:sldMkLst>
          <pc:docMk/>
          <pc:sldMk cId="2013736189" sldId="747"/>
        </pc:sldMkLst>
        <pc:spChg chg="mod">
          <ac:chgData name="Joonho Kwon" userId="fa141e0c-4849-4deb-8f8c-65d25da6d8db" providerId="ADAL" clId="{41C0069E-2F81-479B-9507-416535D53C2B}" dt="2020-03-08T08:00:05.027" v="2337" actId="20577"/>
          <ac:spMkLst>
            <pc:docMk/>
            <pc:sldMk cId="2013736189" sldId="747"/>
            <ac:spMk id="2" creationId="{3C427102-7E07-4792-8EB0-8143EA9A7432}"/>
          </ac:spMkLst>
        </pc:spChg>
        <pc:spChg chg="mod">
          <ac:chgData name="Joonho Kwon" userId="fa141e0c-4849-4deb-8f8c-65d25da6d8db" providerId="ADAL" clId="{41C0069E-2F81-479B-9507-416535D53C2B}" dt="2020-03-07T07:58:57.617" v="1231" actId="20577"/>
          <ac:spMkLst>
            <pc:docMk/>
            <pc:sldMk cId="2013736189" sldId="747"/>
            <ac:spMk id="3" creationId="{B13110DE-49A7-4221-B2B3-D490E19124A9}"/>
          </ac:spMkLst>
        </pc:spChg>
      </pc:sldChg>
      <pc:sldChg chg="modSp add">
        <pc:chgData name="Joonho Kwon" userId="fa141e0c-4849-4deb-8f8c-65d25da6d8db" providerId="ADAL" clId="{41C0069E-2F81-479B-9507-416535D53C2B}" dt="2020-03-07T10:56:31.219" v="1730" actId="20577"/>
        <pc:sldMkLst>
          <pc:docMk/>
          <pc:sldMk cId="257966139" sldId="748"/>
        </pc:sldMkLst>
        <pc:spChg chg="mod">
          <ac:chgData name="Joonho Kwon" userId="fa141e0c-4849-4deb-8f8c-65d25da6d8db" providerId="ADAL" clId="{41C0069E-2F81-479B-9507-416535D53C2B}" dt="2020-03-07T10:56:20.451" v="1714" actId="20577"/>
          <ac:spMkLst>
            <pc:docMk/>
            <pc:sldMk cId="257966139" sldId="748"/>
            <ac:spMk id="2" creationId="{1EEA489F-9E47-4878-A4C1-572198662B45}"/>
          </ac:spMkLst>
        </pc:spChg>
        <pc:spChg chg="mod">
          <ac:chgData name="Joonho Kwon" userId="fa141e0c-4849-4deb-8f8c-65d25da6d8db" providerId="ADAL" clId="{41C0069E-2F81-479B-9507-416535D53C2B}" dt="2020-03-07T10:56:31.219" v="1730" actId="20577"/>
          <ac:spMkLst>
            <pc:docMk/>
            <pc:sldMk cId="257966139" sldId="748"/>
            <ac:spMk id="3" creationId="{73218B3E-E984-45F7-8EFC-61115DA6B4F0}"/>
          </ac:spMkLst>
        </pc:spChg>
      </pc:sldChg>
      <pc:sldChg chg="modSp add del">
        <pc:chgData name="Joonho Kwon" userId="fa141e0c-4849-4deb-8f8c-65d25da6d8db" providerId="ADAL" clId="{41C0069E-2F81-479B-9507-416535D53C2B}" dt="2020-03-07T10:48:58.367" v="1251" actId="47"/>
        <pc:sldMkLst>
          <pc:docMk/>
          <pc:sldMk cId="952683113" sldId="748"/>
        </pc:sldMkLst>
        <pc:spChg chg="mod">
          <ac:chgData name="Joonho Kwon" userId="fa141e0c-4849-4deb-8f8c-65d25da6d8db" providerId="ADAL" clId="{41C0069E-2F81-479B-9507-416535D53C2B}" dt="2020-03-07T07:59:20.025" v="1246" actId="20577"/>
          <ac:spMkLst>
            <pc:docMk/>
            <pc:sldMk cId="952683113" sldId="748"/>
            <ac:spMk id="3" creationId="{F9330113-A558-4083-B43B-AF27D4732E73}"/>
          </ac:spMkLst>
        </pc:spChg>
      </pc:sldChg>
      <pc:sldChg chg="addSp modSp add">
        <pc:chgData name="Joonho Kwon" userId="fa141e0c-4849-4deb-8f8c-65d25da6d8db" providerId="ADAL" clId="{41C0069E-2F81-479B-9507-416535D53C2B}" dt="2020-03-07T11:00:05.420" v="1759" actId="1076"/>
        <pc:sldMkLst>
          <pc:docMk/>
          <pc:sldMk cId="4278838376" sldId="749"/>
        </pc:sldMkLst>
        <pc:spChg chg="mod">
          <ac:chgData name="Joonho Kwon" userId="fa141e0c-4849-4deb-8f8c-65d25da6d8db" providerId="ADAL" clId="{41C0069E-2F81-479B-9507-416535D53C2B}" dt="2020-03-07T10:56:45.607" v="1749" actId="20577"/>
          <ac:spMkLst>
            <pc:docMk/>
            <pc:sldMk cId="4278838376" sldId="749"/>
            <ac:spMk id="2" creationId="{2637E8BF-C30E-4AF1-894E-FA3933BA1F9D}"/>
          </ac:spMkLst>
        </pc:spChg>
        <pc:spChg chg="add mod">
          <ac:chgData name="Joonho Kwon" userId="fa141e0c-4849-4deb-8f8c-65d25da6d8db" providerId="ADAL" clId="{41C0069E-2F81-479B-9507-416535D53C2B}" dt="2020-03-07T11:00:05.420" v="1759" actId="1076"/>
          <ac:spMkLst>
            <pc:docMk/>
            <pc:sldMk cId="4278838376" sldId="749"/>
            <ac:spMk id="5" creationId="{AEA497FA-8C91-43EA-966A-82D3931BB5CA}"/>
          </ac:spMkLst>
        </pc:spChg>
      </pc:sldChg>
      <pc:sldChg chg="add">
        <pc:chgData name="Joonho Kwon" userId="fa141e0c-4849-4deb-8f8c-65d25da6d8db" providerId="ADAL" clId="{41C0069E-2F81-479B-9507-416535D53C2B}" dt="2020-03-07T11:00:09.764" v="1760"/>
        <pc:sldMkLst>
          <pc:docMk/>
          <pc:sldMk cId="3880365541" sldId="750"/>
        </pc:sldMkLst>
      </pc:sldChg>
      <pc:sldChg chg="addSp delSp modSp">
        <pc:chgData name="Joonho Kwon" userId="fa141e0c-4849-4deb-8f8c-65d25da6d8db" providerId="ADAL" clId="{41C0069E-2F81-479B-9507-416535D53C2B}" dt="2020-03-08T08:43:18.258" v="3083"/>
        <pc:sldMkLst>
          <pc:docMk/>
          <pc:sldMk cId="447140670" sldId="755"/>
        </pc:sldMkLst>
        <pc:spChg chg="add mod">
          <ac:chgData name="Joonho Kwon" userId="fa141e0c-4849-4deb-8f8c-65d25da6d8db" providerId="ADAL" clId="{41C0069E-2F81-479B-9507-416535D53C2B}" dt="2020-03-08T08:30:43.334" v="2933" actId="1076"/>
          <ac:spMkLst>
            <pc:docMk/>
            <pc:sldMk cId="447140670" sldId="755"/>
            <ac:spMk id="3" creationId="{F35DC387-F3F7-45F8-81F6-4C1FDA38FFEF}"/>
          </ac:spMkLst>
        </pc:spChg>
        <pc:spChg chg="add mod">
          <ac:chgData name="Joonho Kwon" userId="fa141e0c-4849-4deb-8f8c-65d25da6d8db" providerId="ADAL" clId="{41C0069E-2F81-479B-9507-416535D53C2B}" dt="2020-03-08T08:30:43.334" v="2933" actId="1076"/>
          <ac:spMkLst>
            <pc:docMk/>
            <pc:sldMk cId="447140670" sldId="755"/>
            <ac:spMk id="4" creationId="{833144EE-D112-4BF5-82A3-0C447DBF09B1}"/>
          </ac:spMkLst>
        </pc:spChg>
        <pc:spChg chg="add mod">
          <ac:chgData name="Joonho Kwon" userId="fa141e0c-4849-4deb-8f8c-65d25da6d8db" providerId="ADAL" clId="{41C0069E-2F81-479B-9507-416535D53C2B}" dt="2020-03-08T08:30:43.334" v="2933" actId="1076"/>
          <ac:spMkLst>
            <pc:docMk/>
            <pc:sldMk cId="447140670" sldId="755"/>
            <ac:spMk id="6" creationId="{B73F2FE0-FA05-419A-995F-A2C9A4F77F57}"/>
          </ac:spMkLst>
        </pc:spChg>
        <pc:spChg chg="add mod">
          <ac:chgData name="Joonho Kwon" userId="fa141e0c-4849-4deb-8f8c-65d25da6d8db" providerId="ADAL" clId="{41C0069E-2F81-479B-9507-416535D53C2B}" dt="2020-03-08T08:30:56.525" v="2935" actId="1076"/>
          <ac:spMkLst>
            <pc:docMk/>
            <pc:sldMk cId="447140670" sldId="755"/>
            <ac:spMk id="7" creationId="{00D702D1-D1D4-4F34-B13F-9CB866AD08E0}"/>
          </ac:spMkLst>
        </pc:spChg>
        <pc:spChg chg="add mod">
          <ac:chgData name="Joonho Kwon" userId="fa141e0c-4849-4deb-8f8c-65d25da6d8db" providerId="ADAL" clId="{41C0069E-2F81-479B-9507-416535D53C2B}" dt="2020-03-08T08:32:36.523" v="2990" actId="207"/>
          <ac:spMkLst>
            <pc:docMk/>
            <pc:sldMk cId="447140670" sldId="755"/>
            <ac:spMk id="8" creationId="{7D09010D-9E11-4FBF-A404-1D5683C7D774}"/>
          </ac:spMkLst>
        </pc:spChg>
        <pc:spChg chg="add mod">
          <ac:chgData name="Joonho Kwon" userId="fa141e0c-4849-4deb-8f8c-65d25da6d8db" providerId="ADAL" clId="{41C0069E-2F81-479B-9507-416535D53C2B}" dt="2020-03-08T08:43:18.258" v="3083"/>
          <ac:spMkLst>
            <pc:docMk/>
            <pc:sldMk cId="447140670" sldId="755"/>
            <ac:spMk id="9" creationId="{C82640CE-966B-4C42-8870-A3B512018056}"/>
          </ac:spMkLst>
        </pc:spChg>
        <pc:spChg chg="add mod">
          <ac:chgData name="Joonho Kwon" userId="fa141e0c-4849-4deb-8f8c-65d25da6d8db" providerId="ADAL" clId="{41C0069E-2F81-479B-9507-416535D53C2B}" dt="2020-03-08T08:42:20.290" v="3082"/>
          <ac:spMkLst>
            <pc:docMk/>
            <pc:sldMk cId="447140670" sldId="755"/>
            <ac:spMk id="11" creationId="{66D591B6-028A-4A4D-A407-1C8FFD762427}"/>
          </ac:spMkLst>
        </pc:spChg>
        <pc:spChg chg="add del mod">
          <ac:chgData name="Joonho Kwon" userId="fa141e0c-4849-4deb-8f8c-65d25da6d8db" providerId="ADAL" clId="{41C0069E-2F81-479B-9507-416535D53C2B}" dt="2020-03-08T08:24:01.179" v="2794" actId="478"/>
          <ac:spMkLst>
            <pc:docMk/>
            <pc:sldMk cId="447140670" sldId="755"/>
            <ac:spMk id="12" creationId="{9ACEEB06-5535-4F9E-B251-2DAC93E74471}"/>
          </ac:spMkLst>
        </pc:spChg>
        <pc:spChg chg="add mod">
          <ac:chgData name="Joonho Kwon" userId="fa141e0c-4849-4deb-8f8c-65d25da6d8db" providerId="ADAL" clId="{41C0069E-2F81-479B-9507-416535D53C2B}" dt="2020-03-08T08:38:57.355" v="3070" actId="207"/>
          <ac:spMkLst>
            <pc:docMk/>
            <pc:sldMk cId="447140670" sldId="755"/>
            <ac:spMk id="16" creationId="{2AFA3A50-B0F6-415C-806F-2597E532D0D6}"/>
          </ac:spMkLst>
        </pc:spChg>
        <pc:spChg chg="add mod">
          <ac:chgData name="Joonho Kwon" userId="fa141e0c-4849-4deb-8f8c-65d25da6d8db" providerId="ADAL" clId="{41C0069E-2F81-479B-9507-416535D53C2B}" dt="2020-03-08T08:29:56.455" v="2925" actId="1076"/>
          <ac:spMkLst>
            <pc:docMk/>
            <pc:sldMk cId="447140670" sldId="755"/>
            <ac:spMk id="17" creationId="{79A89E08-98C3-40B4-B981-08E68450BE1C}"/>
          </ac:spMkLst>
        </pc:spChg>
        <pc:spChg chg="add mod">
          <ac:chgData name="Joonho Kwon" userId="fa141e0c-4849-4deb-8f8c-65d25da6d8db" providerId="ADAL" clId="{41C0069E-2F81-479B-9507-416535D53C2B}" dt="2020-03-08T08:29:56.455" v="2925" actId="1076"/>
          <ac:spMkLst>
            <pc:docMk/>
            <pc:sldMk cId="447140670" sldId="755"/>
            <ac:spMk id="19" creationId="{9775AA7C-8E09-41F2-A281-F12249F8CFC0}"/>
          </ac:spMkLst>
        </pc:spChg>
        <pc:spChg chg="add mod">
          <ac:chgData name="Joonho Kwon" userId="fa141e0c-4849-4deb-8f8c-65d25da6d8db" providerId="ADAL" clId="{41C0069E-2F81-479B-9507-416535D53C2B}" dt="2020-03-08T08:30:11.322" v="2928" actId="1076"/>
          <ac:spMkLst>
            <pc:docMk/>
            <pc:sldMk cId="447140670" sldId="755"/>
            <ac:spMk id="20" creationId="{B53AC5F0-37F9-4D18-B946-F16D9110D31A}"/>
          </ac:spMkLst>
        </pc:spChg>
        <pc:spChg chg="add mod">
          <ac:chgData name="Joonho Kwon" userId="fa141e0c-4849-4deb-8f8c-65d25da6d8db" providerId="ADAL" clId="{41C0069E-2F81-479B-9507-416535D53C2B}" dt="2020-03-08T08:38:57.355" v="3070" actId="207"/>
          <ac:spMkLst>
            <pc:docMk/>
            <pc:sldMk cId="447140670" sldId="755"/>
            <ac:spMk id="22" creationId="{3D4553CA-4A6E-45B6-B614-827F023D2CD7}"/>
          </ac:spMkLst>
        </pc:spChg>
        <pc:spChg chg="add mod">
          <ac:chgData name="Joonho Kwon" userId="fa141e0c-4849-4deb-8f8c-65d25da6d8db" providerId="ADAL" clId="{41C0069E-2F81-479B-9507-416535D53C2B}" dt="2020-03-08T08:29:56.455" v="2925" actId="1076"/>
          <ac:spMkLst>
            <pc:docMk/>
            <pc:sldMk cId="447140670" sldId="755"/>
            <ac:spMk id="23" creationId="{30D6FF65-FF77-447A-B752-BF2D220497EC}"/>
          </ac:spMkLst>
        </pc:spChg>
        <pc:spChg chg="add mod">
          <ac:chgData name="Joonho Kwon" userId="fa141e0c-4849-4deb-8f8c-65d25da6d8db" providerId="ADAL" clId="{41C0069E-2F81-479B-9507-416535D53C2B}" dt="2020-03-08T08:29:56.455" v="2925" actId="1076"/>
          <ac:spMkLst>
            <pc:docMk/>
            <pc:sldMk cId="447140670" sldId="755"/>
            <ac:spMk id="25" creationId="{7655F12B-F7D1-4C6E-AC3B-501A04707397}"/>
          </ac:spMkLst>
        </pc:spChg>
        <pc:spChg chg="add mod">
          <ac:chgData name="Joonho Kwon" userId="fa141e0c-4849-4deb-8f8c-65d25da6d8db" providerId="ADAL" clId="{41C0069E-2F81-479B-9507-416535D53C2B}" dt="2020-03-08T08:36:02.252" v="3067" actId="1076"/>
          <ac:spMkLst>
            <pc:docMk/>
            <pc:sldMk cId="447140670" sldId="755"/>
            <ac:spMk id="40" creationId="{6E074C4D-E52C-4BA9-9BEA-92CF08C0B45B}"/>
          </ac:spMkLst>
        </pc:spChg>
        <pc:spChg chg="add mod">
          <ac:chgData name="Joonho Kwon" userId="fa141e0c-4849-4deb-8f8c-65d25da6d8db" providerId="ADAL" clId="{41C0069E-2F81-479B-9507-416535D53C2B}" dt="2020-03-08T08:36:02.252" v="3067" actId="1076"/>
          <ac:spMkLst>
            <pc:docMk/>
            <pc:sldMk cId="447140670" sldId="755"/>
            <ac:spMk id="41" creationId="{F6EF7DE0-C2EC-4660-88D8-5093F461585F}"/>
          </ac:spMkLst>
        </pc:spChg>
        <pc:spChg chg="add mod">
          <ac:chgData name="Joonho Kwon" userId="fa141e0c-4849-4deb-8f8c-65d25da6d8db" providerId="ADAL" clId="{41C0069E-2F81-479B-9507-416535D53C2B}" dt="2020-03-08T08:36:02.252" v="3067" actId="1076"/>
          <ac:spMkLst>
            <pc:docMk/>
            <pc:sldMk cId="447140670" sldId="755"/>
            <ac:spMk id="43" creationId="{D7048ADF-14FE-4128-B73D-E4F6DF21A6B7}"/>
          </ac:spMkLst>
        </pc:spChg>
        <pc:spChg chg="add mod">
          <ac:chgData name="Joonho Kwon" userId="fa141e0c-4849-4deb-8f8c-65d25da6d8db" providerId="ADAL" clId="{41C0069E-2F81-479B-9507-416535D53C2B}" dt="2020-03-08T08:36:02.252" v="3067" actId="1076"/>
          <ac:spMkLst>
            <pc:docMk/>
            <pc:sldMk cId="447140670" sldId="755"/>
            <ac:spMk id="44" creationId="{3FCEB6DD-4B2E-4C32-A20A-5D602078F023}"/>
          </ac:spMkLst>
        </pc:spChg>
        <pc:spChg chg="add mod">
          <ac:chgData name="Joonho Kwon" userId="fa141e0c-4849-4deb-8f8c-65d25da6d8db" providerId="ADAL" clId="{41C0069E-2F81-479B-9507-416535D53C2B}" dt="2020-03-08T08:35:56.645" v="3066" actId="1076"/>
          <ac:spMkLst>
            <pc:docMk/>
            <pc:sldMk cId="447140670" sldId="755"/>
            <ac:spMk id="47" creationId="{F04D1AAC-E566-4632-B902-61F0B2D6582E}"/>
          </ac:spMkLst>
        </pc:spChg>
        <pc:spChg chg="add mod">
          <ac:chgData name="Joonho Kwon" userId="fa141e0c-4849-4deb-8f8c-65d25da6d8db" providerId="ADAL" clId="{41C0069E-2F81-479B-9507-416535D53C2B}" dt="2020-03-08T08:36:15.310" v="3069" actId="207"/>
          <ac:spMkLst>
            <pc:docMk/>
            <pc:sldMk cId="447140670" sldId="755"/>
            <ac:spMk id="48" creationId="{7D4E2B93-4EC3-4CC9-8018-3AEEB2983590}"/>
          </ac:spMkLst>
        </pc:spChg>
        <pc:spChg chg="add mod">
          <ac:chgData name="Joonho Kwon" userId="fa141e0c-4849-4deb-8f8c-65d25da6d8db" providerId="ADAL" clId="{41C0069E-2F81-479B-9507-416535D53C2B}" dt="2020-03-08T08:36:05.537" v="3068" actId="1076"/>
          <ac:spMkLst>
            <pc:docMk/>
            <pc:sldMk cId="447140670" sldId="755"/>
            <ac:spMk id="49" creationId="{E9807C02-4AD0-40E5-ABF8-D13805BA28AD}"/>
          </ac:spMkLst>
        </pc:spChg>
        <pc:spChg chg="add mod">
          <ac:chgData name="Joonho Kwon" userId="fa141e0c-4849-4deb-8f8c-65d25da6d8db" providerId="ADAL" clId="{41C0069E-2F81-479B-9507-416535D53C2B}" dt="2020-03-08T08:36:05.537" v="3068" actId="1076"/>
          <ac:spMkLst>
            <pc:docMk/>
            <pc:sldMk cId="447140670" sldId="755"/>
            <ac:spMk id="51" creationId="{71285ECA-71C9-45DA-B747-19F506CAC306}"/>
          </ac:spMkLst>
        </pc:spChg>
        <pc:cxnChg chg="add mod">
          <ac:chgData name="Joonho Kwon" userId="fa141e0c-4849-4deb-8f8c-65d25da6d8db" providerId="ADAL" clId="{41C0069E-2F81-479B-9507-416535D53C2B}" dt="2020-03-08T08:30:43.334" v="2933" actId="1076"/>
          <ac:cxnSpMkLst>
            <pc:docMk/>
            <pc:sldMk cId="447140670" sldId="755"/>
            <ac:cxnSpMk id="5" creationId="{EAF4B213-CD68-4230-AB10-34079865A6EF}"/>
          </ac:cxnSpMkLst>
        </pc:cxnChg>
        <pc:cxnChg chg="add mod">
          <ac:chgData name="Joonho Kwon" userId="fa141e0c-4849-4deb-8f8c-65d25da6d8db" providerId="ADAL" clId="{41C0069E-2F81-479B-9507-416535D53C2B}" dt="2020-03-08T08:29:56.455" v="2925" actId="1076"/>
          <ac:cxnSpMkLst>
            <pc:docMk/>
            <pc:sldMk cId="447140670" sldId="755"/>
            <ac:cxnSpMk id="10" creationId="{E7DA11D6-43FF-4326-B52E-0A12809162E8}"/>
          </ac:cxnSpMkLst>
        </pc:cxnChg>
        <pc:cxnChg chg="add mod">
          <ac:chgData name="Joonho Kwon" userId="fa141e0c-4849-4deb-8f8c-65d25da6d8db" providerId="ADAL" clId="{41C0069E-2F81-479B-9507-416535D53C2B}" dt="2020-03-08T08:30:51.399" v="2934" actId="14100"/>
          <ac:cxnSpMkLst>
            <pc:docMk/>
            <pc:sldMk cId="447140670" sldId="755"/>
            <ac:cxnSpMk id="15" creationId="{AAC137F8-5B1F-4D6B-8100-80F284CA3ED8}"/>
          </ac:cxnSpMkLst>
        </pc:cxnChg>
        <pc:cxnChg chg="add mod">
          <ac:chgData name="Joonho Kwon" userId="fa141e0c-4849-4deb-8f8c-65d25da6d8db" providerId="ADAL" clId="{41C0069E-2F81-479B-9507-416535D53C2B}" dt="2020-03-08T08:29:56.455" v="2925" actId="1076"/>
          <ac:cxnSpMkLst>
            <pc:docMk/>
            <pc:sldMk cId="447140670" sldId="755"/>
            <ac:cxnSpMk id="18" creationId="{627231CA-321D-49ED-B16F-DDFA78A37DE4}"/>
          </ac:cxnSpMkLst>
        </pc:cxnChg>
        <pc:cxnChg chg="add mod">
          <ac:chgData name="Joonho Kwon" userId="fa141e0c-4849-4deb-8f8c-65d25da6d8db" providerId="ADAL" clId="{41C0069E-2F81-479B-9507-416535D53C2B}" dt="2020-03-08T08:29:56.455" v="2925" actId="1076"/>
          <ac:cxnSpMkLst>
            <pc:docMk/>
            <pc:sldMk cId="447140670" sldId="755"/>
            <ac:cxnSpMk id="24" creationId="{1E5DD7E9-347C-42A9-AECF-37E0FAA9DB1C}"/>
          </ac:cxnSpMkLst>
        </pc:cxnChg>
        <pc:cxnChg chg="add mod">
          <ac:chgData name="Joonho Kwon" userId="fa141e0c-4849-4deb-8f8c-65d25da6d8db" providerId="ADAL" clId="{41C0069E-2F81-479B-9507-416535D53C2B}" dt="2020-03-08T08:42:20.274" v="3081"/>
          <ac:cxnSpMkLst>
            <pc:docMk/>
            <pc:sldMk cId="447140670" sldId="755"/>
            <ac:cxnSpMk id="27" creationId="{EFDE2424-5A42-4D54-9FF9-34B6A6F5EBF0}"/>
          </ac:cxnSpMkLst>
        </pc:cxnChg>
        <pc:cxnChg chg="add mod">
          <ac:chgData name="Joonho Kwon" userId="fa141e0c-4849-4deb-8f8c-65d25da6d8db" providerId="ADAL" clId="{41C0069E-2F81-479B-9507-416535D53C2B}" dt="2020-03-08T08:42:20.274" v="3081"/>
          <ac:cxnSpMkLst>
            <pc:docMk/>
            <pc:sldMk cId="447140670" sldId="755"/>
            <ac:cxnSpMk id="30" creationId="{80BAC3A1-6057-4FCF-8551-2D1479EB1F5E}"/>
          </ac:cxnSpMkLst>
        </pc:cxnChg>
        <pc:cxnChg chg="add mod">
          <ac:chgData name="Joonho Kwon" userId="fa141e0c-4849-4deb-8f8c-65d25da6d8db" providerId="ADAL" clId="{41C0069E-2F81-479B-9507-416535D53C2B}" dt="2020-03-08T08:36:02.252" v="3067" actId="1076"/>
          <ac:cxnSpMkLst>
            <pc:docMk/>
            <pc:sldMk cId="447140670" sldId="755"/>
            <ac:cxnSpMk id="42" creationId="{A01E681E-F56C-4C3A-B83C-5BF919463110}"/>
          </ac:cxnSpMkLst>
        </pc:cxnChg>
        <pc:cxnChg chg="add mod">
          <ac:chgData name="Joonho Kwon" userId="fa141e0c-4849-4deb-8f8c-65d25da6d8db" providerId="ADAL" clId="{41C0069E-2F81-479B-9507-416535D53C2B}" dt="2020-03-08T08:36:02.252" v="3067" actId="1076"/>
          <ac:cxnSpMkLst>
            <pc:docMk/>
            <pc:sldMk cId="447140670" sldId="755"/>
            <ac:cxnSpMk id="46" creationId="{38617B98-751F-4757-BFA4-0212770327FF}"/>
          </ac:cxnSpMkLst>
        </pc:cxnChg>
        <pc:cxnChg chg="add mod">
          <ac:chgData name="Joonho Kwon" userId="fa141e0c-4849-4deb-8f8c-65d25da6d8db" providerId="ADAL" clId="{41C0069E-2F81-479B-9507-416535D53C2B}" dt="2020-03-08T08:36:05.537" v="3068" actId="1076"/>
          <ac:cxnSpMkLst>
            <pc:docMk/>
            <pc:sldMk cId="447140670" sldId="755"/>
            <ac:cxnSpMk id="50" creationId="{E6252569-58AA-4CE8-AF2A-1CF0ACA61174}"/>
          </ac:cxnSpMkLst>
        </pc:cxnChg>
        <pc:cxnChg chg="add mod">
          <ac:chgData name="Joonho Kwon" userId="fa141e0c-4849-4deb-8f8c-65d25da6d8db" providerId="ADAL" clId="{41C0069E-2F81-479B-9507-416535D53C2B}" dt="2020-03-08T08:36:05.537" v="3068" actId="1076"/>
          <ac:cxnSpMkLst>
            <pc:docMk/>
            <pc:sldMk cId="447140670" sldId="755"/>
            <ac:cxnSpMk id="52" creationId="{E3EFD861-E188-41FB-940F-A12D841318E9}"/>
          </ac:cxnSpMkLst>
        </pc:cxnChg>
      </pc:sldChg>
      <pc:sldChg chg="modSp">
        <pc:chgData name="Joonho Kwon" userId="fa141e0c-4849-4deb-8f8c-65d25da6d8db" providerId="ADAL" clId="{41C0069E-2F81-479B-9507-416535D53C2B}" dt="2020-03-08T08:01:42.645" v="2382" actId="20577"/>
        <pc:sldMkLst>
          <pc:docMk/>
          <pc:sldMk cId="1347538639" sldId="760"/>
        </pc:sldMkLst>
        <pc:spChg chg="mod">
          <ac:chgData name="Joonho Kwon" userId="fa141e0c-4849-4deb-8f8c-65d25da6d8db" providerId="ADAL" clId="{41C0069E-2F81-479B-9507-416535D53C2B}" dt="2020-03-08T08:01:42.645" v="2382" actId="20577"/>
          <ac:spMkLst>
            <pc:docMk/>
            <pc:sldMk cId="1347538639" sldId="760"/>
            <ac:spMk id="3" creationId="{E2A8F4E8-937B-435A-AB7F-436CC62FF0A4}"/>
          </ac:spMkLst>
        </pc:spChg>
      </pc:sldChg>
      <pc:sldChg chg="addSp modSp">
        <pc:chgData name="Joonho Kwon" userId="fa141e0c-4849-4deb-8f8c-65d25da6d8db" providerId="ADAL" clId="{41C0069E-2F81-479B-9507-416535D53C2B}" dt="2020-03-08T07:43:46.302" v="2162" actId="20577"/>
        <pc:sldMkLst>
          <pc:docMk/>
          <pc:sldMk cId="3296324101" sldId="762"/>
        </pc:sldMkLst>
        <pc:spChg chg="mod">
          <ac:chgData name="Joonho Kwon" userId="fa141e0c-4849-4deb-8f8c-65d25da6d8db" providerId="ADAL" clId="{41C0069E-2F81-479B-9507-416535D53C2B}" dt="2020-03-08T07:42:31.624" v="1974" actId="20577"/>
          <ac:spMkLst>
            <pc:docMk/>
            <pc:sldMk cId="3296324101" sldId="762"/>
            <ac:spMk id="2" creationId="{3D01CC60-3646-4506-AAAF-F1D3B2F89012}"/>
          </ac:spMkLst>
        </pc:spChg>
        <pc:spChg chg="mod">
          <ac:chgData name="Joonho Kwon" userId="fa141e0c-4849-4deb-8f8c-65d25da6d8db" providerId="ADAL" clId="{41C0069E-2F81-479B-9507-416535D53C2B}" dt="2020-03-08T07:41:48.973" v="1860" actId="20577"/>
          <ac:spMkLst>
            <pc:docMk/>
            <pc:sldMk cId="3296324101" sldId="762"/>
            <ac:spMk id="3" creationId="{DF488BE4-C47C-4FA2-8E97-B7B0340FA55F}"/>
          </ac:spMkLst>
        </pc:spChg>
        <pc:spChg chg="add mod">
          <ac:chgData name="Joonho Kwon" userId="fa141e0c-4849-4deb-8f8c-65d25da6d8db" providerId="ADAL" clId="{41C0069E-2F81-479B-9507-416535D53C2B}" dt="2020-03-08T07:43:46.302" v="2162" actId="20577"/>
          <ac:spMkLst>
            <pc:docMk/>
            <pc:sldMk cId="3296324101" sldId="762"/>
            <ac:spMk id="5" creationId="{C4826B5D-DF8A-4585-9C5F-D548DFF616DB}"/>
          </ac:spMkLst>
        </pc:spChg>
      </pc:sldChg>
      <pc:sldChg chg="modSp add">
        <pc:chgData name="Joonho Kwon" userId="fa141e0c-4849-4deb-8f8c-65d25da6d8db" providerId="ADAL" clId="{41C0069E-2F81-479B-9507-416535D53C2B}" dt="2020-03-08T08:06:16.622" v="2681" actId="20577"/>
        <pc:sldMkLst>
          <pc:docMk/>
          <pc:sldMk cId="2990206472" sldId="765"/>
        </pc:sldMkLst>
        <pc:spChg chg="mod">
          <ac:chgData name="Joonho Kwon" userId="fa141e0c-4849-4deb-8f8c-65d25da6d8db" providerId="ADAL" clId="{41C0069E-2F81-479B-9507-416535D53C2B}" dt="2020-03-08T08:06:16.622" v="2681" actId="20577"/>
          <ac:spMkLst>
            <pc:docMk/>
            <pc:sldMk cId="2990206472" sldId="765"/>
            <ac:spMk id="2" creationId="{9A8C9082-6201-4F45-A145-3DFDB8A91290}"/>
          </ac:spMkLst>
        </pc:spChg>
        <pc:spChg chg="mod">
          <ac:chgData name="Joonho Kwon" userId="fa141e0c-4849-4deb-8f8c-65d25da6d8db" providerId="ADAL" clId="{41C0069E-2F81-479B-9507-416535D53C2B}" dt="2020-03-08T08:02:08.399" v="2395"/>
          <ac:spMkLst>
            <pc:docMk/>
            <pc:sldMk cId="2990206472" sldId="765"/>
            <ac:spMk id="3" creationId="{FD7C2DFA-38B1-4D53-90FE-4C04DEDD1A1A}"/>
          </ac:spMkLst>
        </pc:spChg>
      </pc:sldChg>
      <pc:sldChg chg="modSp add del">
        <pc:chgData name="Joonho Kwon" userId="fa141e0c-4849-4deb-8f8c-65d25da6d8db" providerId="ADAL" clId="{41C0069E-2F81-479B-9507-416535D53C2B}" dt="2020-03-08T07:56:58.754" v="2311" actId="47"/>
        <pc:sldMkLst>
          <pc:docMk/>
          <pc:sldMk cId="2339118651" sldId="766"/>
        </pc:sldMkLst>
        <pc:spChg chg="mod">
          <ac:chgData name="Joonho Kwon" userId="fa141e0c-4849-4deb-8f8c-65d25da6d8db" providerId="ADAL" clId="{41C0069E-2F81-479B-9507-416535D53C2B}" dt="2020-03-08T07:53:02.958" v="2201" actId="21"/>
          <ac:spMkLst>
            <pc:docMk/>
            <pc:sldMk cId="2339118651" sldId="766"/>
            <ac:spMk id="2" creationId="{3F17B964-A130-493D-91A4-F89C6DF249D3}"/>
          </ac:spMkLst>
        </pc:spChg>
      </pc:sldChg>
      <pc:sldChg chg="modSp add">
        <pc:chgData name="Joonho Kwon" userId="fa141e0c-4849-4deb-8f8c-65d25da6d8db" providerId="ADAL" clId="{41C0069E-2F81-479B-9507-416535D53C2B}" dt="2020-03-08T07:56:42.805" v="2309" actId="404"/>
        <pc:sldMkLst>
          <pc:docMk/>
          <pc:sldMk cId="1359617872" sldId="767"/>
        </pc:sldMkLst>
        <pc:spChg chg="mod">
          <ac:chgData name="Joonho Kwon" userId="fa141e0c-4849-4deb-8f8c-65d25da6d8db" providerId="ADAL" clId="{41C0069E-2F81-479B-9507-416535D53C2B}" dt="2020-03-08T07:56:42.805" v="2309" actId="404"/>
          <ac:spMkLst>
            <pc:docMk/>
            <pc:sldMk cId="1359617872" sldId="767"/>
            <ac:spMk id="2" creationId="{389CBC08-8C02-4C29-A506-B63E47D81184}"/>
          </ac:spMkLst>
        </pc:spChg>
        <pc:spChg chg="mod">
          <ac:chgData name="Joonho Kwon" userId="fa141e0c-4849-4deb-8f8c-65d25da6d8db" providerId="ADAL" clId="{41C0069E-2F81-479B-9507-416535D53C2B}" dt="2020-03-08T07:54:36.465" v="2258" actId="20577"/>
          <ac:spMkLst>
            <pc:docMk/>
            <pc:sldMk cId="1359617872" sldId="767"/>
            <ac:spMk id="3" creationId="{AA475943-5247-4BFD-BEE8-D410280EF8C1}"/>
          </ac:spMkLst>
        </pc:spChg>
      </pc:sldChg>
      <pc:sldChg chg="addSp modSp add modAnim">
        <pc:chgData name="Joonho Kwon" userId="fa141e0c-4849-4deb-8f8c-65d25da6d8db" providerId="ADAL" clId="{41C0069E-2F81-479B-9507-416535D53C2B}" dt="2020-03-08T07:56:07.294" v="2302" actId="20577"/>
        <pc:sldMkLst>
          <pc:docMk/>
          <pc:sldMk cId="2852608861" sldId="768"/>
        </pc:sldMkLst>
        <pc:spChg chg="mod">
          <ac:chgData name="Joonho Kwon" userId="fa141e0c-4849-4deb-8f8c-65d25da6d8db" providerId="ADAL" clId="{41C0069E-2F81-479B-9507-416535D53C2B}" dt="2020-03-08T07:55:50.293" v="2297"/>
          <ac:spMkLst>
            <pc:docMk/>
            <pc:sldMk cId="2852608861" sldId="768"/>
            <ac:spMk id="2" creationId="{F510EF68-8A65-4B2F-9E28-A81C79DB3638}"/>
          </ac:spMkLst>
        </pc:spChg>
        <pc:spChg chg="mod">
          <ac:chgData name="Joonho Kwon" userId="fa141e0c-4849-4deb-8f8c-65d25da6d8db" providerId="ADAL" clId="{41C0069E-2F81-479B-9507-416535D53C2B}" dt="2020-03-08T07:56:07.294" v="2302" actId="20577"/>
          <ac:spMkLst>
            <pc:docMk/>
            <pc:sldMk cId="2852608861" sldId="768"/>
            <ac:spMk id="3" creationId="{E7681C8F-1188-4D1E-A234-5CFD7775EFBA}"/>
          </ac:spMkLst>
        </pc:spChg>
        <pc:grpChg chg="add mod">
          <ac:chgData name="Joonho Kwon" userId="fa141e0c-4849-4deb-8f8c-65d25da6d8db" providerId="ADAL" clId="{41C0069E-2F81-479B-9507-416535D53C2B}" dt="2020-03-08T07:55:59.011" v="2299" actId="1076"/>
          <ac:grpSpMkLst>
            <pc:docMk/>
            <pc:sldMk cId="2852608861" sldId="768"/>
            <ac:grpSpMk id="5" creationId="{E2AEA46A-7225-424F-AC72-24412FFE57F0}"/>
          </ac:grpSpMkLst>
        </pc:grpChg>
        <pc:grpChg chg="add mod">
          <ac:chgData name="Joonho Kwon" userId="fa141e0c-4849-4deb-8f8c-65d25da6d8db" providerId="ADAL" clId="{41C0069E-2F81-479B-9507-416535D53C2B}" dt="2020-03-08T07:55:59.011" v="2299" actId="1076"/>
          <ac:grpSpMkLst>
            <pc:docMk/>
            <pc:sldMk cId="2852608861" sldId="768"/>
            <ac:grpSpMk id="23" creationId="{D6245891-03CD-432C-9410-4092F025E393}"/>
          </ac:grpSpMkLst>
        </pc:grpChg>
      </pc:sldChg>
      <pc:sldChg chg="addSp delSp modSp add modAnim">
        <pc:chgData name="Joonho Kwon" userId="fa141e0c-4849-4deb-8f8c-65d25da6d8db" providerId="ADAL" clId="{41C0069E-2F81-479B-9507-416535D53C2B}" dt="2020-03-08T08:23:50.141" v="2790" actId="478"/>
        <pc:sldMkLst>
          <pc:docMk/>
          <pc:sldMk cId="1409478027" sldId="769"/>
        </pc:sldMkLst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3" creationId="{DB0E983E-7C17-4ECE-8DB4-AB18AC436369}"/>
          </ac:spMkLst>
        </pc:spChg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4" creationId="{983B8D85-581C-4B6A-A2E2-7E23966F2912}"/>
          </ac:spMkLst>
        </pc:spChg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17" creationId="{AE8A72B3-9E65-4DF5-9F29-71AAD670F3EA}"/>
          </ac:spMkLst>
        </pc:spChg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18" creationId="{103CEEC0-F7E6-4B92-858E-088C14E13E91}"/>
          </ac:spMkLst>
        </pc:spChg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19" creationId="{E9011A57-FF80-40E6-8D18-F13EA8B5FADF}"/>
          </ac:spMkLst>
        </pc:spChg>
        <pc:spChg chg="add del mod">
          <ac:chgData name="Joonho Kwon" userId="fa141e0c-4849-4deb-8f8c-65d25da6d8db" providerId="ADAL" clId="{41C0069E-2F81-479B-9507-416535D53C2B}" dt="2020-03-08T08:23:50.141" v="2790" actId="478"/>
          <ac:spMkLst>
            <pc:docMk/>
            <pc:sldMk cId="1409478027" sldId="769"/>
            <ac:spMk id="21" creationId="{F98739A4-E4C6-4849-A1BD-A10CF1C2BB44}"/>
          </ac:spMkLst>
        </pc:spChg>
        <pc:spChg chg="add mod">
          <ac:chgData name="Joonho Kwon" userId="fa141e0c-4849-4deb-8f8c-65d25da6d8db" providerId="ADAL" clId="{41C0069E-2F81-479B-9507-416535D53C2B}" dt="2020-03-08T08:23:40.936" v="2787" actId="1076"/>
          <ac:spMkLst>
            <pc:docMk/>
            <pc:sldMk cId="1409478027" sldId="769"/>
            <ac:spMk id="26" creationId="{7AB07E1D-2C2C-4E79-AE5E-B06FB5B5D2EE}"/>
          </ac:spMkLst>
        </pc:spChg>
        <pc:spChg chg="add mod">
          <ac:chgData name="Joonho Kwon" userId="fa141e0c-4849-4deb-8f8c-65d25da6d8db" providerId="ADAL" clId="{41C0069E-2F81-479B-9507-416535D53C2B}" dt="2020-03-08T08:23:40.936" v="2787" actId="1076"/>
          <ac:spMkLst>
            <pc:docMk/>
            <pc:sldMk cId="1409478027" sldId="769"/>
            <ac:spMk id="27" creationId="{C6196515-2000-472D-A890-E9139671F0C7}"/>
          </ac:spMkLst>
        </pc:spChg>
        <pc:spChg chg="add del mod">
          <ac:chgData name="Joonho Kwon" userId="fa141e0c-4849-4deb-8f8c-65d25da6d8db" providerId="ADAL" clId="{41C0069E-2F81-479B-9507-416535D53C2B}" dt="2020-03-08T08:21:05.072" v="2711"/>
          <ac:spMkLst>
            <pc:docMk/>
            <pc:sldMk cId="1409478027" sldId="769"/>
            <ac:spMk id="28" creationId="{6045BAD9-B1C2-4DDF-9C4A-B443F55DBFE6}"/>
          </ac:spMkLst>
        </pc:spChg>
        <pc:spChg chg="add mod">
          <ac:chgData name="Joonho Kwon" userId="fa141e0c-4849-4deb-8f8c-65d25da6d8db" providerId="ADAL" clId="{41C0069E-2F81-479B-9507-416535D53C2B}" dt="2020-03-08T08:23:44.984" v="2788" actId="207"/>
          <ac:spMkLst>
            <pc:docMk/>
            <pc:sldMk cId="1409478027" sldId="769"/>
            <ac:spMk id="31" creationId="{58DEF7BC-E543-421C-8B16-C58F578CE38E}"/>
          </ac:spMkLst>
        </pc:spChg>
        <pc:spChg chg="add mod">
          <ac:chgData name="Joonho Kwon" userId="fa141e0c-4849-4deb-8f8c-65d25da6d8db" providerId="ADAL" clId="{41C0069E-2F81-479B-9507-416535D53C2B}" dt="2020-03-08T08:23:40.936" v="2787" actId="1076"/>
          <ac:spMkLst>
            <pc:docMk/>
            <pc:sldMk cId="1409478027" sldId="769"/>
            <ac:spMk id="32" creationId="{E8EB8A0F-29C0-4F72-98D2-1E41D04AA609}"/>
          </ac:spMkLst>
        </pc:spChg>
        <pc:grpChg chg="add del mod">
          <ac:chgData name="Joonho Kwon" userId="fa141e0c-4849-4deb-8f8c-65d25da6d8db" providerId="ADAL" clId="{41C0069E-2F81-479B-9507-416535D53C2B}" dt="2020-03-08T08:23:50.141" v="2790" actId="478"/>
          <ac:grpSpMkLst>
            <pc:docMk/>
            <pc:sldMk cId="1409478027" sldId="769"/>
            <ac:grpSpMk id="5" creationId="{3FF91CB7-E54D-4470-BC94-6A8C80ABEADD}"/>
          </ac:grpSpMkLst>
        </pc:grpChg>
        <pc:grpChg chg="mod">
          <ac:chgData name="Joonho Kwon" userId="fa141e0c-4849-4deb-8f8c-65d25da6d8db" providerId="ADAL" clId="{41C0069E-2F81-479B-9507-416535D53C2B}" dt="2020-03-08T08:20:05.288" v="2684" actId="1076"/>
          <ac:grpSpMkLst>
            <pc:docMk/>
            <pc:sldMk cId="1409478027" sldId="769"/>
            <ac:grpSpMk id="6" creationId="{91CB51E7-112A-49E2-869D-439B2F65C2BD}"/>
          </ac:grpSpMkLst>
        </pc:grpChg>
        <pc:grpChg chg="mod">
          <ac:chgData name="Joonho Kwon" userId="fa141e0c-4849-4deb-8f8c-65d25da6d8db" providerId="ADAL" clId="{41C0069E-2F81-479B-9507-416535D53C2B}" dt="2020-03-08T08:20:05.288" v="2684" actId="1076"/>
          <ac:grpSpMkLst>
            <pc:docMk/>
            <pc:sldMk cId="1409478027" sldId="769"/>
            <ac:grpSpMk id="14" creationId="{169F4FBD-509C-4D94-8EAD-958FD5E8C121}"/>
          </ac:grpSpMkLst>
        </pc:grpChg>
        <pc:grpChg chg="add del mod">
          <ac:chgData name="Joonho Kwon" userId="fa141e0c-4849-4deb-8f8c-65d25da6d8db" providerId="ADAL" clId="{41C0069E-2F81-479B-9507-416535D53C2B}" dt="2020-03-08T08:23:50.141" v="2790" actId="478"/>
          <ac:grpSpMkLst>
            <pc:docMk/>
            <pc:sldMk cId="1409478027" sldId="769"/>
            <ac:grpSpMk id="22" creationId="{68974D16-1B6D-46ED-9098-8C686E26F43D}"/>
          </ac:grpSpMkLst>
        </pc:grpChg>
        <pc:cxnChg chg="add del mod">
          <ac:chgData name="Joonho Kwon" userId="fa141e0c-4849-4deb-8f8c-65d25da6d8db" providerId="ADAL" clId="{41C0069E-2F81-479B-9507-416535D53C2B}" dt="2020-03-08T08:23:50.141" v="2790" actId="478"/>
          <ac:cxnSpMkLst>
            <pc:docMk/>
            <pc:sldMk cId="1409478027" sldId="769"/>
            <ac:cxnSpMk id="20" creationId="{E37D1B11-15F7-4B0D-B012-7B693A4C7250}"/>
          </ac:cxnSpMkLst>
        </pc:cxnChg>
        <pc:cxnChg chg="add mod">
          <ac:chgData name="Joonho Kwon" userId="fa141e0c-4849-4deb-8f8c-65d25da6d8db" providerId="ADAL" clId="{41C0069E-2F81-479B-9507-416535D53C2B}" dt="2020-03-08T08:23:40.936" v="2787" actId="1076"/>
          <ac:cxnSpMkLst>
            <pc:docMk/>
            <pc:sldMk cId="1409478027" sldId="769"/>
            <ac:cxnSpMk id="30" creationId="{BA3AE6ED-150D-464D-B7C4-635F9A1D4B7D}"/>
          </ac:cxnSpMkLst>
        </pc:cxnChg>
      </pc:sldChg>
      <pc:sldChg chg="modSp add del">
        <pc:chgData name="Joonho Kwon" userId="fa141e0c-4849-4deb-8f8c-65d25da6d8db" providerId="ADAL" clId="{41C0069E-2F81-479B-9507-416535D53C2B}" dt="2020-03-08T07:56:32.523" v="2307" actId="47"/>
        <pc:sldMkLst>
          <pc:docMk/>
          <pc:sldMk cId="3831284501" sldId="769"/>
        </pc:sldMkLst>
        <pc:spChg chg="mod">
          <ac:chgData name="Joonho Kwon" userId="fa141e0c-4849-4deb-8f8c-65d25da6d8db" providerId="ADAL" clId="{41C0069E-2F81-479B-9507-416535D53C2B}" dt="2020-03-08T07:56:28.598" v="2306" actId="20577"/>
          <ac:spMkLst>
            <pc:docMk/>
            <pc:sldMk cId="3831284501" sldId="769"/>
            <ac:spMk id="2" creationId="{53AD1244-65DD-4889-AD58-56E27FB4AD5B}"/>
          </ac:spMkLst>
        </pc:spChg>
      </pc:sldChg>
      <pc:sldChg chg="add del">
        <pc:chgData name="Joonho Kwon" userId="fa141e0c-4849-4deb-8f8c-65d25da6d8db" providerId="ADAL" clId="{41C0069E-2F81-479B-9507-416535D53C2B}" dt="2020-03-08T08:43:31.239" v="3085"/>
        <pc:sldMkLst>
          <pc:docMk/>
          <pc:sldMk cId="2403873834" sldId="770"/>
        </pc:sldMkLst>
      </pc:sldChg>
      <pc:sldChg chg="addSp delSp modSp add">
        <pc:chgData name="Joonho Kwon" userId="fa141e0c-4849-4deb-8f8c-65d25da6d8db" providerId="ADAL" clId="{41C0069E-2F81-479B-9507-416535D53C2B}" dt="2020-03-08T09:20:33.116" v="3117" actId="478"/>
        <pc:sldMkLst>
          <pc:docMk/>
          <pc:sldMk cId="3995618626" sldId="770"/>
        </pc:sldMkLst>
        <pc:spChg chg="del">
          <ac:chgData name="Joonho Kwon" userId="fa141e0c-4849-4deb-8f8c-65d25da6d8db" providerId="ADAL" clId="{41C0069E-2F81-479B-9507-416535D53C2B}" dt="2020-03-08T09:20:33.116" v="3117" actId="478"/>
          <ac:spMkLst>
            <pc:docMk/>
            <pc:sldMk cId="3995618626" sldId="770"/>
            <ac:spMk id="2" creationId="{7F3D72A1-2EDE-426B-9EF2-1A2EBD29C3BB}"/>
          </ac:spMkLst>
        </pc:spChg>
        <pc:spChg chg="mod">
          <ac:chgData name="Joonho Kwon" userId="fa141e0c-4849-4deb-8f8c-65d25da6d8db" providerId="ADAL" clId="{41C0069E-2F81-479B-9507-416535D53C2B}" dt="2020-03-08T09:20:24.367" v="3115"/>
          <ac:spMkLst>
            <pc:docMk/>
            <pc:sldMk cId="3995618626" sldId="770"/>
            <ac:spMk id="3" creationId="{EDBB32E0-24EE-4C2A-B512-33E95A1DDC52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" creationId="{C355CB4C-78D8-4A0F-B3DF-6BA7FDF26E09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" creationId="{B5D34868-17F6-42E3-9371-39977F4B5D78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7" creationId="{D9D06219-BDEB-4AFF-BA3E-53B22C32F67F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9" creationId="{EE73B0E4-8465-4698-B2E6-2718667BF381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0" creationId="{80215CB9-3B18-4255-9C1C-2C360262A166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1" creationId="{03DB0DBB-D9BA-4E3F-B95E-4742554B2F5B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2" creationId="{67A2CAB1-9AA5-4F48-8BDC-0304E702C2B3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4" creationId="{A8A39D60-8617-4FE6-8721-529E00C1528C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6" creationId="{67F839C5-D024-405E-955E-BDDBE07A6096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7" creationId="{4A66C88F-18E7-4F93-95F2-F6615F79279C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19" creationId="{1B1440B5-A7B8-4017-A5DA-939F0DD4DC8D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0" creationId="{0CE3965E-D5C1-4DE9-A561-996F92AEB1AD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1" creationId="{1D515889-36FA-454E-97C3-D636CDBA6A91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2" creationId="{835F81CA-37BE-4941-9780-0A411104FB1C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6" creationId="{1AF6839A-4B95-435D-AC94-45717B9C22B3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7" creationId="{6E6572DF-FCEC-4558-A0F3-E67AA32798BE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29" creationId="{35500875-4398-48BD-AD4C-F11841F5EC87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0" creationId="{B72085B7-8F4F-4483-891C-12E9EBAA2C04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2" creationId="{9CBC25A0-D885-4BB7-B3C1-3BDBD7B940D1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3" creationId="{05A80455-185E-4E2B-A011-A632B32BA9AA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4" creationId="{DE47E03D-1B58-4591-9B7B-E05862F11615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6" creationId="{B11357D9-4383-45F3-8E81-28D2BCFA546F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8" creationId="{11673DF1-4C26-4548-901C-21AA225DD18B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39" creationId="{BCA5728B-B898-45FD-8BC6-C09B92882914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1" creationId="{6B58A2B9-2FC3-4687-9D15-CF96F8872421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2" creationId="{91A47690-7DC9-4BBD-BC18-5ADB786E3650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3" creationId="{2E573948-CD47-4B4F-86FE-D8CDE38D5295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5" creationId="{1274ED73-FDBD-49CB-B874-BBD0B0EBC10F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8" creationId="{E3F5549D-FA2A-4C04-8D79-B837D0B477E7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49" creationId="{82D09EC1-F19B-48E5-9D0E-E277413A813A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0" creationId="{ED96A4C5-F2FF-43BD-8078-48FDAB30F72C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1" creationId="{B2647FDA-CC59-499F-857E-B5FC4760F255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3" creationId="{14EE1500-E159-45D1-8937-BB23A33B9D7E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5" creationId="{21E7C70E-5E98-4ED9-9AF7-BC79E4B1DE16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6" creationId="{36E7A2C7-1905-4E93-A166-08D4E159EA2D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7" creationId="{633F8241-6AA4-41B7-96BC-9DDB335A2F45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59" creationId="{D2006D3E-635A-4175-A6E0-894937E4202F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0" creationId="{DF20EEA4-0FF0-4F2C-B244-1F0947967592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1" creationId="{54FBA36A-AFE3-4885-875F-884192E938BC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3" creationId="{5DBC4DD6-B652-4DEB-85B1-AB3FE8114C90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4" creationId="{4224C483-9F9C-4C73-A60D-466E3C90A17E}"/>
          </ac:spMkLst>
        </pc:spChg>
        <pc:spChg chg="add del">
          <ac:chgData name="Joonho Kwon" userId="fa141e0c-4849-4deb-8f8c-65d25da6d8db" providerId="ADAL" clId="{41C0069E-2F81-479B-9507-416535D53C2B}" dt="2020-03-08T09:19:13.919" v="3088"/>
          <ac:spMkLst>
            <pc:docMk/>
            <pc:sldMk cId="3995618626" sldId="770"/>
            <ac:spMk id="66" creationId="{389B0EC9-367E-4D06-9E50-5C36C5187D9E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0" creationId="{D752442A-A2B8-472C-A98F-261DFC436D03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1" creationId="{9B8AAD55-7D70-40AF-980F-F298571C1568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2" creationId="{6661657E-14D9-4A0F-8D23-657222B44D5A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4" creationId="{A94BC386-475F-482D-9A81-DC9BE716B32E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5" creationId="{38CEF6E3-12F9-4391-8B9F-FA86A0E8AB96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6" creationId="{763A469F-8976-4BE6-985A-989A92C8A653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7" creationId="{C33E9296-3007-480D-8566-4FE05EA49C9B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79" creationId="{81B927DC-1914-4110-9026-1C7B88168BDC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1" creationId="{63D1BB79-ED37-4045-AA9F-AFB040A7AC35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2" creationId="{19A40A72-9911-4A95-AF33-50FB7691CAA7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4" creationId="{34B65326-2663-48F0-B906-D9DB9EEC934F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5" creationId="{F7E3A6EA-9FC2-4F52-9757-5B637E8AFD6E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6" creationId="{81CAB1D7-64AF-49B0-A04A-428E575A35AB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87" creationId="{41DF3045-670B-422C-8F3B-CA952C86708D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1" creationId="{2DBBC9D6-10BD-47FB-98D2-DA05375682B9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2" creationId="{8DE582D2-AF51-4B3C-A018-49F65C4ED588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4" creationId="{8B456BFA-D7E8-4F90-83A9-4C2DDAF47377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5" creationId="{B4EEE7D7-4952-4083-9D6D-A0B835BC173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7" creationId="{3FCA0A6E-F2AD-4A2A-9E6B-A35E9D556581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8" creationId="{4935D7FF-1569-4291-A394-C3B8ACC111C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99" creationId="{343E1813-14A0-46D1-B98F-4256316A469E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1" creationId="{7B2A41A3-3916-4CB6-979F-D312E76F55BE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3" creationId="{3E3306E8-8EC7-4049-A516-0924D285DA77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4" creationId="{309352F6-EC2F-442B-AF53-1F908BC076F4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6" creationId="{4F0325A9-2753-47B7-AD1F-295792A46469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7" creationId="{D65FBC87-A358-4414-9088-E3B156A462F8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08" creationId="{AAD3864B-2CD1-42E3-8347-2AFFE56DA86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0" creationId="{712BA189-A75F-4597-90F4-362439F8EBC1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3" creationId="{F79326AF-3316-47EA-B911-C5059219085A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4" creationId="{EC785B8D-B018-4B3E-9C2E-72921B7DF7F5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5" creationId="{997E9ACD-F934-407B-957D-93096479FEE8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6" creationId="{8B7EA15E-CF85-44F7-BEE7-958A42FC4EDB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18" creationId="{F2AEF6C8-B340-4302-8487-102E8DB9B912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0" creationId="{E7F4EC0C-736D-4A91-9EF0-28A7747E4C5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1" creationId="{73BEBFFA-AA3B-41D6-823C-22D5E1D78B0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2" creationId="{3C54AB60-9B43-41BE-BCD5-30033EE318EF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4" creationId="{42044B81-B8E7-4895-8C0B-15D4AD93F696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5" creationId="{BAC62A58-8F01-4056-8590-8789710FFCC1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6" creationId="{9D340C2A-EA40-4CDA-A392-A0DF87F09CDF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8" creationId="{D483AC73-7327-419B-A75D-615128D73920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29" creationId="{8347F044-50D2-4C68-A46F-1D435282F3B6}"/>
          </ac:spMkLst>
        </pc:spChg>
        <pc:spChg chg="add del">
          <ac:chgData name="Joonho Kwon" userId="fa141e0c-4849-4deb-8f8c-65d25da6d8db" providerId="ADAL" clId="{41C0069E-2F81-479B-9507-416535D53C2B}" dt="2020-03-08T09:19:16.904" v="3092"/>
          <ac:spMkLst>
            <pc:docMk/>
            <pc:sldMk cId="3995618626" sldId="770"/>
            <ac:spMk id="131" creationId="{069A1584-C1D3-4F31-965D-F040BCF3FCE8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36" creationId="{09C32C1B-6008-4CDF-8F7F-72CED72875B4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37" creationId="{395112A0-EB87-4148-8441-99AC86DF5EA6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38" creationId="{61A41BE2-4AE6-4231-AB64-31CD79483E89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0" creationId="{0903C8BB-DEE8-448B-AE01-B91066689A32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1" creationId="{C36665B6-5887-4B27-8CEF-7F15C7D8423B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2" creationId="{DAA41BC8-3B50-43A6-A58E-561D0E93D369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3" creationId="{63640240-9F2F-4BF9-92D4-70A61009C74E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5" creationId="{8A96BFE3-C997-48FC-8851-FE5294CB5003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7" creationId="{1F2F6696-1563-4E83-B66A-57DA5D36278A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48" creationId="{4A0A782E-58FA-4AC8-A45E-E8D5D53AFC45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0" creationId="{3F0FDD82-1EF1-405C-81DE-F909C19DD3D3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1" creationId="{68C2AA6E-215A-43C7-B760-424636EC2286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2" creationId="{10DC62F8-902B-4900-8D0C-17ED100BCCBE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3" creationId="{449C7528-6EAE-42D3-A1AB-4CCE77DC5711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7" creationId="{E37F51E4-13FC-41DF-8A56-AC1011540F89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58" creationId="{08623D8C-913B-40BE-8BC9-A58136D7CD10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0" creationId="{E4A89432-13FC-4E66-8590-9B893139CED9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1" creationId="{63647B8E-B050-4CAD-8C3A-0BEBFB9159C8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3" creationId="{B6472ADF-8F2E-4E02-BD45-3A8BED88FBD2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4" creationId="{1A1B5BDA-3B79-4AA4-A6BB-7FE0294C52CA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5" creationId="{C57AEBEF-8B5A-458C-9A51-717ABE892998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7" creationId="{D8546221-E52D-4A30-AACE-7569C4CAF431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69" creationId="{EFECA8EF-C8D3-4A20-BA42-845EB9958DD1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0" creationId="{98DF2E6F-92B5-4166-9C52-F307C3389AE5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2" creationId="{28F860CC-CC21-41FD-AEBA-E7AFF58D7E62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3" creationId="{E822552B-2147-458E-9BF9-452523FF684F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4" creationId="{9C3F6B1E-0D9B-4720-8778-C5E16B89FBDB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6" creationId="{EC1C1F73-7129-4721-8E93-ACDBBA703530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79" creationId="{2AC74652-90B3-489C-8639-D7E183E1CEA4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0" creationId="{57040786-C8D6-4887-A116-E7306461576F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1" creationId="{88F26166-296C-41AA-ACEB-D5CA3535EE10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2" creationId="{4F47D9A0-6120-44A9-B5F5-BF85EADCB0F7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4" creationId="{02BB8789-4351-4D19-BA85-E95FB8C12A0A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6" creationId="{3561DE01-628A-4C85-B057-F06D4C3846C8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7" creationId="{7F05E5AB-C264-40E8-AB77-2098266F7CD2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89" creationId="{1F8955C4-7973-4A48-A833-68F56D9C4DB5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90" creationId="{6DFE24B8-6EC3-476F-BC16-2E3C004DFD4E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91" creationId="{C0FB2B17-F6D7-44F3-9831-20618D0AE12B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93" creationId="{C3BD7A59-3A92-4DE7-AC95-35CF82EC34E2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94" creationId="{303AB96B-FB17-4E4D-BAFC-024812B62AF1}"/>
          </ac:spMkLst>
        </pc:spChg>
        <pc:spChg chg="add del">
          <ac:chgData name="Joonho Kwon" userId="fa141e0c-4849-4deb-8f8c-65d25da6d8db" providerId="ADAL" clId="{41C0069E-2F81-479B-9507-416535D53C2B}" dt="2020-03-08T09:19:49.564" v="3104"/>
          <ac:spMkLst>
            <pc:docMk/>
            <pc:sldMk cId="3995618626" sldId="770"/>
            <ac:spMk id="196" creationId="{5DDE962B-50E8-4700-AB41-76C1ADF27148}"/>
          </ac:spMkLst>
        </pc:spChg>
        <pc:picChg chg="add del mod">
          <ac:chgData name="Joonho Kwon" userId="fa141e0c-4849-4deb-8f8c-65d25da6d8db" providerId="ADAL" clId="{41C0069E-2F81-479B-9507-416535D53C2B}" dt="2020-03-08T09:19:27.949" v="3100" actId="21"/>
          <ac:picMkLst>
            <pc:docMk/>
            <pc:sldMk cId="3995618626" sldId="770"/>
            <ac:picMk id="135" creationId="{5F45FC6F-C8BB-4571-A5F2-ECAB29204947}"/>
          </ac:picMkLst>
        </pc:picChg>
        <pc:picChg chg="add mod">
          <ac:chgData name="Joonho Kwon" userId="fa141e0c-4849-4deb-8f8c-65d25da6d8db" providerId="ADAL" clId="{41C0069E-2F81-479B-9507-416535D53C2B}" dt="2020-03-08T09:20:03.552" v="3112" actId="14100"/>
          <ac:picMkLst>
            <pc:docMk/>
            <pc:sldMk cId="3995618626" sldId="770"/>
            <ac:picMk id="200" creationId="{EDF08F63-FD95-4775-B6DB-C2C981D40440}"/>
          </ac:picMkLst>
        </pc:pic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8" creationId="{8AA984E3-0B8B-48E2-9106-97B5CD9544DC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13" creationId="{204371C9-2E51-4E77-8A81-5641828341FC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15" creationId="{8A2CB502-1825-49DD-AA04-D0458C229967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18" creationId="{48774364-A06D-416F-B741-9AE02DB97E0D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23" creationId="{AABB2FC1-DAF1-4D0F-9855-8C8FE6B3D77F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24" creationId="{22AE6EAD-0749-42A1-949E-CB72A911C456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25" creationId="{57FB8190-EBF6-4AB5-9A81-4037D5C4376C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28" creationId="{BF4E016A-4416-4F3F-89F5-60824E56D8F6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31" creationId="{3C0BFC75-EAC1-49A3-AD09-7F557B01FA22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35" creationId="{74730E56-1105-4036-AEEA-D22AFE137811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37" creationId="{37F83B1C-812F-4DE0-8C2F-B5DCC7BA0849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40" creationId="{9B043F5C-1F5A-41A5-85A8-0375A057C16D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44" creationId="{2237BBEE-F6AC-4777-BEFB-1A79AB6E60D8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46" creationId="{61C4139E-27B3-423D-8139-4105194B579D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47" creationId="{845195A3-0614-4F7E-A4DC-3A0551C2D4E4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52" creationId="{8B188593-8267-485C-AF6E-3BD8DEAC5747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54" creationId="{33906442-CF0F-4549-AA88-2FD09A234CFA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58" creationId="{18A5535C-B676-45E3-83F1-AAAE56BD198E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62" creationId="{BA03253A-F7A8-4ACF-8BA9-0C57DA852058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65" creationId="{B596D047-DA9D-446D-85E2-E941EDDF9711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67" creationId="{0B3487DD-BEA7-409F-9FB2-6F8F29335944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68" creationId="{0265F4BE-BC7B-4727-BE6D-590E6B8AE402}"/>
          </ac:cxnSpMkLst>
        </pc:cxnChg>
        <pc:cxnChg chg="add del">
          <ac:chgData name="Joonho Kwon" userId="fa141e0c-4849-4deb-8f8c-65d25da6d8db" providerId="ADAL" clId="{41C0069E-2F81-479B-9507-416535D53C2B}" dt="2020-03-08T09:19:13.919" v="3088"/>
          <ac:cxnSpMkLst>
            <pc:docMk/>
            <pc:sldMk cId="3995618626" sldId="770"/>
            <ac:cxnSpMk id="69" creationId="{267AB6C3-0335-416C-AB1A-424BD5438527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73" creationId="{FE1DAF83-3586-40DA-A3F3-AC3D63776A43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78" creationId="{243B5DAA-6650-44EC-AE2A-9762050C28F6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80" creationId="{9D2E4153-E1DD-4A3C-AC5A-2C39F781322D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83" creationId="{CDCADE06-6057-4952-A617-78E203901978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88" creationId="{72C672D4-30A7-4B54-8647-3CE51D534653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89" creationId="{04589808-04A9-4B7B-B3FB-AC9EFD306842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90" creationId="{90C4969A-63B0-4EA2-8E75-E99D6908069A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93" creationId="{7CD4DD6F-3555-4B47-8916-DB440F24C5BE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96" creationId="{62FEBDEB-0A40-4396-B968-FAB6B54C0117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00" creationId="{CF49BA7F-184D-4551-925B-EF7B1F8CF93C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02" creationId="{E19D6670-3D7D-4C62-9B4F-9FA5363FF5A4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05" creationId="{50C2DA7F-DD36-4B6B-BC3B-DB45235B72AD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09" creationId="{ACEC3DB0-7427-4BD7-90AA-CB87F9331D72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11" creationId="{F73A56ED-E066-4A79-A430-F2A75F5EBFCF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12" creationId="{293C02F6-7CBB-49EE-998E-D0AB7389F34B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17" creationId="{EF05FC05-603D-422F-9326-7F4DCEE0D15F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19" creationId="{CE1EDC75-6721-40A0-9055-9257BB6BEEF9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23" creationId="{9EAD99F2-35C3-45D3-B069-B51136A23AA7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27" creationId="{959E4C50-2F5B-4682-AFD8-B3051366E91E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30" creationId="{88AB39C2-A607-4F72-8D55-DF3EDF19F19C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32" creationId="{B701EDC7-8557-419A-9278-79AF4025D491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33" creationId="{CA765CDF-6311-4CB6-85AE-0C3543130026}"/>
          </ac:cxnSpMkLst>
        </pc:cxnChg>
        <pc:cxnChg chg="add del">
          <ac:chgData name="Joonho Kwon" userId="fa141e0c-4849-4deb-8f8c-65d25da6d8db" providerId="ADAL" clId="{41C0069E-2F81-479B-9507-416535D53C2B}" dt="2020-03-08T09:19:16.904" v="3092"/>
          <ac:cxnSpMkLst>
            <pc:docMk/>
            <pc:sldMk cId="3995618626" sldId="770"/>
            <ac:cxnSpMk id="134" creationId="{E351823C-1874-4AE9-9B6A-3165311114F5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39" creationId="{3AF09D46-7DDD-4D22-88B8-5D7D6A50F5D0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44" creationId="{00CD82B5-2BA9-4421-ADF7-9ECFD262BA01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46" creationId="{C397CDE9-E48A-4733-8C93-3DF484B682E9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49" creationId="{E455DCAA-7EE1-414F-8B41-EDCB63405268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54" creationId="{B303C56E-516D-4805-ADFE-A6A9485E4D37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55" creationId="{E773EB3B-5FB3-4ECB-811E-03B625C18CDB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56" creationId="{1569F5E1-0925-4EEF-8A5E-BA7AF3D19E0F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59" creationId="{E4E39709-60ED-4511-A687-1B229025A801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62" creationId="{4B8688E2-8B06-49C1-B718-7B3600A1548B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66" creationId="{46221AC6-0734-4B5B-A10C-57A9BAB69241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68" creationId="{FEB80249-8043-4BE0-8FA1-23FB16BAF6CB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71" creationId="{AC090607-8056-4245-B16A-20CA85A8EE56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75" creationId="{AAF6E2F4-AE24-4350-9FC6-3D8FBF2F4BAE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77" creationId="{9D4D42FB-09CC-4845-A117-957A5816A569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78" creationId="{AAB4A79F-DC77-4276-B24B-C719DDEA169C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83" creationId="{81030C95-78B1-48ED-8156-6A9F9C3B8819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85" creationId="{3F9867EF-05E7-4CF7-AB81-F5917C081542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88" creationId="{65030589-CB52-4B52-8324-7217CDC32116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92" creationId="{E35D16C1-2110-4D3A-9777-FA4B046F8E57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95" creationId="{307E7E41-EB8C-4624-BD17-1DD8A5355120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97" creationId="{A1AC55DD-852C-4F17-AA9F-83517FEA33E2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98" creationId="{E9ECD107-E905-48B5-A8F3-A367B9B3E762}"/>
          </ac:cxnSpMkLst>
        </pc:cxnChg>
        <pc:cxnChg chg="add del">
          <ac:chgData name="Joonho Kwon" userId="fa141e0c-4849-4deb-8f8c-65d25da6d8db" providerId="ADAL" clId="{41C0069E-2F81-479B-9507-416535D53C2B}" dt="2020-03-08T09:19:49.564" v="3104"/>
          <ac:cxnSpMkLst>
            <pc:docMk/>
            <pc:sldMk cId="3995618626" sldId="770"/>
            <ac:cxnSpMk id="199" creationId="{18AAD17A-468C-43C9-ABF2-4A38D8542248}"/>
          </ac:cxnSpMkLst>
        </pc:cxnChg>
      </pc:sldChg>
      <pc:sldChg chg="addSp delSp modSp add">
        <pc:chgData name="Joonho Kwon" userId="fa141e0c-4849-4deb-8f8c-65d25da6d8db" providerId="ADAL" clId="{41C0069E-2F81-479B-9507-416535D53C2B}" dt="2020-03-08T09:40:17.157" v="3494" actId="113"/>
        <pc:sldMkLst>
          <pc:docMk/>
          <pc:sldMk cId="474100260" sldId="771"/>
        </pc:sldMkLst>
        <pc:spChg chg="mod">
          <ac:chgData name="Joonho Kwon" userId="fa141e0c-4849-4deb-8f8c-65d25da6d8db" providerId="ADAL" clId="{41C0069E-2F81-479B-9507-416535D53C2B}" dt="2020-03-08T09:34:57.692" v="3420" actId="14100"/>
          <ac:spMkLst>
            <pc:docMk/>
            <pc:sldMk cId="474100260" sldId="771"/>
            <ac:spMk id="2" creationId="{8E92998B-7CD8-4744-94D5-B19A8E7AD7F0}"/>
          </ac:spMkLst>
        </pc:spChg>
        <pc:spChg chg="mod">
          <ac:chgData name="Joonho Kwon" userId="fa141e0c-4849-4deb-8f8c-65d25da6d8db" providerId="ADAL" clId="{41C0069E-2F81-479B-9507-416535D53C2B}" dt="2020-03-08T09:34:52.153" v="3419" actId="20577"/>
          <ac:spMkLst>
            <pc:docMk/>
            <pc:sldMk cId="474100260" sldId="771"/>
            <ac:spMk id="3" creationId="{D0977792-344D-4FF9-883A-05D01C446D3A}"/>
          </ac:spMkLst>
        </pc:spChg>
        <pc:spChg chg="add del">
          <ac:chgData name="Joonho Kwon" userId="fa141e0c-4849-4deb-8f8c-65d25da6d8db" providerId="ADAL" clId="{41C0069E-2F81-479B-9507-416535D53C2B}" dt="2020-03-08T09:28:47.694" v="3350"/>
          <ac:spMkLst>
            <pc:docMk/>
            <pc:sldMk cId="474100260" sldId="771"/>
            <ac:spMk id="5" creationId="{CDAC03AC-491B-4FD7-B6F8-338FA288E966}"/>
          </ac:spMkLst>
        </pc:spChg>
        <pc:spChg chg="add del">
          <ac:chgData name="Joonho Kwon" userId="fa141e0c-4849-4deb-8f8c-65d25da6d8db" providerId="ADAL" clId="{41C0069E-2F81-479B-9507-416535D53C2B}" dt="2020-03-08T09:28:47.694" v="3350"/>
          <ac:spMkLst>
            <pc:docMk/>
            <pc:sldMk cId="474100260" sldId="771"/>
            <ac:spMk id="6" creationId="{C8F1B7AB-6AAF-478B-A2AC-677403627ED6}"/>
          </ac:spMkLst>
        </pc:spChg>
        <pc:spChg chg="add del">
          <ac:chgData name="Joonho Kwon" userId="fa141e0c-4849-4deb-8f8c-65d25da6d8db" providerId="ADAL" clId="{41C0069E-2F81-479B-9507-416535D53C2B}" dt="2020-03-08T09:28:47.694" v="3350"/>
          <ac:spMkLst>
            <pc:docMk/>
            <pc:sldMk cId="474100260" sldId="771"/>
            <ac:spMk id="7" creationId="{EAD5FD95-0B79-47CA-91A8-0BBCC5C1F7B4}"/>
          </ac:spMkLst>
        </pc:spChg>
        <pc:spChg chg="add del">
          <ac:chgData name="Joonho Kwon" userId="fa141e0c-4849-4deb-8f8c-65d25da6d8db" providerId="ADAL" clId="{41C0069E-2F81-479B-9507-416535D53C2B}" dt="2020-03-08T09:28:47.694" v="3350"/>
          <ac:spMkLst>
            <pc:docMk/>
            <pc:sldMk cId="474100260" sldId="771"/>
            <ac:spMk id="9" creationId="{45A3E990-E9C6-43E7-B219-60B28192B870}"/>
          </ac:spMkLst>
        </pc:spChg>
        <pc:spChg chg="add mod">
          <ac:chgData name="Joonho Kwon" userId="fa141e0c-4849-4deb-8f8c-65d25da6d8db" providerId="ADAL" clId="{41C0069E-2F81-479B-9507-416535D53C2B}" dt="2020-03-08T09:35:01.440" v="3421" actId="1076"/>
          <ac:spMkLst>
            <pc:docMk/>
            <pc:sldMk cId="474100260" sldId="771"/>
            <ac:spMk id="10" creationId="{1F1710A2-15E0-41FB-8AB2-C6BB06E7C5FB}"/>
          </ac:spMkLst>
        </pc:spChg>
        <pc:spChg chg="add mod">
          <ac:chgData name="Joonho Kwon" userId="fa141e0c-4849-4deb-8f8c-65d25da6d8db" providerId="ADAL" clId="{41C0069E-2F81-479B-9507-416535D53C2B}" dt="2020-03-08T09:35:01.440" v="3421" actId="1076"/>
          <ac:spMkLst>
            <pc:docMk/>
            <pc:sldMk cId="474100260" sldId="771"/>
            <ac:spMk id="11" creationId="{BCD24776-4009-4B28-B83C-C9079643F15E}"/>
          </ac:spMkLst>
        </pc:spChg>
        <pc:spChg chg="add mod">
          <ac:chgData name="Joonho Kwon" userId="fa141e0c-4849-4deb-8f8c-65d25da6d8db" providerId="ADAL" clId="{41C0069E-2F81-479B-9507-416535D53C2B}" dt="2020-03-08T09:35:01.440" v="3421" actId="1076"/>
          <ac:spMkLst>
            <pc:docMk/>
            <pc:sldMk cId="474100260" sldId="771"/>
            <ac:spMk id="12" creationId="{8C89FDC5-61EB-40F8-97C8-CA62EA01FF86}"/>
          </ac:spMkLst>
        </pc:spChg>
        <pc:spChg chg="add mod">
          <ac:chgData name="Joonho Kwon" userId="fa141e0c-4849-4deb-8f8c-65d25da6d8db" providerId="ADAL" clId="{41C0069E-2F81-479B-9507-416535D53C2B}" dt="2020-03-08T09:40:17.157" v="3494" actId="113"/>
          <ac:spMkLst>
            <pc:docMk/>
            <pc:sldMk cId="474100260" sldId="771"/>
            <ac:spMk id="14" creationId="{7938CF93-367A-4BB9-86EF-A63AAF785594}"/>
          </ac:spMkLst>
        </pc:spChg>
        <pc:cxnChg chg="add del">
          <ac:chgData name="Joonho Kwon" userId="fa141e0c-4849-4deb-8f8c-65d25da6d8db" providerId="ADAL" clId="{41C0069E-2F81-479B-9507-416535D53C2B}" dt="2020-03-08T09:28:47.694" v="3350"/>
          <ac:cxnSpMkLst>
            <pc:docMk/>
            <pc:sldMk cId="474100260" sldId="771"/>
            <ac:cxnSpMk id="8" creationId="{D4C505CF-F900-41AC-AF65-BA0DC38A074A}"/>
          </ac:cxnSpMkLst>
        </pc:cxnChg>
        <pc:cxnChg chg="add mod">
          <ac:chgData name="Joonho Kwon" userId="fa141e0c-4849-4deb-8f8c-65d25da6d8db" providerId="ADAL" clId="{41C0069E-2F81-479B-9507-416535D53C2B}" dt="2020-03-08T09:35:01.440" v="3421" actId="1076"/>
          <ac:cxnSpMkLst>
            <pc:docMk/>
            <pc:sldMk cId="474100260" sldId="771"/>
            <ac:cxnSpMk id="13" creationId="{A89BD9C3-6AB2-4BAE-9483-F56E4B9A0935}"/>
          </ac:cxnSpMkLst>
        </pc:cxnChg>
      </pc:sldChg>
      <pc:sldChg chg="addSp delSp modSp add modAnim">
        <pc:chgData name="Joonho Kwon" userId="fa141e0c-4849-4deb-8f8c-65d25da6d8db" providerId="ADAL" clId="{41C0069E-2F81-479B-9507-416535D53C2B}" dt="2020-03-08T09:40:29.097" v="3498" actId="113"/>
        <pc:sldMkLst>
          <pc:docMk/>
          <pc:sldMk cId="3637650218" sldId="772"/>
        </pc:sldMkLst>
        <pc:spChg chg="mod">
          <ac:chgData name="Joonho Kwon" userId="fa141e0c-4849-4deb-8f8c-65d25da6d8db" providerId="ADAL" clId="{41C0069E-2F81-479B-9507-416535D53C2B}" dt="2020-03-08T09:35:09.522" v="3423" actId="20577"/>
          <ac:spMkLst>
            <pc:docMk/>
            <pc:sldMk cId="3637650218" sldId="772"/>
            <ac:spMk id="3" creationId="{49CACC3D-1985-4998-937E-0CDA8A448D79}"/>
          </ac:spMkLst>
        </pc:spChg>
        <pc:spChg chg="add mod">
          <ac:chgData name="Joonho Kwon" userId="fa141e0c-4849-4deb-8f8c-65d25da6d8db" providerId="ADAL" clId="{41C0069E-2F81-479B-9507-416535D53C2B}" dt="2020-03-08T09:38:31.155" v="3462" actId="1076"/>
          <ac:spMkLst>
            <pc:docMk/>
            <pc:sldMk cId="3637650218" sldId="772"/>
            <ac:spMk id="5" creationId="{A67B588B-F9F9-49C0-A213-61CFF5C11E65}"/>
          </ac:spMkLst>
        </pc:spChg>
        <pc:spChg chg="add mod">
          <ac:chgData name="Joonho Kwon" userId="fa141e0c-4849-4deb-8f8c-65d25da6d8db" providerId="ADAL" clId="{41C0069E-2F81-479B-9507-416535D53C2B}" dt="2020-03-08T09:36:56.310" v="3433" actId="208"/>
          <ac:spMkLst>
            <pc:docMk/>
            <pc:sldMk cId="3637650218" sldId="772"/>
            <ac:spMk id="6" creationId="{0A64B110-F6A3-46B6-A1E1-122483FC4691}"/>
          </ac:spMkLst>
        </pc:spChg>
        <pc:spChg chg="add mod">
          <ac:chgData name="Joonho Kwon" userId="fa141e0c-4849-4deb-8f8c-65d25da6d8db" providerId="ADAL" clId="{41C0069E-2F81-479B-9507-416535D53C2B}" dt="2020-03-08T09:37:01.676" v="3435" actId="1076"/>
          <ac:spMkLst>
            <pc:docMk/>
            <pc:sldMk cId="3637650218" sldId="772"/>
            <ac:spMk id="7" creationId="{C44616C7-FDA5-4ADD-8FFE-D6FAFBF814DF}"/>
          </ac:spMkLst>
        </pc:spChg>
        <pc:spChg chg="add mod topLvl">
          <ac:chgData name="Joonho Kwon" userId="fa141e0c-4849-4deb-8f8c-65d25da6d8db" providerId="ADAL" clId="{41C0069E-2F81-479B-9507-416535D53C2B}" dt="2020-03-08T09:39:52.933" v="3490" actId="164"/>
          <ac:spMkLst>
            <pc:docMk/>
            <pc:sldMk cId="3637650218" sldId="772"/>
            <ac:spMk id="8" creationId="{936C400C-95A3-4B92-AFF0-807E357EDEC5}"/>
          </ac:spMkLst>
        </pc:spChg>
        <pc:spChg chg="add mod topLvl">
          <ac:chgData name="Joonho Kwon" userId="fa141e0c-4849-4deb-8f8c-65d25da6d8db" providerId="ADAL" clId="{41C0069E-2F81-479B-9507-416535D53C2B}" dt="2020-03-08T09:39:52.933" v="3490" actId="164"/>
          <ac:spMkLst>
            <pc:docMk/>
            <pc:sldMk cId="3637650218" sldId="772"/>
            <ac:spMk id="9" creationId="{F16631B8-1710-4E00-BD85-B178FABF78A3}"/>
          </ac:spMkLst>
        </pc:spChg>
        <pc:spChg chg="add mod topLvl">
          <ac:chgData name="Joonho Kwon" userId="fa141e0c-4849-4deb-8f8c-65d25da6d8db" providerId="ADAL" clId="{41C0069E-2F81-479B-9507-416535D53C2B}" dt="2020-03-08T09:39:52.933" v="3490" actId="164"/>
          <ac:spMkLst>
            <pc:docMk/>
            <pc:sldMk cId="3637650218" sldId="772"/>
            <ac:spMk id="10" creationId="{84CEA30F-D5A2-422F-A353-C013A1408226}"/>
          </ac:spMkLst>
        </pc:spChg>
        <pc:spChg chg="add mod topLvl">
          <ac:chgData name="Joonho Kwon" userId="fa141e0c-4849-4deb-8f8c-65d25da6d8db" providerId="ADAL" clId="{41C0069E-2F81-479B-9507-416535D53C2B}" dt="2020-03-08T09:40:29.097" v="3498" actId="113"/>
          <ac:spMkLst>
            <pc:docMk/>
            <pc:sldMk cId="3637650218" sldId="772"/>
            <ac:spMk id="12" creationId="{54C95F11-50DF-453F-935A-E06B462BBB0B}"/>
          </ac:spMkLst>
        </pc:spChg>
        <pc:grpChg chg="add del mod">
          <ac:chgData name="Joonho Kwon" userId="fa141e0c-4849-4deb-8f8c-65d25da6d8db" providerId="ADAL" clId="{41C0069E-2F81-479B-9507-416535D53C2B}" dt="2020-03-08T09:38:27.878" v="3460" actId="165"/>
          <ac:grpSpMkLst>
            <pc:docMk/>
            <pc:sldMk cId="3637650218" sldId="772"/>
            <ac:grpSpMk id="13" creationId="{2EE1D6E8-7D8A-454D-9422-A277CAA79522}"/>
          </ac:grpSpMkLst>
        </pc:grpChg>
        <pc:grpChg chg="add mod">
          <ac:chgData name="Joonho Kwon" userId="fa141e0c-4849-4deb-8f8c-65d25da6d8db" providerId="ADAL" clId="{41C0069E-2F81-479B-9507-416535D53C2B}" dt="2020-03-08T09:39:52.933" v="3490" actId="164"/>
          <ac:grpSpMkLst>
            <pc:docMk/>
            <pc:sldMk cId="3637650218" sldId="772"/>
            <ac:grpSpMk id="14" creationId="{D056EC7F-9F34-42BC-8005-A53D6AD72519}"/>
          </ac:grpSpMkLst>
        </pc:grpChg>
        <pc:cxnChg chg="add mod topLvl">
          <ac:chgData name="Joonho Kwon" userId="fa141e0c-4849-4deb-8f8c-65d25da6d8db" providerId="ADAL" clId="{41C0069E-2F81-479B-9507-416535D53C2B}" dt="2020-03-08T09:39:52.933" v="3490" actId="164"/>
          <ac:cxnSpMkLst>
            <pc:docMk/>
            <pc:sldMk cId="3637650218" sldId="772"/>
            <ac:cxnSpMk id="11" creationId="{3CF00331-7923-41A4-96EB-ED061DFE251B}"/>
          </ac:cxnSpMkLst>
        </pc:cxnChg>
      </pc:sldChg>
      <pc:sldChg chg="addSp delSp modSp add modAnim">
        <pc:chgData name="Joonho Kwon" userId="fa141e0c-4849-4deb-8f8c-65d25da6d8db" providerId="ADAL" clId="{41C0069E-2F81-479B-9507-416535D53C2B}" dt="2020-03-08T09:50:50.205" v="3999" actId="20577"/>
        <pc:sldMkLst>
          <pc:docMk/>
          <pc:sldMk cId="2793101836" sldId="773"/>
        </pc:sldMkLst>
        <pc:spChg chg="mod">
          <ac:chgData name="Joonho Kwon" userId="fa141e0c-4849-4deb-8f8c-65d25da6d8db" providerId="ADAL" clId="{41C0069E-2F81-479B-9507-416535D53C2B}" dt="2020-03-08T09:48:25.748" v="3962" actId="1076"/>
          <ac:spMkLst>
            <pc:docMk/>
            <pc:sldMk cId="2793101836" sldId="773"/>
            <ac:spMk id="2" creationId="{B11CE0E8-C328-45A8-8462-48F9589E0A5E}"/>
          </ac:spMkLst>
        </pc:spChg>
        <pc:spChg chg="mod">
          <ac:chgData name="Joonho Kwon" userId="fa141e0c-4849-4deb-8f8c-65d25da6d8db" providerId="ADAL" clId="{41C0069E-2F81-479B-9507-416535D53C2B}" dt="2020-03-08T09:50:50.205" v="3999" actId="20577"/>
          <ac:spMkLst>
            <pc:docMk/>
            <pc:sldMk cId="2793101836" sldId="773"/>
            <ac:spMk id="3" creationId="{145D7558-5F93-4CAD-9C4F-EFFBDEF1E432}"/>
          </ac:spMkLst>
        </pc:spChg>
        <pc:spChg chg="mod topLvl">
          <ac:chgData name="Joonho Kwon" userId="fa141e0c-4849-4deb-8f8c-65d25da6d8db" providerId="ADAL" clId="{41C0069E-2F81-479B-9507-416535D53C2B}" dt="2020-03-08T09:47:16.076" v="3952" actId="164"/>
          <ac:spMkLst>
            <pc:docMk/>
            <pc:sldMk cId="2793101836" sldId="773"/>
            <ac:spMk id="6" creationId="{09E02EB1-5A68-4859-AF7B-8BBCA930D494}"/>
          </ac:spMkLst>
        </pc:spChg>
        <pc:spChg chg="mod topLvl">
          <ac:chgData name="Joonho Kwon" userId="fa141e0c-4849-4deb-8f8c-65d25da6d8db" providerId="ADAL" clId="{41C0069E-2F81-479B-9507-416535D53C2B}" dt="2020-03-08T09:47:16.076" v="3952" actId="164"/>
          <ac:spMkLst>
            <pc:docMk/>
            <pc:sldMk cId="2793101836" sldId="773"/>
            <ac:spMk id="7" creationId="{603C69CD-DC32-4238-A22E-613C09828F7F}"/>
          </ac:spMkLst>
        </pc:spChg>
        <pc:spChg chg="mod topLvl">
          <ac:chgData name="Joonho Kwon" userId="fa141e0c-4849-4deb-8f8c-65d25da6d8db" providerId="ADAL" clId="{41C0069E-2F81-479B-9507-416535D53C2B}" dt="2020-03-08T09:47:16.076" v="3952" actId="164"/>
          <ac:spMkLst>
            <pc:docMk/>
            <pc:sldMk cId="2793101836" sldId="773"/>
            <ac:spMk id="8" creationId="{7D2214FD-5815-4DD7-8122-6C4960A97306}"/>
          </ac:spMkLst>
        </pc:spChg>
        <pc:spChg chg="mod topLvl">
          <ac:chgData name="Joonho Kwon" userId="fa141e0c-4849-4deb-8f8c-65d25da6d8db" providerId="ADAL" clId="{41C0069E-2F81-479B-9507-416535D53C2B}" dt="2020-03-08T09:47:16.076" v="3952" actId="164"/>
          <ac:spMkLst>
            <pc:docMk/>
            <pc:sldMk cId="2793101836" sldId="773"/>
            <ac:spMk id="10" creationId="{B484B7D7-109F-445D-AFA9-41C5909F74CD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2" creationId="{BAF6FBAA-2D2B-425E-8842-694371ACFF2C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3" creationId="{61312E1F-0672-4298-8091-EBD69E4DA60A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5" creationId="{B31FAD42-569E-4394-AAD5-918D703DF10C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6" creationId="{70464FB3-E13F-4B39-8AF3-545882640ADF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7" creationId="{57597FD3-D0A9-4986-8C0D-27A36A391247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18" creationId="{D50E59A5-80CF-4B89-8066-83EB61EEFA2D}"/>
          </ac:spMkLst>
        </pc:spChg>
        <pc:spChg chg="add del">
          <ac:chgData name="Joonho Kwon" userId="fa141e0c-4849-4deb-8f8c-65d25da6d8db" providerId="ADAL" clId="{41C0069E-2F81-479B-9507-416535D53C2B}" dt="2020-03-08T09:47:44.679" v="3955"/>
          <ac:spMkLst>
            <pc:docMk/>
            <pc:sldMk cId="2793101836" sldId="773"/>
            <ac:spMk id="20" creationId="{64C9EF1B-5845-4AB5-B32B-7CBA5CEB8F60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22" creationId="{43A20EC2-BDFB-46FB-92D1-D39CD4846D54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23" creationId="{F027EF42-FE22-4995-8F1D-1CB9F06E6763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25" creationId="{6BBFCF7B-4005-4F03-80AC-BCA1E35255CC}"/>
          </ac:spMkLst>
        </pc:spChg>
        <pc:spChg chg="add mod">
          <ac:chgData name="Joonho Kwon" userId="fa141e0c-4849-4deb-8f8c-65d25da6d8db" providerId="ADAL" clId="{41C0069E-2F81-479B-9507-416535D53C2B}" dt="2020-03-08T09:50:32.548" v="3990" actId="1076"/>
          <ac:spMkLst>
            <pc:docMk/>
            <pc:sldMk cId="2793101836" sldId="773"/>
            <ac:spMk id="26" creationId="{0FE19E1F-E167-4F82-82F2-84CAF1DDE694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27" creationId="{33BB6233-F458-44DA-81F4-995D60205391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28" creationId="{6F2D5E07-B748-4B81-BA3C-A99041152636}"/>
          </ac:spMkLst>
        </pc:spChg>
        <pc:spChg chg="add mod">
          <ac:chgData name="Joonho Kwon" userId="fa141e0c-4849-4deb-8f8c-65d25da6d8db" providerId="ADAL" clId="{41C0069E-2F81-479B-9507-416535D53C2B}" dt="2020-03-08T09:49:51.771" v="3981" actId="164"/>
          <ac:spMkLst>
            <pc:docMk/>
            <pc:sldMk cId="2793101836" sldId="773"/>
            <ac:spMk id="30" creationId="{2F759EEF-1DB3-4719-BE82-A7220373D23B}"/>
          </ac:spMkLst>
        </pc:spChg>
        <pc:grpChg chg="add del mod">
          <ac:chgData name="Joonho Kwon" userId="fa141e0c-4849-4deb-8f8c-65d25da6d8db" providerId="ADAL" clId="{41C0069E-2F81-479B-9507-416535D53C2B}" dt="2020-03-08T09:46:43.042" v="3945" actId="165"/>
          <ac:grpSpMkLst>
            <pc:docMk/>
            <pc:sldMk cId="2793101836" sldId="773"/>
            <ac:grpSpMk id="5" creationId="{27B13305-A0EA-429E-85CC-97A6A15B75A8}"/>
          </ac:grpSpMkLst>
        </pc:grpChg>
        <pc:grpChg chg="add mod">
          <ac:chgData name="Joonho Kwon" userId="fa141e0c-4849-4deb-8f8c-65d25da6d8db" providerId="ADAL" clId="{41C0069E-2F81-479B-9507-416535D53C2B}" dt="2020-03-08T09:47:16.076" v="3952" actId="164"/>
          <ac:grpSpMkLst>
            <pc:docMk/>
            <pc:sldMk cId="2793101836" sldId="773"/>
            <ac:grpSpMk id="11" creationId="{C0F8CAB1-E828-47A1-9682-ABDB0C809012}"/>
          </ac:grpSpMkLst>
        </pc:grpChg>
        <pc:grpChg chg="add mod">
          <ac:chgData name="Joonho Kwon" userId="fa141e0c-4849-4deb-8f8c-65d25da6d8db" providerId="ADAL" clId="{41C0069E-2F81-479B-9507-416535D53C2B}" dt="2020-03-08T09:50:11.414" v="3986" actId="1037"/>
          <ac:grpSpMkLst>
            <pc:docMk/>
            <pc:sldMk cId="2793101836" sldId="773"/>
            <ac:grpSpMk id="42" creationId="{1EE134E3-F15D-42C8-95A5-608A0E98194B}"/>
          </ac:grpSpMkLst>
        </pc:grpChg>
        <pc:cxnChg chg="mod topLvl">
          <ac:chgData name="Joonho Kwon" userId="fa141e0c-4849-4deb-8f8c-65d25da6d8db" providerId="ADAL" clId="{41C0069E-2F81-479B-9507-416535D53C2B}" dt="2020-03-08T09:47:16.076" v="3952" actId="164"/>
          <ac:cxnSpMkLst>
            <pc:docMk/>
            <pc:sldMk cId="2793101836" sldId="773"/>
            <ac:cxnSpMk id="9" creationId="{E73324B5-0DFE-4A71-989E-B756EB76182D}"/>
          </ac:cxnSpMkLst>
        </pc:cxnChg>
        <pc:cxnChg chg="add del">
          <ac:chgData name="Joonho Kwon" userId="fa141e0c-4849-4deb-8f8c-65d25da6d8db" providerId="ADAL" clId="{41C0069E-2F81-479B-9507-416535D53C2B}" dt="2020-03-08T09:47:44.679" v="3955"/>
          <ac:cxnSpMkLst>
            <pc:docMk/>
            <pc:sldMk cId="2793101836" sldId="773"/>
            <ac:cxnSpMk id="14" creationId="{E09C633C-5FAB-4BF1-96AE-AB49CC0B0437}"/>
          </ac:cxnSpMkLst>
        </pc:cxnChg>
        <pc:cxnChg chg="add del">
          <ac:chgData name="Joonho Kwon" userId="fa141e0c-4849-4deb-8f8c-65d25da6d8db" providerId="ADAL" clId="{41C0069E-2F81-479B-9507-416535D53C2B}" dt="2020-03-08T09:47:44.679" v="3955"/>
          <ac:cxnSpMkLst>
            <pc:docMk/>
            <pc:sldMk cId="2793101836" sldId="773"/>
            <ac:cxnSpMk id="19" creationId="{7EB8ED67-FE32-4F5E-9445-D86450D86172}"/>
          </ac:cxnSpMkLst>
        </pc:cxnChg>
        <pc:cxnChg chg="add del">
          <ac:chgData name="Joonho Kwon" userId="fa141e0c-4849-4deb-8f8c-65d25da6d8db" providerId="ADAL" clId="{41C0069E-2F81-479B-9507-416535D53C2B}" dt="2020-03-08T09:47:44.679" v="3955"/>
          <ac:cxnSpMkLst>
            <pc:docMk/>
            <pc:sldMk cId="2793101836" sldId="773"/>
            <ac:cxnSpMk id="21" creationId="{33F6B742-FF16-45E4-8EE3-86899234A476}"/>
          </ac:cxnSpMkLst>
        </pc:cxnChg>
        <pc:cxnChg chg="add mod">
          <ac:chgData name="Joonho Kwon" userId="fa141e0c-4849-4deb-8f8c-65d25da6d8db" providerId="ADAL" clId="{41C0069E-2F81-479B-9507-416535D53C2B}" dt="2020-03-08T09:49:51.771" v="3981" actId="164"/>
          <ac:cxnSpMkLst>
            <pc:docMk/>
            <pc:sldMk cId="2793101836" sldId="773"/>
            <ac:cxnSpMk id="24" creationId="{06ADCAA2-4F1B-4E66-99BE-336846DC8772}"/>
          </ac:cxnSpMkLst>
        </pc:cxnChg>
        <pc:cxnChg chg="add mod">
          <ac:chgData name="Joonho Kwon" userId="fa141e0c-4849-4deb-8f8c-65d25da6d8db" providerId="ADAL" clId="{41C0069E-2F81-479B-9507-416535D53C2B}" dt="2020-03-08T09:49:51.771" v="3981" actId="164"/>
          <ac:cxnSpMkLst>
            <pc:docMk/>
            <pc:sldMk cId="2793101836" sldId="773"/>
            <ac:cxnSpMk id="29" creationId="{79529AA4-9357-4845-9D52-5099FD6BE922}"/>
          </ac:cxnSpMkLst>
        </pc:cxnChg>
        <pc:cxnChg chg="add mod">
          <ac:chgData name="Joonho Kwon" userId="fa141e0c-4849-4deb-8f8c-65d25da6d8db" providerId="ADAL" clId="{41C0069E-2F81-479B-9507-416535D53C2B}" dt="2020-03-08T09:49:51.771" v="3981" actId="164"/>
          <ac:cxnSpMkLst>
            <pc:docMk/>
            <pc:sldMk cId="2793101836" sldId="773"/>
            <ac:cxnSpMk id="31" creationId="{BBC26C3C-E9CA-4712-BC0D-DBBF80E36A23}"/>
          </ac:cxnSpMkLst>
        </pc:cxnChg>
      </pc:sldChg>
      <pc:sldChg chg="addSp delSp modSp add modAnim">
        <pc:chgData name="Joonho Kwon" userId="fa141e0c-4849-4deb-8f8c-65d25da6d8db" providerId="ADAL" clId="{41C0069E-2F81-479B-9507-416535D53C2B}" dt="2020-03-08T09:53:28.183" v="4033" actId="1076"/>
        <pc:sldMkLst>
          <pc:docMk/>
          <pc:sldMk cId="2565672552" sldId="774"/>
        </pc:sldMkLst>
        <pc:spChg chg="mod">
          <ac:chgData name="Joonho Kwon" userId="fa141e0c-4849-4deb-8f8c-65d25da6d8db" providerId="ADAL" clId="{41C0069E-2F81-479B-9507-416535D53C2B}" dt="2020-03-08T09:52:03.201" v="4024" actId="20577"/>
          <ac:spMkLst>
            <pc:docMk/>
            <pc:sldMk cId="2565672552" sldId="774"/>
            <ac:spMk id="2" creationId="{65F883B0-155E-4427-AC74-5510FBF7E921}"/>
          </ac:spMkLst>
        </pc:spChg>
        <pc:spChg chg="mod">
          <ac:chgData name="Joonho Kwon" userId="fa141e0c-4849-4deb-8f8c-65d25da6d8db" providerId="ADAL" clId="{41C0069E-2F81-479B-9507-416535D53C2B}" dt="2020-03-08T09:51:16.520" v="4000"/>
          <ac:spMkLst>
            <pc:docMk/>
            <pc:sldMk cId="2565672552" sldId="774"/>
            <ac:spMk id="3" creationId="{1D38DD78-E705-40A5-AEB3-04E09289D6CC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6" creationId="{F60586C8-998C-4AEF-B318-7FB5A5B522DE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7" creationId="{3FAFB344-B10D-4BF4-96BF-1066FF73B148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9" creationId="{67674795-AFB1-449F-A88A-4B3BBCA116CA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10" creationId="{6B90327E-65B5-4EC2-A8AF-1F5FBD6293AE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11" creationId="{6FE3FD26-93E7-41B3-BF7D-DA40F148064F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12" creationId="{DC6BD7B5-1309-4E84-B627-4377084C979C}"/>
          </ac:spMkLst>
        </pc:spChg>
        <pc:spChg chg="mod topLvl">
          <ac:chgData name="Joonho Kwon" userId="fa141e0c-4849-4deb-8f8c-65d25da6d8db" providerId="ADAL" clId="{41C0069E-2F81-479B-9507-416535D53C2B}" dt="2020-03-08T09:51:48.287" v="4008" actId="1076"/>
          <ac:spMkLst>
            <pc:docMk/>
            <pc:sldMk cId="2565672552" sldId="774"/>
            <ac:spMk id="14" creationId="{4EEB61F7-132F-4865-8EA7-2296C2D30B0A}"/>
          </ac:spMkLst>
        </pc:spChg>
        <pc:spChg chg="add mod">
          <ac:chgData name="Joonho Kwon" userId="fa141e0c-4849-4deb-8f8c-65d25da6d8db" providerId="ADAL" clId="{41C0069E-2F81-479B-9507-416535D53C2B}" dt="2020-03-08T09:53:28.183" v="4033" actId="1076"/>
          <ac:spMkLst>
            <pc:docMk/>
            <pc:sldMk cId="2565672552" sldId="774"/>
            <ac:spMk id="18" creationId="{A969FC5D-10FD-4A47-8BFD-DF889641F602}"/>
          </ac:spMkLst>
        </pc:spChg>
        <pc:grpChg chg="add del mod">
          <ac:chgData name="Joonho Kwon" userId="fa141e0c-4849-4deb-8f8c-65d25da6d8db" providerId="ADAL" clId="{41C0069E-2F81-479B-9507-416535D53C2B}" dt="2020-03-08T09:51:40.662" v="4006" actId="165"/>
          <ac:grpSpMkLst>
            <pc:docMk/>
            <pc:sldMk cId="2565672552" sldId="774"/>
            <ac:grpSpMk id="5" creationId="{0013B9A0-AA02-4414-94CA-834621EE70EB}"/>
          </ac:grpSpMkLst>
        </pc:grpChg>
        <pc:cxnChg chg="mod topLvl">
          <ac:chgData name="Joonho Kwon" userId="fa141e0c-4849-4deb-8f8c-65d25da6d8db" providerId="ADAL" clId="{41C0069E-2F81-479B-9507-416535D53C2B}" dt="2020-03-08T09:51:48.287" v="4008" actId="1076"/>
          <ac:cxnSpMkLst>
            <pc:docMk/>
            <pc:sldMk cId="2565672552" sldId="774"/>
            <ac:cxnSpMk id="8" creationId="{C99247F1-C173-4FFD-B618-98ABE410C9CE}"/>
          </ac:cxnSpMkLst>
        </pc:cxnChg>
        <pc:cxnChg chg="mod topLvl">
          <ac:chgData name="Joonho Kwon" userId="fa141e0c-4849-4deb-8f8c-65d25da6d8db" providerId="ADAL" clId="{41C0069E-2F81-479B-9507-416535D53C2B}" dt="2020-03-08T09:51:48.287" v="4008" actId="1076"/>
          <ac:cxnSpMkLst>
            <pc:docMk/>
            <pc:sldMk cId="2565672552" sldId="774"/>
            <ac:cxnSpMk id="13" creationId="{16F4E18A-BF2C-4BA5-A5C1-DBDE0FB19972}"/>
          </ac:cxnSpMkLst>
        </pc:cxnChg>
        <pc:cxnChg chg="mod topLvl">
          <ac:chgData name="Joonho Kwon" userId="fa141e0c-4849-4deb-8f8c-65d25da6d8db" providerId="ADAL" clId="{41C0069E-2F81-479B-9507-416535D53C2B}" dt="2020-03-08T09:51:48.287" v="4008" actId="1076"/>
          <ac:cxnSpMkLst>
            <pc:docMk/>
            <pc:sldMk cId="2565672552" sldId="774"/>
            <ac:cxnSpMk id="15" creationId="{852304EE-53A9-4642-A63E-2FFD3F256D5C}"/>
          </ac:cxnSpMkLst>
        </pc:cxnChg>
      </pc:sldChg>
      <pc:sldChg chg="addSp modSp add">
        <pc:chgData name="Joonho Kwon" userId="fa141e0c-4849-4deb-8f8c-65d25da6d8db" providerId="ADAL" clId="{41C0069E-2F81-479B-9507-416535D53C2B}" dt="2020-03-08T09:57:15.802" v="4053" actId="1076"/>
        <pc:sldMkLst>
          <pc:docMk/>
          <pc:sldMk cId="4031613324" sldId="775"/>
        </pc:sldMkLst>
        <pc:spChg chg="mod">
          <ac:chgData name="Joonho Kwon" userId="fa141e0c-4849-4deb-8f8c-65d25da6d8db" providerId="ADAL" clId="{41C0069E-2F81-479B-9507-416535D53C2B}" dt="2020-03-08T09:53:50.483" v="4035"/>
          <ac:spMkLst>
            <pc:docMk/>
            <pc:sldMk cId="4031613324" sldId="775"/>
            <ac:spMk id="3" creationId="{F4D853E5-1F8D-4A5B-957D-33CCE6DE76F5}"/>
          </ac:spMkLst>
        </pc:spChg>
        <pc:spChg chg="add mod">
          <ac:chgData name="Joonho Kwon" userId="fa141e0c-4849-4deb-8f8c-65d25da6d8db" providerId="ADAL" clId="{41C0069E-2F81-479B-9507-416535D53C2B}" dt="2020-03-08T09:57:15.802" v="4053" actId="1076"/>
          <ac:spMkLst>
            <pc:docMk/>
            <pc:sldMk cId="4031613324" sldId="775"/>
            <ac:spMk id="5" creationId="{47188D11-4EBC-49EC-B9B2-AAD108692427}"/>
          </ac:spMkLst>
        </pc:spChg>
      </pc:sldChg>
      <pc:sldChg chg="addSp modSp add">
        <pc:chgData name="Joonho Kwon" userId="fa141e0c-4849-4deb-8f8c-65d25da6d8db" providerId="ADAL" clId="{41C0069E-2F81-479B-9507-416535D53C2B}" dt="2020-03-08T09:58:28.538" v="4066" actId="1076"/>
        <pc:sldMkLst>
          <pc:docMk/>
          <pc:sldMk cId="756348331" sldId="776"/>
        </pc:sldMkLst>
        <pc:spChg chg="mod">
          <ac:chgData name="Joonho Kwon" userId="fa141e0c-4849-4deb-8f8c-65d25da6d8db" providerId="ADAL" clId="{41C0069E-2F81-479B-9507-416535D53C2B}" dt="2020-03-08T09:53:56.084" v="4037"/>
          <ac:spMkLst>
            <pc:docMk/>
            <pc:sldMk cId="756348331" sldId="776"/>
            <ac:spMk id="3" creationId="{385F6D1F-CA43-4DD3-AC88-3C710B2D2C34}"/>
          </ac:spMkLst>
        </pc:spChg>
        <pc:spChg chg="add mod">
          <ac:chgData name="Joonho Kwon" userId="fa141e0c-4849-4deb-8f8c-65d25da6d8db" providerId="ADAL" clId="{41C0069E-2F81-479B-9507-416535D53C2B}" dt="2020-03-08T09:58:28.538" v="4066" actId="1076"/>
          <ac:spMkLst>
            <pc:docMk/>
            <pc:sldMk cId="756348331" sldId="776"/>
            <ac:spMk id="5" creationId="{CB14FDD6-52DD-4422-BCF1-249E6C575239}"/>
          </ac:spMkLst>
        </pc:spChg>
      </pc:sldChg>
      <pc:sldChg chg="addSp modSp add">
        <pc:chgData name="Joonho Kwon" userId="fa141e0c-4849-4deb-8f8c-65d25da6d8db" providerId="ADAL" clId="{41C0069E-2F81-479B-9507-416535D53C2B}" dt="2020-03-08T09:59:05.997" v="4078" actId="6549"/>
        <pc:sldMkLst>
          <pc:docMk/>
          <pc:sldMk cId="1210881558" sldId="777"/>
        </pc:sldMkLst>
        <pc:spChg chg="mod">
          <ac:chgData name="Joonho Kwon" userId="fa141e0c-4849-4deb-8f8c-65d25da6d8db" providerId="ADAL" clId="{41C0069E-2F81-479B-9507-416535D53C2B}" dt="2020-03-08T09:54:00.866" v="4039"/>
          <ac:spMkLst>
            <pc:docMk/>
            <pc:sldMk cId="1210881558" sldId="777"/>
            <ac:spMk id="3" creationId="{F1107D16-B9CD-4D6C-A84B-907D7560C7D4}"/>
          </ac:spMkLst>
        </pc:spChg>
        <pc:spChg chg="add mod">
          <ac:chgData name="Joonho Kwon" userId="fa141e0c-4849-4deb-8f8c-65d25da6d8db" providerId="ADAL" clId="{41C0069E-2F81-479B-9507-416535D53C2B}" dt="2020-03-08T09:59:05.997" v="4078" actId="6549"/>
          <ac:spMkLst>
            <pc:docMk/>
            <pc:sldMk cId="1210881558" sldId="777"/>
            <ac:spMk id="5" creationId="{65EE5198-B886-4529-B96C-49554847DBF4}"/>
          </ac:spMkLst>
        </pc:spChg>
      </pc:sldChg>
      <pc:sldChg chg="modSp add">
        <pc:chgData name="Joonho Kwon" userId="fa141e0c-4849-4deb-8f8c-65d25da6d8db" providerId="ADAL" clId="{41C0069E-2F81-479B-9507-416535D53C2B}" dt="2020-03-08T09:54:14.648" v="4044" actId="27636"/>
        <pc:sldMkLst>
          <pc:docMk/>
          <pc:sldMk cId="898465992" sldId="778"/>
        </pc:sldMkLst>
        <pc:spChg chg="mod">
          <ac:chgData name="Joonho Kwon" userId="fa141e0c-4849-4deb-8f8c-65d25da6d8db" providerId="ADAL" clId="{41C0069E-2F81-479B-9507-416535D53C2B}" dt="2020-03-08T09:54:14.648" v="4044" actId="27636"/>
          <ac:spMkLst>
            <pc:docMk/>
            <pc:sldMk cId="898465992" sldId="778"/>
            <ac:spMk id="3" creationId="{0E833577-2A89-4A91-BCBA-50314C5DA7F9}"/>
          </ac:spMkLst>
        </pc:spChg>
      </pc:sldChg>
    </pc:docChg>
  </pc:docChgLst>
  <pc:docChgLst>
    <pc:chgData name="Joonho Kwon" userId="fa141e0c-4849-4deb-8f8c-65d25da6d8db" providerId="ADAL" clId="{A8F0166C-635C-4C1F-B34B-B74A59334B42}"/>
    <pc:docChg chg="custSel addSld delSld modSld">
      <pc:chgData name="Joonho Kwon" userId="fa141e0c-4849-4deb-8f8c-65d25da6d8db" providerId="ADAL" clId="{A8F0166C-635C-4C1F-B34B-B74A59334B42}" dt="2020-01-04T05:54:27.012" v="29" actId="20577"/>
      <pc:docMkLst>
        <pc:docMk/>
      </pc:docMkLst>
      <pc:sldChg chg="modSp">
        <pc:chgData name="Joonho Kwon" userId="fa141e0c-4849-4deb-8f8c-65d25da6d8db" providerId="ADAL" clId="{A8F0166C-635C-4C1F-B34B-B74A59334B42}" dt="2020-01-04T05:51:35.345" v="1" actId="404"/>
        <pc:sldMkLst>
          <pc:docMk/>
          <pc:sldMk cId="0" sldId="394"/>
        </pc:sldMkLst>
        <pc:spChg chg="mod">
          <ac:chgData name="Joonho Kwon" userId="fa141e0c-4849-4deb-8f8c-65d25da6d8db" providerId="ADAL" clId="{A8F0166C-635C-4C1F-B34B-B74A59334B42}" dt="2020-01-04T05:51:35.345" v="1" actId="404"/>
          <ac:spMkLst>
            <pc:docMk/>
            <pc:sldMk cId="0" sldId="394"/>
            <ac:spMk id="5122" creationId="{00000000-0000-0000-0000-000000000000}"/>
          </ac:spMkLst>
        </pc:spChg>
      </pc:sldChg>
      <pc:sldChg chg="modSp">
        <pc:chgData name="Joonho Kwon" userId="fa141e0c-4849-4deb-8f8c-65d25da6d8db" providerId="ADAL" clId="{A8F0166C-635C-4C1F-B34B-B74A59334B42}" dt="2020-01-04T05:52:20.626" v="21" actId="15"/>
        <pc:sldMkLst>
          <pc:docMk/>
          <pc:sldMk cId="0" sldId="395"/>
        </pc:sldMkLst>
        <pc:spChg chg="mod">
          <ac:chgData name="Joonho Kwon" userId="fa141e0c-4849-4deb-8f8c-65d25da6d8db" providerId="ADAL" clId="{A8F0166C-635C-4C1F-B34B-B74A59334B42}" dt="2020-01-04T05:52:20.626" v="21" actId="15"/>
          <ac:spMkLst>
            <pc:docMk/>
            <pc:sldMk cId="0" sldId="395"/>
            <ac:spMk id="6146" creationId="{00000000-0000-0000-0000-000000000000}"/>
          </ac:spMkLst>
        </pc:spChg>
        <pc:spChg chg="mod">
          <ac:chgData name="Joonho Kwon" userId="fa141e0c-4849-4deb-8f8c-65d25da6d8db" providerId="ADAL" clId="{A8F0166C-635C-4C1F-B34B-B74A59334B42}" dt="2020-01-04T05:52:08.040" v="15"/>
          <ac:spMkLst>
            <pc:docMk/>
            <pc:sldMk cId="0" sldId="395"/>
            <ac:spMk id="6147" creationId="{00000000-0000-0000-0000-000000000000}"/>
          </ac:spMkLst>
        </pc:spChg>
      </pc:sldChg>
      <pc:sldChg chg="del">
        <pc:chgData name="Joonho Kwon" userId="fa141e0c-4849-4deb-8f8c-65d25da6d8db" providerId="ADAL" clId="{A8F0166C-635C-4C1F-B34B-B74A59334B42}" dt="2020-01-04T05:51:45.541" v="2" actId="47"/>
        <pc:sldMkLst>
          <pc:docMk/>
          <pc:sldMk cId="2839495689" sldId="436"/>
        </pc:sldMkLst>
      </pc:sldChg>
      <pc:sldChg chg="modSp">
        <pc:chgData name="Joonho Kwon" userId="fa141e0c-4849-4deb-8f8c-65d25da6d8db" providerId="ADAL" clId="{A8F0166C-635C-4C1F-B34B-B74A59334B42}" dt="2020-01-04T05:54:10.657" v="25"/>
        <pc:sldMkLst>
          <pc:docMk/>
          <pc:sldMk cId="1902155382" sldId="445"/>
        </pc:sldMkLst>
        <pc:spChg chg="mod">
          <ac:chgData name="Joonho Kwon" userId="fa141e0c-4849-4deb-8f8c-65d25da6d8db" providerId="ADAL" clId="{A8F0166C-635C-4C1F-B34B-B74A59334B42}" dt="2020-01-04T05:54:10.657" v="25"/>
          <ac:spMkLst>
            <pc:docMk/>
            <pc:sldMk cId="1902155382" sldId="445"/>
            <ac:spMk id="2" creationId="{38A75BDD-1331-4D66-9EA5-1A2DDCEFE726}"/>
          </ac:spMkLst>
        </pc:spChg>
        <pc:spChg chg="mod">
          <ac:chgData name="Joonho Kwon" userId="fa141e0c-4849-4deb-8f8c-65d25da6d8db" providerId="ADAL" clId="{A8F0166C-635C-4C1F-B34B-B74A59334B42}" dt="2020-01-04T05:54:04.211" v="23" actId="27636"/>
          <ac:spMkLst>
            <pc:docMk/>
            <pc:sldMk cId="1902155382" sldId="445"/>
            <ac:spMk id="3" creationId="{5EBCFC71-EF48-46C2-ABEE-575C977E0474}"/>
          </ac:spMkLst>
        </pc:spChg>
      </pc:sldChg>
      <pc:sldChg chg="modSp add">
        <pc:chgData name="Joonho Kwon" userId="fa141e0c-4849-4deb-8f8c-65d25da6d8db" providerId="ADAL" clId="{A8F0166C-635C-4C1F-B34B-B74A59334B42}" dt="2020-01-04T05:51:59.998" v="14" actId="404"/>
        <pc:sldMkLst>
          <pc:docMk/>
          <pc:sldMk cId="1161516010" sldId="452"/>
        </pc:sldMkLst>
        <pc:spChg chg="mod">
          <ac:chgData name="Joonho Kwon" userId="fa141e0c-4849-4deb-8f8c-65d25da6d8db" providerId="ADAL" clId="{A8F0166C-635C-4C1F-B34B-B74A59334B42}" dt="2020-01-04T05:51:59.998" v="14" actId="404"/>
          <ac:spMkLst>
            <pc:docMk/>
            <pc:sldMk cId="1161516010" sldId="452"/>
            <ac:spMk id="2" creationId="{97BBFB35-A450-47A2-87A7-1E5894B894A6}"/>
          </ac:spMkLst>
        </pc:spChg>
        <pc:spChg chg="mod">
          <ac:chgData name="Joonho Kwon" userId="fa141e0c-4849-4deb-8f8c-65d25da6d8db" providerId="ADAL" clId="{A8F0166C-635C-4C1F-B34B-B74A59334B42}" dt="2020-01-04T05:51:51.070" v="11" actId="20577"/>
          <ac:spMkLst>
            <pc:docMk/>
            <pc:sldMk cId="1161516010" sldId="452"/>
            <ac:spMk id="3" creationId="{88803E2B-48E1-4CD9-AB0C-CAE533271E7B}"/>
          </ac:spMkLst>
        </pc:spChg>
      </pc:sldChg>
      <pc:sldChg chg="modSp add">
        <pc:chgData name="Joonho Kwon" userId="fa141e0c-4849-4deb-8f8c-65d25da6d8db" providerId="ADAL" clId="{A8F0166C-635C-4C1F-B34B-B74A59334B42}" dt="2020-01-04T05:54:27.012" v="29" actId="20577"/>
        <pc:sldMkLst>
          <pc:docMk/>
          <pc:sldMk cId="2439468546" sldId="453"/>
        </pc:sldMkLst>
        <pc:spChg chg="mod">
          <ac:chgData name="Joonho Kwon" userId="fa141e0c-4849-4deb-8f8c-65d25da6d8db" providerId="ADAL" clId="{A8F0166C-635C-4C1F-B34B-B74A59334B42}" dt="2020-01-04T05:54:27.012" v="29" actId="20577"/>
          <ac:spMkLst>
            <pc:docMk/>
            <pc:sldMk cId="2439468546" sldId="453"/>
            <ac:spMk id="2" creationId="{81E0460E-E954-46C0-B1AD-15846A824D31}"/>
          </ac:spMkLst>
        </pc:spChg>
        <pc:spChg chg="mod">
          <ac:chgData name="Joonho Kwon" userId="fa141e0c-4849-4deb-8f8c-65d25da6d8db" providerId="ADAL" clId="{A8F0166C-635C-4C1F-B34B-B74A59334B42}" dt="2020-01-04T05:54:20.043" v="27"/>
          <ac:spMkLst>
            <pc:docMk/>
            <pc:sldMk cId="2439468546" sldId="453"/>
            <ac:spMk id="3" creationId="{C92F79C9-35BA-4B8E-A9BA-A9CEFC456D05}"/>
          </ac:spMkLst>
        </pc:spChg>
      </pc:sldChg>
    </pc:docChg>
  </pc:docChgLst>
  <pc:docChgLst>
    <pc:chgData name="Joonho Kwon" userId="fa141e0c-4849-4deb-8f8c-65d25da6d8db" providerId="ADAL" clId="{480DCF3E-EFFD-4CD0-B628-D668145A1D0F}"/>
    <pc:docChg chg="undo custSel addSld delSld modSld sldOrd modMainMaster">
      <pc:chgData name="Joonho Kwon" userId="fa141e0c-4849-4deb-8f8c-65d25da6d8db" providerId="ADAL" clId="{480DCF3E-EFFD-4CD0-B628-D668145A1D0F}" dt="2020-02-29T10:29:57.076" v="4251" actId="20577"/>
      <pc:docMkLst>
        <pc:docMk/>
      </pc:docMkLst>
      <pc:sldChg chg="modSp">
        <pc:chgData name="Joonho Kwon" userId="fa141e0c-4849-4deb-8f8c-65d25da6d8db" providerId="ADAL" clId="{480DCF3E-EFFD-4CD0-B628-D668145A1D0F}" dt="2020-02-29T07:59:56.114" v="2" actId="20577"/>
        <pc:sldMkLst>
          <pc:docMk/>
          <pc:sldMk cId="0" sldId="256"/>
        </pc:sldMkLst>
        <pc:spChg chg="mod">
          <ac:chgData name="Joonho Kwon" userId="fa141e0c-4849-4deb-8f8c-65d25da6d8db" providerId="ADAL" clId="{480DCF3E-EFFD-4CD0-B628-D668145A1D0F}" dt="2020-02-29T07:59:56.114" v="2" actId="20577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Joonho Kwon" userId="fa141e0c-4849-4deb-8f8c-65d25da6d8db" providerId="ADAL" clId="{480DCF3E-EFFD-4CD0-B628-D668145A1D0F}" dt="2020-02-29T08:18:39.824" v="1303" actId="1076"/>
        <pc:sldMkLst>
          <pc:docMk/>
          <pc:sldMk cId="3070155664" sldId="643"/>
        </pc:sldMkLst>
        <pc:spChg chg="mod">
          <ac:chgData name="Joonho Kwon" userId="fa141e0c-4849-4deb-8f8c-65d25da6d8db" providerId="ADAL" clId="{480DCF3E-EFFD-4CD0-B628-D668145A1D0F}" dt="2020-02-29T08:17:15.271" v="1204" actId="20577"/>
          <ac:spMkLst>
            <pc:docMk/>
            <pc:sldMk cId="3070155664" sldId="643"/>
            <ac:spMk id="3" creationId="{4D1C0D05-9B55-4C77-B4F9-B9B86E717008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6" creationId="{95B533BE-F175-4781-B89F-FD526CCB130E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7" creationId="{0A65BA44-AC1C-4929-B5FB-5089CF482453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8" creationId="{2F7CB390-E659-4850-98A9-96AB62A48F40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9" creationId="{C8702DAA-D8B1-44E6-AF8F-D3AC40FFF8E9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10" creationId="{758C3CE7-2A6A-4E9A-860C-49A0811D0031}"/>
          </ac:spMkLst>
        </pc:spChg>
        <pc:spChg chg="mod">
          <ac:chgData name="Joonho Kwon" userId="fa141e0c-4849-4deb-8f8c-65d25da6d8db" providerId="ADAL" clId="{480DCF3E-EFFD-4CD0-B628-D668145A1D0F}" dt="2020-02-29T08:18:39.824" v="1303" actId="1076"/>
          <ac:spMkLst>
            <pc:docMk/>
            <pc:sldMk cId="3070155664" sldId="643"/>
            <ac:spMk id="11" creationId="{075D4F58-8FDC-4040-9F77-D3FF3611D9F6}"/>
          </ac:spMkLst>
        </pc:spChg>
        <pc:spChg chg="mod">
          <ac:chgData name="Joonho Kwon" userId="fa141e0c-4849-4deb-8f8c-65d25da6d8db" providerId="ADAL" clId="{480DCF3E-EFFD-4CD0-B628-D668145A1D0F}" dt="2020-02-29T08:18:33.001" v="1302" actId="20577"/>
          <ac:spMkLst>
            <pc:docMk/>
            <pc:sldMk cId="3070155664" sldId="643"/>
            <ac:spMk id="50" creationId="{1935023C-E748-4432-AD70-CCEBF9768678}"/>
          </ac:spMkLst>
        </pc:spChg>
        <pc:cxnChg chg="mod">
          <ac:chgData name="Joonho Kwon" userId="fa141e0c-4849-4deb-8f8c-65d25da6d8db" providerId="ADAL" clId="{480DCF3E-EFFD-4CD0-B628-D668145A1D0F}" dt="2020-02-29T08:18:39.824" v="1303" actId="1076"/>
          <ac:cxnSpMkLst>
            <pc:docMk/>
            <pc:sldMk cId="3070155664" sldId="643"/>
            <ac:cxnSpMk id="13" creationId="{2C2CE680-9C5D-4359-B2FC-9BEBB7E4CDCA}"/>
          </ac:cxnSpMkLst>
        </pc:cxnChg>
        <pc:cxnChg chg="mod">
          <ac:chgData name="Joonho Kwon" userId="fa141e0c-4849-4deb-8f8c-65d25da6d8db" providerId="ADAL" clId="{480DCF3E-EFFD-4CD0-B628-D668145A1D0F}" dt="2020-02-29T08:18:39.824" v="1303" actId="1076"/>
          <ac:cxnSpMkLst>
            <pc:docMk/>
            <pc:sldMk cId="3070155664" sldId="643"/>
            <ac:cxnSpMk id="14" creationId="{63794F8A-1F6E-45D3-B6F8-CFEE3110004B}"/>
          </ac:cxnSpMkLst>
        </pc:cxnChg>
        <pc:cxnChg chg="mod">
          <ac:chgData name="Joonho Kwon" userId="fa141e0c-4849-4deb-8f8c-65d25da6d8db" providerId="ADAL" clId="{480DCF3E-EFFD-4CD0-B628-D668145A1D0F}" dt="2020-02-29T08:18:39.824" v="1303" actId="1076"/>
          <ac:cxnSpMkLst>
            <pc:docMk/>
            <pc:sldMk cId="3070155664" sldId="643"/>
            <ac:cxnSpMk id="18" creationId="{49DACF1A-4435-44D0-A1E8-EE8877E3C8CD}"/>
          </ac:cxnSpMkLst>
        </pc:cxnChg>
        <pc:cxnChg chg="mod">
          <ac:chgData name="Joonho Kwon" userId="fa141e0c-4849-4deb-8f8c-65d25da6d8db" providerId="ADAL" clId="{480DCF3E-EFFD-4CD0-B628-D668145A1D0F}" dt="2020-02-29T08:18:39.824" v="1303" actId="1076"/>
          <ac:cxnSpMkLst>
            <pc:docMk/>
            <pc:sldMk cId="3070155664" sldId="643"/>
            <ac:cxnSpMk id="21" creationId="{3AB9CD84-7F16-413E-AA37-4102F060C3F9}"/>
          </ac:cxnSpMkLst>
        </pc:cxnChg>
        <pc:cxnChg chg="mod">
          <ac:chgData name="Joonho Kwon" userId="fa141e0c-4849-4deb-8f8c-65d25da6d8db" providerId="ADAL" clId="{480DCF3E-EFFD-4CD0-B628-D668145A1D0F}" dt="2020-02-29T08:18:39.824" v="1303" actId="1076"/>
          <ac:cxnSpMkLst>
            <pc:docMk/>
            <pc:sldMk cId="3070155664" sldId="643"/>
            <ac:cxnSpMk id="33" creationId="{178E82BD-8A54-45F5-9A2C-028580D5D09C}"/>
          </ac:cxnSpMkLst>
        </pc:cxnChg>
      </pc:sldChg>
      <pc:sldChg chg="del">
        <pc:chgData name="Joonho Kwon" userId="fa141e0c-4849-4deb-8f8c-65d25da6d8db" providerId="ADAL" clId="{480DCF3E-EFFD-4CD0-B628-D668145A1D0F}" dt="2020-02-29T08:47:24.517" v="2117" actId="47"/>
        <pc:sldMkLst>
          <pc:docMk/>
          <pc:sldMk cId="1968783637" sldId="644"/>
        </pc:sldMkLst>
      </pc:sldChg>
      <pc:sldChg chg="del">
        <pc:chgData name="Joonho Kwon" userId="fa141e0c-4849-4deb-8f8c-65d25da6d8db" providerId="ADAL" clId="{480DCF3E-EFFD-4CD0-B628-D668145A1D0F}" dt="2020-02-29T10:28:46.972" v="4221" actId="47"/>
        <pc:sldMkLst>
          <pc:docMk/>
          <pc:sldMk cId="786078153" sldId="676"/>
        </pc:sldMkLst>
      </pc:sldChg>
      <pc:sldChg chg="del">
        <pc:chgData name="Joonho Kwon" userId="fa141e0c-4849-4deb-8f8c-65d25da6d8db" providerId="ADAL" clId="{480DCF3E-EFFD-4CD0-B628-D668145A1D0F}" dt="2020-02-29T10:28:46.972" v="4221" actId="47"/>
        <pc:sldMkLst>
          <pc:docMk/>
          <pc:sldMk cId="2392523342" sldId="678"/>
        </pc:sldMkLst>
      </pc:sldChg>
      <pc:sldChg chg="addSp delSp modSp">
        <pc:chgData name="Joonho Kwon" userId="fa141e0c-4849-4deb-8f8c-65d25da6d8db" providerId="ADAL" clId="{480DCF3E-EFFD-4CD0-B628-D668145A1D0F}" dt="2020-02-29T08:16:15.422" v="1084" actId="20577"/>
        <pc:sldMkLst>
          <pc:docMk/>
          <pc:sldMk cId="3803719304" sldId="687"/>
        </pc:sldMkLst>
        <pc:spChg chg="mod">
          <ac:chgData name="Joonho Kwon" userId="fa141e0c-4849-4deb-8f8c-65d25da6d8db" providerId="ADAL" clId="{480DCF3E-EFFD-4CD0-B628-D668145A1D0F}" dt="2020-02-29T08:06:13.527" v="365" actId="20577"/>
          <ac:spMkLst>
            <pc:docMk/>
            <pc:sldMk cId="3803719304" sldId="687"/>
            <ac:spMk id="2" creationId="{185F4A7A-2CD6-44CF-8E35-A7AF50D3554F}"/>
          </ac:spMkLst>
        </pc:spChg>
        <pc:spChg chg="mod">
          <ac:chgData name="Joonho Kwon" userId="fa141e0c-4849-4deb-8f8c-65d25da6d8db" providerId="ADAL" clId="{480DCF3E-EFFD-4CD0-B628-D668145A1D0F}" dt="2020-02-29T08:16:15.422" v="1084" actId="20577"/>
          <ac:spMkLst>
            <pc:docMk/>
            <pc:sldMk cId="3803719304" sldId="687"/>
            <ac:spMk id="3" creationId="{94A90C60-D789-4B1A-969B-80DCB4B7DA51}"/>
          </ac:spMkLst>
        </pc:spChg>
        <pc:spChg chg="mod">
          <ac:chgData name="Joonho Kwon" userId="fa141e0c-4849-4deb-8f8c-65d25da6d8db" providerId="ADAL" clId="{480DCF3E-EFFD-4CD0-B628-D668145A1D0F}" dt="2020-02-29T08:05:01.039" v="351" actId="14100"/>
          <ac:spMkLst>
            <pc:docMk/>
            <pc:sldMk cId="3803719304" sldId="687"/>
            <ac:spMk id="5" creationId="{F8EBA78B-C8A3-4228-AB46-937D3B2FE7BC}"/>
          </ac:spMkLst>
        </pc:spChg>
        <pc:cxnChg chg="add del mod">
          <ac:chgData name="Joonho Kwon" userId="fa141e0c-4849-4deb-8f8c-65d25da6d8db" providerId="ADAL" clId="{480DCF3E-EFFD-4CD0-B628-D668145A1D0F}" dt="2020-02-29T08:06:24.201" v="367" actId="478"/>
          <ac:cxnSpMkLst>
            <pc:docMk/>
            <pc:sldMk cId="3803719304" sldId="687"/>
            <ac:cxnSpMk id="7" creationId="{C3473E20-974F-45A6-9D30-DD2E51CB7E21}"/>
          </ac:cxnSpMkLst>
        </pc:cxnChg>
      </pc:sldChg>
      <pc:sldChg chg="addSp modSp">
        <pc:chgData name="Joonho Kwon" userId="fa141e0c-4849-4deb-8f8c-65d25da6d8db" providerId="ADAL" clId="{480DCF3E-EFFD-4CD0-B628-D668145A1D0F}" dt="2020-02-29T08:16:28.965" v="1089" actId="14100"/>
        <pc:sldMkLst>
          <pc:docMk/>
          <pc:sldMk cId="2634545969" sldId="688"/>
        </pc:sldMkLst>
        <pc:spChg chg="mod">
          <ac:chgData name="Joonho Kwon" userId="fa141e0c-4849-4deb-8f8c-65d25da6d8db" providerId="ADAL" clId="{480DCF3E-EFFD-4CD0-B628-D668145A1D0F}" dt="2020-02-29T08:16:28.965" v="1089" actId="14100"/>
          <ac:spMkLst>
            <pc:docMk/>
            <pc:sldMk cId="2634545969" sldId="688"/>
            <ac:spMk id="2" creationId="{31CC53DD-F94A-411A-9864-4582A0F9B624}"/>
          </ac:spMkLst>
        </pc:spChg>
        <pc:spChg chg="mod">
          <ac:chgData name="Joonho Kwon" userId="fa141e0c-4849-4deb-8f8c-65d25da6d8db" providerId="ADAL" clId="{480DCF3E-EFFD-4CD0-B628-D668145A1D0F}" dt="2020-02-29T08:16:21.257" v="1087" actId="20577"/>
          <ac:spMkLst>
            <pc:docMk/>
            <pc:sldMk cId="2634545969" sldId="688"/>
            <ac:spMk id="3" creationId="{C4964E5E-BC37-46CA-BDB2-F0875F8ECB1B}"/>
          </ac:spMkLst>
        </pc:spChg>
        <pc:spChg chg="add mod">
          <ac:chgData name="Joonho Kwon" userId="fa141e0c-4849-4deb-8f8c-65d25da6d8db" providerId="ADAL" clId="{480DCF3E-EFFD-4CD0-B628-D668145A1D0F}" dt="2020-02-29T08:16:26.319" v="1088" actId="1076"/>
          <ac:spMkLst>
            <pc:docMk/>
            <pc:sldMk cId="2634545969" sldId="688"/>
            <ac:spMk id="5" creationId="{149EFD1A-2D73-4CAB-B963-02052D75EA1E}"/>
          </ac:spMkLst>
        </pc:spChg>
      </pc:sldChg>
      <pc:sldChg chg="del">
        <pc:chgData name="Joonho Kwon" userId="fa141e0c-4849-4deb-8f8c-65d25da6d8db" providerId="ADAL" clId="{480DCF3E-EFFD-4CD0-B628-D668145A1D0F}" dt="2020-02-29T08:16:38.421" v="1097" actId="47"/>
        <pc:sldMkLst>
          <pc:docMk/>
          <pc:sldMk cId="3950175198" sldId="689"/>
        </pc:sldMkLst>
      </pc:sldChg>
      <pc:sldChg chg="del">
        <pc:chgData name="Joonho Kwon" userId="fa141e0c-4849-4deb-8f8c-65d25da6d8db" providerId="ADAL" clId="{480DCF3E-EFFD-4CD0-B628-D668145A1D0F}" dt="2020-02-29T08:16:45.690" v="1098" actId="47"/>
        <pc:sldMkLst>
          <pc:docMk/>
          <pc:sldMk cId="779018326" sldId="690"/>
        </pc:sldMkLst>
      </pc:sldChg>
      <pc:sldChg chg="addSp delSp modSp">
        <pc:chgData name="Joonho Kwon" userId="fa141e0c-4849-4deb-8f8c-65d25da6d8db" providerId="ADAL" clId="{480DCF3E-EFFD-4CD0-B628-D668145A1D0F}" dt="2020-02-29T09:13:12.792" v="2672" actId="478"/>
        <pc:sldMkLst>
          <pc:docMk/>
          <pc:sldMk cId="1416401457" sldId="691"/>
        </pc:sldMkLst>
        <pc:spChg chg="mod">
          <ac:chgData name="Joonho Kwon" userId="fa141e0c-4849-4deb-8f8c-65d25da6d8db" providerId="ADAL" clId="{480DCF3E-EFFD-4CD0-B628-D668145A1D0F}" dt="2020-02-29T08:55:29.977" v="2278" actId="20577"/>
          <ac:spMkLst>
            <pc:docMk/>
            <pc:sldMk cId="1416401457" sldId="691"/>
            <ac:spMk id="2" creationId="{EC7FCEAA-1826-45B3-81C2-4604EC6395FA}"/>
          </ac:spMkLst>
        </pc:spChg>
        <pc:spChg chg="mod">
          <ac:chgData name="Joonho Kwon" userId="fa141e0c-4849-4deb-8f8c-65d25da6d8db" providerId="ADAL" clId="{480DCF3E-EFFD-4CD0-B628-D668145A1D0F}" dt="2020-02-29T08:56:41.060" v="2287" actId="6549"/>
          <ac:spMkLst>
            <pc:docMk/>
            <pc:sldMk cId="1416401457" sldId="691"/>
            <ac:spMk id="3" creationId="{DB4B5724-A5F8-4AD9-A236-61E92B692DDB}"/>
          </ac:spMkLst>
        </pc:spChg>
        <pc:spChg chg="mod">
          <ac:chgData name="Joonho Kwon" userId="fa141e0c-4849-4deb-8f8c-65d25da6d8db" providerId="ADAL" clId="{480DCF3E-EFFD-4CD0-B628-D668145A1D0F}" dt="2020-02-29T08:55:50.433" v="2280" actId="1076"/>
          <ac:spMkLst>
            <pc:docMk/>
            <pc:sldMk cId="1416401457" sldId="691"/>
            <ac:spMk id="5" creationId="{908D15F3-C406-4A16-A5AF-B2D642950577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7" creationId="{20E226C3-D6D0-47AE-BC1B-9C536195E735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8" creationId="{5F3503A3-200E-4091-B095-7B002D566AC4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9" creationId="{75C9E4B8-0CE2-41CA-93CF-911EF603B7D8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10" creationId="{F1C4D377-4C76-4F0D-A746-C63C064BDEF5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11" creationId="{BB930C1D-8A49-47E7-9A22-476C75E29377}"/>
          </ac:spMkLst>
        </pc:spChg>
        <pc:spChg chg="add del mod">
          <ac:chgData name="Joonho Kwon" userId="fa141e0c-4849-4deb-8f8c-65d25da6d8db" providerId="ADAL" clId="{480DCF3E-EFFD-4CD0-B628-D668145A1D0F}" dt="2020-02-29T08:54:04.013" v="2158" actId="478"/>
          <ac:spMkLst>
            <pc:docMk/>
            <pc:sldMk cId="1416401457" sldId="691"/>
            <ac:spMk id="12" creationId="{72C4D383-F67D-4C72-9F70-901D33294E68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19" creationId="{78FD41BF-0AD2-4C5D-B4E1-C56BC80F08E9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20" creationId="{962780F3-62E8-4050-AF94-5AFDB5B0599B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22" creationId="{D6802D86-4551-40E0-A9BB-201F43CFBA34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23" creationId="{6BC48126-0BB1-404D-96EE-8A2B9C2EA561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24" creationId="{29AF598E-3FCF-4536-9F0C-1FF9BABD579E}"/>
          </ac:spMkLst>
        </pc:spChg>
        <pc:spChg chg="add del">
          <ac:chgData name="Joonho Kwon" userId="fa141e0c-4849-4deb-8f8c-65d25da6d8db" providerId="ADAL" clId="{480DCF3E-EFFD-4CD0-B628-D668145A1D0F}" dt="2020-02-29T08:54:07.350" v="2162"/>
          <ac:spMkLst>
            <pc:docMk/>
            <pc:sldMk cId="1416401457" sldId="691"/>
            <ac:spMk id="25" creationId="{7B2C5614-5DF9-4AE7-9DD5-B42B1AD5752C}"/>
          </ac:spMkLst>
        </pc:spChg>
        <pc:spChg chg="mod">
          <ac:chgData name="Joonho Kwon" userId="fa141e0c-4849-4deb-8f8c-65d25da6d8db" providerId="ADAL" clId="{480DCF3E-EFFD-4CD0-B628-D668145A1D0F}" dt="2020-02-29T09:12:42.861" v="2658" actId="1582"/>
          <ac:spMkLst>
            <pc:docMk/>
            <pc:sldMk cId="1416401457" sldId="691"/>
            <ac:spMk id="32" creationId="{20656A71-3ECB-454F-BDB6-8DF24A369DBA}"/>
          </ac:spMkLst>
        </pc:spChg>
        <pc:spChg chg="mod">
          <ac:chgData name="Joonho Kwon" userId="fa141e0c-4849-4deb-8f8c-65d25da6d8db" providerId="ADAL" clId="{480DCF3E-EFFD-4CD0-B628-D668145A1D0F}" dt="2020-02-29T09:12:51.401" v="2661" actId="14100"/>
          <ac:spMkLst>
            <pc:docMk/>
            <pc:sldMk cId="1416401457" sldId="691"/>
            <ac:spMk id="33" creationId="{1A430101-BB9B-4BC2-A8CF-97475904C648}"/>
          </ac:spMkLst>
        </pc:spChg>
        <pc:spChg chg="mod">
          <ac:chgData name="Joonho Kwon" userId="fa141e0c-4849-4deb-8f8c-65d25da6d8db" providerId="ADAL" clId="{480DCF3E-EFFD-4CD0-B628-D668145A1D0F}" dt="2020-02-29T09:12:42.861" v="2658" actId="1582"/>
          <ac:spMkLst>
            <pc:docMk/>
            <pc:sldMk cId="1416401457" sldId="691"/>
            <ac:spMk id="34" creationId="{AF7F1B68-AAC8-4ECF-AAEB-86DA34F079BF}"/>
          </ac:spMkLst>
        </pc:spChg>
        <pc:spChg chg="mod">
          <ac:chgData name="Joonho Kwon" userId="fa141e0c-4849-4deb-8f8c-65d25da6d8db" providerId="ADAL" clId="{480DCF3E-EFFD-4CD0-B628-D668145A1D0F}" dt="2020-02-29T09:12:42.861" v="2658" actId="1582"/>
          <ac:spMkLst>
            <pc:docMk/>
            <pc:sldMk cId="1416401457" sldId="691"/>
            <ac:spMk id="35" creationId="{8ACBABB3-8BBB-44AA-B1C1-57E1B02B51CB}"/>
          </ac:spMkLst>
        </pc:spChg>
        <pc:spChg chg="mod">
          <ac:chgData name="Joonho Kwon" userId="fa141e0c-4849-4deb-8f8c-65d25da6d8db" providerId="ADAL" clId="{480DCF3E-EFFD-4CD0-B628-D668145A1D0F}" dt="2020-02-29T09:12:42.861" v="2658" actId="1582"/>
          <ac:spMkLst>
            <pc:docMk/>
            <pc:sldMk cId="1416401457" sldId="691"/>
            <ac:spMk id="36" creationId="{CBE070E8-14EB-45F2-B02E-797F9E9608E3}"/>
          </ac:spMkLst>
        </pc:spChg>
        <pc:spChg chg="mod">
          <ac:chgData name="Joonho Kwon" userId="fa141e0c-4849-4deb-8f8c-65d25da6d8db" providerId="ADAL" clId="{480DCF3E-EFFD-4CD0-B628-D668145A1D0F}" dt="2020-02-29T09:12:42.861" v="2658" actId="1582"/>
          <ac:spMkLst>
            <pc:docMk/>
            <pc:sldMk cId="1416401457" sldId="691"/>
            <ac:spMk id="37" creationId="{8F0FAD13-FF83-41F4-AB24-D764101424FE}"/>
          </ac:spMkLst>
        </pc:spChg>
        <pc:grpChg chg="add mod">
          <ac:chgData name="Joonho Kwon" userId="fa141e0c-4849-4deb-8f8c-65d25da6d8db" providerId="ADAL" clId="{480DCF3E-EFFD-4CD0-B628-D668145A1D0F}" dt="2020-02-29T08:53:58.554" v="2157" actId="164"/>
          <ac:grpSpMkLst>
            <pc:docMk/>
            <pc:sldMk cId="1416401457" sldId="691"/>
            <ac:grpSpMk id="6" creationId="{5F427A9F-A67C-47AE-9FC8-C3A2A1F4D078}"/>
          </ac:grpSpMkLst>
        </pc:grpChg>
        <pc:grpChg chg="add mod">
          <ac:chgData name="Joonho Kwon" userId="fa141e0c-4849-4deb-8f8c-65d25da6d8db" providerId="ADAL" clId="{480DCF3E-EFFD-4CD0-B628-D668145A1D0F}" dt="2020-02-29T09:12:55.317" v="2662" actId="1076"/>
          <ac:grpSpMkLst>
            <pc:docMk/>
            <pc:sldMk cId="1416401457" sldId="691"/>
            <ac:grpSpMk id="31" creationId="{175AC08A-0F9C-4897-A60F-5ACB857AC3AC}"/>
          </ac:grpSpMkLst>
        </pc:grpChg>
        <pc:picChg chg="add del mod">
          <ac:chgData name="Joonho Kwon" userId="fa141e0c-4849-4deb-8f8c-65d25da6d8db" providerId="ADAL" clId="{480DCF3E-EFFD-4CD0-B628-D668145A1D0F}" dt="2020-02-29T09:13:12.792" v="2672" actId="478"/>
          <ac:picMkLst>
            <pc:docMk/>
            <pc:sldMk cId="1416401457" sldId="691"/>
            <ac:picMk id="18" creationId="{7F5DA764-BCAF-4CC2-B668-740D1DCE3D22}"/>
          </ac:picMkLst>
        </pc:picChg>
        <pc:picChg chg="del">
          <ac:chgData name="Joonho Kwon" userId="fa141e0c-4849-4deb-8f8c-65d25da6d8db" providerId="ADAL" clId="{480DCF3E-EFFD-4CD0-B628-D668145A1D0F}" dt="2020-02-29T08:54:21.193" v="2169" actId="478"/>
          <ac:picMkLst>
            <pc:docMk/>
            <pc:sldMk cId="1416401457" sldId="691"/>
            <ac:picMk id="21" creationId="{2A6B6B53-039C-48E1-8DFB-8E073B7622C2}"/>
          </ac:picMkLst>
        </pc:picChg>
        <pc:cxnChg chg="add del mod">
          <ac:chgData name="Joonho Kwon" userId="fa141e0c-4849-4deb-8f8c-65d25da6d8db" providerId="ADAL" clId="{480DCF3E-EFFD-4CD0-B628-D668145A1D0F}" dt="2020-02-29T08:54:04.013" v="2158" actId="478"/>
          <ac:cxnSpMkLst>
            <pc:docMk/>
            <pc:sldMk cId="1416401457" sldId="691"/>
            <ac:cxnSpMk id="13" creationId="{824DF1C8-97CA-4C2D-B8F1-67C2C2A582D0}"/>
          </ac:cxnSpMkLst>
        </pc:cxnChg>
        <pc:cxnChg chg="add del mod">
          <ac:chgData name="Joonho Kwon" userId="fa141e0c-4849-4deb-8f8c-65d25da6d8db" providerId="ADAL" clId="{480DCF3E-EFFD-4CD0-B628-D668145A1D0F}" dt="2020-02-29T08:54:04.013" v="2158" actId="478"/>
          <ac:cxnSpMkLst>
            <pc:docMk/>
            <pc:sldMk cId="1416401457" sldId="691"/>
            <ac:cxnSpMk id="14" creationId="{9E3E7EC9-4C8B-4B4B-AC3C-CD4F2F7CC078}"/>
          </ac:cxnSpMkLst>
        </pc:cxnChg>
        <pc:cxnChg chg="add del mod">
          <ac:chgData name="Joonho Kwon" userId="fa141e0c-4849-4deb-8f8c-65d25da6d8db" providerId="ADAL" clId="{480DCF3E-EFFD-4CD0-B628-D668145A1D0F}" dt="2020-02-29T08:54:04.013" v="2158" actId="478"/>
          <ac:cxnSpMkLst>
            <pc:docMk/>
            <pc:sldMk cId="1416401457" sldId="691"/>
            <ac:cxnSpMk id="15" creationId="{2D90CDD8-B09A-4162-BA92-2151574049BB}"/>
          </ac:cxnSpMkLst>
        </pc:cxnChg>
        <pc:cxnChg chg="add del mod">
          <ac:chgData name="Joonho Kwon" userId="fa141e0c-4849-4deb-8f8c-65d25da6d8db" providerId="ADAL" clId="{480DCF3E-EFFD-4CD0-B628-D668145A1D0F}" dt="2020-02-29T08:54:04.013" v="2158" actId="478"/>
          <ac:cxnSpMkLst>
            <pc:docMk/>
            <pc:sldMk cId="1416401457" sldId="691"/>
            <ac:cxnSpMk id="16" creationId="{A420CEBF-191F-4862-A028-91F8B26016D2}"/>
          </ac:cxnSpMkLst>
        </pc:cxnChg>
        <pc:cxnChg chg="add del mod">
          <ac:chgData name="Joonho Kwon" userId="fa141e0c-4849-4deb-8f8c-65d25da6d8db" providerId="ADAL" clId="{480DCF3E-EFFD-4CD0-B628-D668145A1D0F}" dt="2020-02-29T08:54:04.013" v="2158" actId="478"/>
          <ac:cxnSpMkLst>
            <pc:docMk/>
            <pc:sldMk cId="1416401457" sldId="691"/>
            <ac:cxnSpMk id="17" creationId="{84F1A00B-7CB3-47D0-A9C1-CAE6012A7C26}"/>
          </ac:cxnSpMkLst>
        </pc:cxnChg>
        <pc:cxnChg chg="add del">
          <ac:chgData name="Joonho Kwon" userId="fa141e0c-4849-4deb-8f8c-65d25da6d8db" providerId="ADAL" clId="{480DCF3E-EFFD-4CD0-B628-D668145A1D0F}" dt="2020-02-29T08:54:07.350" v="2162"/>
          <ac:cxnSpMkLst>
            <pc:docMk/>
            <pc:sldMk cId="1416401457" sldId="691"/>
            <ac:cxnSpMk id="26" creationId="{87DB2A82-6DDD-4DDD-8F94-467F9574FB8E}"/>
          </ac:cxnSpMkLst>
        </pc:cxnChg>
        <pc:cxnChg chg="add del">
          <ac:chgData name="Joonho Kwon" userId="fa141e0c-4849-4deb-8f8c-65d25da6d8db" providerId="ADAL" clId="{480DCF3E-EFFD-4CD0-B628-D668145A1D0F}" dt="2020-02-29T08:54:07.350" v="2162"/>
          <ac:cxnSpMkLst>
            <pc:docMk/>
            <pc:sldMk cId="1416401457" sldId="691"/>
            <ac:cxnSpMk id="27" creationId="{3F48FF30-28BD-4115-95B0-9D0EA296271C}"/>
          </ac:cxnSpMkLst>
        </pc:cxnChg>
        <pc:cxnChg chg="add del">
          <ac:chgData name="Joonho Kwon" userId="fa141e0c-4849-4deb-8f8c-65d25da6d8db" providerId="ADAL" clId="{480DCF3E-EFFD-4CD0-B628-D668145A1D0F}" dt="2020-02-29T08:54:07.350" v="2162"/>
          <ac:cxnSpMkLst>
            <pc:docMk/>
            <pc:sldMk cId="1416401457" sldId="691"/>
            <ac:cxnSpMk id="28" creationId="{A65B6D33-4FF6-40AF-BF1A-86D3E817DEA9}"/>
          </ac:cxnSpMkLst>
        </pc:cxnChg>
        <pc:cxnChg chg="add del">
          <ac:chgData name="Joonho Kwon" userId="fa141e0c-4849-4deb-8f8c-65d25da6d8db" providerId="ADAL" clId="{480DCF3E-EFFD-4CD0-B628-D668145A1D0F}" dt="2020-02-29T08:54:07.350" v="2162"/>
          <ac:cxnSpMkLst>
            <pc:docMk/>
            <pc:sldMk cId="1416401457" sldId="691"/>
            <ac:cxnSpMk id="29" creationId="{78AF6B6C-9FE3-427D-8872-CB6EAE5C343F}"/>
          </ac:cxnSpMkLst>
        </pc:cxnChg>
        <pc:cxnChg chg="add del">
          <ac:chgData name="Joonho Kwon" userId="fa141e0c-4849-4deb-8f8c-65d25da6d8db" providerId="ADAL" clId="{480DCF3E-EFFD-4CD0-B628-D668145A1D0F}" dt="2020-02-29T08:54:07.350" v="2162"/>
          <ac:cxnSpMkLst>
            <pc:docMk/>
            <pc:sldMk cId="1416401457" sldId="691"/>
            <ac:cxnSpMk id="30" creationId="{DC9FE8FD-DDD7-4673-8B91-538DA2C276C9}"/>
          </ac:cxnSpMkLst>
        </pc:cxnChg>
        <pc:cxnChg chg="mod">
          <ac:chgData name="Joonho Kwon" userId="fa141e0c-4849-4deb-8f8c-65d25da6d8db" providerId="ADAL" clId="{480DCF3E-EFFD-4CD0-B628-D668145A1D0F}" dt="2020-02-29T09:12:51.401" v="2661" actId="14100"/>
          <ac:cxnSpMkLst>
            <pc:docMk/>
            <pc:sldMk cId="1416401457" sldId="691"/>
            <ac:cxnSpMk id="38" creationId="{83ADA764-4CA8-4291-B9E5-6390D39D461C}"/>
          </ac:cxnSpMkLst>
        </pc:cxnChg>
        <pc:cxnChg chg="mod">
          <ac:chgData name="Joonho Kwon" userId="fa141e0c-4849-4deb-8f8c-65d25da6d8db" providerId="ADAL" clId="{480DCF3E-EFFD-4CD0-B628-D668145A1D0F}" dt="2020-02-29T09:12:42.861" v="2658" actId="1582"/>
          <ac:cxnSpMkLst>
            <pc:docMk/>
            <pc:sldMk cId="1416401457" sldId="691"/>
            <ac:cxnSpMk id="39" creationId="{CA300FD0-2017-4993-835E-F571809F2363}"/>
          </ac:cxnSpMkLst>
        </pc:cxnChg>
        <pc:cxnChg chg="mod">
          <ac:chgData name="Joonho Kwon" userId="fa141e0c-4849-4deb-8f8c-65d25da6d8db" providerId="ADAL" clId="{480DCF3E-EFFD-4CD0-B628-D668145A1D0F}" dt="2020-02-29T09:12:42.861" v="2658" actId="1582"/>
          <ac:cxnSpMkLst>
            <pc:docMk/>
            <pc:sldMk cId="1416401457" sldId="691"/>
            <ac:cxnSpMk id="40" creationId="{B3948FCF-4A12-4265-B5E5-8CC53DDFFD8D}"/>
          </ac:cxnSpMkLst>
        </pc:cxnChg>
        <pc:cxnChg chg="mod">
          <ac:chgData name="Joonho Kwon" userId="fa141e0c-4849-4deb-8f8c-65d25da6d8db" providerId="ADAL" clId="{480DCF3E-EFFD-4CD0-B628-D668145A1D0F}" dt="2020-02-29T09:12:42.861" v="2658" actId="1582"/>
          <ac:cxnSpMkLst>
            <pc:docMk/>
            <pc:sldMk cId="1416401457" sldId="691"/>
            <ac:cxnSpMk id="41" creationId="{A232DED8-3180-4CB0-B579-6E499A1965B8}"/>
          </ac:cxnSpMkLst>
        </pc:cxnChg>
        <pc:cxnChg chg="mod">
          <ac:chgData name="Joonho Kwon" userId="fa141e0c-4849-4deb-8f8c-65d25da6d8db" providerId="ADAL" clId="{480DCF3E-EFFD-4CD0-B628-D668145A1D0F}" dt="2020-02-29T09:12:51.401" v="2661" actId="14100"/>
          <ac:cxnSpMkLst>
            <pc:docMk/>
            <pc:sldMk cId="1416401457" sldId="691"/>
            <ac:cxnSpMk id="42" creationId="{955A1F8E-B803-4FBA-B224-ABCC2948BE9C}"/>
          </ac:cxnSpMkLst>
        </pc:cxnChg>
      </pc:sldChg>
      <pc:sldChg chg="addSp delSp modSp">
        <pc:chgData name="Joonho Kwon" userId="fa141e0c-4849-4deb-8f8c-65d25da6d8db" providerId="ADAL" clId="{480DCF3E-EFFD-4CD0-B628-D668145A1D0F}" dt="2020-02-29T09:13:21.133" v="2675"/>
        <pc:sldMkLst>
          <pc:docMk/>
          <pc:sldMk cId="1341967718" sldId="692"/>
        </pc:sldMkLst>
        <pc:spChg chg="mod">
          <ac:chgData name="Joonho Kwon" userId="fa141e0c-4849-4deb-8f8c-65d25da6d8db" providerId="ADAL" clId="{480DCF3E-EFFD-4CD0-B628-D668145A1D0F}" dt="2020-02-29T09:11:34.714" v="2636" actId="20577"/>
          <ac:spMkLst>
            <pc:docMk/>
            <pc:sldMk cId="1341967718" sldId="692"/>
            <ac:spMk id="2" creationId="{FABA4040-AF8B-4CCB-B49F-A1629F0871D8}"/>
          </ac:spMkLst>
        </pc:spChg>
        <pc:spChg chg="mod">
          <ac:chgData name="Joonho Kwon" userId="fa141e0c-4849-4deb-8f8c-65d25da6d8db" providerId="ADAL" clId="{480DCF3E-EFFD-4CD0-B628-D668145A1D0F}" dt="2020-02-29T09:09:28.403" v="2486" actId="6549"/>
          <ac:spMkLst>
            <pc:docMk/>
            <pc:sldMk cId="1341967718" sldId="692"/>
            <ac:spMk id="3" creationId="{2F01CF5E-6BFD-4C75-AF27-EE9AC5D10FB5}"/>
          </ac:spMkLst>
        </pc:spChg>
        <pc:spChg chg="mod">
          <ac:chgData name="Joonho Kwon" userId="fa141e0c-4849-4deb-8f8c-65d25da6d8db" providerId="ADAL" clId="{480DCF3E-EFFD-4CD0-B628-D668145A1D0F}" dt="2020-02-29T09:11:25.969" v="2625" actId="1076"/>
          <ac:spMkLst>
            <pc:docMk/>
            <pc:sldMk cId="1341967718" sldId="692"/>
            <ac:spMk id="5" creationId="{F0AFF8DE-F494-4407-B18F-D60EB3E5F770}"/>
          </ac:spMkLst>
        </pc:spChg>
        <pc:spChg chg="del">
          <ac:chgData name="Joonho Kwon" userId="fa141e0c-4849-4deb-8f8c-65d25da6d8db" providerId="ADAL" clId="{480DCF3E-EFFD-4CD0-B628-D668145A1D0F}" dt="2020-02-29T09:13:18.145" v="2673" actId="478"/>
          <ac:spMkLst>
            <pc:docMk/>
            <pc:sldMk cId="1341967718" sldId="692"/>
            <ac:spMk id="11" creationId="{0C89F231-36B2-4AAC-91BF-87837426E365}"/>
          </ac:spMkLst>
        </pc:spChg>
        <pc:grpChg chg="add del mod">
          <ac:chgData name="Joonho Kwon" userId="fa141e0c-4849-4deb-8f8c-65d25da6d8db" providerId="ADAL" clId="{480DCF3E-EFFD-4CD0-B628-D668145A1D0F}" dt="2020-02-29T09:13:20.863" v="2674" actId="478"/>
          <ac:grpSpMkLst>
            <pc:docMk/>
            <pc:sldMk cId="1341967718" sldId="692"/>
            <ac:grpSpMk id="8" creationId="{039C958B-EBAF-49FF-88AD-3D4B4A9EC754}"/>
          </ac:grpSpMkLst>
        </pc:grpChg>
        <pc:grpChg chg="add">
          <ac:chgData name="Joonho Kwon" userId="fa141e0c-4849-4deb-8f8c-65d25da6d8db" providerId="ADAL" clId="{480DCF3E-EFFD-4CD0-B628-D668145A1D0F}" dt="2020-02-29T09:13:21.133" v="2675"/>
          <ac:grpSpMkLst>
            <pc:docMk/>
            <pc:sldMk cId="1341967718" sldId="692"/>
            <ac:grpSpMk id="20" creationId="{4B5AE664-C2BC-4258-B661-A8F234DA6FDE}"/>
          </ac:grpSpMkLst>
        </pc:grpChg>
        <pc:picChg chg="add del mod">
          <ac:chgData name="Joonho Kwon" userId="fa141e0c-4849-4deb-8f8c-65d25da6d8db" providerId="ADAL" clId="{480DCF3E-EFFD-4CD0-B628-D668145A1D0F}" dt="2020-02-29T09:11:28.520" v="2626" actId="478"/>
          <ac:picMkLst>
            <pc:docMk/>
            <pc:sldMk cId="1341967718" sldId="692"/>
            <ac:picMk id="6" creationId="{36E9FF54-8C56-4195-A4BF-AE164337DD70}"/>
          </ac:picMkLst>
        </pc:picChg>
        <pc:picChg chg="add del">
          <ac:chgData name="Joonho Kwon" userId="fa141e0c-4849-4deb-8f8c-65d25da6d8db" providerId="ADAL" clId="{480DCF3E-EFFD-4CD0-B628-D668145A1D0F}" dt="2020-02-29T09:12:59.818" v="2663" actId="478"/>
          <ac:picMkLst>
            <pc:docMk/>
            <pc:sldMk cId="1341967718" sldId="692"/>
            <ac:picMk id="7" creationId="{5E6B5332-EF53-4720-A2B2-0D39FAAABA6E}"/>
          </ac:picMkLst>
        </pc:picChg>
        <pc:cxnChg chg="mod">
          <ac:chgData name="Joonho Kwon" userId="fa141e0c-4849-4deb-8f8c-65d25da6d8db" providerId="ADAL" clId="{480DCF3E-EFFD-4CD0-B628-D668145A1D0F}" dt="2020-02-29T09:13:20.863" v="2674" actId="478"/>
          <ac:cxnSpMkLst>
            <pc:docMk/>
            <pc:sldMk cId="1341967718" sldId="692"/>
            <ac:cxnSpMk id="15" creationId="{6B9E5F6B-D992-4F07-B78D-BEC0AED8D91A}"/>
          </ac:cxnSpMkLst>
        </pc:cxnChg>
        <pc:cxnChg chg="mod">
          <ac:chgData name="Joonho Kwon" userId="fa141e0c-4849-4deb-8f8c-65d25da6d8db" providerId="ADAL" clId="{480DCF3E-EFFD-4CD0-B628-D668145A1D0F}" dt="2020-02-29T09:13:20.863" v="2674" actId="478"/>
          <ac:cxnSpMkLst>
            <pc:docMk/>
            <pc:sldMk cId="1341967718" sldId="692"/>
            <ac:cxnSpMk id="16" creationId="{3EAE534C-A9BC-40DC-A75B-38D29D6CAED2}"/>
          </ac:cxnSpMkLst>
        </pc:cxnChg>
        <pc:cxnChg chg="mod">
          <ac:chgData name="Joonho Kwon" userId="fa141e0c-4849-4deb-8f8c-65d25da6d8db" providerId="ADAL" clId="{480DCF3E-EFFD-4CD0-B628-D668145A1D0F}" dt="2020-02-29T09:13:20.863" v="2674" actId="478"/>
          <ac:cxnSpMkLst>
            <pc:docMk/>
            <pc:sldMk cId="1341967718" sldId="692"/>
            <ac:cxnSpMk id="17" creationId="{760EE7E4-359C-44D9-BF7B-46CBBCB4F6A1}"/>
          </ac:cxnSpMkLst>
        </pc:cxnChg>
        <pc:cxnChg chg="mod">
          <ac:chgData name="Joonho Kwon" userId="fa141e0c-4849-4deb-8f8c-65d25da6d8db" providerId="ADAL" clId="{480DCF3E-EFFD-4CD0-B628-D668145A1D0F}" dt="2020-02-29T09:13:20.863" v="2674" actId="478"/>
          <ac:cxnSpMkLst>
            <pc:docMk/>
            <pc:sldMk cId="1341967718" sldId="692"/>
            <ac:cxnSpMk id="18" creationId="{0A6562F7-C7E7-4C68-BB69-F3BB8A95FF96}"/>
          </ac:cxnSpMkLst>
        </pc:cxnChg>
        <pc:cxnChg chg="mod">
          <ac:chgData name="Joonho Kwon" userId="fa141e0c-4849-4deb-8f8c-65d25da6d8db" providerId="ADAL" clId="{480DCF3E-EFFD-4CD0-B628-D668145A1D0F}" dt="2020-02-29T09:13:20.863" v="2674" actId="478"/>
          <ac:cxnSpMkLst>
            <pc:docMk/>
            <pc:sldMk cId="1341967718" sldId="692"/>
            <ac:cxnSpMk id="19" creationId="{E999CEE6-3FFD-4B10-B796-51F12598D2E9}"/>
          </ac:cxnSpMkLst>
        </pc:cxnChg>
      </pc:sldChg>
      <pc:sldChg chg="del">
        <pc:chgData name="Joonho Kwon" userId="fa141e0c-4849-4deb-8f8c-65d25da6d8db" providerId="ADAL" clId="{480DCF3E-EFFD-4CD0-B628-D668145A1D0F}" dt="2020-02-29T08:00:45.925" v="11" actId="47"/>
        <pc:sldMkLst>
          <pc:docMk/>
          <pc:sldMk cId="3788215750" sldId="693"/>
        </pc:sldMkLst>
      </pc:sldChg>
      <pc:sldChg chg="modSp add">
        <pc:chgData name="Joonho Kwon" userId="fa141e0c-4849-4deb-8f8c-65d25da6d8db" providerId="ADAL" clId="{480DCF3E-EFFD-4CD0-B628-D668145A1D0F}" dt="2020-02-29T08:03:41.568" v="268" actId="113"/>
        <pc:sldMkLst>
          <pc:docMk/>
          <pc:sldMk cId="611849745" sldId="695"/>
        </pc:sldMkLst>
        <pc:spChg chg="mod">
          <ac:chgData name="Joonho Kwon" userId="fa141e0c-4849-4deb-8f8c-65d25da6d8db" providerId="ADAL" clId="{480DCF3E-EFFD-4CD0-B628-D668145A1D0F}" dt="2020-02-29T08:03:41.568" v="268" actId="113"/>
          <ac:spMkLst>
            <pc:docMk/>
            <pc:sldMk cId="611849745" sldId="695"/>
            <ac:spMk id="2" creationId="{7173C983-408D-44B1-A063-CBCC99AB316E}"/>
          </ac:spMkLst>
        </pc:spChg>
        <pc:spChg chg="mod">
          <ac:chgData name="Joonho Kwon" userId="fa141e0c-4849-4deb-8f8c-65d25da6d8db" providerId="ADAL" clId="{480DCF3E-EFFD-4CD0-B628-D668145A1D0F}" dt="2020-02-29T08:02:06.113" v="19" actId="20577"/>
          <ac:spMkLst>
            <pc:docMk/>
            <pc:sldMk cId="611849745" sldId="695"/>
            <ac:spMk id="3" creationId="{1C16B62C-247A-47BD-9E5D-59640142E290}"/>
          </ac:spMkLst>
        </pc:spChg>
      </pc:sldChg>
      <pc:sldChg chg="addSp delSp modSp add">
        <pc:chgData name="Joonho Kwon" userId="fa141e0c-4849-4deb-8f8c-65d25da6d8db" providerId="ADAL" clId="{480DCF3E-EFFD-4CD0-B628-D668145A1D0F}" dt="2020-02-29T08:16:34.841" v="1096" actId="20577"/>
        <pc:sldMkLst>
          <pc:docMk/>
          <pc:sldMk cId="3981129703" sldId="696"/>
        </pc:sldMkLst>
        <pc:spChg chg="mod">
          <ac:chgData name="Joonho Kwon" userId="fa141e0c-4849-4deb-8f8c-65d25da6d8db" providerId="ADAL" clId="{480DCF3E-EFFD-4CD0-B628-D668145A1D0F}" dt="2020-02-29T08:15:55.304" v="1075" actId="14100"/>
          <ac:spMkLst>
            <pc:docMk/>
            <pc:sldMk cId="3981129703" sldId="696"/>
            <ac:spMk id="2" creationId="{7E7BC04F-5C38-451A-B689-8DB4461BA131}"/>
          </ac:spMkLst>
        </pc:spChg>
        <pc:spChg chg="add del mod">
          <ac:chgData name="Joonho Kwon" userId="fa141e0c-4849-4deb-8f8c-65d25da6d8db" providerId="ADAL" clId="{480DCF3E-EFFD-4CD0-B628-D668145A1D0F}" dt="2020-02-29T08:16:34.841" v="1096" actId="20577"/>
          <ac:spMkLst>
            <pc:docMk/>
            <pc:sldMk cId="3981129703" sldId="696"/>
            <ac:spMk id="3" creationId="{50F21517-90A8-4DF6-8B67-E4EC69ED35A5}"/>
          </ac:spMkLst>
        </pc:spChg>
        <pc:spChg chg="add del mod">
          <ac:chgData name="Joonho Kwon" userId="fa141e0c-4849-4deb-8f8c-65d25da6d8db" providerId="ADAL" clId="{480DCF3E-EFFD-4CD0-B628-D668145A1D0F}" dt="2020-02-29T08:11:38.856" v="721"/>
          <ac:spMkLst>
            <pc:docMk/>
            <pc:sldMk cId="3981129703" sldId="696"/>
            <ac:spMk id="5" creationId="{70BAA630-D2F0-4642-BCC1-D227FCA99035}"/>
          </ac:spMkLst>
        </pc:spChg>
        <pc:spChg chg="add mod">
          <ac:chgData name="Joonho Kwon" userId="fa141e0c-4849-4deb-8f8c-65d25da6d8db" providerId="ADAL" clId="{480DCF3E-EFFD-4CD0-B628-D668145A1D0F}" dt="2020-02-29T08:15:57.329" v="1076" actId="1076"/>
          <ac:spMkLst>
            <pc:docMk/>
            <pc:sldMk cId="3981129703" sldId="696"/>
            <ac:spMk id="6" creationId="{6C846342-2E77-432F-A412-4F72A6EFB737}"/>
          </ac:spMkLst>
        </pc:spChg>
        <pc:spChg chg="add del mod">
          <ac:chgData name="Joonho Kwon" userId="fa141e0c-4849-4deb-8f8c-65d25da6d8db" providerId="ADAL" clId="{480DCF3E-EFFD-4CD0-B628-D668145A1D0F}" dt="2020-02-29T08:14:50.922" v="1042" actId="21"/>
          <ac:spMkLst>
            <pc:docMk/>
            <pc:sldMk cId="3981129703" sldId="696"/>
            <ac:spMk id="7" creationId="{88AE9DB5-F131-46CC-BB73-9CBB602552AA}"/>
          </ac:spMkLst>
        </pc:spChg>
        <pc:spChg chg="add mod">
          <ac:chgData name="Joonho Kwon" userId="fa141e0c-4849-4deb-8f8c-65d25da6d8db" providerId="ADAL" clId="{480DCF3E-EFFD-4CD0-B628-D668145A1D0F}" dt="2020-02-29T08:15:59.563" v="1077" actId="1076"/>
          <ac:spMkLst>
            <pc:docMk/>
            <pc:sldMk cId="3981129703" sldId="696"/>
            <ac:spMk id="8" creationId="{0EC5224C-A3FA-4AC7-B145-95BB36860529}"/>
          </ac:spMkLst>
        </pc:spChg>
      </pc:sldChg>
      <pc:sldChg chg="modSp add">
        <pc:chgData name="Joonho Kwon" userId="fa141e0c-4849-4deb-8f8c-65d25da6d8db" providerId="ADAL" clId="{480DCF3E-EFFD-4CD0-B628-D668145A1D0F}" dt="2020-02-29T08:58:05.445" v="2346" actId="20577"/>
        <pc:sldMkLst>
          <pc:docMk/>
          <pc:sldMk cId="3246235955" sldId="697"/>
        </pc:sldMkLst>
        <pc:spChg chg="mod">
          <ac:chgData name="Joonho Kwon" userId="fa141e0c-4849-4deb-8f8c-65d25da6d8db" providerId="ADAL" clId="{480DCF3E-EFFD-4CD0-B628-D668145A1D0F}" dt="2020-02-29T08:58:05.445" v="2346" actId="20577"/>
          <ac:spMkLst>
            <pc:docMk/>
            <pc:sldMk cId="3246235955" sldId="697"/>
            <ac:spMk id="2" creationId="{C96D9BBB-9F34-49BF-BCEB-5B339EA54838}"/>
          </ac:spMkLst>
        </pc:spChg>
        <pc:spChg chg="mod">
          <ac:chgData name="Joonho Kwon" userId="fa141e0c-4849-4deb-8f8c-65d25da6d8db" providerId="ADAL" clId="{480DCF3E-EFFD-4CD0-B628-D668145A1D0F}" dt="2020-02-29T08:32:26.356" v="2102" actId="20577"/>
          <ac:spMkLst>
            <pc:docMk/>
            <pc:sldMk cId="3246235955" sldId="697"/>
            <ac:spMk id="3" creationId="{4C04A713-9864-4061-819B-C20D375BBE76}"/>
          </ac:spMkLst>
        </pc:spChg>
      </pc:sldChg>
      <pc:sldChg chg="addSp modSp add">
        <pc:chgData name="Joonho Kwon" userId="fa141e0c-4849-4deb-8f8c-65d25da6d8db" providerId="ADAL" clId="{480DCF3E-EFFD-4CD0-B628-D668145A1D0F}" dt="2020-02-29T08:33:03.455" v="2116" actId="1076"/>
        <pc:sldMkLst>
          <pc:docMk/>
          <pc:sldMk cId="1387263857" sldId="698"/>
        </pc:sldMkLst>
        <pc:spChg chg="mod">
          <ac:chgData name="Joonho Kwon" userId="fa141e0c-4849-4deb-8f8c-65d25da6d8db" providerId="ADAL" clId="{480DCF3E-EFFD-4CD0-B628-D668145A1D0F}" dt="2020-02-29T08:32:51.291" v="2111" actId="15"/>
          <ac:spMkLst>
            <pc:docMk/>
            <pc:sldMk cId="1387263857" sldId="698"/>
            <ac:spMk id="2" creationId="{81A52F6B-ACAF-431E-88A4-EE31170C1E24}"/>
          </ac:spMkLst>
        </pc:spChg>
        <pc:spChg chg="mod">
          <ac:chgData name="Joonho Kwon" userId="fa141e0c-4849-4deb-8f8c-65d25da6d8db" providerId="ADAL" clId="{480DCF3E-EFFD-4CD0-B628-D668145A1D0F}" dt="2020-02-29T08:33:00.761" v="2115" actId="20577"/>
          <ac:spMkLst>
            <pc:docMk/>
            <pc:sldMk cId="1387263857" sldId="698"/>
            <ac:spMk id="3" creationId="{2EB3BAA7-C940-4EB9-ADF7-F765E88BD4F3}"/>
          </ac:spMkLst>
        </pc:spChg>
        <pc:spChg chg="add mod">
          <ac:chgData name="Joonho Kwon" userId="fa141e0c-4849-4deb-8f8c-65d25da6d8db" providerId="ADAL" clId="{480DCF3E-EFFD-4CD0-B628-D668145A1D0F}" dt="2020-02-29T08:33:03.455" v="2116" actId="1076"/>
          <ac:spMkLst>
            <pc:docMk/>
            <pc:sldMk cId="1387263857" sldId="698"/>
            <ac:spMk id="5" creationId="{C2456717-13ED-485A-9D0B-4A8323EB4747}"/>
          </ac:spMkLst>
        </pc:spChg>
      </pc:sldChg>
      <pc:sldChg chg="addSp delSp modSp add del">
        <pc:chgData name="Joonho Kwon" userId="fa141e0c-4849-4deb-8f8c-65d25da6d8db" providerId="ADAL" clId="{480DCF3E-EFFD-4CD0-B628-D668145A1D0F}" dt="2020-02-29T10:28:46.972" v="4221" actId="47"/>
        <pc:sldMkLst>
          <pc:docMk/>
          <pc:sldMk cId="2970308921" sldId="699"/>
        </pc:sldMkLst>
        <pc:spChg chg="del">
          <ac:chgData name="Joonho Kwon" userId="fa141e0c-4849-4deb-8f8c-65d25da6d8db" providerId="ADAL" clId="{480DCF3E-EFFD-4CD0-B628-D668145A1D0F}" dt="2020-02-29T08:52:13.198" v="2124"/>
          <ac:spMkLst>
            <pc:docMk/>
            <pc:sldMk cId="2970308921" sldId="699"/>
            <ac:spMk id="2" creationId="{B4D82889-B391-4428-8A42-3A2E0D453FCD}"/>
          </ac:spMkLst>
        </pc:spChg>
        <pc:spChg chg="del">
          <ac:chgData name="Joonho Kwon" userId="fa141e0c-4849-4deb-8f8c-65d25da6d8db" providerId="ADAL" clId="{480DCF3E-EFFD-4CD0-B628-D668145A1D0F}" dt="2020-02-29T08:52:13.198" v="2124"/>
          <ac:spMkLst>
            <pc:docMk/>
            <pc:sldMk cId="2970308921" sldId="699"/>
            <ac:spMk id="3" creationId="{061DB2DC-F83F-4F45-8998-D4468DCA869F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5" creationId="{773307FB-EBF0-4A03-BCA6-4D3948FEE2E5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6" creationId="{5C610D8B-F1B5-434F-A3BF-6E9C9FA571D6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7" creationId="{D1CB5856-373C-41D6-B940-07218C14EA29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8" creationId="{80F4319E-C7B3-44A3-94EE-D83A3A07D1A6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9" creationId="{ED8E2FA5-14CD-4296-BA7F-543363D683F1}"/>
          </ac:spMkLst>
        </pc:spChg>
        <pc:spChg chg="add mod">
          <ac:chgData name="Joonho Kwon" userId="fa141e0c-4849-4deb-8f8c-65d25da6d8db" providerId="ADAL" clId="{480DCF3E-EFFD-4CD0-B628-D668145A1D0F}" dt="2020-02-29T09:11:43.109" v="2637" actId="1076"/>
          <ac:spMkLst>
            <pc:docMk/>
            <pc:sldMk cId="2970308921" sldId="699"/>
            <ac:spMk id="10" creationId="{AFCC9541-4AA3-4F62-A245-6ED4B00AC1CF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4" creationId="{B47AF873-5D86-41AA-904E-29EC61282B7D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5" creationId="{682D7D50-E3A4-418B-A4FB-5A1C4BDF2FD1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6" creationId="{F8155734-14EB-4CAA-AFCE-F7C01873B7BA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7" creationId="{A2D70E8F-31EF-4757-B76E-E59104A1D28A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8" creationId="{7ECE7894-AAAB-4D9D-8C83-4424A4D2248A}"/>
          </ac:spMkLst>
        </pc:spChg>
        <pc:spChg chg="add mod">
          <ac:chgData name="Joonho Kwon" userId="fa141e0c-4849-4deb-8f8c-65d25da6d8db" providerId="ADAL" clId="{480DCF3E-EFFD-4CD0-B628-D668145A1D0F}" dt="2020-02-29T09:11:59.786" v="2648" actId="404"/>
          <ac:spMkLst>
            <pc:docMk/>
            <pc:sldMk cId="2970308921" sldId="699"/>
            <ac:spMk id="69" creationId="{04F2AC3A-EF4C-4CAF-9730-0E1B4CEB6A01}"/>
          </ac:spMkLst>
        </pc:spChg>
        <pc:grpChg chg="add mod">
          <ac:chgData name="Joonho Kwon" userId="fa141e0c-4849-4deb-8f8c-65d25da6d8db" providerId="ADAL" clId="{480DCF3E-EFFD-4CD0-B628-D668145A1D0F}" dt="2020-02-29T09:12:05.714" v="2649" actId="14100"/>
          <ac:grpSpMkLst>
            <pc:docMk/>
            <pc:sldMk cId="2970308921" sldId="699"/>
            <ac:grpSpMk id="75" creationId="{24F9A4F3-8858-4A5E-84E5-46FFE3F6E0A7}"/>
          </ac:grpSpMkLst>
        </pc:grpChg>
        <pc:cxnChg chg="add mod">
          <ac:chgData name="Joonho Kwon" userId="fa141e0c-4849-4deb-8f8c-65d25da6d8db" providerId="ADAL" clId="{480DCF3E-EFFD-4CD0-B628-D668145A1D0F}" dt="2020-02-29T09:11:43.109" v="2637" actId="1076"/>
          <ac:cxnSpMkLst>
            <pc:docMk/>
            <pc:sldMk cId="2970308921" sldId="699"/>
            <ac:cxnSpMk id="11" creationId="{B861676B-91C3-4AAC-9609-A7E359484092}"/>
          </ac:cxnSpMkLst>
        </pc:cxnChg>
        <pc:cxnChg chg="add mod">
          <ac:chgData name="Joonho Kwon" userId="fa141e0c-4849-4deb-8f8c-65d25da6d8db" providerId="ADAL" clId="{480DCF3E-EFFD-4CD0-B628-D668145A1D0F}" dt="2020-02-29T09:11:43.109" v="2637" actId="1076"/>
          <ac:cxnSpMkLst>
            <pc:docMk/>
            <pc:sldMk cId="2970308921" sldId="699"/>
            <ac:cxnSpMk id="12" creationId="{504A41B6-E9CA-4256-B8E0-519770768BAB}"/>
          </ac:cxnSpMkLst>
        </pc:cxnChg>
        <pc:cxnChg chg="add mod">
          <ac:chgData name="Joonho Kwon" userId="fa141e0c-4849-4deb-8f8c-65d25da6d8db" providerId="ADAL" clId="{480DCF3E-EFFD-4CD0-B628-D668145A1D0F}" dt="2020-02-29T09:11:43.109" v="2637" actId="1076"/>
          <ac:cxnSpMkLst>
            <pc:docMk/>
            <pc:sldMk cId="2970308921" sldId="699"/>
            <ac:cxnSpMk id="13" creationId="{8A14AF30-C16E-41F9-890D-84A4ED2773DD}"/>
          </ac:cxnSpMkLst>
        </pc:cxnChg>
        <pc:cxnChg chg="add mod">
          <ac:chgData name="Joonho Kwon" userId="fa141e0c-4849-4deb-8f8c-65d25da6d8db" providerId="ADAL" clId="{480DCF3E-EFFD-4CD0-B628-D668145A1D0F}" dt="2020-02-29T09:11:43.109" v="2637" actId="1076"/>
          <ac:cxnSpMkLst>
            <pc:docMk/>
            <pc:sldMk cId="2970308921" sldId="699"/>
            <ac:cxnSpMk id="14" creationId="{4832DA73-01CB-4D33-BD01-C981159CB7A5}"/>
          </ac:cxnSpMkLst>
        </pc:cxnChg>
        <pc:cxnChg chg="add mod">
          <ac:chgData name="Joonho Kwon" userId="fa141e0c-4849-4deb-8f8c-65d25da6d8db" providerId="ADAL" clId="{480DCF3E-EFFD-4CD0-B628-D668145A1D0F}" dt="2020-02-29T09:11:43.109" v="2637" actId="1076"/>
          <ac:cxnSpMkLst>
            <pc:docMk/>
            <pc:sldMk cId="2970308921" sldId="699"/>
            <ac:cxnSpMk id="15" creationId="{A21B2F1C-F320-4144-A114-0156F9D6D77A}"/>
          </ac:cxnSpMkLst>
        </pc:cxnChg>
        <pc:cxnChg chg="add mod">
          <ac:chgData name="Joonho Kwon" userId="fa141e0c-4849-4deb-8f8c-65d25da6d8db" providerId="ADAL" clId="{480DCF3E-EFFD-4CD0-B628-D668145A1D0F}" dt="2020-02-29T09:11:49.896" v="2640" actId="164"/>
          <ac:cxnSpMkLst>
            <pc:docMk/>
            <pc:sldMk cId="2970308921" sldId="699"/>
            <ac:cxnSpMk id="70" creationId="{1A94C213-2AD0-4EEA-8635-F37D5A7E68F1}"/>
          </ac:cxnSpMkLst>
        </pc:cxnChg>
        <pc:cxnChg chg="add mod">
          <ac:chgData name="Joonho Kwon" userId="fa141e0c-4849-4deb-8f8c-65d25da6d8db" providerId="ADAL" clId="{480DCF3E-EFFD-4CD0-B628-D668145A1D0F}" dt="2020-02-29T09:11:49.896" v="2640" actId="164"/>
          <ac:cxnSpMkLst>
            <pc:docMk/>
            <pc:sldMk cId="2970308921" sldId="699"/>
            <ac:cxnSpMk id="71" creationId="{EA2F1235-5C35-4CC3-B88D-C72A89DF40EC}"/>
          </ac:cxnSpMkLst>
        </pc:cxnChg>
        <pc:cxnChg chg="add mod">
          <ac:chgData name="Joonho Kwon" userId="fa141e0c-4849-4deb-8f8c-65d25da6d8db" providerId="ADAL" clId="{480DCF3E-EFFD-4CD0-B628-D668145A1D0F}" dt="2020-02-29T09:11:49.896" v="2640" actId="164"/>
          <ac:cxnSpMkLst>
            <pc:docMk/>
            <pc:sldMk cId="2970308921" sldId="699"/>
            <ac:cxnSpMk id="72" creationId="{7BD3484B-F4B6-4D41-9B10-4BD34D79BC03}"/>
          </ac:cxnSpMkLst>
        </pc:cxnChg>
        <pc:cxnChg chg="add mod">
          <ac:chgData name="Joonho Kwon" userId="fa141e0c-4849-4deb-8f8c-65d25da6d8db" providerId="ADAL" clId="{480DCF3E-EFFD-4CD0-B628-D668145A1D0F}" dt="2020-02-29T09:11:49.896" v="2640" actId="164"/>
          <ac:cxnSpMkLst>
            <pc:docMk/>
            <pc:sldMk cId="2970308921" sldId="699"/>
            <ac:cxnSpMk id="73" creationId="{BB0102B4-7978-465C-96A5-0248F326E75A}"/>
          </ac:cxnSpMkLst>
        </pc:cxnChg>
        <pc:cxnChg chg="add mod">
          <ac:chgData name="Joonho Kwon" userId="fa141e0c-4849-4deb-8f8c-65d25da6d8db" providerId="ADAL" clId="{480DCF3E-EFFD-4CD0-B628-D668145A1D0F}" dt="2020-02-29T09:11:49.896" v="2640" actId="164"/>
          <ac:cxnSpMkLst>
            <pc:docMk/>
            <pc:sldMk cId="2970308921" sldId="699"/>
            <ac:cxnSpMk id="74" creationId="{10714A44-B685-43DC-99C3-DCD2AF6244F4}"/>
          </ac:cxnSpMkLst>
        </pc:cxnChg>
      </pc:sldChg>
      <pc:sldChg chg="addSp modSp add">
        <pc:chgData name="Joonho Kwon" userId="fa141e0c-4849-4deb-8f8c-65d25da6d8db" providerId="ADAL" clId="{480DCF3E-EFFD-4CD0-B628-D668145A1D0F}" dt="2020-02-29T09:14:02.984" v="2709" actId="20577"/>
        <pc:sldMkLst>
          <pc:docMk/>
          <pc:sldMk cId="1200551417" sldId="700"/>
        </pc:sldMkLst>
        <pc:spChg chg="mod">
          <ac:chgData name="Joonho Kwon" userId="fa141e0c-4849-4deb-8f8c-65d25da6d8db" providerId="ADAL" clId="{480DCF3E-EFFD-4CD0-B628-D668145A1D0F}" dt="2020-02-29T09:14:02.984" v="2709" actId="20577"/>
          <ac:spMkLst>
            <pc:docMk/>
            <pc:sldMk cId="1200551417" sldId="700"/>
            <ac:spMk id="2" creationId="{9B65A00D-4C6A-4125-97A0-EB9FECEB9AA6}"/>
          </ac:spMkLst>
        </pc:spChg>
        <pc:spChg chg="mod">
          <ac:chgData name="Joonho Kwon" userId="fa141e0c-4849-4deb-8f8c-65d25da6d8db" providerId="ADAL" clId="{480DCF3E-EFFD-4CD0-B628-D668145A1D0F}" dt="2020-02-29T09:09:08.062" v="2479" actId="20577"/>
          <ac:spMkLst>
            <pc:docMk/>
            <pc:sldMk cId="1200551417" sldId="700"/>
            <ac:spMk id="3" creationId="{A3FD9BD9-A68D-4E2C-B795-61171CD72F5C}"/>
          </ac:spMkLst>
        </pc:spChg>
        <pc:spChg chg="add mod">
          <ac:chgData name="Joonho Kwon" userId="fa141e0c-4849-4deb-8f8c-65d25da6d8db" providerId="ADAL" clId="{480DCF3E-EFFD-4CD0-B628-D668145A1D0F}" dt="2020-02-29T09:07:36.348" v="2460" actId="6549"/>
          <ac:spMkLst>
            <pc:docMk/>
            <pc:sldMk cId="1200551417" sldId="700"/>
            <ac:spMk id="5" creationId="{D897E61D-FDFB-47B3-8619-DEE02FB00C72}"/>
          </ac:spMkLst>
        </pc:spChg>
      </pc:sldChg>
      <pc:sldChg chg="addSp delSp modSp add ord">
        <pc:chgData name="Joonho Kwon" userId="fa141e0c-4849-4deb-8f8c-65d25da6d8db" providerId="ADAL" clId="{480DCF3E-EFFD-4CD0-B628-D668145A1D0F}" dt="2020-02-29T09:24:50.560" v="2895" actId="20577"/>
        <pc:sldMkLst>
          <pc:docMk/>
          <pc:sldMk cId="3864979963" sldId="701"/>
        </pc:sldMkLst>
        <pc:spChg chg="mod">
          <ac:chgData name="Joonho Kwon" userId="fa141e0c-4849-4deb-8f8c-65d25da6d8db" providerId="ADAL" clId="{480DCF3E-EFFD-4CD0-B628-D668145A1D0F}" dt="2020-02-29T09:18:38.779" v="2786" actId="5793"/>
          <ac:spMkLst>
            <pc:docMk/>
            <pc:sldMk cId="3864979963" sldId="701"/>
            <ac:spMk id="2" creationId="{1EF3B879-F8CE-4C7E-8BA3-5B0FD84366AD}"/>
          </ac:spMkLst>
        </pc:spChg>
        <pc:spChg chg="mod">
          <ac:chgData name="Joonho Kwon" userId="fa141e0c-4849-4deb-8f8c-65d25da6d8db" providerId="ADAL" clId="{480DCF3E-EFFD-4CD0-B628-D668145A1D0F}" dt="2020-02-29T09:24:50.560" v="2895" actId="20577"/>
          <ac:spMkLst>
            <pc:docMk/>
            <pc:sldMk cId="3864979963" sldId="701"/>
            <ac:spMk id="3" creationId="{FBE1A3A2-BF56-4C2E-A60E-AA108105EBC8}"/>
          </ac:spMkLst>
        </pc:spChg>
        <pc:spChg chg="add mod">
          <ac:chgData name="Joonho Kwon" userId="fa141e0c-4849-4deb-8f8c-65d25da6d8db" providerId="ADAL" clId="{480DCF3E-EFFD-4CD0-B628-D668145A1D0F}" dt="2020-02-29T09:24:07.753" v="2889" actId="1076"/>
          <ac:spMkLst>
            <pc:docMk/>
            <pc:sldMk cId="3864979963" sldId="701"/>
            <ac:spMk id="5" creationId="{E89ECF1B-4D6B-460F-A5DA-01634B8B53C1}"/>
          </ac:spMkLst>
        </pc:spChg>
        <pc:spChg chg="add del mod">
          <ac:chgData name="Joonho Kwon" userId="fa141e0c-4849-4deb-8f8c-65d25da6d8db" providerId="ADAL" clId="{480DCF3E-EFFD-4CD0-B628-D668145A1D0F}" dt="2020-02-29T09:23:19.032" v="2850" actId="21"/>
          <ac:spMkLst>
            <pc:docMk/>
            <pc:sldMk cId="3864979963" sldId="701"/>
            <ac:spMk id="6" creationId="{F517ABFF-B2C6-4645-8251-046327C1F51F}"/>
          </ac:spMkLst>
        </pc:spChg>
      </pc:sldChg>
      <pc:sldChg chg="addSp modSp add">
        <pc:chgData name="Joonho Kwon" userId="fa141e0c-4849-4deb-8f8c-65d25da6d8db" providerId="ADAL" clId="{480DCF3E-EFFD-4CD0-B628-D668145A1D0F}" dt="2020-02-29T09:27:41.134" v="3098" actId="1076"/>
        <pc:sldMkLst>
          <pc:docMk/>
          <pc:sldMk cId="3694575362" sldId="702"/>
        </pc:sldMkLst>
        <pc:spChg chg="mod">
          <ac:chgData name="Joonho Kwon" userId="fa141e0c-4849-4deb-8f8c-65d25da6d8db" providerId="ADAL" clId="{480DCF3E-EFFD-4CD0-B628-D668145A1D0F}" dt="2020-02-29T09:27:36.333" v="3097" actId="404"/>
          <ac:spMkLst>
            <pc:docMk/>
            <pc:sldMk cId="3694575362" sldId="702"/>
            <ac:spMk id="2" creationId="{0D039005-0EE1-4333-B5D4-E0C3BBD3F0F6}"/>
          </ac:spMkLst>
        </pc:spChg>
        <pc:spChg chg="mod">
          <ac:chgData name="Joonho Kwon" userId="fa141e0c-4849-4deb-8f8c-65d25da6d8db" providerId="ADAL" clId="{480DCF3E-EFFD-4CD0-B628-D668145A1D0F}" dt="2020-02-29T09:24:58.013" v="2898" actId="20577"/>
          <ac:spMkLst>
            <pc:docMk/>
            <pc:sldMk cId="3694575362" sldId="702"/>
            <ac:spMk id="3" creationId="{A5EB5B82-F7E3-4BB4-8975-32E1FA17EB48}"/>
          </ac:spMkLst>
        </pc:spChg>
        <pc:spChg chg="add mod">
          <ac:chgData name="Joonho Kwon" userId="fa141e0c-4849-4deb-8f8c-65d25da6d8db" providerId="ADAL" clId="{480DCF3E-EFFD-4CD0-B628-D668145A1D0F}" dt="2020-02-29T09:27:41.134" v="3098" actId="1076"/>
          <ac:spMkLst>
            <pc:docMk/>
            <pc:sldMk cId="3694575362" sldId="702"/>
            <ac:spMk id="5" creationId="{A1BB463C-C9B6-4E07-8E45-65C329DED403}"/>
          </ac:spMkLst>
        </pc:spChg>
      </pc:sldChg>
      <pc:sldChg chg="addSp modSp add">
        <pc:chgData name="Joonho Kwon" userId="fa141e0c-4849-4deb-8f8c-65d25da6d8db" providerId="ADAL" clId="{480DCF3E-EFFD-4CD0-B628-D668145A1D0F}" dt="2020-02-29T09:30:01.374" v="3148" actId="20577"/>
        <pc:sldMkLst>
          <pc:docMk/>
          <pc:sldMk cId="3962960117" sldId="703"/>
        </pc:sldMkLst>
        <pc:spChg chg="mod">
          <ac:chgData name="Joonho Kwon" userId="fa141e0c-4849-4deb-8f8c-65d25da6d8db" providerId="ADAL" clId="{480DCF3E-EFFD-4CD0-B628-D668145A1D0F}" dt="2020-02-29T09:30:01.374" v="3148" actId="20577"/>
          <ac:spMkLst>
            <pc:docMk/>
            <pc:sldMk cId="3962960117" sldId="703"/>
            <ac:spMk id="2" creationId="{BCEA6579-BCA8-43ED-A52F-0FC6415FBCF7}"/>
          </ac:spMkLst>
        </pc:spChg>
        <pc:spChg chg="mod">
          <ac:chgData name="Joonho Kwon" userId="fa141e0c-4849-4deb-8f8c-65d25da6d8db" providerId="ADAL" clId="{480DCF3E-EFFD-4CD0-B628-D668145A1D0F}" dt="2020-02-29T09:24:53.662" v="2896" actId="20577"/>
          <ac:spMkLst>
            <pc:docMk/>
            <pc:sldMk cId="3962960117" sldId="703"/>
            <ac:spMk id="3" creationId="{41F69269-023A-4325-8ACF-C9ACB601077A}"/>
          </ac:spMkLst>
        </pc:spChg>
        <pc:spChg chg="add mod">
          <ac:chgData name="Joonho Kwon" userId="fa141e0c-4849-4deb-8f8c-65d25da6d8db" providerId="ADAL" clId="{480DCF3E-EFFD-4CD0-B628-D668145A1D0F}" dt="2020-02-29T09:29:27.988" v="3112" actId="1076"/>
          <ac:spMkLst>
            <pc:docMk/>
            <pc:sldMk cId="3962960117" sldId="703"/>
            <ac:spMk id="5" creationId="{3498FF73-9678-477D-92F0-30FE0312B5CD}"/>
          </ac:spMkLst>
        </pc:spChg>
      </pc:sldChg>
      <pc:sldChg chg="addSp modSp add">
        <pc:chgData name="Joonho Kwon" userId="fa141e0c-4849-4deb-8f8c-65d25da6d8db" providerId="ADAL" clId="{480DCF3E-EFFD-4CD0-B628-D668145A1D0F}" dt="2020-02-29T09:48:57.582" v="3270" actId="1076"/>
        <pc:sldMkLst>
          <pc:docMk/>
          <pc:sldMk cId="474712414" sldId="704"/>
        </pc:sldMkLst>
        <pc:spChg chg="mod">
          <ac:chgData name="Joonho Kwon" userId="fa141e0c-4849-4deb-8f8c-65d25da6d8db" providerId="ADAL" clId="{480DCF3E-EFFD-4CD0-B628-D668145A1D0F}" dt="2020-02-29T09:48:54.396" v="3269" actId="404"/>
          <ac:spMkLst>
            <pc:docMk/>
            <pc:sldMk cId="474712414" sldId="704"/>
            <ac:spMk id="2" creationId="{70A974A2-D0BE-448C-B4B3-128CFA648745}"/>
          </ac:spMkLst>
        </pc:spChg>
        <pc:spChg chg="mod">
          <ac:chgData name="Joonho Kwon" userId="fa141e0c-4849-4deb-8f8c-65d25da6d8db" providerId="ADAL" clId="{480DCF3E-EFFD-4CD0-B628-D668145A1D0F}" dt="2020-02-29T09:46:40.228" v="3233" actId="20577"/>
          <ac:spMkLst>
            <pc:docMk/>
            <pc:sldMk cId="474712414" sldId="704"/>
            <ac:spMk id="3" creationId="{560BA192-B7B3-4DDA-90DC-73E5323C06D5}"/>
          </ac:spMkLst>
        </pc:spChg>
        <pc:spChg chg="add mod">
          <ac:chgData name="Joonho Kwon" userId="fa141e0c-4849-4deb-8f8c-65d25da6d8db" providerId="ADAL" clId="{480DCF3E-EFFD-4CD0-B628-D668145A1D0F}" dt="2020-02-29T09:48:57.582" v="3270" actId="1076"/>
          <ac:spMkLst>
            <pc:docMk/>
            <pc:sldMk cId="474712414" sldId="704"/>
            <ac:spMk id="17" creationId="{230FECD7-2C91-4AF0-BD27-BB4B746CACED}"/>
          </ac:spMkLst>
        </pc:spChg>
        <pc:grpChg chg="add ord">
          <ac:chgData name="Joonho Kwon" userId="fa141e0c-4849-4deb-8f8c-65d25da6d8db" providerId="ADAL" clId="{480DCF3E-EFFD-4CD0-B628-D668145A1D0F}" dt="2020-02-29T09:42:09.522" v="3215" actId="167"/>
          <ac:grpSpMkLst>
            <pc:docMk/>
            <pc:sldMk cId="474712414" sldId="704"/>
            <ac:grpSpMk id="5" creationId="{EBB60D55-C208-4421-987D-787E088CE41B}"/>
          </ac:grpSpMkLst>
        </pc:grpChg>
      </pc:sldChg>
      <pc:sldChg chg="addSp delSp modSp add">
        <pc:chgData name="Joonho Kwon" userId="fa141e0c-4849-4deb-8f8c-65d25da6d8db" providerId="ADAL" clId="{480DCF3E-EFFD-4CD0-B628-D668145A1D0F}" dt="2020-02-29T09:55:03.466" v="3423" actId="1076"/>
        <pc:sldMkLst>
          <pc:docMk/>
          <pc:sldMk cId="1365137303" sldId="705"/>
        </pc:sldMkLst>
        <pc:spChg chg="mod">
          <ac:chgData name="Joonho Kwon" userId="fa141e0c-4849-4deb-8f8c-65d25da6d8db" providerId="ADAL" clId="{480DCF3E-EFFD-4CD0-B628-D668145A1D0F}" dt="2020-02-29T09:54:32.099" v="3407" actId="6549"/>
          <ac:spMkLst>
            <pc:docMk/>
            <pc:sldMk cId="1365137303" sldId="705"/>
            <ac:spMk id="2" creationId="{566B00D4-8A1A-4E16-BA33-399B8704FA54}"/>
          </ac:spMkLst>
        </pc:spChg>
        <pc:spChg chg="mod">
          <ac:chgData name="Joonho Kwon" userId="fa141e0c-4849-4deb-8f8c-65d25da6d8db" providerId="ADAL" clId="{480DCF3E-EFFD-4CD0-B628-D668145A1D0F}" dt="2020-02-29T09:50:08.645" v="3303" actId="20577"/>
          <ac:spMkLst>
            <pc:docMk/>
            <pc:sldMk cId="1365137303" sldId="705"/>
            <ac:spMk id="3" creationId="{EDD5EB44-A846-4143-AFBF-DA9689D009FA}"/>
          </ac:spMkLst>
        </pc:spChg>
        <pc:spChg chg="add del mod">
          <ac:chgData name="Joonho Kwon" userId="fa141e0c-4849-4deb-8f8c-65d25da6d8db" providerId="ADAL" clId="{480DCF3E-EFFD-4CD0-B628-D668145A1D0F}" dt="2020-02-29T09:53:19.167" v="3380" actId="21"/>
          <ac:spMkLst>
            <pc:docMk/>
            <pc:sldMk cId="1365137303" sldId="705"/>
            <ac:spMk id="5" creationId="{3D759C7B-A326-469A-A481-2BA481AADD6A}"/>
          </ac:spMkLst>
        </pc:spChg>
        <pc:spChg chg="add mod">
          <ac:chgData name="Joonho Kwon" userId="fa141e0c-4849-4deb-8f8c-65d25da6d8db" providerId="ADAL" clId="{480DCF3E-EFFD-4CD0-B628-D668145A1D0F}" dt="2020-02-29T09:54:37.790" v="3409" actId="1076"/>
          <ac:spMkLst>
            <pc:docMk/>
            <pc:sldMk cId="1365137303" sldId="705"/>
            <ac:spMk id="6" creationId="{CCFC9E26-DBF4-4BDC-9663-83EBA235D528}"/>
          </ac:spMkLst>
        </pc:spChg>
        <pc:spChg chg="add mod">
          <ac:chgData name="Joonho Kwon" userId="fa141e0c-4849-4deb-8f8c-65d25da6d8db" providerId="ADAL" clId="{480DCF3E-EFFD-4CD0-B628-D668145A1D0F}" dt="2020-02-29T09:55:03.466" v="3423" actId="1076"/>
          <ac:spMkLst>
            <pc:docMk/>
            <pc:sldMk cId="1365137303" sldId="705"/>
            <ac:spMk id="7" creationId="{34606DC2-3751-4A79-9E73-7E851B565ABB}"/>
          </ac:spMkLst>
        </pc:spChg>
      </pc:sldChg>
      <pc:sldChg chg="addSp modSp add">
        <pc:chgData name="Joonho Kwon" userId="fa141e0c-4849-4deb-8f8c-65d25da6d8db" providerId="ADAL" clId="{480DCF3E-EFFD-4CD0-B628-D668145A1D0F}" dt="2020-02-29T09:59:26.299" v="3555" actId="20577"/>
        <pc:sldMkLst>
          <pc:docMk/>
          <pc:sldMk cId="346346644" sldId="706"/>
        </pc:sldMkLst>
        <pc:spChg chg="mod">
          <ac:chgData name="Joonho Kwon" userId="fa141e0c-4849-4deb-8f8c-65d25da6d8db" providerId="ADAL" clId="{480DCF3E-EFFD-4CD0-B628-D668145A1D0F}" dt="2020-02-29T09:59:17.106" v="3539" actId="6549"/>
          <ac:spMkLst>
            <pc:docMk/>
            <pc:sldMk cId="346346644" sldId="706"/>
            <ac:spMk id="2" creationId="{99B55F43-64DD-4108-A84A-21350BC1833A}"/>
          </ac:spMkLst>
        </pc:spChg>
        <pc:spChg chg="mod">
          <ac:chgData name="Joonho Kwon" userId="fa141e0c-4849-4deb-8f8c-65d25da6d8db" providerId="ADAL" clId="{480DCF3E-EFFD-4CD0-B628-D668145A1D0F}" dt="2020-02-29T09:59:26.299" v="3555" actId="20577"/>
          <ac:spMkLst>
            <pc:docMk/>
            <pc:sldMk cId="346346644" sldId="706"/>
            <ac:spMk id="3" creationId="{216F502B-5C7F-4FDD-A7C5-48A07806DC35}"/>
          </ac:spMkLst>
        </pc:spChg>
        <pc:spChg chg="add mod">
          <ac:chgData name="Joonho Kwon" userId="fa141e0c-4849-4deb-8f8c-65d25da6d8db" providerId="ADAL" clId="{480DCF3E-EFFD-4CD0-B628-D668145A1D0F}" dt="2020-02-29T09:59:19.865" v="3540" actId="1076"/>
          <ac:spMkLst>
            <pc:docMk/>
            <pc:sldMk cId="346346644" sldId="706"/>
            <ac:spMk id="5" creationId="{95C49987-76C2-434C-9CB1-FE168ABAA174}"/>
          </ac:spMkLst>
        </pc:spChg>
      </pc:sldChg>
      <pc:sldChg chg="modSp add">
        <pc:chgData name="Joonho Kwon" userId="fa141e0c-4849-4deb-8f8c-65d25da6d8db" providerId="ADAL" clId="{480DCF3E-EFFD-4CD0-B628-D668145A1D0F}" dt="2020-02-29T10:00:10.395" v="3560" actId="20577"/>
        <pc:sldMkLst>
          <pc:docMk/>
          <pc:sldMk cId="1457277137" sldId="707"/>
        </pc:sldMkLst>
        <pc:spChg chg="mod">
          <ac:chgData name="Joonho Kwon" userId="fa141e0c-4849-4deb-8f8c-65d25da6d8db" providerId="ADAL" clId="{480DCF3E-EFFD-4CD0-B628-D668145A1D0F}" dt="2020-02-29T10:00:10.395" v="3560" actId="20577"/>
          <ac:spMkLst>
            <pc:docMk/>
            <pc:sldMk cId="1457277137" sldId="707"/>
            <ac:spMk id="2" creationId="{B3FA8B4E-4542-4AE5-82BE-97FDC25D0A4C}"/>
          </ac:spMkLst>
        </pc:spChg>
      </pc:sldChg>
      <pc:sldChg chg="modSp add">
        <pc:chgData name="Joonho Kwon" userId="fa141e0c-4849-4deb-8f8c-65d25da6d8db" providerId="ADAL" clId="{480DCF3E-EFFD-4CD0-B628-D668145A1D0F}" dt="2020-02-29T10:05:49.477" v="3690" actId="21"/>
        <pc:sldMkLst>
          <pc:docMk/>
          <pc:sldMk cId="3113103870" sldId="708"/>
        </pc:sldMkLst>
        <pc:spChg chg="mod">
          <ac:chgData name="Joonho Kwon" userId="fa141e0c-4849-4deb-8f8c-65d25da6d8db" providerId="ADAL" clId="{480DCF3E-EFFD-4CD0-B628-D668145A1D0F}" dt="2020-02-29T10:05:49.477" v="3690" actId="21"/>
          <ac:spMkLst>
            <pc:docMk/>
            <pc:sldMk cId="3113103870" sldId="708"/>
            <ac:spMk id="2" creationId="{6695D2D0-FD81-403F-9A63-80CD07B776CC}"/>
          </ac:spMkLst>
        </pc:spChg>
        <pc:spChg chg="mod">
          <ac:chgData name="Joonho Kwon" userId="fa141e0c-4849-4deb-8f8c-65d25da6d8db" providerId="ADAL" clId="{480DCF3E-EFFD-4CD0-B628-D668145A1D0F}" dt="2020-02-29T10:03:51.725" v="3565" actId="27636"/>
          <ac:spMkLst>
            <pc:docMk/>
            <pc:sldMk cId="3113103870" sldId="708"/>
            <ac:spMk id="3" creationId="{0BBE0FFB-34F8-4ED9-9981-5C8E70562B65}"/>
          </ac:spMkLst>
        </pc:spChg>
      </pc:sldChg>
      <pc:sldChg chg="addSp modSp add">
        <pc:chgData name="Joonho Kwon" userId="fa141e0c-4849-4deb-8f8c-65d25da6d8db" providerId="ADAL" clId="{480DCF3E-EFFD-4CD0-B628-D668145A1D0F}" dt="2020-02-29T10:15:38.911" v="4119" actId="27636"/>
        <pc:sldMkLst>
          <pc:docMk/>
          <pc:sldMk cId="1846494056" sldId="709"/>
        </pc:sldMkLst>
        <pc:spChg chg="mod">
          <ac:chgData name="Joonho Kwon" userId="fa141e0c-4849-4deb-8f8c-65d25da6d8db" providerId="ADAL" clId="{480DCF3E-EFFD-4CD0-B628-D668145A1D0F}" dt="2020-02-29T10:15:14.396" v="4100" actId="20577"/>
          <ac:spMkLst>
            <pc:docMk/>
            <pc:sldMk cId="1846494056" sldId="709"/>
            <ac:spMk id="2" creationId="{ABFA067F-0A3B-447A-87E7-011F0EA02CFC}"/>
          </ac:spMkLst>
        </pc:spChg>
        <pc:spChg chg="mod">
          <ac:chgData name="Joonho Kwon" userId="fa141e0c-4849-4deb-8f8c-65d25da6d8db" providerId="ADAL" clId="{480DCF3E-EFFD-4CD0-B628-D668145A1D0F}" dt="2020-02-29T10:15:38.911" v="4119" actId="27636"/>
          <ac:spMkLst>
            <pc:docMk/>
            <pc:sldMk cId="1846494056" sldId="709"/>
            <ac:spMk id="3" creationId="{AA383F34-7F46-4F5E-B046-50C609B40DD3}"/>
          </ac:spMkLst>
        </pc:spChg>
        <pc:spChg chg="add mod">
          <ac:chgData name="Joonho Kwon" userId="fa141e0c-4849-4deb-8f8c-65d25da6d8db" providerId="ADAL" clId="{480DCF3E-EFFD-4CD0-B628-D668145A1D0F}" dt="2020-02-29T10:14:53.771" v="4093" actId="1076"/>
          <ac:spMkLst>
            <pc:docMk/>
            <pc:sldMk cId="1846494056" sldId="709"/>
            <ac:spMk id="5" creationId="{9DD74C63-D800-4811-B6D9-EA160C6511CF}"/>
          </ac:spMkLst>
        </pc:spChg>
      </pc:sldChg>
      <pc:sldChg chg="addSp modSp add">
        <pc:chgData name="Joonho Kwon" userId="fa141e0c-4849-4deb-8f8c-65d25da6d8db" providerId="ADAL" clId="{480DCF3E-EFFD-4CD0-B628-D668145A1D0F}" dt="2020-02-29T10:10:10.881" v="3824" actId="1076"/>
        <pc:sldMkLst>
          <pc:docMk/>
          <pc:sldMk cId="2279331847" sldId="710"/>
        </pc:sldMkLst>
        <pc:spChg chg="mod">
          <ac:chgData name="Joonho Kwon" userId="fa141e0c-4849-4deb-8f8c-65d25da6d8db" providerId="ADAL" clId="{480DCF3E-EFFD-4CD0-B628-D668145A1D0F}" dt="2020-02-29T10:06:35.199" v="3795" actId="20577"/>
          <ac:spMkLst>
            <pc:docMk/>
            <pc:sldMk cId="2279331847" sldId="710"/>
            <ac:spMk id="3" creationId="{71121728-4AD5-43D1-8116-1C349F383C28}"/>
          </ac:spMkLst>
        </pc:spChg>
        <pc:spChg chg="add mod">
          <ac:chgData name="Joonho Kwon" userId="fa141e0c-4849-4deb-8f8c-65d25da6d8db" providerId="ADAL" clId="{480DCF3E-EFFD-4CD0-B628-D668145A1D0F}" dt="2020-02-29T10:10:10.881" v="3824" actId="1076"/>
          <ac:spMkLst>
            <pc:docMk/>
            <pc:sldMk cId="2279331847" sldId="710"/>
            <ac:spMk id="5" creationId="{CA07EB4F-3AF3-4591-9DA2-1AC353F6A21B}"/>
          </ac:spMkLst>
        </pc:spChg>
      </pc:sldChg>
      <pc:sldChg chg="addSp modSp add">
        <pc:chgData name="Joonho Kwon" userId="fa141e0c-4849-4deb-8f8c-65d25da6d8db" providerId="ADAL" clId="{480DCF3E-EFFD-4CD0-B628-D668145A1D0F}" dt="2020-02-29T10:25:53.789" v="4220" actId="20577"/>
        <pc:sldMkLst>
          <pc:docMk/>
          <pc:sldMk cId="2460952817" sldId="711"/>
        </pc:sldMkLst>
        <pc:spChg chg="mod">
          <ac:chgData name="Joonho Kwon" userId="fa141e0c-4849-4deb-8f8c-65d25da6d8db" providerId="ADAL" clId="{480DCF3E-EFFD-4CD0-B628-D668145A1D0F}" dt="2020-02-29T10:25:53.789" v="4220" actId="20577"/>
          <ac:spMkLst>
            <pc:docMk/>
            <pc:sldMk cId="2460952817" sldId="711"/>
            <ac:spMk id="2" creationId="{BB58A150-AB17-4A40-9FBE-51E6E1A3DAA3}"/>
          </ac:spMkLst>
        </pc:spChg>
        <pc:spChg chg="mod">
          <ac:chgData name="Joonho Kwon" userId="fa141e0c-4849-4deb-8f8c-65d25da6d8db" providerId="ADAL" clId="{480DCF3E-EFFD-4CD0-B628-D668145A1D0F}" dt="2020-02-29T10:15:57.013" v="4153" actId="20577"/>
          <ac:spMkLst>
            <pc:docMk/>
            <pc:sldMk cId="2460952817" sldId="711"/>
            <ac:spMk id="3" creationId="{74BFD5B7-4C73-4940-A6FB-7792A1DF522C}"/>
          </ac:spMkLst>
        </pc:spChg>
        <pc:spChg chg="add mod">
          <ac:chgData name="Joonho Kwon" userId="fa141e0c-4849-4deb-8f8c-65d25da6d8db" providerId="ADAL" clId="{480DCF3E-EFFD-4CD0-B628-D668145A1D0F}" dt="2020-02-29T10:23:10.215" v="4216" actId="20577"/>
          <ac:spMkLst>
            <pc:docMk/>
            <pc:sldMk cId="2460952817" sldId="711"/>
            <ac:spMk id="5" creationId="{8762590F-5AFB-4506-8C48-48D1BF7BDB26}"/>
          </ac:spMkLst>
        </pc:spChg>
      </pc:sldChg>
      <pc:sldChg chg="modSp add">
        <pc:chgData name="Joonho Kwon" userId="fa141e0c-4849-4deb-8f8c-65d25da6d8db" providerId="ADAL" clId="{480DCF3E-EFFD-4CD0-B628-D668145A1D0F}" dt="2020-02-29T10:29:57.076" v="4251" actId="20577"/>
        <pc:sldMkLst>
          <pc:docMk/>
          <pc:sldMk cId="848306934" sldId="712"/>
        </pc:sldMkLst>
        <pc:spChg chg="mod">
          <ac:chgData name="Joonho Kwon" userId="fa141e0c-4849-4deb-8f8c-65d25da6d8db" providerId="ADAL" clId="{480DCF3E-EFFD-4CD0-B628-D668145A1D0F}" dt="2020-02-29T10:29:53.774" v="4248" actId="113"/>
          <ac:spMkLst>
            <pc:docMk/>
            <pc:sldMk cId="848306934" sldId="712"/>
            <ac:spMk id="2" creationId="{8A1C77D2-707D-478C-ABFC-32D17FBD59D2}"/>
          </ac:spMkLst>
        </pc:spChg>
        <pc:spChg chg="mod">
          <ac:chgData name="Joonho Kwon" userId="fa141e0c-4849-4deb-8f8c-65d25da6d8db" providerId="ADAL" clId="{480DCF3E-EFFD-4CD0-B628-D668145A1D0F}" dt="2020-02-29T10:29:57.076" v="4251" actId="20577"/>
          <ac:spMkLst>
            <pc:docMk/>
            <pc:sldMk cId="848306934" sldId="712"/>
            <ac:spMk id="3" creationId="{1C234472-4B58-4DBC-BD56-3D93596F9C0A}"/>
          </ac:spMkLst>
        </pc:spChg>
      </pc:sldChg>
      <pc:sldMasterChg chg="modSldLayout">
        <pc:chgData name="Joonho Kwon" userId="fa141e0c-4849-4deb-8f8c-65d25da6d8db" providerId="ADAL" clId="{480DCF3E-EFFD-4CD0-B628-D668145A1D0F}" dt="2020-02-29T08:00:17.555" v="10"/>
        <pc:sldMasterMkLst>
          <pc:docMk/>
          <pc:sldMasterMk cId="0" sldId="2147483667"/>
        </pc:sldMasterMkLst>
        <pc:sldLayoutChg chg="addSp delSp">
          <pc:chgData name="Joonho Kwon" userId="fa141e0c-4849-4deb-8f8c-65d25da6d8db" providerId="ADAL" clId="{480DCF3E-EFFD-4CD0-B628-D668145A1D0F}" dt="2020-02-29T08:00:07.415" v="4" actId="478"/>
          <pc:sldLayoutMkLst>
            <pc:docMk/>
            <pc:sldMasterMk cId="0" sldId="2147483667"/>
            <pc:sldLayoutMk cId="1293075553" sldId="2147483812"/>
          </pc:sldLayoutMkLst>
          <pc:spChg chg="add del">
            <ac:chgData name="Joonho Kwon" userId="fa141e0c-4849-4deb-8f8c-65d25da6d8db" providerId="ADAL" clId="{480DCF3E-EFFD-4CD0-B628-D668145A1D0F}" dt="2020-02-29T08:00:07.415" v="4" actId="478"/>
            <ac:spMkLst>
              <pc:docMk/>
              <pc:sldMasterMk cId="0" sldId="2147483667"/>
              <pc:sldLayoutMk cId="1293075553" sldId="2147483812"/>
              <ac:spMk id="7" creationId="{DF66D183-D394-48A5-8D9A-D9709A3CD580}"/>
            </ac:spMkLst>
          </pc:spChg>
        </pc:sldLayoutChg>
        <pc:sldLayoutChg chg="addSp delSp">
          <pc:chgData name="Joonho Kwon" userId="fa141e0c-4849-4deb-8f8c-65d25da6d8db" providerId="ADAL" clId="{480DCF3E-EFFD-4CD0-B628-D668145A1D0F}" dt="2020-02-29T08:00:12.762" v="6"/>
          <pc:sldLayoutMkLst>
            <pc:docMk/>
            <pc:sldMasterMk cId="0" sldId="2147483667"/>
            <pc:sldLayoutMk cId="2304622635" sldId="2147483814"/>
          </pc:sldLayoutMkLst>
          <pc:spChg chg="del">
            <ac:chgData name="Joonho Kwon" userId="fa141e0c-4849-4deb-8f8c-65d25da6d8db" providerId="ADAL" clId="{480DCF3E-EFFD-4CD0-B628-D668145A1D0F}" dt="2020-02-29T08:00:12.477" v="5" actId="478"/>
            <ac:spMkLst>
              <pc:docMk/>
              <pc:sldMasterMk cId="0" sldId="2147483667"/>
              <pc:sldLayoutMk cId="2304622635" sldId="2147483814"/>
              <ac:spMk id="8" creationId="{00000000-0000-0000-0000-000000000000}"/>
            </ac:spMkLst>
          </pc:spChg>
          <pc:spChg chg="add">
            <ac:chgData name="Joonho Kwon" userId="fa141e0c-4849-4deb-8f8c-65d25da6d8db" providerId="ADAL" clId="{480DCF3E-EFFD-4CD0-B628-D668145A1D0F}" dt="2020-02-29T08:00:12.762" v="6"/>
            <ac:spMkLst>
              <pc:docMk/>
              <pc:sldMasterMk cId="0" sldId="2147483667"/>
              <pc:sldLayoutMk cId="2304622635" sldId="2147483814"/>
              <ac:spMk id="9" creationId="{ADFD50BA-222D-4283-A4A0-041F6FA23044}"/>
            </ac:spMkLst>
          </pc:spChg>
        </pc:sldLayoutChg>
        <pc:sldLayoutChg chg="addSp delSp">
          <pc:chgData name="Joonho Kwon" userId="fa141e0c-4849-4deb-8f8c-65d25da6d8db" providerId="ADAL" clId="{480DCF3E-EFFD-4CD0-B628-D668145A1D0F}" dt="2020-02-29T08:00:15.272" v="8"/>
          <pc:sldLayoutMkLst>
            <pc:docMk/>
            <pc:sldMasterMk cId="0" sldId="2147483667"/>
            <pc:sldLayoutMk cId="2499585129" sldId="2147483815"/>
          </pc:sldLayoutMkLst>
          <pc:spChg chg="del">
            <ac:chgData name="Joonho Kwon" userId="fa141e0c-4849-4deb-8f8c-65d25da6d8db" providerId="ADAL" clId="{480DCF3E-EFFD-4CD0-B628-D668145A1D0F}" dt="2020-02-29T08:00:14.934" v="7" actId="478"/>
            <ac:spMkLst>
              <pc:docMk/>
              <pc:sldMasterMk cId="0" sldId="2147483667"/>
              <pc:sldLayoutMk cId="2499585129" sldId="2147483815"/>
              <ac:spMk id="10" creationId="{00000000-0000-0000-0000-000000000000}"/>
            </ac:spMkLst>
          </pc:spChg>
          <pc:spChg chg="add">
            <ac:chgData name="Joonho Kwon" userId="fa141e0c-4849-4deb-8f8c-65d25da6d8db" providerId="ADAL" clId="{480DCF3E-EFFD-4CD0-B628-D668145A1D0F}" dt="2020-02-29T08:00:15.272" v="8"/>
            <ac:spMkLst>
              <pc:docMk/>
              <pc:sldMasterMk cId="0" sldId="2147483667"/>
              <pc:sldLayoutMk cId="2499585129" sldId="2147483815"/>
              <ac:spMk id="11" creationId="{45D4DDE6-7BB5-4D71-91C9-4EB322F7F6F9}"/>
            </ac:spMkLst>
          </pc:spChg>
        </pc:sldLayoutChg>
        <pc:sldLayoutChg chg="addSp delSp">
          <pc:chgData name="Joonho Kwon" userId="fa141e0c-4849-4deb-8f8c-65d25da6d8db" providerId="ADAL" clId="{480DCF3E-EFFD-4CD0-B628-D668145A1D0F}" dt="2020-02-29T08:00:17.555" v="10"/>
          <pc:sldLayoutMkLst>
            <pc:docMk/>
            <pc:sldMasterMk cId="0" sldId="2147483667"/>
            <pc:sldLayoutMk cId="3515074611" sldId="2147483816"/>
          </pc:sldLayoutMkLst>
          <pc:spChg chg="del">
            <ac:chgData name="Joonho Kwon" userId="fa141e0c-4849-4deb-8f8c-65d25da6d8db" providerId="ADAL" clId="{480DCF3E-EFFD-4CD0-B628-D668145A1D0F}" dt="2020-02-29T08:00:17.233" v="9" actId="478"/>
            <ac:spMkLst>
              <pc:docMk/>
              <pc:sldMasterMk cId="0" sldId="2147483667"/>
              <pc:sldLayoutMk cId="3515074611" sldId="2147483816"/>
              <ac:spMk id="6" creationId="{00000000-0000-0000-0000-000000000000}"/>
            </ac:spMkLst>
          </pc:spChg>
          <pc:spChg chg="add">
            <ac:chgData name="Joonho Kwon" userId="fa141e0c-4849-4deb-8f8c-65d25da6d8db" providerId="ADAL" clId="{480DCF3E-EFFD-4CD0-B628-D668145A1D0F}" dt="2020-02-29T08:00:17.555" v="10"/>
            <ac:spMkLst>
              <pc:docMk/>
              <pc:sldMasterMk cId="0" sldId="2147483667"/>
              <pc:sldLayoutMk cId="3515074611" sldId="2147483816"/>
              <ac:spMk id="7" creationId="{60BD4EBB-84E5-4966-9380-110E290FC2BD}"/>
            </ac:spMkLst>
          </pc:spChg>
        </pc:sldLayoutChg>
      </pc:sldMasterChg>
    </pc:docChg>
  </pc:docChgLst>
  <pc:docChgLst>
    <pc:chgData name="Joonho Kwon" userId="fa141e0c-4849-4deb-8f8c-65d25da6d8db" providerId="ADAL" clId="{3975C10A-B11B-4C97-B93C-0236B94677AC}"/>
    <pc:docChg chg="undo custSel addSld delSld modSld sldOrd">
      <pc:chgData name="Joonho Kwon" userId="fa141e0c-4849-4deb-8f8c-65d25da6d8db" providerId="ADAL" clId="{3975C10A-B11B-4C97-B93C-0236B94677AC}" dt="2020-01-07T07:32:36.042" v="893"/>
      <pc:docMkLst>
        <pc:docMk/>
      </pc:docMkLst>
      <pc:sldChg chg="modSp">
        <pc:chgData name="Joonho Kwon" userId="fa141e0c-4849-4deb-8f8c-65d25da6d8db" providerId="ADAL" clId="{3975C10A-B11B-4C97-B93C-0236B94677AC}" dt="2020-01-06T02:29:22.141" v="149" actId="6549"/>
        <pc:sldMkLst>
          <pc:docMk/>
          <pc:sldMk cId="0" sldId="394"/>
        </pc:sldMkLst>
        <pc:spChg chg="mod">
          <ac:chgData name="Joonho Kwon" userId="fa141e0c-4849-4deb-8f8c-65d25da6d8db" providerId="ADAL" clId="{3975C10A-B11B-4C97-B93C-0236B94677AC}" dt="2020-01-06T02:29:22.141" v="149" actId="6549"/>
          <ac:spMkLst>
            <pc:docMk/>
            <pc:sldMk cId="0" sldId="394"/>
            <ac:spMk id="5122" creationId="{00000000-0000-0000-0000-000000000000}"/>
          </ac:spMkLst>
        </pc:spChg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0" sldId="395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3115096377" sldId="444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1902155382" sldId="445"/>
        </pc:sldMkLst>
      </pc:sldChg>
      <pc:sldChg chg="modSp">
        <pc:chgData name="Joonho Kwon" userId="fa141e0c-4849-4deb-8f8c-65d25da6d8db" providerId="ADAL" clId="{3975C10A-B11B-4C97-B93C-0236B94677AC}" dt="2020-01-06T02:32:26.101" v="583" actId="20577"/>
        <pc:sldMkLst>
          <pc:docMk/>
          <pc:sldMk cId="1161516010" sldId="452"/>
        </pc:sldMkLst>
        <pc:spChg chg="mod">
          <ac:chgData name="Joonho Kwon" userId="fa141e0c-4849-4deb-8f8c-65d25da6d8db" providerId="ADAL" clId="{3975C10A-B11B-4C97-B93C-0236B94677AC}" dt="2020-01-06T02:32:26.101" v="583" actId="20577"/>
          <ac:spMkLst>
            <pc:docMk/>
            <pc:sldMk cId="1161516010" sldId="452"/>
            <ac:spMk id="2" creationId="{97BBFB35-A450-47A2-87A7-1E5894B894A6}"/>
          </ac:spMkLst>
        </pc:spChg>
        <pc:spChg chg="mod">
          <ac:chgData name="Joonho Kwon" userId="fa141e0c-4849-4deb-8f8c-65d25da6d8db" providerId="ADAL" clId="{3975C10A-B11B-4C97-B93C-0236B94677AC}" dt="2020-01-06T02:29:36.735" v="165" actId="20577"/>
          <ac:spMkLst>
            <pc:docMk/>
            <pc:sldMk cId="1161516010" sldId="452"/>
            <ac:spMk id="3" creationId="{88803E2B-48E1-4CD9-AB0C-CAE533271E7B}"/>
          </ac:spMkLst>
        </pc:spChg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2439468546" sldId="453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2363059900" sldId="454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2403434854" sldId="455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1195167767" sldId="456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387035177" sldId="457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502688067" sldId="458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2828030684" sldId="459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3367498920" sldId="461"/>
        </pc:sldMkLst>
      </pc:sldChg>
      <pc:sldChg chg="del">
        <pc:chgData name="Joonho Kwon" userId="fa141e0c-4849-4deb-8f8c-65d25da6d8db" providerId="ADAL" clId="{3975C10A-B11B-4C97-B93C-0236B94677AC}" dt="2020-01-06T02:33:40.504" v="584" actId="47"/>
        <pc:sldMkLst>
          <pc:docMk/>
          <pc:sldMk cId="448470506" sldId="465"/>
        </pc:sldMkLst>
      </pc:sldChg>
      <pc:sldChg chg="modSp ord">
        <pc:chgData name="Joonho Kwon" userId="fa141e0c-4849-4deb-8f8c-65d25da6d8db" providerId="ADAL" clId="{3975C10A-B11B-4C97-B93C-0236B94677AC}" dt="2020-01-06T05:14:02.869" v="807" actId="20577"/>
        <pc:sldMkLst>
          <pc:docMk/>
          <pc:sldMk cId="3097909090" sldId="475"/>
        </pc:sldMkLst>
        <pc:spChg chg="mod">
          <ac:chgData name="Joonho Kwon" userId="fa141e0c-4849-4deb-8f8c-65d25da6d8db" providerId="ADAL" clId="{3975C10A-B11B-4C97-B93C-0236B94677AC}" dt="2020-01-06T05:14:02.869" v="807" actId="20577"/>
          <ac:spMkLst>
            <pc:docMk/>
            <pc:sldMk cId="3097909090" sldId="475"/>
            <ac:spMk id="2" creationId="{D8AE71C0-EA7B-483E-9341-03D4E90B6094}"/>
          </ac:spMkLst>
        </pc:spChg>
      </pc:sldChg>
      <pc:sldChg chg="modSp add ord">
        <pc:chgData name="Joonho Kwon" userId="fa141e0c-4849-4deb-8f8c-65d25da6d8db" providerId="ADAL" clId="{3975C10A-B11B-4C97-B93C-0236B94677AC}" dt="2020-01-07T06:38:40.884" v="835" actId="6549"/>
        <pc:sldMkLst>
          <pc:docMk/>
          <pc:sldMk cId="1847398336" sldId="587"/>
        </pc:sldMkLst>
        <pc:spChg chg="mod">
          <ac:chgData name="Joonho Kwon" userId="fa141e0c-4849-4deb-8f8c-65d25da6d8db" providerId="ADAL" clId="{3975C10A-B11B-4C97-B93C-0236B94677AC}" dt="2020-01-07T06:38:40.884" v="835" actId="6549"/>
          <ac:spMkLst>
            <pc:docMk/>
            <pc:sldMk cId="1847398336" sldId="587"/>
            <ac:spMk id="2" creationId="{B3FA8B4E-4542-4AE5-82BE-97FDC25D0A4C}"/>
          </ac:spMkLst>
        </pc:spChg>
        <pc:spChg chg="mod">
          <ac:chgData name="Joonho Kwon" userId="fa141e0c-4849-4deb-8f8c-65d25da6d8db" providerId="ADAL" clId="{3975C10A-B11B-4C97-B93C-0236B94677AC}" dt="2020-01-06T02:33:51.951" v="595" actId="20577"/>
          <ac:spMkLst>
            <pc:docMk/>
            <pc:sldMk cId="1847398336" sldId="587"/>
            <ac:spMk id="3" creationId="{5B7B1DEF-CCE9-4F7F-B590-06C654B35E02}"/>
          </ac:spMkLst>
        </pc:spChg>
      </pc:sldChg>
      <pc:sldChg chg="addSp delSp modSp add">
        <pc:chgData name="Joonho Kwon" userId="fa141e0c-4849-4deb-8f8c-65d25da6d8db" providerId="ADAL" clId="{3975C10A-B11B-4C97-B93C-0236B94677AC}" dt="2020-01-07T06:37:01.965" v="812" actId="14100"/>
        <pc:sldMkLst>
          <pc:docMk/>
          <pc:sldMk cId="3847657388" sldId="588"/>
        </pc:sldMkLst>
        <pc:spChg chg="del">
          <ac:chgData name="Joonho Kwon" userId="fa141e0c-4849-4deb-8f8c-65d25da6d8db" providerId="ADAL" clId="{3975C10A-B11B-4C97-B93C-0236B94677AC}" dt="2020-01-07T06:36:58.067" v="810"/>
          <ac:spMkLst>
            <pc:docMk/>
            <pc:sldMk cId="3847657388" sldId="588"/>
            <ac:spMk id="2" creationId="{674B4ACD-AF6B-4FA9-9C58-4D99C6445928}"/>
          </ac:spMkLst>
        </pc:spChg>
        <pc:spChg chg="mod">
          <ac:chgData name="Joonho Kwon" userId="fa141e0c-4849-4deb-8f8c-65d25da6d8db" providerId="ADAL" clId="{3975C10A-B11B-4C97-B93C-0236B94677AC}" dt="2020-01-07T06:36:47.766" v="809"/>
          <ac:spMkLst>
            <pc:docMk/>
            <pc:sldMk cId="3847657388" sldId="588"/>
            <ac:spMk id="3" creationId="{2118FE3F-82C7-4F8E-A36B-E5AF7B65346C}"/>
          </ac:spMkLst>
        </pc:spChg>
        <pc:picChg chg="add mod">
          <ac:chgData name="Joonho Kwon" userId="fa141e0c-4849-4deb-8f8c-65d25da6d8db" providerId="ADAL" clId="{3975C10A-B11B-4C97-B93C-0236B94677AC}" dt="2020-01-07T06:37:01.965" v="812" actId="14100"/>
          <ac:picMkLst>
            <pc:docMk/>
            <pc:sldMk cId="3847657388" sldId="588"/>
            <ac:picMk id="5" creationId="{CC2F541C-FA6F-44A0-BDB6-1C9C0EA11494}"/>
          </ac:picMkLst>
        </pc:picChg>
      </pc:sldChg>
      <pc:sldChg chg="addSp modSp add">
        <pc:chgData name="Joonho Kwon" userId="fa141e0c-4849-4deb-8f8c-65d25da6d8db" providerId="ADAL" clId="{3975C10A-B11B-4C97-B93C-0236B94677AC}" dt="2020-01-07T06:37:20.639" v="816" actId="1076"/>
        <pc:sldMkLst>
          <pc:docMk/>
          <pc:sldMk cId="13039026" sldId="589"/>
        </pc:sldMkLst>
        <pc:spChg chg="mod">
          <ac:chgData name="Joonho Kwon" userId="fa141e0c-4849-4deb-8f8c-65d25da6d8db" providerId="ADAL" clId="{3975C10A-B11B-4C97-B93C-0236B94677AC}" dt="2020-01-07T06:37:15.837" v="814"/>
          <ac:spMkLst>
            <pc:docMk/>
            <pc:sldMk cId="13039026" sldId="589"/>
            <ac:spMk id="3" creationId="{8CFE9906-4EA9-4319-A447-7A666CE04C70}"/>
          </ac:spMkLst>
        </pc:spChg>
        <pc:picChg chg="add mod">
          <ac:chgData name="Joonho Kwon" userId="fa141e0c-4849-4deb-8f8c-65d25da6d8db" providerId="ADAL" clId="{3975C10A-B11B-4C97-B93C-0236B94677AC}" dt="2020-01-07T06:37:20.639" v="816" actId="1076"/>
          <ac:picMkLst>
            <pc:docMk/>
            <pc:sldMk cId="13039026" sldId="589"/>
            <ac:picMk id="5" creationId="{53A49112-393F-433C-9EEE-D1DC21558571}"/>
          </ac:picMkLst>
        </pc:picChg>
      </pc:sldChg>
      <pc:sldChg chg="modSp add">
        <pc:chgData name="Joonho Kwon" userId="fa141e0c-4849-4deb-8f8c-65d25da6d8db" providerId="ADAL" clId="{3975C10A-B11B-4C97-B93C-0236B94677AC}" dt="2020-01-07T06:38:23.548" v="828" actId="207"/>
        <pc:sldMkLst>
          <pc:docMk/>
          <pc:sldMk cId="3394645564" sldId="590"/>
        </pc:sldMkLst>
        <pc:spChg chg="mod">
          <ac:chgData name="Joonho Kwon" userId="fa141e0c-4849-4deb-8f8c-65d25da6d8db" providerId="ADAL" clId="{3975C10A-B11B-4C97-B93C-0236B94677AC}" dt="2020-01-07T06:38:23.548" v="828" actId="207"/>
          <ac:spMkLst>
            <pc:docMk/>
            <pc:sldMk cId="3394645564" sldId="590"/>
            <ac:spMk id="2" creationId="{AED9099C-28DD-4459-ABFB-3BF45DC1E9EB}"/>
          </ac:spMkLst>
        </pc:spChg>
        <pc:spChg chg="mod">
          <ac:chgData name="Joonho Kwon" userId="fa141e0c-4849-4deb-8f8c-65d25da6d8db" providerId="ADAL" clId="{3975C10A-B11B-4C97-B93C-0236B94677AC}" dt="2020-01-07T06:37:45.458" v="818"/>
          <ac:spMkLst>
            <pc:docMk/>
            <pc:sldMk cId="3394645564" sldId="590"/>
            <ac:spMk id="3" creationId="{29110E4A-CE6D-46D4-B415-0291C7BBCE32}"/>
          </ac:spMkLst>
        </pc:spChg>
      </pc:sldChg>
      <pc:sldChg chg="addSp delSp modSp add delAnim modAnim">
        <pc:chgData name="Joonho Kwon" userId="fa141e0c-4849-4deb-8f8c-65d25da6d8db" providerId="ADAL" clId="{3975C10A-B11B-4C97-B93C-0236B94677AC}" dt="2020-01-07T06:39:30.191" v="847"/>
        <pc:sldMkLst>
          <pc:docMk/>
          <pc:sldMk cId="2846272721" sldId="591"/>
        </pc:sldMkLst>
        <pc:spChg chg="del">
          <ac:chgData name="Joonho Kwon" userId="fa141e0c-4849-4deb-8f8c-65d25da6d8db" providerId="ADAL" clId="{3975C10A-B11B-4C97-B93C-0236B94677AC}" dt="2020-01-07T06:39:15.427" v="841"/>
          <ac:spMkLst>
            <pc:docMk/>
            <pc:sldMk cId="2846272721" sldId="591"/>
            <ac:spMk id="2" creationId="{1CE9FE08-9559-4193-9115-409E30DF02B4}"/>
          </ac:spMkLst>
        </pc:spChg>
        <pc:spChg chg="mod">
          <ac:chgData name="Joonho Kwon" userId="fa141e0c-4849-4deb-8f8c-65d25da6d8db" providerId="ADAL" clId="{3975C10A-B11B-4C97-B93C-0236B94677AC}" dt="2020-01-07T06:38:31.679" v="830"/>
          <ac:spMkLst>
            <pc:docMk/>
            <pc:sldMk cId="2846272721" sldId="591"/>
            <ac:spMk id="3" creationId="{0B5B5488-0D97-4C01-B9F3-831E111B3F49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48" creationId="{A80B9FCE-C7D6-44B9-84DE-FB6C976DDA8F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49" creationId="{6B98F413-4CAA-4793-ADD6-8844B67D4B53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0" creationId="{AE80D899-5174-40EA-82BE-8E9E984C2A83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4" creationId="{3AD7E1EF-204B-40F8-BD56-7DC22BC52DC0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5" creationId="{4F7E5E76-714D-46A5-ACEF-476D85AF3134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6" creationId="{E89E1D3C-4C8A-43A7-9355-2D59A245D806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7" creationId="{E38FE436-438E-4EF1-A403-D84AC322C882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8" creationId="{98DA8F1F-DED7-4F14-AD91-D8FCB0EE58F0}"/>
          </ac:spMkLst>
        </pc:spChg>
        <pc:spChg chg="add del">
          <ac:chgData name="Joonho Kwon" userId="fa141e0c-4849-4deb-8f8c-65d25da6d8db" providerId="ADAL" clId="{3975C10A-B11B-4C97-B93C-0236B94677AC}" dt="2020-01-07T06:38:52.987" v="839"/>
          <ac:spMkLst>
            <pc:docMk/>
            <pc:sldMk cId="2846272721" sldId="591"/>
            <ac:spMk id="59" creationId="{3C65159A-0069-485C-A36C-9E3E5F60CC53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03" creationId="{34CF7CFD-CA4B-4EDE-9391-745DAB34B2E6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04" creationId="{74FB22FE-9E1D-43EC-96D4-34E53A75FCB9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05" creationId="{1E566B13-0BA6-40A4-ADBA-E7EDBC8EE1D6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09" creationId="{99551F82-A3A1-46E5-A7DE-54EE09411C9A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10" creationId="{D9FE57F7-C051-4B07-B812-20FEDF3619C1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11" creationId="{B2F49200-6779-4FDA-8874-9900B367424B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12" creationId="{12DC89C5-FDC0-4DF6-A5CC-CAEA41925F5B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13" creationId="{D90567D1-9B87-4A91-8F97-5BD0C28A2364}"/>
          </ac:spMkLst>
        </pc:spChg>
        <pc:spChg chg="add del">
          <ac:chgData name="Joonho Kwon" userId="fa141e0c-4849-4deb-8f8c-65d25da6d8db" providerId="ADAL" clId="{3975C10A-B11B-4C97-B93C-0236B94677AC}" dt="2020-01-07T06:39:18.602" v="842" actId="478"/>
          <ac:spMkLst>
            <pc:docMk/>
            <pc:sldMk cId="2846272721" sldId="591"/>
            <ac:spMk id="114" creationId="{EB689513-B73B-4918-BE73-E55EE18BF2C3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58" creationId="{EA609B19-95BE-48BD-8C98-3721B7AB91FE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59" creationId="{5AC7A481-99AA-44D5-BF24-FC706C78FCDF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0" creationId="{5A66EDAE-4DCF-48C8-9A47-5A9FC7D7BA2F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4" creationId="{651F603B-C00B-4001-9CAD-F9E537539CE9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5" creationId="{7B218A61-8C86-4459-B2BE-E7D0DC3D8F39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6" creationId="{83F2795B-702D-4196-9F4E-618F886F2955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7" creationId="{99B51A19-D735-4560-8E23-1BE954DBD149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68" creationId="{D44AF2D9-6F2D-4B0F-A239-361776E123CA}"/>
          </ac:spMkLst>
        </pc:spChg>
        <pc:spChg chg="add del">
          <ac:chgData name="Joonho Kwon" userId="fa141e0c-4849-4deb-8f8c-65d25da6d8db" providerId="ADAL" clId="{3975C10A-B11B-4C97-B93C-0236B94677AC}" dt="2020-01-07T06:39:30.174" v="846"/>
          <ac:spMkLst>
            <pc:docMk/>
            <pc:sldMk cId="2846272721" sldId="591"/>
            <ac:spMk id="176" creationId="{909EB66E-3A50-4953-A251-41585D434B58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0" creationId="{D0D07BB8-FA79-437E-8198-93E68C04D716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1" creationId="{450F0582-C820-4704-B3F5-D55A05FF321F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2" creationId="{CF295654-A253-404F-835D-A78F1E3BBE4E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6" creationId="{17EA81D1-0F51-487B-86AC-16821D2B977B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7" creationId="{C3F4BAA8-0564-470A-A80B-D3BF8C397177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8" creationId="{340F723B-D45B-41D3-82E5-5A96E6A15C23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29" creationId="{F9878F83-6A56-4F95-8827-211B10190573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30" creationId="{2176E866-20FD-4619-AA59-8541477F3D69}"/>
          </ac:spMkLst>
        </pc:spChg>
        <pc:spChg chg="add">
          <ac:chgData name="Joonho Kwon" userId="fa141e0c-4849-4deb-8f8c-65d25da6d8db" providerId="ADAL" clId="{3975C10A-B11B-4C97-B93C-0236B94677AC}" dt="2020-01-07T06:39:30.191" v="847"/>
          <ac:spMkLst>
            <pc:docMk/>
            <pc:sldMk cId="2846272721" sldId="591"/>
            <ac:spMk id="238" creationId="{70865718-EB7E-4D62-A818-3B9CDF4BFDB2}"/>
          </ac:spMkLst>
        </pc:spChg>
        <pc:grpChg chg="add del">
          <ac:chgData name="Joonho Kwon" userId="fa141e0c-4849-4deb-8f8c-65d25da6d8db" providerId="ADAL" clId="{3975C10A-B11B-4C97-B93C-0236B94677AC}" dt="2020-01-07T06:38:52.987" v="839"/>
          <ac:grpSpMkLst>
            <pc:docMk/>
            <pc:sldMk cId="2846272721" sldId="591"/>
            <ac:grpSpMk id="5" creationId="{BF119002-B861-433B-91BF-EA30068FE6B1}"/>
          </ac:grpSpMkLst>
        </pc:grpChg>
        <pc:grpChg chg="add del">
          <ac:chgData name="Joonho Kwon" userId="fa141e0c-4849-4deb-8f8c-65d25da6d8db" providerId="ADAL" clId="{3975C10A-B11B-4C97-B93C-0236B94677AC}" dt="2020-01-07T06:39:18.602" v="842" actId="478"/>
          <ac:grpSpMkLst>
            <pc:docMk/>
            <pc:sldMk cId="2846272721" sldId="591"/>
            <ac:grpSpMk id="60" creationId="{CD031E7F-C1C0-4707-8910-81BA4F823C67}"/>
          </ac:grpSpMkLst>
        </pc:grpChg>
        <pc:grpChg chg="add del">
          <ac:chgData name="Joonho Kwon" userId="fa141e0c-4849-4deb-8f8c-65d25da6d8db" providerId="ADAL" clId="{3975C10A-B11B-4C97-B93C-0236B94677AC}" dt="2020-01-07T06:39:30.174" v="846"/>
          <ac:grpSpMkLst>
            <pc:docMk/>
            <pc:sldMk cId="2846272721" sldId="591"/>
            <ac:grpSpMk id="115" creationId="{267FD0C2-305C-4C51-921C-EB6F651597E0}"/>
          </ac:grpSpMkLst>
        </pc:grpChg>
        <pc:grpChg chg="add del">
          <ac:chgData name="Joonho Kwon" userId="fa141e0c-4849-4deb-8f8c-65d25da6d8db" providerId="ADAL" clId="{3975C10A-B11B-4C97-B93C-0236B94677AC}" dt="2020-01-07T06:39:30.174" v="846"/>
          <ac:grpSpMkLst>
            <pc:docMk/>
            <pc:sldMk cId="2846272721" sldId="591"/>
            <ac:grpSpMk id="169" creationId="{A2916634-BAFB-4211-AAB6-AD1595D08824}"/>
          </ac:grpSpMkLst>
        </pc:grpChg>
        <pc:grpChg chg="add">
          <ac:chgData name="Joonho Kwon" userId="fa141e0c-4849-4deb-8f8c-65d25da6d8db" providerId="ADAL" clId="{3975C10A-B11B-4C97-B93C-0236B94677AC}" dt="2020-01-07T06:39:30.191" v="847"/>
          <ac:grpSpMkLst>
            <pc:docMk/>
            <pc:sldMk cId="2846272721" sldId="591"/>
            <ac:grpSpMk id="177" creationId="{BF9F7F98-7DB5-439D-A911-9708BD21203A}"/>
          </ac:grpSpMkLst>
        </pc:grpChg>
        <pc:grpChg chg="add">
          <ac:chgData name="Joonho Kwon" userId="fa141e0c-4849-4deb-8f8c-65d25da6d8db" providerId="ADAL" clId="{3975C10A-B11B-4C97-B93C-0236B94677AC}" dt="2020-01-07T06:39:30.191" v="847"/>
          <ac:grpSpMkLst>
            <pc:docMk/>
            <pc:sldMk cId="2846272721" sldId="591"/>
            <ac:grpSpMk id="231" creationId="{34C43348-CCBF-4842-BCA6-70DB8560D1D2}"/>
          </ac:grpSpMkLst>
        </pc:grpChg>
        <pc:cxnChg chg="add del">
          <ac:chgData name="Joonho Kwon" userId="fa141e0c-4849-4deb-8f8c-65d25da6d8db" providerId="ADAL" clId="{3975C10A-B11B-4C97-B93C-0236B94677AC}" dt="2020-01-07T06:38:52.987" v="839"/>
          <ac:cxnSpMkLst>
            <pc:docMk/>
            <pc:sldMk cId="2846272721" sldId="591"/>
            <ac:cxnSpMk id="47" creationId="{D79C55E5-ADF8-408C-AEC1-0863E65DA209}"/>
          </ac:cxnSpMkLst>
        </pc:cxnChg>
        <pc:cxnChg chg="add del">
          <ac:chgData name="Joonho Kwon" userId="fa141e0c-4849-4deb-8f8c-65d25da6d8db" providerId="ADAL" clId="{3975C10A-B11B-4C97-B93C-0236B94677AC}" dt="2020-01-07T06:38:52.987" v="839"/>
          <ac:cxnSpMkLst>
            <pc:docMk/>
            <pc:sldMk cId="2846272721" sldId="591"/>
            <ac:cxnSpMk id="51" creationId="{09256035-5BEF-4567-9E97-932E88D3A8AF}"/>
          </ac:cxnSpMkLst>
        </pc:cxnChg>
        <pc:cxnChg chg="add del">
          <ac:chgData name="Joonho Kwon" userId="fa141e0c-4849-4deb-8f8c-65d25da6d8db" providerId="ADAL" clId="{3975C10A-B11B-4C97-B93C-0236B94677AC}" dt="2020-01-07T06:38:52.987" v="839"/>
          <ac:cxnSpMkLst>
            <pc:docMk/>
            <pc:sldMk cId="2846272721" sldId="591"/>
            <ac:cxnSpMk id="52" creationId="{C5D571E3-D767-4294-86D8-D4C2355687CA}"/>
          </ac:cxnSpMkLst>
        </pc:cxnChg>
        <pc:cxnChg chg="add del">
          <ac:chgData name="Joonho Kwon" userId="fa141e0c-4849-4deb-8f8c-65d25da6d8db" providerId="ADAL" clId="{3975C10A-B11B-4C97-B93C-0236B94677AC}" dt="2020-01-07T06:38:52.987" v="839"/>
          <ac:cxnSpMkLst>
            <pc:docMk/>
            <pc:sldMk cId="2846272721" sldId="591"/>
            <ac:cxnSpMk id="53" creationId="{8A5B7F3E-F433-4AAC-A3DD-65CDF0AF5093}"/>
          </ac:cxnSpMkLst>
        </pc:cxnChg>
        <pc:cxnChg chg="add del">
          <ac:chgData name="Joonho Kwon" userId="fa141e0c-4849-4deb-8f8c-65d25da6d8db" providerId="ADAL" clId="{3975C10A-B11B-4C97-B93C-0236B94677AC}" dt="2020-01-07T06:39:18.602" v="842" actId="478"/>
          <ac:cxnSpMkLst>
            <pc:docMk/>
            <pc:sldMk cId="2846272721" sldId="591"/>
            <ac:cxnSpMk id="102" creationId="{51115815-9676-4E43-B74C-628C9775948A}"/>
          </ac:cxnSpMkLst>
        </pc:cxnChg>
        <pc:cxnChg chg="add del">
          <ac:chgData name="Joonho Kwon" userId="fa141e0c-4849-4deb-8f8c-65d25da6d8db" providerId="ADAL" clId="{3975C10A-B11B-4C97-B93C-0236B94677AC}" dt="2020-01-07T06:39:18.602" v="842" actId="478"/>
          <ac:cxnSpMkLst>
            <pc:docMk/>
            <pc:sldMk cId="2846272721" sldId="591"/>
            <ac:cxnSpMk id="106" creationId="{98E42564-518E-4A75-B997-E767592C79A7}"/>
          </ac:cxnSpMkLst>
        </pc:cxnChg>
        <pc:cxnChg chg="add del">
          <ac:chgData name="Joonho Kwon" userId="fa141e0c-4849-4deb-8f8c-65d25da6d8db" providerId="ADAL" clId="{3975C10A-B11B-4C97-B93C-0236B94677AC}" dt="2020-01-07T06:39:18.602" v="842" actId="478"/>
          <ac:cxnSpMkLst>
            <pc:docMk/>
            <pc:sldMk cId="2846272721" sldId="591"/>
            <ac:cxnSpMk id="107" creationId="{C5187AA1-0C3F-4DAE-A2A6-9F82FADFF46D}"/>
          </ac:cxnSpMkLst>
        </pc:cxnChg>
        <pc:cxnChg chg="add del">
          <ac:chgData name="Joonho Kwon" userId="fa141e0c-4849-4deb-8f8c-65d25da6d8db" providerId="ADAL" clId="{3975C10A-B11B-4C97-B93C-0236B94677AC}" dt="2020-01-07T06:39:18.602" v="842" actId="478"/>
          <ac:cxnSpMkLst>
            <pc:docMk/>
            <pc:sldMk cId="2846272721" sldId="591"/>
            <ac:cxnSpMk id="108" creationId="{7320CE1C-E5DD-4CE3-8C4A-DA10CA7858E0}"/>
          </ac:cxnSpMkLst>
        </pc:cxnChg>
        <pc:cxnChg chg="add del">
          <ac:chgData name="Joonho Kwon" userId="fa141e0c-4849-4deb-8f8c-65d25da6d8db" providerId="ADAL" clId="{3975C10A-B11B-4C97-B93C-0236B94677AC}" dt="2020-01-07T06:39:30.174" v="846"/>
          <ac:cxnSpMkLst>
            <pc:docMk/>
            <pc:sldMk cId="2846272721" sldId="591"/>
            <ac:cxnSpMk id="157" creationId="{9FFEA137-3DD0-4D52-AEAE-67E5A1D9DD5C}"/>
          </ac:cxnSpMkLst>
        </pc:cxnChg>
        <pc:cxnChg chg="add del">
          <ac:chgData name="Joonho Kwon" userId="fa141e0c-4849-4deb-8f8c-65d25da6d8db" providerId="ADAL" clId="{3975C10A-B11B-4C97-B93C-0236B94677AC}" dt="2020-01-07T06:39:30.174" v="846"/>
          <ac:cxnSpMkLst>
            <pc:docMk/>
            <pc:sldMk cId="2846272721" sldId="591"/>
            <ac:cxnSpMk id="161" creationId="{87FD8B11-45AF-40F7-8E07-56104923102E}"/>
          </ac:cxnSpMkLst>
        </pc:cxnChg>
        <pc:cxnChg chg="add del">
          <ac:chgData name="Joonho Kwon" userId="fa141e0c-4849-4deb-8f8c-65d25da6d8db" providerId="ADAL" clId="{3975C10A-B11B-4C97-B93C-0236B94677AC}" dt="2020-01-07T06:39:30.174" v="846"/>
          <ac:cxnSpMkLst>
            <pc:docMk/>
            <pc:sldMk cId="2846272721" sldId="591"/>
            <ac:cxnSpMk id="162" creationId="{A0FE9C28-2263-473C-9FB3-E22F83F12E74}"/>
          </ac:cxnSpMkLst>
        </pc:cxnChg>
        <pc:cxnChg chg="add del">
          <ac:chgData name="Joonho Kwon" userId="fa141e0c-4849-4deb-8f8c-65d25da6d8db" providerId="ADAL" clId="{3975C10A-B11B-4C97-B93C-0236B94677AC}" dt="2020-01-07T06:39:30.174" v="846"/>
          <ac:cxnSpMkLst>
            <pc:docMk/>
            <pc:sldMk cId="2846272721" sldId="591"/>
            <ac:cxnSpMk id="163" creationId="{DD41953A-8093-48F7-AB49-6F5996E5445F}"/>
          </ac:cxnSpMkLst>
        </pc:cxnChg>
        <pc:cxnChg chg="add">
          <ac:chgData name="Joonho Kwon" userId="fa141e0c-4849-4deb-8f8c-65d25da6d8db" providerId="ADAL" clId="{3975C10A-B11B-4C97-B93C-0236B94677AC}" dt="2020-01-07T06:39:30.191" v="847"/>
          <ac:cxnSpMkLst>
            <pc:docMk/>
            <pc:sldMk cId="2846272721" sldId="591"/>
            <ac:cxnSpMk id="219" creationId="{681C3424-C855-4B0B-84EC-1A07B93530FE}"/>
          </ac:cxnSpMkLst>
        </pc:cxnChg>
        <pc:cxnChg chg="add">
          <ac:chgData name="Joonho Kwon" userId="fa141e0c-4849-4deb-8f8c-65d25da6d8db" providerId="ADAL" clId="{3975C10A-B11B-4C97-B93C-0236B94677AC}" dt="2020-01-07T06:39:30.191" v="847"/>
          <ac:cxnSpMkLst>
            <pc:docMk/>
            <pc:sldMk cId="2846272721" sldId="591"/>
            <ac:cxnSpMk id="223" creationId="{355DCE0A-0B2F-47FB-891F-2F68FE026C81}"/>
          </ac:cxnSpMkLst>
        </pc:cxnChg>
        <pc:cxnChg chg="add">
          <ac:chgData name="Joonho Kwon" userId="fa141e0c-4849-4deb-8f8c-65d25da6d8db" providerId="ADAL" clId="{3975C10A-B11B-4C97-B93C-0236B94677AC}" dt="2020-01-07T06:39:30.191" v="847"/>
          <ac:cxnSpMkLst>
            <pc:docMk/>
            <pc:sldMk cId="2846272721" sldId="591"/>
            <ac:cxnSpMk id="224" creationId="{FF9112D2-3385-4D69-929A-659EB7A2F9D3}"/>
          </ac:cxnSpMkLst>
        </pc:cxnChg>
        <pc:cxnChg chg="add">
          <ac:chgData name="Joonho Kwon" userId="fa141e0c-4849-4deb-8f8c-65d25da6d8db" providerId="ADAL" clId="{3975C10A-B11B-4C97-B93C-0236B94677AC}" dt="2020-01-07T06:39:30.191" v="847"/>
          <ac:cxnSpMkLst>
            <pc:docMk/>
            <pc:sldMk cId="2846272721" sldId="591"/>
            <ac:cxnSpMk id="225" creationId="{8AB8D5BE-15C9-4DE5-A033-A9EDDF0F43F2}"/>
          </ac:cxnSpMkLst>
        </pc:cxnChg>
      </pc:sldChg>
      <pc:sldChg chg="addSp modSp add">
        <pc:chgData name="Joonho Kwon" userId="fa141e0c-4849-4deb-8f8c-65d25da6d8db" providerId="ADAL" clId="{3975C10A-B11B-4C97-B93C-0236B94677AC}" dt="2020-01-07T06:40:03.896" v="852" actId="207"/>
        <pc:sldMkLst>
          <pc:docMk/>
          <pc:sldMk cId="1628467638" sldId="592"/>
        </pc:sldMkLst>
        <pc:spChg chg="mod">
          <ac:chgData name="Joonho Kwon" userId="fa141e0c-4849-4deb-8f8c-65d25da6d8db" providerId="ADAL" clId="{3975C10A-B11B-4C97-B93C-0236B94677AC}" dt="2020-01-07T06:39:53.876" v="849"/>
          <ac:spMkLst>
            <pc:docMk/>
            <pc:sldMk cId="1628467638" sldId="592"/>
            <ac:spMk id="2" creationId="{5585907D-1535-475F-8E4F-AC509537DDEC}"/>
          </ac:spMkLst>
        </pc:spChg>
        <pc:spChg chg="add mod">
          <ac:chgData name="Joonho Kwon" userId="fa141e0c-4849-4deb-8f8c-65d25da6d8db" providerId="ADAL" clId="{3975C10A-B11B-4C97-B93C-0236B94677AC}" dt="2020-01-07T06:40:03.896" v="852" actId="207"/>
          <ac:spMkLst>
            <pc:docMk/>
            <pc:sldMk cId="1628467638" sldId="592"/>
            <ac:spMk id="4" creationId="{22D80C84-AF0B-43AC-AE0B-FAEF0A17596C}"/>
          </ac:spMkLst>
        </pc:spChg>
      </pc:sldChg>
      <pc:sldChg chg="addSp delSp modSp add modAnim">
        <pc:chgData name="Joonho Kwon" userId="fa141e0c-4849-4deb-8f8c-65d25da6d8db" providerId="ADAL" clId="{3975C10A-B11B-4C97-B93C-0236B94677AC}" dt="2020-01-07T07:32:36.042" v="893"/>
        <pc:sldMkLst>
          <pc:docMk/>
          <pc:sldMk cId="1553955629" sldId="593"/>
        </pc:sldMkLst>
        <pc:spChg chg="del">
          <ac:chgData name="Joonho Kwon" userId="fa141e0c-4849-4deb-8f8c-65d25da6d8db" providerId="ADAL" clId="{3975C10A-B11B-4C97-B93C-0236B94677AC}" dt="2020-01-07T07:19:51.386" v="855"/>
          <ac:spMkLst>
            <pc:docMk/>
            <pc:sldMk cId="1553955629" sldId="593"/>
            <ac:spMk id="2" creationId="{FCB84009-D417-4D3F-88B8-EDF46F20BB52}"/>
          </ac:spMkLst>
        </pc:spChg>
        <pc:spChg chg="mod">
          <ac:chgData name="Joonho Kwon" userId="fa141e0c-4849-4deb-8f8c-65d25da6d8db" providerId="ADAL" clId="{3975C10A-B11B-4C97-B93C-0236B94677AC}" dt="2020-01-07T07:19:47.295" v="854"/>
          <ac:spMkLst>
            <pc:docMk/>
            <pc:sldMk cId="1553955629" sldId="593"/>
            <ac:spMk id="3" creationId="{C00D2F33-A9CC-4EA2-9233-6C821B214009}"/>
          </ac:spMkLst>
        </pc:spChg>
        <pc:spChg chg="add del mod">
          <ac:chgData name="Joonho Kwon" userId="fa141e0c-4849-4deb-8f8c-65d25da6d8db" providerId="ADAL" clId="{3975C10A-B11B-4C97-B93C-0236B94677AC}" dt="2020-01-07T07:20:05.154" v="856" actId="478"/>
          <ac:spMkLst>
            <pc:docMk/>
            <pc:sldMk cId="1553955629" sldId="593"/>
            <ac:spMk id="5" creationId="{525E559F-B5D8-4D8A-8C06-FC4D1FBEFE17}"/>
          </ac:spMkLst>
        </pc:spChg>
        <pc:spChg chg="add mod">
          <ac:chgData name="Joonho Kwon" userId="fa141e0c-4849-4deb-8f8c-65d25da6d8db" providerId="ADAL" clId="{3975C10A-B11B-4C97-B93C-0236B94677AC}" dt="2020-01-07T07:20:13.218" v="861"/>
          <ac:spMkLst>
            <pc:docMk/>
            <pc:sldMk cId="1553955629" sldId="593"/>
            <ac:spMk id="6" creationId="{59448B26-60B6-467C-A797-D858AB47D165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50" creationId="{292FF545-80F9-45A2-8BEA-9978A2E36892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58" creationId="{29D9AB28-B26B-4E2E-8855-5CD5BEC393F7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59" creationId="{EB6D76B3-E852-47ED-8255-4D4007DED27D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60" creationId="{B89D18AE-267A-42B4-97CF-717221D947F8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61" creationId="{67248886-1CF3-4E3E-A1CC-6617F560033A}"/>
          </ac:spMkLst>
        </pc:spChg>
        <pc:spChg chg="add del">
          <ac:chgData name="Joonho Kwon" userId="fa141e0c-4849-4deb-8f8c-65d25da6d8db" providerId="ADAL" clId="{3975C10A-B11B-4C97-B93C-0236B94677AC}" dt="2020-01-07T07:20:07.730" v="858"/>
          <ac:spMkLst>
            <pc:docMk/>
            <pc:sldMk cId="1553955629" sldId="593"/>
            <ac:spMk id="64" creationId="{DBD31135-391A-4B30-8A54-620299F916C2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08" creationId="{4D1AE5EA-538F-4EC3-8D97-0CBA3B4B19BC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16" creationId="{CED72F6D-9F2A-4C51-989D-62FB048EAF90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17" creationId="{B03EBF05-AD84-45A0-AA02-63BA2C0A982B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18" creationId="{617B1840-9DC2-4662-A235-2AE409D97EA0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19" creationId="{9F2C62BF-1739-4DD7-9155-762EC7848DBF}"/>
          </ac:spMkLst>
        </pc:spChg>
        <pc:spChg chg="add">
          <ac:chgData name="Joonho Kwon" userId="fa141e0c-4849-4deb-8f8c-65d25da6d8db" providerId="ADAL" clId="{3975C10A-B11B-4C97-B93C-0236B94677AC}" dt="2020-01-07T07:20:07.745" v="859"/>
          <ac:spMkLst>
            <pc:docMk/>
            <pc:sldMk cId="1553955629" sldId="593"/>
            <ac:spMk id="122" creationId="{A3311205-0A25-4DA3-B111-5EFCBEE7505B}"/>
          </ac:spMkLst>
        </pc:spChg>
        <pc:grpChg chg="add del">
          <ac:chgData name="Joonho Kwon" userId="fa141e0c-4849-4deb-8f8c-65d25da6d8db" providerId="ADAL" clId="{3975C10A-B11B-4C97-B93C-0236B94677AC}" dt="2020-01-07T07:20:07.730" v="858"/>
          <ac:grpSpMkLst>
            <pc:docMk/>
            <pc:sldMk cId="1553955629" sldId="593"/>
            <ac:grpSpMk id="7" creationId="{500A7692-9D05-40FA-8D76-3F3D10C68803}"/>
          </ac:grpSpMkLst>
        </pc:grpChg>
        <pc:grpChg chg="add del">
          <ac:chgData name="Joonho Kwon" userId="fa141e0c-4849-4deb-8f8c-65d25da6d8db" providerId="ADAL" clId="{3975C10A-B11B-4C97-B93C-0236B94677AC}" dt="2020-01-07T07:20:07.730" v="858"/>
          <ac:grpSpMkLst>
            <pc:docMk/>
            <pc:sldMk cId="1553955629" sldId="593"/>
            <ac:grpSpMk id="51" creationId="{D3D7ABF8-F0EA-4E7A-B5E2-501976A131AD}"/>
          </ac:grpSpMkLst>
        </pc:grpChg>
        <pc:grpChg chg="add">
          <ac:chgData name="Joonho Kwon" userId="fa141e0c-4849-4deb-8f8c-65d25da6d8db" providerId="ADAL" clId="{3975C10A-B11B-4C97-B93C-0236B94677AC}" dt="2020-01-07T07:20:07.745" v="859"/>
          <ac:grpSpMkLst>
            <pc:docMk/>
            <pc:sldMk cId="1553955629" sldId="593"/>
            <ac:grpSpMk id="65" creationId="{9E5B0C97-DE6B-4482-8E50-D498B613069A}"/>
          </ac:grpSpMkLst>
        </pc:grpChg>
        <pc:grpChg chg="add">
          <ac:chgData name="Joonho Kwon" userId="fa141e0c-4849-4deb-8f8c-65d25da6d8db" providerId="ADAL" clId="{3975C10A-B11B-4C97-B93C-0236B94677AC}" dt="2020-01-07T07:20:07.745" v="859"/>
          <ac:grpSpMkLst>
            <pc:docMk/>
            <pc:sldMk cId="1553955629" sldId="593"/>
            <ac:grpSpMk id="109" creationId="{A54AA92F-65CC-4444-A377-D7211FE75B7E}"/>
          </ac:grpSpMkLst>
        </pc:grpChg>
        <pc:cxnChg chg="add del">
          <ac:chgData name="Joonho Kwon" userId="fa141e0c-4849-4deb-8f8c-65d25da6d8db" providerId="ADAL" clId="{3975C10A-B11B-4C97-B93C-0236B94677AC}" dt="2020-01-07T07:20:07.730" v="858"/>
          <ac:cxnSpMkLst>
            <pc:docMk/>
            <pc:sldMk cId="1553955629" sldId="593"/>
            <ac:cxnSpMk id="49" creationId="{1FD4B3EA-8CFC-4ACB-8637-5CA5CB2A1350}"/>
          </ac:cxnSpMkLst>
        </pc:cxnChg>
        <pc:cxnChg chg="add del">
          <ac:chgData name="Joonho Kwon" userId="fa141e0c-4849-4deb-8f8c-65d25da6d8db" providerId="ADAL" clId="{3975C10A-B11B-4C97-B93C-0236B94677AC}" dt="2020-01-07T07:20:07.730" v="858"/>
          <ac:cxnSpMkLst>
            <pc:docMk/>
            <pc:sldMk cId="1553955629" sldId="593"/>
            <ac:cxnSpMk id="62" creationId="{9BBE8095-EBE2-40FE-9734-51781C77E707}"/>
          </ac:cxnSpMkLst>
        </pc:cxnChg>
        <pc:cxnChg chg="add del">
          <ac:chgData name="Joonho Kwon" userId="fa141e0c-4849-4deb-8f8c-65d25da6d8db" providerId="ADAL" clId="{3975C10A-B11B-4C97-B93C-0236B94677AC}" dt="2020-01-07T07:20:07.730" v="858"/>
          <ac:cxnSpMkLst>
            <pc:docMk/>
            <pc:sldMk cId="1553955629" sldId="593"/>
            <ac:cxnSpMk id="63" creationId="{3365C091-6E03-4525-956F-6635B16D3D50}"/>
          </ac:cxnSpMkLst>
        </pc:cxnChg>
        <pc:cxnChg chg="add">
          <ac:chgData name="Joonho Kwon" userId="fa141e0c-4849-4deb-8f8c-65d25da6d8db" providerId="ADAL" clId="{3975C10A-B11B-4C97-B93C-0236B94677AC}" dt="2020-01-07T07:20:07.745" v="859"/>
          <ac:cxnSpMkLst>
            <pc:docMk/>
            <pc:sldMk cId="1553955629" sldId="593"/>
            <ac:cxnSpMk id="107" creationId="{AD767186-C5AE-4AD7-B79C-CF91FEFC6D5C}"/>
          </ac:cxnSpMkLst>
        </pc:cxnChg>
        <pc:cxnChg chg="add">
          <ac:chgData name="Joonho Kwon" userId="fa141e0c-4849-4deb-8f8c-65d25da6d8db" providerId="ADAL" clId="{3975C10A-B11B-4C97-B93C-0236B94677AC}" dt="2020-01-07T07:20:07.745" v="859"/>
          <ac:cxnSpMkLst>
            <pc:docMk/>
            <pc:sldMk cId="1553955629" sldId="593"/>
            <ac:cxnSpMk id="120" creationId="{2D90EFE8-9324-4826-80CD-FC8DDDF0028C}"/>
          </ac:cxnSpMkLst>
        </pc:cxnChg>
        <pc:cxnChg chg="add">
          <ac:chgData name="Joonho Kwon" userId="fa141e0c-4849-4deb-8f8c-65d25da6d8db" providerId="ADAL" clId="{3975C10A-B11B-4C97-B93C-0236B94677AC}" dt="2020-01-07T07:20:07.745" v="859"/>
          <ac:cxnSpMkLst>
            <pc:docMk/>
            <pc:sldMk cId="1553955629" sldId="593"/>
            <ac:cxnSpMk id="121" creationId="{B716AC2A-53DD-4806-9E7E-BC0F74368873}"/>
          </ac:cxnSpMkLst>
        </pc:cxnChg>
      </pc:sldChg>
      <pc:sldChg chg="addSp delSp modSp add modAnim">
        <pc:chgData name="Joonho Kwon" userId="fa141e0c-4849-4deb-8f8c-65d25da6d8db" providerId="ADAL" clId="{3975C10A-B11B-4C97-B93C-0236B94677AC}" dt="2020-01-07T07:24:45.708" v="878"/>
        <pc:sldMkLst>
          <pc:docMk/>
          <pc:sldMk cId="522155079" sldId="594"/>
        </pc:sldMkLst>
        <pc:spChg chg="del">
          <ac:chgData name="Joonho Kwon" userId="fa141e0c-4849-4deb-8f8c-65d25da6d8db" providerId="ADAL" clId="{3975C10A-B11B-4C97-B93C-0236B94677AC}" dt="2020-01-07T07:24:02.142" v="871"/>
          <ac:spMkLst>
            <pc:docMk/>
            <pc:sldMk cId="522155079" sldId="594"/>
            <ac:spMk id="2" creationId="{62A807F7-2A56-44D8-8C43-8AEF47E45F66}"/>
          </ac:spMkLst>
        </pc:spChg>
        <pc:spChg chg="del">
          <ac:chgData name="Joonho Kwon" userId="fa141e0c-4849-4deb-8f8c-65d25da6d8db" providerId="ADAL" clId="{3975C10A-B11B-4C97-B93C-0236B94677AC}" dt="2020-01-07T07:24:02.142" v="871"/>
          <ac:spMkLst>
            <pc:docMk/>
            <pc:sldMk cId="522155079" sldId="594"/>
            <ac:spMk id="3" creationId="{BA557B90-6316-49DA-BA39-0D26E6441824}"/>
          </ac:spMkLst>
        </pc:spChg>
        <pc:spChg chg="del">
          <ac:chgData name="Joonho Kwon" userId="fa141e0c-4849-4deb-8f8c-65d25da6d8db" providerId="ADAL" clId="{3975C10A-B11B-4C97-B93C-0236B94677AC}" dt="2020-01-07T07:24:02.142" v="871"/>
          <ac:spMkLst>
            <pc:docMk/>
            <pc:sldMk cId="522155079" sldId="594"/>
            <ac:spMk id="4" creationId="{BDF5CBBA-BC09-4378-AE60-E91C274158D0}"/>
          </ac:spMkLst>
        </pc:spChg>
        <pc:spChg chg="add mod">
          <ac:chgData name="Joonho Kwon" userId="fa141e0c-4849-4deb-8f8c-65d25da6d8db" providerId="ADAL" clId="{3975C10A-B11B-4C97-B93C-0236B94677AC}" dt="2020-01-07T07:24:30.908" v="872"/>
          <ac:spMkLst>
            <pc:docMk/>
            <pc:sldMk cId="522155079" sldId="594"/>
            <ac:spMk id="6" creationId="{36F18E84-A1EF-4EFE-9474-4CAB20E1F388}"/>
          </ac:spMkLst>
        </pc:spChg>
        <pc:spChg chg="add del mod">
          <ac:chgData name="Joonho Kwon" userId="fa141e0c-4849-4deb-8f8c-65d25da6d8db" providerId="ADAL" clId="{3975C10A-B11B-4C97-B93C-0236B94677AC}" dt="2020-01-07T07:24:43.128" v="873" actId="478"/>
          <ac:spMkLst>
            <pc:docMk/>
            <pc:sldMk cId="522155079" sldId="594"/>
            <ac:spMk id="7" creationId="{2A86AC8A-E953-427B-88FF-A5A12D129942}"/>
          </ac:spMkLst>
        </pc:spChg>
        <pc:spChg chg="add del mod">
          <ac:chgData name="Joonho Kwon" userId="fa141e0c-4849-4deb-8f8c-65d25da6d8db" providerId="ADAL" clId="{3975C10A-B11B-4C97-B93C-0236B94677AC}" dt="2020-01-07T07:24:45.692" v="877"/>
          <ac:spMkLst>
            <pc:docMk/>
            <pc:sldMk cId="522155079" sldId="594"/>
            <ac:spMk id="10" creationId="{CF48D4F8-6399-4D28-985F-0736766850BE}"/>
          </ac:spMkLst>
        </pc:spChg>
        <pc:spChg chg="add del mod">
          <ac:chgData name="Joonho Kwon" userId="fa141e0c-4849-4deb-8f8c-65d25da6d8db" providerId="ADAL" clId="{3975C10A-B11B-4C97-B93C-0236B94677AC}" dt="2020-01-07T07:24:45.692" v="877"/>
          <ac:spMkLst>
            <pc:docMk/>
            <pc:sldMk cId="522155079" sldId="594"/>
            <ac:spMk id="12" creationId="{560B7682-9530-4C83-8DC3-C15780F3DDA0}"/>
          </ac:spMkLst>
        </pc:spChg>
        <pc:spChg chg="add del mod">
          <ac:chgData name="Joonho Kwon" userId="fa141e0c-4849-4deb-8f8c-65d25da6d8db" providerId="ADAL" clId="{3975C10A-B11B-4C97-B93C-0236B94677AC}" dt="2020-01-07T07:24:45.692" v="877"/>
          <ac:spMkLst>
            <pc:docMk/>
            <pc:sldMk cId="522155079" sldId="594"/>
            <ac:spMk id="13" creationId="{042F6D47-69A7-4D9C-8DE0-1BC2596DA2A3}"/>
          </ac:spMkLst>
        </pc:spChg>
        <pc:spChg chg="add del mod">
          <ac:chgData name="Joonho Kwon" userId="fa141e0c-4849-4deb-8f8c-65d25da6d8db" providerId="ADAL" clId="{3975C10A-B11B-4C97-B93C-0236B94677AC}" dt="2020-01-07T07:24:45.692" v="877"/>
          <ac:spMkLst>
            <pc:docMk/>
            <pc:sldMk cId="522155079" sldId="594"/>
            <ac:spMk id="14" creationId="{0BE1D5D6-8663-4162-9AA6-784A0003D596}"/>
          </ac:spMkLst>
        </pc:spChg>
        <pc:spChg chg="add del mod">
          <ac:chgData name="Joonho Kwon" userId="fa141e0c-4849-4deb-8f8c-65d25da6d8db" providerId="ADAL" clId="{3975C10A-B11B-4C97-B93C-0236B94677AC}" dt="2020-01-07T07:24:45.692" v="877"/>
          <ac:spMkLst>
            <pc:docMk/>
            <pc:sldMk cId="522155079" sldId="594"/>
            <ac:spMk id="15" creationId="{D23D6A36-9834-4554-BF60-CD5582D80203}"/>
          </ac:spMkLst>
        </pc:spChg>
        <pc:spChg chg="add">
          <ac:chgData name="Joonho Kwon" userId="fa141e0c-4849-4deb-8f8c-65d25da6d8db" providerId="ADAL" clId="{3975C10A-B11B-4C97-B93C-0236B94677AC}" dt="2020-01-07T07:24:45.708" v="878"/>
          <ac:spMkLst>
            <pc:docMk/>
            <pc:sldMk cId="522155079" sldId="594"/>
            <ac:spMk id="18" creationId="{DAD541F0-E182-479C-B250-9B450FE0F528}"/>
          </ac:spMkLst>
        </pc:spChg>
        <pc:spChg chg="add">
          <ac:chgData name="Joonho Kwon" userId="fa141e0c-4849-4deb-8f8c-65d25da6d8db" providerId="ADAL" clId="{3975C10A-B11B-4C97-B93C-0236B94677AC}" dt="2020-01-07T07:24:45.708" v="878"/>
          <ac:spMkLst>
            <pc:docMk/>
            <pc:sldMk cId="522155079" sldId="594"/>
            <ac:spMk id="20" creationId="{6703E4B5-3E32-45DA-A63B-FC53C657AD77}"/>
          </ac:spMkLst>
        </pc:spChg>
        <pc:spChg chg="add">
          <ac:chgData name="Joonho Kwon" userId="fa141e0c-4849-4deb-8f8c-65d25da6d8db" providerId="ADAL" clId="{3975C10A-B11B-4C97-B93C-0236B94677AC}" dt="2020-01-07T07:24:45.708" v="878"/>
          <ac:spMkLst>
            <pc:docMk/>
            <pc:sldMk cId="522155079" sldId="594"/>
            <ac:spMk id="21" creationId="{9AE2BE95-B79E-452C-9AD1-A0F05EA4B719}"/>
          </ac:spMkLst>
        </pc:spChg>
        <pc:spChg chg="add">
          <ac:chgData name="Joonho Kwon" userId="fa141e0c-4849-4deb-8f8c-65d25da6d8db" providerId="ADAL" clId="{3975C10A-B11B-4C97-B93C-0236B94677AC}" dt="2020-01-07T07:24:45.708" v="878"/>
          <ac:spMkLst>
            <pc:docMk/>
            <pc:sldMk cId="522155079" sldId="594"/>
            <ac:spMk id="22" creationId="{800967B6-7216-4731-A436-44DA6CDC4BF2}"/>
          </ac:spMkLst>
        </pc:spChg>
        <pc:spChg chg="add">
          <ac:chgData name="Joonho Kwon" userId="fa141e0c-4849-4deb-8f8c-65d25da6d8db" providerId="ADAL" clId="{3975C10A-B11B-4C97-B93C-0236B94677AC}" dt="2020-01-07T07:24:45.708" v="878"/>
          <ac:spMkLst>
            <pc:docMk/>
            <pc:sldMk cId="522155079" sldId="594"/>
            <ac:spMk id="23" creationId="{3695EA30-DEA4-4DCF-9128-6C24C2A0E125}"/>
          </ac:spMkLst>
        </pc:spChg>
        <pc:graphicFrameChg chg="add del mod">
          <ac:chgData name="Joonho Kwon" userId="fa141e0c-4849-4deb-8f8c-65d25da6d8db" providerId="ADAL" clId="{3975C10A-B11B-4C97-B93C-0236B94677AC}" dt="2020-01-07T07:24:45.692" v="877"/>
          <ac:graphicFrameMkLst>
            <pc:docMk/>
            <pc:sldMk cId="522155079" sldId="594"/>
            <ac:graphicFrameMk id="8" creationId="{4EFBF820-7A56-4B44-ACD7-0691407FEA23}"/>
          </ac:graphicFrameMkLst>
        </pc:graphicFrameChg>
        <pc:graphicFrameChg chg="add">
          <ac:chgData name="Joonho Kwon" userId="fa141e0c-4849-4deb-8f8c-65d25da6d8db" providerId="ADAL" clId="{3975C10A-B11B-4C97-B93C-0236B94677AC}" dt="2020-01-07T07:24:45.708" v="878"/>
          <ac:graphicFrameMkLst>
            <pc:docMk/>
            <pc:sldMk cId="522155079" sldId="594"/>
            <ac:graphicFrameMk id="16" creationId="{F60F8EE0-6CAB-4BD5-9A0F-6B110B5C43E4}"/>
          </ac:graphicFrameMkLst>
        </pc:graphicFrameChg>
        <pc:picChg chg="add del mod">
          <ac:chgData name="Joonho Kwon" userId="fa141e0c-4849-4deb-8f8c-65d25da6d8db" providerId="ADAL" clId="{3975C10A-B11B-4C97-B93C-0236B94677AC}" dt="2020-01-07T07:24:45.692" v="877"/>
          <ac:picMkLst>
            <pc:docMk/>
            <pc:sldMk cId="522155079" sldId="594"/>
            <ac:picMk id="9" creationId="{BAF21C4B-207A-468A-AB65-693F43CA59DB}"/>
          </ac:picMkLst>
        </pc:picChg>
        <pc:picChg chg="add">
          <ac:chgData name="Joonho Kwon" userId="fa141e0c-4849-4deb-8f8c-65d25da6d8db" providerId="ADAL" clId="{3975C10A-B11B-4C97-B93C-0236B94677AC}" dt="2020-01-07T07:24:45.708" v="878"/>
          <ac:picMkLst>
            <pc:docMk/>
            <pc:sldMk cId="522155079" sldId="594"/>
            <ac:picMk id="17" creationId="{9C9B669C-C453-437D-B50E-6951B3CDB2E1}"/>
          </ac:picMkLst>
        </pc:picChg>
        <pc:cxnChg chg="add del mod">
          <ac:chgData name="Joonho Kwon" userId="fa141e0c-4849-4deb-8f8c-65d25da6d8db" providerId="ADAL" clId="{3975C10A-B11B-4C97-B93C-0236B94677AC}" dt="2020-01-07T07:24:45.692" v="877"/>
          <ac:cxnSpMkLst>
            <pc:docMk/>
            <pc:sldMk cId="522155079" sldId="594"/>
            <ac:cxnSpMk id="11" creationId="{63F0190F-7BC3-43E7-BBBC-0CF01A2E9E6E}"/>
          </ac:cxnSpMkLst>
        </pc:cxnChg>
        <pc:cxnChg chg="add">
          <ac:chgData name="Joonho Kwon" userId="fa141e0c-4849-4deb-8f8c-65d25da6d8db" providerId="ADAL" clId="{3975C10A-B11B-4C97-B93C-0236B94677AC}" dt="2020-01-07T07:24:45.708" v="878"/>
          <ac:cxnSpMkLst>
            <pc:docMk/>
            <pc:sldMk cId="522155079" sldId="594"/>
            <ac:cxnSpMk id="19" creationId="{3B3F279D-D852-4CE6-8288-0C3FAF56CDDB}"/>
          </ac:cxnSpMkLst>
        </pc:cxnChg>
      </pc:sldChg>
      <pc:sldChg chg="add del">
        <pc:chgData name="Joonho Kwon" userId="fa141e0c-4849-4deb-8f8c-65d25da6d8db" providerId="ADAL" clId="{3975C10A-B11B-4C97-B93C-0236B94677AC}" dt="2020-01-07T07:22:33.134" v="867" actId="47"/>
        <pc:sldMkLst>
          <pc:docMk/>
          <pc:sldMk cId="1753490707" sldId="594"/>
        </pc:sldMkLst>
      </pc:sldChg>
      <pc:sldChg chg="addSp delSp modSp add modAnim">
        <pc:chgData name="Joonho Kwon" userId="fa141e0c-4849-4deb-8f8c-65d25da6d8db" providerId="ADAL" clId="{3975C10A-B11B-4C97-B93C-0236B94677AC}" dt="2020-01-07T07:25:31.918" v="886" actId="478"/>
        <pc:sldMkLst>
          <pc:docMk/>
          <pc:sldMk cId="3114866409" sldId="595"/>
        </pc:sldMkLst>
        <pc:spChg chg="del">
          <ac:chgData name="Joonho Kwon" userId="fa141e0c-4849-4deb-8f8c-65d25da6d8db" providerId="ADAL" clId="{3975C10A-B11B-4C97-B93C-0236B94677AC}" dt="2020-01-07T07:25:31.918" v="886" actId="478"/>
          <ac:spMkLst>
            <pc:docMk/>
            <pc:sldMk cId="3114866409" sldId="595"/>
            <ac:spMk id="2" creationId="{B5D22895-A5C5-4186-93CE-B0C4912D93A1}"/>
          </ac:spMkLst>
        </pc:spChg>
        <pc:spChg chg="mod">
          <ac:chgData name="Joonho Kwon" userId="fa141e0c-4849-4deb-8f8c-65d25da6d8db" providerId="ADAL" clId="{3975C10A-B11B-4C97-B93C-0236B94677AC}" dt="2020-01-07T07:25:20.033" v="880"/>
          <ac:spMkLst>
            <pc:docMk/>
            <pc:sldMk cId="3114866409" sldId="595"/>
            <ac:spMk id="3" creationId="{49CF647C-D91D-4B99-B309-558042BDA02C}"/>
          </ac:spMkLst>
        </pc:spChg>
        <pc:spChg chg="add del">
          <ac:chgData name="Joonho Kwon" userId="fa141e0c-4849-4deb-8f8c-65d25da6d8db" providerId="ADAL" clId="{3975C10A-B11B-4C97-B93C-0236B94677AC}" dt="2020-01-07T07:25:29.729" v="884"/>
          <ac:spMkLst>
            <pc:docMk/>
            <pc:sldMk cId="3114866409" sldId="595"/>
            <ac:spMk id="5" creationId="{4AA35A63-6FB6-4930-8BC3-CD5C580B490B}"/>
          </ac:spMkLst>
        </pc:spChg>
        <pc:spChg chg="add del">
          <ac:chgData name="Joonho Kwon" userId="fa141e0c-4849-4deb-8f8c-65d25da6d8db" providerId="ADAL" clId="{3975C10A-B11B-4C97-B93C-0236B94677AC}" dt="2020-01-07T07:25:29.729" v="884"/>
          <ac:spMkLst>
            <pc:docMk/>
            <pc:sldMk cId="3114866409" sldId="595"/>
            <ac:spMk id="7" creationId="{1B1F25EA-7BF8-497D-89BA-89BB01C32564}"/>
          </ac:spMkLst>
        </pc:spChg>
        <pc:spChg chg="add del">
          <ac:chgData name="Joonho Kwon" userId="fa141e0c-4849-4deb-8f8c-65d25da6d8db" providerId="ADAL" clId="{3975C10A-B11B-4C97-B93C-0236B94677AC}" dt="2020-01-07T07:25:29.729" v="884"/>
          <ac:spMkLst>
            <pc:docMk/>
            <pc:sldMk cId="3114866409" sldId="595"/>
            <ac:spMk id="8" creationId="{69C1AEBB-C2D3-49DE-8795-88685E6FD761}"/>
          </ac:spMkLst>
        </pc:spChg>
        <pc:spChg chg="add del">
          <ac:chgData name="Joonho Kwon" userId="fa141e0c-4849-4deb-8f8c-65d25da6d8db" providerId="ADAL" clId="{3975C10A-B11B-4C97-B93C-0236B94677AC}" dt="2020-01-07T07:25:29.729" v="884"/>
          <ac:spMkLst>
            <pc:docMk/>
            <pc:sldMk cId="3114866409" sldId="595"/>
            <ac:spMk id="9" creationId="{3CB50A3D-92DD-424A-B0AC-B456D10CD678}"/>
          </ac:spMkLst>
        </pc:spChg>
        <pc:spChg chg="add">
          <ac:chgData name="Joonho Kwon" userId="fa141e0c-4849-4deb-8f8c-65d25da6d8db" providerId="ADAL" clId="{3975C10A-B11B-4C97-B93C-0236B94677AC}" dt="2020-01-07T07:25:29.743" v="885"/>
          <ac:spMkLst>
            <pc:docMk/>
            <pc:sldMk cId="3114866409" sldId="595"/>
            <ac:spMk id="10" creationId="{8F4F4A85-A7EE-4B85-BFD0-01C11AF67D29}"/>
          </ac:spMkLst>
        </pc:spChg>
        <pc:spChg chg="add">
          <ac:chgData name="Joonho Kwon" userId="fa141e0c-4849-4deb-8f8c-65d25da6d8db" providerId="ADAL" clId="{3975C10A-B11B-4C97-B93C-0236B94677AC}" dt="2020-01-07T07:25:29.743" v="885"/>
          <ac:spMkLst>
            <pc:docMk/>
            <pc:sldMk cId="3114866409" sldId="595"/>
            <ac:spMk id="12" creationId="{2051C950-5169-4E54-A3FF-4490B2556192}"/>
          </ac:spMkLst>
        </pc:spChg>
        <pc:spChg chg="add">
          <ac:chgData name="Joonho Kwon" userId="fa141e0c-4849-4deb-8f8c-65d25da6d8db" providerId="ADAL" clId="{3975C10A-B11B-4C97-B93C-0236B94677AC}" dt="2020-01-07T07:25:29.743" v="885"/>
          <ac:spMkLst>
            <pc:docMk/>
            <pc:sldMk cId="3114866409" sldId="595"/>
            <ac:spMk id="13" creationId="{DCB815BC-CF2A-4BEF-B524-02730B99512C}"/>
          </ac:spMkLst>
        </pc:spChg>
        <pc:spChg chg="add">
          <ac:chgData name="Joonho Kwon" userId="fa141e0c-4849-4deb-8f8c-65d25da6d8db" providerId="ADAL" clId="{3975C10A-B11B-4C97-B93C-0236B94677AC}" dt="2020-01-07T07:25:29.743" v="885"/>
          <ac:spMkLst>
            <pc:docMk/>
            <pc:sldMk cId="3114866409" sldId="595"/>
            <ac:spMk id="14" creationId="{B0305D18-4764-4E44-B8F1-082D590440AC}"/>
          </ac:spMkLst>
        </pc:spChg>
        <pc:graphicFrameChg chg="add del">
          <ac:chgData name="Joonho Kwon" userId="fa141e0c-4849-4deb-8f8c-65d25da6d8db" providerId="ADAL" clId="{3975C10A-B11B-4C97-B93C-0236B94677AC}" dt="2020-01-07T07:25:29.729" v="884"/>
          <ac:graphicFrameMkLst>
            <pc:docMk/>
            <pc:sldMk cId="3114866409" sldId="595"/>
            <ac:graphicFrameMk id="6" creationId="{76AC3A27-2583-439B-9833-9F7D3FCBA8F6}"/>
          </ac:graphicFrameMkLst>
        </pc:graphicFrameChg>
        <pc:graphicFrameChg chg="add">
          <ac:chgData name="Joonho Kwon" userId="fa141e0c-4849-4deb-8f8c-65d25da6d8db" providerId="ADAL" clId="{3975C10A-B11B-4C97-B93C-0236B94677AC}" dt="2020-01-07T07:25:29.743" v="885"/>
          <ac:graphicFrameMkLst>
            <pc:docMk/>
            <pc:sldMk cId="3114866409" sldId="595"/>
            <ac:graphicFrameMk id="11" creationId="{1AA4A355-3308-4A21-A869-927AAE39E139}"/>
          </ac:graphicFrameMkLst>
        </pc:graphicFrameChg>
      </pc:sldChg>
      <pc:sldMasterChg chg="delSldLayout">
        <pc:chgData name="Joonho Kwon" userId="fa141e0c-4849-4deb-8f8c-65d25da6d8db" providerId="ADAL" clId="{3975C10A-B11B-4C97-B93C-0236B94677AC}" dt="2020-01-07T07:22:33.134" v="867" actId="47"/>
        <pc:sldMasterMkLst>
          <pc:docMk/>
          <pc:sldMasterMk cId="0" sldId="2147483667"/>
        </pc:sldMasterMkLst>
        <pc:sldLayoutChg chg="del">
          <pc:chgData name="Joonho Kwon" userId="fa141e0c-4849-4deb-8f8c-65d25da6d8db" providerId="ADAL" clId="{3975C10A-B11B-4C97-B93C-0236B94677AC}" dt="2020-01-07T07:22:33.134" v="867" actId="47"/>
          <pc:sldLayoutMkLst>
            <pc:docMk/>
            <pc:sldMasterMk cId="0" sldId="2147483667"/>
            <pc:sldLayoutMk cId="2347841926" sldId="2147483823"/>
          </pc:sldLayoutMkLst>
        </pc:sldLayoutChg>
      </pc:sldMasterChg>
    </pc:docChg>
  </pc:docChgLst>
  <pc:docChgLst>
    <pc:chgData name="Joonho Kwon" userId="fa141e0c-4849-4deb-8f8c-65d25da6d8db" providerId="ADAL" clId="{31F18BCD-E121-4ECE-AB21-A9AC06351C33}"/>
    <pc:docChg chg="addSld modSld">
      <pc:chgData name="Joonho Kwon" userId="fa141e0c-4849-4deb-8f8c-65d25da6d8db" providerId="ADAL" clId="{31F18BCD-E121-4ECE-AB21-A9AC06351C33}" dt="2020-02-29T10:56:48.998" v="37" actId="15"/>
      <pc:docMkLst>
        <pc:docMk/>
      </pc:docMkLst>
      <pc:sldChg chg="modSp">
        <pc:chgData name="Joonho Kwon" userId="fa141e0c-4849-4deb-8f8c-65d25da6d8db" providerId="ADAL" clId="{31F18BCD-E121-4ECE-AB21-A9AC06351C33}" dt="2020-02-29T10:34:24.697" v="8" actId="20577"/>
        <pc:sldMkLst>
          <pc:docMk/>
          <pc:sldMk cId="0" sldId="256"/>
        </pc:sldMkLst>
        <pc:spChg chg="mod">
          <ac:chgData name="Joonho Kwon" userId="fa141e0c-4849-4deb-8f8c-65d25da6d8db" providerId="ADAL" clId="{31F18BCD-E121-4ECE-AB21-A9AC06351C33}" dt="2020-02-29T10:34:24.697" v="8" actId="20577"/>
          <ac:spMkLst>
            <pc:docMk/>
            <pc:sldMk cId="0" sldId="256"/>
            <ac:spMk id="4098" creationId="{00000000-0000-0000-0000-000000000000}"/>
          </ac:spMkLst>
        </pc:spChg>
      </pc:sldChg>
      <pc:sldChg chg="modSp">
        <pc:chgData name="Joonho Kwon" userId="fa141e0c-4849-4deb-8f8c-65d25da6d8db" providerId="ADAL" clId="{31F18BCD-E121-4ECE-AB21-A9AC06351C33}" dt="2020-02-29T10:56:48.998" v="37" actId="15"/>
        <pc:sldMkLst>
          <pc:docMk/>
          <pc:sldMk cId="3103766124" sldId="686"/>
        </pc:sldMkLst>
        <pc:spChg chg="mod">
          <ac:chgData name="Joonho Kwon" userId="fa141e0c-4849-4deb-8f8c-65d25da6d8db" providerId="ADAL" clId="{31F18BCD-E121-4ECE-AB21-A9AC06351C33}" dt="2020-02-29T10:56:48.998" v="37" actId="15"/>
          <ac:spMkLst>
            <pc:docMk/>
            <pc:sldMk cId="3103766124" sldId="686"/>
            <ac:spMk id="2" creationId="{B3FA8B4E-4542-4AE5-82BE-97FDC25D0A4C}"/>
          </ac:spMkLst>
        </pc:spChg>
      </pc:sldChg>
      <pc:sldChg chg="modSp add">
        <pc:chgData name="Joonho Kwon" userId="fa141e0c-4849-4deb-8f8c-65d25da6d8db" providerId="ADAL" clId="{31F18BCD-E121-4ECE-AB21-A9AC06351C33}" dt="2020-02-29T10:56:39.559" v="22" actId="6549"/>
        <pc:sldMkLst>
          <pc:docMk/>
          <pc:sldMk cId="3095167908" sldId="713"/>
        </pc:sldMkLst>
        <pc:spChg chg="mod">
          <ac:chgData name="Joonho Kwon" userId="fa141e0c-4849-4deb-8f8c-65d25da6d8db" providerId="ADAL" clId="{31F18BCD-E121-4ECE-AB21-A9AC06351C33}" dt="2020-02-29T10:56:39.559" v="22" actId="6549"/>
          <ac:spMkLst>
            <pc:docMk/>
            <pc:sldMk cId="3095167908" sldId="713"/>
            <ac:spMk id="2" creationId="{CBCE1A81-A350-4CD8-ABF3-81522F44037B}"/>
          </ac:spMkLst>
        </pc:spChg>
        <pc:spChg chg="mod">
          <ac:chgData name="Joonho Kwon" userId="fa141e0c-4849-4deb-8f8c-65d25da6d8db" providerId="ADAL" clId="{31F18BCD-E121-4ECE-AB21-A9AC06351C33}" dt="2020-02-29T10:56:19.883" v="12"/>
          <ac:spMkLst>
            <pc:docMk/>
            <pc:sldMk cId="3095167908" sldId="713"/>
            <ac:spMk id="3" creationId="{D4E71080-17CF-4A03-B05B-C7051F397F08}"/>
          </ac:spMkLst>
        </pc:spChg>
      </pc:sldChg>
    </pc:docChg>
  </pc:docChgLst>
  <pc:docChgLst>
    <pc:chgData name="KwonJoonho" userId="fa141e0c-4849-4deb-8f8c-65d25da6d8db" providerId="ADAL" clId="{192C8A4D-ECEF-4934-82FF-0DD771E257FD}"/>
    <pc:docChg chg="undo redo custSel addSld delSld modSld sldOrd">
      <pc:chgData name="KwonJoonho" userId="fa141e0c-4849-4deb-8f8c-65d25da6d8db" providerId="ADAL" clId="{192C8A4D-ECEF-4934-82FF-0DD771E257FD}" dt="2020-02-29T14:47:20.636" v="3917" actId="20577"/>
      <pc:docMkLst>
        <pc:docMk/>
      </pc:docMkLst>
      <pc:sldChg chg="modSp mod">
        <pc:chgData name="KwonJoonho" userId="fa141e0c-4849-4deb-8f8c-65d25da6d8db" providerId="ADAL" clId="{192C8A4D-ECEF-4934-82FF-0DD771E257FD}" dt="2020-02-29T12:27:58.977" v="13" actId="20577"/>
        <pc:sldMkLst>
          <pc:docMk/>
          <pc:sldMk cId="3097909090" sldId="475"/>
        </pc:sldMkLst>
        <pc:spChg chg="mod">
          <ac:chgData name="KwonJoonho" userId="fa141e0c-4849-4deb-8f8c-65d25da6d8db" providerId="ADAL" clId="{192C8A4D-ECEF-4934-82FF-0DD771E257FD}" dt="2020-02-29T12:27:58.977" v="13" actId="20577"/>
          <ac:spMkLst>
            <pc:docMk/>
            <pc:sldMk cId="3097909090" sldId="475"/>
            <ac:spMk id="2" creationId="{D8AE71C0-EA7B-483E-9341-03D4E90B6094}"/>
          </ac:spMkLst>
        </pc:spChg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070155664" sldId="643"/>
        </pc:sldMkLst>
      </pc:sldChg>
      <pc:sldChg chg="modSp">
        <pc:chgData name="KwonJoonho" userId="fa141e0c-4849-4deb-8f8c-65d25da6d8db" providerId="ADAL" clId="{192C8A4D-ECEF-4934-82FF-0DD771E257FD}" dt="2020-02-29T14:02:47.565" v="3387" actId="207"/>
        <pc:sldMkLst>
          <pc:docMk/>
          <pc:sldMk cId="3103766124" sldId="686"/>
        </pc:sldMkLst>
        <pc:spChg chg="mod">
          <ac:chgData name="KwonJoonho" userId="fa141e0c-4849-4deb-8f8c-65d25da6d8db" providerId="ADAL" clId="{192C8A4D-ECEF-4934-82FF-0DD771E257FD}" dt="2020-02-29T14:02:47.565" v="3387" actId="207"/>
          <ac:spMkLst>
            <pc:docMk/>
            <pc:sldMk cId="3103766124" sldId="686"/>
            <ac:spMk id="2" creationId="{B3FA8B4E-4542-4AE5-82BE-97FDC25D0A4C}"/>
          </ac:spMkLst>
        </pc:spChg>
      </pc:sldChg>
      <pc:sldChg chg="add del ord">
        <pc:chgData name="KwonJoonho" userId="fa141e0c-4849-4deb-8f8c-65d25da6d8db" providerId="ADAL" clId="{192C8A4D-ECEF-4934-82FF-0DD771E257FD}" dt="2020-02-29T14:03:16.307" v="3395"/>
        <pc:sldMkLst>
          <pc:docMk/>
          <pc:sldMk cId="3803719304" sldId="687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2634545969" sldId="688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416401457" sldId="691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341967718" sldId="692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743723156" sldId="694"/>
        </pc:sldMkLst>
      </pc:sldChg>
      <pc:sldChg chg="addSp delSp modSp mod">
        <pc:chgData name="KwonJoonho" userId="fa141e0c-4849-4deb-8f8c-65d25da6d8db" providerId="ADAL" clId="{192C8A4D-ECEF-4934-82FF-0DD771E257FD}" dt="2020-02-29T12:51:51.677" v="657" actId="1076"/>
        <pc:sldMkLst>
          <pc:docMk/>
          <pc:sldMk cId="611849745" sldId="695"/>
        </pc:sldMkLst>
        <pc:spChg chg="mod">
          <ac:chgData name="KwonJoonho" userId="fa141e0c-4849-4deb-8f8c-65d25da6d8db" providerId="ADAL" clId="{192C8A4D-ECEF-4934-82FF-0DD771E257FD}" dt="2020-02-29T12:51:23.539" v="634" actId="14100"/>
          <ac:spMkLst>
            <pc:docMk/>
            <pc:sldMk cId="611849745" sldId="695"/>
            <ac:spMk id="2" creationId="{7173C983-408D-44B1-A063-CBCC99AB316E}"/>
          </ac:spMkLst>
        </pc:spChg>
        <pc:spChg chg="mod">
          <ac:chgData name="KwonJoonho" userId="fa141e0c-4849-4deb-8f8c-65d25da6d8db" providerId="ADAL" clId="{192C8A4D-ECEF-4934-82FF-0DD771E257FD}" dt="2020-02-29T12:35:16.781" v="206" actId="20577"/>
          <ac:spMkLst>
            <pc:docMk/>
            <pc:sldMk cId="611849745" sldId="695"/>
            <ac:spMk id="3" creationId="{1C16B62C-247A-47BD-9E5D-59640142E290}"/>
          </ac:spMkLst>
        </pc:spChg>
        <pc:spChg chg="add del mod">
          <ac:chgData name="KwonJoonho" userId="fa141e0c-4849-4deb-8f8c-65d25da6d8db" providerId="ADAL" clId="{192C8A4D-ECEF-4934-82FF-0DD771E257FD}" dt="2020-02-29T12:50:52.021" v="627" actId="478"/>
          <ac:spMkLst>
            <pc:docMk/>
            <pc:sldMk cId="611849745" sldId="695"/>
            <ac:spMk id="40" creationId="{1D07DF03-B5F6-42C7-9BB5-A8444B71ED9C}"/>
          </ac:spMkLst>
        </pc:spChg>
        <pc:spChg chg="add mod">
          <ac:chgData name="KwonJoonho" userId="fa141e0c-4849-4deb-8f8c-65d25da6d8db" providerId="ADAL" clId="{192C8A4D-ECEF-4934-82FF-0DD771E257FD}" dt="2020-02-29T12:51:51.677" v="657" actId="1076"/>
          <ac:spMkLst>
            <pc:docMk/>
            <pc:sldMk cId="611849745" sldId="695"/>
            <ac:spMk id="43" creationId="{B6D7B2C9-FCEC-48C4-8961-EB575CD16C8A}"/>
          </ac:spMkLst>
        </pc:spChg>
        <pc:grpChg chg="add mod">
          <ac:chgData name="KwonJoonho" userId="fa141e0c-4849-4deb-8f8c-65d25da6d8db" providerId="ADAL" clId="{192C8A4D-ECEF-4934-82FF-0DD771E257FD}" dt="2020-02-29T12:51:01.522" v="630" actId="1076"/>
          <ac:grpSpMkLst>
            <pc:docMk/>
            <pc:sldMk cId="611849745" sldId="695"/>
            <ac:grpSpMk id="5" creationId="{EA52B7FA-5A98-43F0-A470-029838403DA4}"/>
          </ac:grpSpMkLst>
        </pc:grpChg>
        <pc:cxnChg chg="add mod">
          <ac:chgData name="KwonJoonho" userId="fa141e0c-4849-4deb-8f8c-65d25da6d8db" providerId="ADAL" clId="{192C8A4D-ECEF-4934-82FF-0DD771E257FD}" dt="2020-02-29T12:51:17.446" v="633" actId="208"/>
          <ac:cxnSpMkLst>
            <pc:docMk/>
            <pc:sldMk cId="611849745" sldId="695"/>
            <ac:cxnSpMk id="42" creationId="{70A5AD4E-5537-4F93-A7FC-EF4BACB4780F}"/>
          </ac:cxnSpMkLst>
        </pc:cxnChg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981129703" sldId="696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246235955" sldId="697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387263857" sldId="698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200551417" sldId="700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864979963" sldId="701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694575362" sldId="702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962960117" sldId="703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474712414" sldId="704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365137303" sldId="705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46346644" sldId="706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457277137" sldId="707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3113103870" sldId="708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1846494056" sldId="709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2279331847" sldId="710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2460952817" sldId="711"/>
        </pc:sldMkLst>
      </pc:sldChg>
      <pc:sldChg chg="del">
        <pc:chgData name="KwonJoonho" userId="fa141e0c-4849-4deb-8f8c-65d25da6d8db" providerId="ADAL" clId="{192C8A4D-ECEF-4934-82FF-0DD771E257FD}" dt="2020-02-29T13:34:37.205" v="2229" actId="47"/>
        <pc:sldMkLst>
          <pc:docMk/>
          <pc:sldMk cId="848306934" sldId="712"/>
        </pc:sldMkLst>
      </pc:sldChg>
      <pc:sldChg chg="addSp delSp modSp add mod">
        <pc:chgData name="KwonJoonho" userId="fa141e0c-4849-4deb-8f8c-65d25da6d8db" providerId="ADAL" clId="{192C8A4D-ECEF-4934-82FF-0DD771E257FD}" dt="2020-02-29T12:50:43.891" v="624"/>
        <pc:sldMkLst>
          <pc:docMk/>
          <pc:sldMk cId="2822108408" sldId="714"/>
        </pc:sldMkLst>
        <pc:spChg chg="mod">
          <ac:chgData name="KwonJoonho" userId="fa141e0c-4849-4deb-8f8c-65d25da6d8db" providerId="ADAL" clId="{192C8A4D-ECEF-4934-82FF-0DD771E257FD}" dt="2020-02-29T12:50:38.828" v="622" actId="14100"/>
          <ac:spMkLst>
            <pc:docMk/>
            <pc:sldMk cId="2822108408" sldId="714"/>
            <ac:spMk id="2" creationId="{FDA826E0-ECCF-4573-A4A7-4F842E21612D}"/>
          </ac:spMkLst>
        </pc:spChg>
        <pc:spChg chg="mod">
          <ac:chgData name="KwonJoonho" userId="fa141e0c-4849-4deb-8f8c-65d25da6d8db" providerId="ADAL" clId="{192C8A4D-ECEF-4934-82FF-0DD771E257FD}" dt="2020-02-29T12:40:23.187" v="464" actId="20577"/>
          <ac:spMkLst>
            <pc:docMk/>
            <pc:sldMk cId="2822108408" sldId="714"/>
            <ac:spMk id="3" creationId="{1AEBCE21-D158-4949-939D-344367CB4F4F}"/>
          </ac:spMkLst>
        </pc:spChg>
        <pc:grpChg chg="add del mod">
          <ac:chgData name="KwonJoonho" userId="fa141e0c-4849-4deb-8f8c-65d25da6d8db" providerId="ADAL" clId="{192C8A4D-ECEF-4934-82FF-0DD771E257FD}" dt="2020-02-29T12:50:43.891" v="624"/>
          <ac:grpSpMkLst>
            <pc:docMk/>
            <pc:sldMk cId="2822108408" sldId="714"/>
            <ac:grpSpMk id="6" creationId="{0E4607E7-6C9E-49EF-84C3-3F2469B83DA8}"/>
          </ac:grpSpMkLst>
        </pc:grpChg>
        <pc:picChg chg="add del mod">
          <ac:chgData name="KwonJoonho" userId="fa141e0c-4849-4deb-8f8c-65d25da6d8db" providerId="ADAL" clId="{192C8A4D-ECEF-4934-82FF-0DD771E257FD}" dt="2020-02-29T12:43:11.787" v="502" actId="478"/>
          <ac:picMkLst>
            <pc:docMk/>
            <pc:sldMk cId="2822108408" sldId="714"/>
            <ac:picMk id="5" creationId="{65A04B6A-E19D-4FF6-8E45-D23690F7C8EB}"/>
          </ac:picMkLst>
        </pc:picChg>
      </pc:sldChg>
      <pc:sldChg chg="modSp add mod">
        <pc:chgData name="KwonJoonho" userId="fa141e0c-4849-4deb-8f8c-65d25da6d8db" providerId="ADAL" clId="{192C8A4D-ECEF-4934-82FF-0DD771E257FD}" dt="2020-02-29T12:40:29.569" v="466" actId="20577"/>
        <pc:sldMkLst>
          <pc:docMk/>
          <pc:sldMk cId="1298912760" sldId="715"/>
        </pc:sldMkLst>
        <pc:spChg chg="mod">
          <ac:chgData name="KwonJoonho" userId="fa141e0c-4849-4deb-8f8c-65d25da6d8db" providerId="ADAL" clId="{192C8A4D-ECEF-4934-82FF-0DD771E257FD}" dt="2020-02-29T12:39:45.049" v="458" actId="20577"/>
          <ac:spMkLst>
            <pc:docMk/>
            <pc:sldMk cId="1298912760" sldId="715"/>
            <ac:spMk id="2" creationId="{15EE4A8E-F453-4EDB-B999-D1163C555089}"/>
          </ac:spMkLst>
        </pc:spChg>
        <pc:spChg chg="mod">
          <ac:chgData name="KwonJoonho" userId="fa141e0c-4849-4deb-8f8c-65d25da6d8db" providerId="ADAL" clId="{192C8A4D-ECEF-4934-82FF-0DD771E257FD}" dt="2020-02-29T12:40:29.569" v="466" actId="20577"/>
          <ac:spMkLst>
            <pc:docMk/>
            <pc:sldMk cId="1298912760" sldId="715"/>
            <ac:spMk id="3" creationId="{924EEE7E-020B-48DE-BFF1-F4899BE8B747}"/>
          </ac:spMkLst>
        </pc:spChg>
      </pc:sldChg>
      <pc:sldChg chg="addSp delSp modSp add mod delAnim modAnim">
        <pc:chgData name="KwonJoonho" userId="fa141e0c-4849-4deb-8f8c-65d25da6d8db" providerId="ADAL" clId="{192C8A4D-ECEF-4934-82FF-0DD771E257FD}" dt="2020-02-29T13:18:15.353" v="1580"/>
        <pc:sldMkLst>
          <pc:docMk/>
          <pc:sldMk cId="1352074284" sldId="716"/>
        </pc:sldMkLst>
        <pc:spChg chg="mod">
          <ac:chgData name="KwonJoonho" userId="fa141e0c-4849-4deb-8f8c-65d25da6d8db" providerId="ADAL" clId="{192C8A4D-ECEF-4934-82FF-0DD771E257FD}" dt="2020-02-29T13:17:18.706" v="1547" actId="14100"/>
          <ac:spMkLst>
            <pc:docMk/>
            <pc:sldMk cId="1352074284" sldId="716"/>
            <ac:spMk id="2" creationId="{43BC201E-9532-434D-853A-4446187F6EAA}"/>
          </ac:spMkLst>
        </pc:spChg>
        <pc:spChg chg="mod">
          <ac:chgData name="KwonJoonho" userId="fa141e0c-4849-4deb-8f8c-65d25da6d8db" providerId="ADAL" clId="{192C8A4D-ECEF-4934-82FF-0DD771E257FD}" dt="2020-02-29T12:40:42.010" v="498" actId="20577"/>
          <ac:spMkLst>
            <pc:docMk/>
            <pc:sldMk cId="1352074284" sldId="716"/>
            <ac:spMk id="3" creationId="{02C857EC-BDEC-47BC-9A43-E40F9DDE37FA}"/>
          </ac:spMkLst>
        </pc:spChg>
        <pc:spChg chg="del mod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4" creationId="{B6D320F5-CE61-441C-8960-99D850DABCA2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6" creationId="{C48EBB3A-1D50-4472-91C0-6991954242E2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7" creationId="{55237C87-8EDE-445C-B293-BABF87E3A64C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8" creationId="{A0909A69-821F-45A8-9C2A-1F8A2D45D380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9" creationId="{15E67638-8E26-4588-90AF-6EA8073031BB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0" creationId="{F4B4B913-750D-4956-AED9-89A9DE20F1B8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1" creationId="{55DBAC65-4F8D-47FA-B14D-363AF486A111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2" creationId="{3BE6DCC7-E181-4D89-B80D-8BB1051EAAE8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3" creationId="{F3B1AFBE-DEC0-4919-B8BD-DA6BE11487C8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4" creationId="{5285084E-B8FA-47AC-847D-E658060366A8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5" creationId="{910592A6-A46D-4FA7-8B09-C9422A579B08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6" creationId="{3F37D50A-7555-4A56-B2D4-8E02E82B0C11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7" creationId="{525A5B90-FA5E-4A92-86EF-AFED36050697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8" creationId="{4C40B4DE-563B-4EFA-8A54-63969099D14F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19" creationId="{31D89B56-ECFA-4827-94D8-6F0FEE062325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20" creationId="{C28EDC30-C8C1-4A4C-95D6-BD2EFC76093B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21" creationId="{32A05C6C-07C8-49EA-A3B7-23AFA1F640DC}"/>
          </ac:spMkLst>
        </pc:spChg>
        <pc:spChg chg="mod topLvl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22" creationId="{B5AFADC3-FBEB-434B-AB33-34675074EC92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3" creationId="{D1866E6A-0FF5-426E-B2B3-9C1D20AA958A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4" creationId="{EAF90C49-8E5B-408A-A336-1147A7D81501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5" creationId="{30A20EAB-CFA3-4EE1-B581-78FDB38CCC11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6" creationId="{E6D224B7-4FB9-4971-AB1E-073308FD6745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7" creationId="{3819F54C-91D3-4242-9D24-6A6E01AAAED8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8" creationId="{84B21B2E-9A97-4272-8F95-6115441D4C8A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29" creationId="{14415D0B-EDD8-4E22-B5FF-6A0751AC0BD4}"/>
          </ac:spMkLst>
        </pc:spChg>
        <pc:spChg chg="mod topLvl">
          <ac:chgData name="KwonJoonho" userId="fa141e0c-4849-4deb-8f8c-65d25da6d8db" providerId="ADAL" clId="{192C8A4D-ECEF-4934-82FF-0DD771E257FD}" dt="2020-02-29T13:17:23.769" v="1549" actId="1038"/>
          <ac:spMkLst>
            <pc:docMk/>
            <pc:sldMk cId="1352074284" sldId="716"/>
            <ac:spMk id="30" creationId="{929839BB-6915-4BE2-8BBF-62DBB150D005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1" creationId="{CCA562DC-A7C2-403A-8D1A-81F8BF2D3541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2" creationId="{65D9F666-BC13-4142-AA07-57467F66C0FF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3" creationId="{3E47A396-8A0C-4FB2-B3E5-3C9AD427A71E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4" creationId="{DA4582F4-0C3B-43AF-904C-CE20D78E6E5E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5" creationId="{AECD73D0-AB4B-446E-93AC-0052D9073BBE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6" creationId="{34E94F65-8517-4D9B-9985-FD7A59C033CF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7" creationId="{FD5230F3-A8D2-456B-80D2-09EEAA626BC6}"/>
          </ac:spMkLst>
        </pc:spChg>
        <pc:spChg chg="del mod topLvl">
          <ac:chgData name="KwonJoonho" userId="fa141e0c-4849-4deb-8f8c-65d25da6d8db" providerId="ADAL" clId="{192C8A4D-ECEF-4934-82FF-0DD771E257FD}" dt="2020-02-29T13:18:15.353" v="1580"/>
          <ac:spMkLst>
            <pc:docMk/>
            <pc:sldMk cId="1352074284" sldId="716"/>
            <ac:spMk id="38" creationId="{5BA4BF18-3E54-4D96-81D5-C1C2548BB815}"/>
          </ac:spMkLst>
        </pc:spChg>
        <pc:spChg chg="del mod topLvl">
          <ac:chgData name="KwonJoonho" userId="fa141e0c-4849-4deb-8f8c-65d25da6d8db" providerId="ADAL" clId="{192C8A4D-ECEF-4934-82FF-0DD771E257FD}" dt="2020-02-29T13:16:40.630" v="1539"/>
          <ac:spMkLst>
            <pc:docMk/>
            <pc:sldMk cId="1352074284" sldId="716"/>
            <ac:spMk id="39" creationId="{68F0D51E-22F7-4FAF-AD58-E8F4C745418C}"/>
          </ac:spMkLst>
        </pc:spChg>
        <pc:spChg chg="add mod">
          <ac:chgData name="KwonJoonho" userId="fa141e0c-4849-4deb-8f8c-65d25da6d8db" providerId="ADAL" clId="{192C8A4D-ECEF-4934-82FF-0DD771E257FD}" dt="2020-02-29T13:17:34.599" v="1551" actId="1076"/>
          <ac:spMkLst>
            <pc:docMk/>
            <pc:sldMk cId="1352074284" sldId="716"/>
            <ac:spMk id="41" creationId="{F440DB0C-D2FE-4146-B8E3-5865E1A30154}"/>
          </ac:spMkLst>
        </pc:spChg>
        <pc:spChg chg="add mod">
          <ac:chgData name="KwonJoonho" userId="fa141e0c-4849-4deb-8f8c-65d25da6d8db" providerId="ADAL" clId="{192C8A4D-ECEF-4934-82FF-0DD771E257FD}" dt="2020-02-29T13:17:11.756" v="1545" actId="1076"/>
          <ac:spMkLst>
            <pc:docMk/>
            <pc:sldMk cId="1352074284" sldId="716"/>
            <ac:spMk id="75" creationId="{61B79351-E0F9-4496-9ED3-AC52A6F1A572}"/>
          </ac:spMkLst>
        </pc:spChg>
        <pc:grpChg chg="add del mod">
          <ac:chgData name="KwonJoonho" userId="fa141e0c-4849-4deb-8f8c-65d25da6d8db" providerId="ADAL" clId="{192C8A4D-ECEF-4934-82FF-0DD771E257FD}" dt="2020-02-29T13:16:16.390" v="1507" actId="165"/>
          <ac:grpSpMkLst>
            <pc:docMk/>
            <pc:sldMk cId="1352074284" sldId="716"/>
            <ac:grpSpMk id="5" creationId="{F2E876E9-8E2F-40C3-8064-31B9840FBF72}"/>
          </ac:grpSpMkLst>
        </pc:grpChg>
        <pc:cxnChg chg="add mod">
          <ac:chgData name="KwonJoonho" userId="fa141e0c-4849-4deb-8f8c-65d25da6d8db" providerId="ADAL" clId="{192C8A4D-ECEF-4934-82FF-0DD771E257FD}" dt="2020-02-29T13:17:11.756" v="1545" actId="1076"/>
          <ac:cxnSpMkLst>
            <pc:docMk/>
            <pc:sldMk cId="1352074284" sldId="716"/>
            <ac:cxnSpMk id="40" creationId="{8010427C-FD62-42D6-B50B-CBE1C2BB3CD5}"/>
          </ac:cxnSpMkLst>
        </pc:cxnChg>
        <pc:cxnChg chg="add del mod">
          <ac:chgData name="KwonJoonho" userId="fa141e0c-4849-4deb-8f8c-65d25da6d8db" providerId="ADAL" clId="{192C8A4D-ECEF-4934-82FF-0DD771E257FD}" dt="2020-02-29T12:53:12.480" v="706" actId="478"/>
          <ac:cxnSpMkLst>
            <pc:docMk/>
            <pc:sldMk cId="1352074284" sldId="716"/>
            <ac:cxnSpMk id="43" creationId="{52081890-9B4C-478B-9B73-945A0D368DA1}"/>
          </ac:cxnSpMkLst>
        </pc:cxnChg>
        <pc:cxnChg chg="add del mod">
          <ac:chgData name="KwonJoonho" userId="fa141e0c-4849-4deb-8f8c-65d25da6d8db" providerId="ADAL" clId="{192C8A4D-ECEF-4934-82FF-0DD771E257FD}" dt="2020-02-29T12:53:12.480" v="706" actId="478"/>
          <ac:cxnSpMkLst>
            <pc:docMk/>
            <pc:sldMk cId="1352074284" sldId="716"/>
            <ac:cxnSpMk id="44" creationId="{72090AF2-D903-4944-890B-E9D1BE9AC5EF}"/>
          </ac:cxnSpMkLst>
        </pc:cxnChg>
        <pc:cxnChg chg="add del mod">
          <ac:chgData name="KwonJoonho" userId="fa141e0c-4849-4deb-8f8c-65d25da6d8db" providerId="ADAL" clId="{192C8A4D-ECEF-4934-82FF-0DD771E257FD}" dt="2020-02-29T12:53:12.480" v="706" actId="478"/>
          <ac:cxnSpMkLst>
            <pc:docMk/>
            <pc:sldMk cId="1352074284" sldId="716"/>
            <ac:cxnSpMk id="45" creationId="{A4D6D7FC-647A-4CC5-B753-8C3F325ACF16}"/>
          </ac:cxnSpMkLst>
        </pc:cxnChg>
        <pc:cxnChg chg="add del mod">
          <ac:chgData name="KwonJoonho" userId="fa141e0c-4849-4deb-8f8c-65d25da6d8db" providerId="ADAL" clId="{192C8A4D-ECEF-4934-82FF-0DD771E257FD}" dt="2020-02-29T12:53:12.480" v="706" actId="478"/>
          <ac:cxnSpMkLst>
            <pc:docMk/>
            <pc:sldMk cId="1352074284" sldId="716"/>
            <ac:cxnSpMk id="46" creationId="{D86128B3-90D7-41CB-946C-36495561BC68}"/>
          </ac:cxnSpMkLst>
        </pc:cxnChg>
        <pc:cxnChg chg="add del mod">
          <ac:chgData name="KwonJoonho" userId="fa141e0c-4849-4deb-8f8c-65d25da6d8db" providerId="ADAL" clId="{192C8A4D-ECEF-4934-82FF-0DD771E257FD}" dt="2020-02-29T12:53:12.480" v="706" actId="478"/>
          <ac:cxnSpMkLst>
            <pc:docMk/>
            <pc:sldMk cId="1352074284" sldId="716"/>
            <ac:cxnSpMk id="47" creationId="{21F5DCCB-D2A6-4A92-B5BD-AB273A5D8974}"/>
          </ac:cxnSpMkLst>
        </pc:cxnChg>
        <pc:cxnChg chg="add del">
          <ac:chgData name="KwonJoonho" userId="fa141e0c-4849-4deb-8f8c-65d25da6d8db" providerId="ADAL" clId="{192C8A4D-ECEF-4934-82FF-0DD771E257FD}" dt="2020-02-29T12:55:01.809" v="721" actId="478"/>
          <ac:cxnSpMkLst>
            <pc:docMk/>
            <pc:sldMk cId="1352074284" sldId="716"/>
            <ac:cxnSpMk id="54" creationId="{F2FCD56F-9C1B-471F-95E9-BECB1D820454}"/>
          </ac:cxnSpMkLst>
        </pc:cxnChg>
        <pc:cxnChg chg="add del">
          <ac:chgData name="KwonJoonho" userId="fa141e0c-4849-4deb-8f8c-65d25da6d8db" providerId="ADAL" clId="{192C8A4D-ECEF-4934-82FF-0DD771E257FD}" dt="2020-02-29T12:55:02.855" v="722" actId="478"/>
          <ac:cxnSpMkLst>
            <pc:docMk/>
            <pc:sldMk cId="1352074284" sldId="716"/>
            <ac:cxnSpMk id="55" creationId="{4018DA0A-CD65-45B5-A4A1-601B24054EE0}"/>
          </ac:cxnSpMkLst>
        </pc:cxnChg>
        <pc:cxnChg chg="add del">
          <ac:chgData name="KwonJoonho" userId="fa141e0c-4849-4deb-8f8c-65d25da6d8db" providerId="ADAL" clId="{192C8A4D-ECEF-4934-82FF-0DD771E257FD}" dt="2020-02-29T12:55:39.934" v="725" actId="478"/>
          <ac:cxnSpMkLst>
            <pc:docMk/>
            <pc:sldMk cId="1352074284" sldId="716"/>
            <ac:cxnSpMk id="56" creationId="{338B9956-0597-4D9F-9F60-F4047C025090}"/>
          </ac:cxnSpMkLst>
        </pc:cxnChg>
        <pc:cxnChg chg="add del">
          <ac:chgData name="KwonJoonho" userId="fa141e0c-4849-4deb-8f8c-65d25da6d8db" providerId="ADAL" clId="{192C8A4D-ECEF-4934-82FF-0DD771E257FD}" dt="2020-02-29T12:55:39.246" v="724" actId="478"/>
          <ac:cxnSpMkLst>
            <pc:docMk/>
            <pc:sldMk cId="1352074284" sldId="716"/>
            <ac:cxnSpMk id="57" creationId="{5670DE3B-732D-417C-91A8-F4A7FB0ABFE8}"/>
          </ac:cxnSpMkLst>
        </pc:cxnChg>
        <pc:cxnChg chg="add del mod">
          <ac:chgData name="KwonJoonho" userId="fa141e0c-4849-4deb-8f8c-65d25da6d8db" providerId="ADAL" clId="{192C8A4D-ECEF-4934-82FF-0DD771E257FD}" dt="2020-02-29T12:57:04.583" v="736" actId="478"/>
          <ac:cxnSpMkLst>
            <pc:docMk/>
            <pc:sldMk cId="1352074284" sldId="716"/>
            <ac:cxnSpMk id="58" creationId="{CFA67E5A-AF0A-4BBC-BD71-BBCA2D1759C3}"/>
          </ac:cxnSpMkLst>
        </pc:cxnChg>
        <pc:cxnChg chg="add del mod">
          <ac:chgData name="KwonJoonho" userId="fa141e0c-4849-4deb-8f8c-65d25da6d8db" providerId="ADAL" clId="{192C8A4D-ECEF-4934-82FF-0DD771E257FD}" dt="2020-02-29T12:56:02.771" v="731" actId="478"/>
          <ac:cxnSpMkLst>
            <pc:docMk/>
            <pc:sldMk cId="1352074284" sldId="716"/>
            <ac:cxnSpMk id="59" creationId="{14A2F7EC-717F-4AAE-9225-C67F81008DD5}"/>
          </ac:cxnSpMkLst>
        </pc:cxnChg>
        <pc:cxnChg chg="add del mod">
          <ac:chgData name="KwonJoonho" userId="fa141e0c-4849-4deb-8f8c-65d25da6d8db" providerId="ADAL" clId="{192C8A4D-ECEF-4934-82FF-0DD771E257FD}" dt="2020-02-29T12:58:25.752" v="809" actId="478"/>
          <ac:cxnSpMkLst>
            <pc:docMk/>
            <pc:sldMk cId="1352074284" sldId="716"/>
            <ac:cxnSpMk id="60" creationId="{A346B77C-EDEF-4CDD-B3E0-35C4CC7AB72D}"/>
          </ac:cxnSpMkLst>
        </pc:cxnChg>
        <pc:cxnChg chg="add del mod">
          <ac:chgData name="KwonJoonho" userId="fa141e0c-4849-4deb-8f8c-65d25da6d8db" providerId="ADAL" clId="{192C8A4D-ECEF-4934-82FF-0DD771E257FD}" dt="2020-02-29T12:58:27.473" v="810" actId="478"/>
          <ac:cxnSpMkLst>
            <pc:docMk/>
            <pc:sldMk cId="1352074284" sldId="716"/>
            <ac:cxnSpMk id="61" creationId="{B58667A7-2663-4524-981D-C57AF2F024EE}"/>
          </ac:cxnSpMkLst>
        </pc:cxnChg>
        <pc:cxnChg chg="add del mod">
          <ac:chgData name="KwonJoonho" userId="fa141e0c-4849-4deb-8f8c-65d25da6d8db" providerId="ADAL" clId="{192C8A4D-ECEF-4934-82FF-0DD771E257FD}" dt="2020-02-29T12:58:28.567" v="811" actId="478"/>
          <ac:cxnSpMkLst>
            <pc:docMk/>
            <pc:sldMk cId="1352074284" sldId="716"/>
            <ac:cxnSpMk id="62" creationId="{D1E08978-D79D-4F7C-9B84-9D4614FF2E9F}"/>
          </ac:cxnSpMkLst>
        </pc:cxnChg>
        <pc:cxnChg chg="add del mod">
          <ac:chgData name="KwonJoonho" userId="fa141e0c-4849-4deb-8f8c-65d25da6d8db" providerId="ADAL" clId="{192C8A4D-ECEF-4934-82FF-0DD771E257FD}" dt="2020-02-29T12:58:29.176" v="812" actId="478"/>
          <ac:cxnSpMkLst>
            <pc:docMk/>
            <pc:sldMk cId="1352074284" sldId="716"/>
            <ac:cxnSpMk id="63" creationId="{C0BE544B-E1DA-4BF1-8FDA-083F36C1AA1B}"/>
          </ac:cxnSpMkLst>
        </pc:cxnChg>
        <pc:cxnChg chg="add del mod">
          <ac:chgData name="KwonJoonho" userId="fa141e0c-4849-4deb-8f8c-65d25da6d8db" providerId="ADAL" clId="{192C8A4D-ECEF-4934-82FF-0DD771E257FD}" dt="2020-02-29T12:58:29.910" v="813" actId="478"/>
          <ac:cxnSpMkLst>
            <pc:docMk/>
            <pc:sldMk cId="1352074284" sldId="716"/>
            <ac:cxnSpMk id="64" creationId="{BC7A5B19-9481-486D-B62B-0993A532376B}"/>
          </ac:cxnSpMkLst>
        </pc:cxnChg>
        <pc:cxnChg chg="add del mod">
          <ac:chgData name="KwonJoonho" userId="fa141e0c-4849-4deb-8f8c-65d25da6d8db" providerId="ADAL" clId="{192C8A4D-ECEF-4934-82FF-0DD771E257FD}" dt="2020-02-29T12:58:31.005" v="814" actId="478"/>
          <ac:cxnSpMkLst>
            <pc:docMk/>
            <pc:sldMk cId="1352074284" sldId="716"/>
            <ac:cxnSpMk id="65" creationId="{78731A3E-A4A2-42C5-8CAF-178B5C8E0400}"/>
          </ac:cxnSpMkLst>
        </pc:cxnChg>
        <pc:cxnChg chg="add del mod">
          <ac:chgData name="KwonJoonho" userId="fa141e0c-4849-4deb-8f8c-65d25da6d8db" providerId="ADAL" clId="{192C8A4D-ECEF-4934-82FF-0DD771E257FD}" dt="2020-02-29T12:58:31.583" v="815" actId="478"/>
          <ac:cxnSpMkLst>
            <pc:docMk/>
            <pc:sldMk cId="1352074284" sldId="716"/>
            <ac:cxnSpMk id="66" creationId="{1C23059A-CAE3-4CE4-B242-EC527F52159A}"/>
          </ac:cxnSpMkLst>
        </pc:cxnChg>
        <pc:cxnChg chg="add del">
          <ac:chgData name="KwonJoonho" userId="fa141e0c-4849-4deb-8f8c-65d25da6d8db" providerId="ADAL" clId="{192C8A4D-ECEF-4934-82FF-0DD771E257FD}" dt="2020-02-29T12:58:39.325" v="817"/>
          <ac:cxnSpMkLst>
            <pc:docMk/>
            <pc:sldMk cId="1352074284" sldId="716"/>
            <ac:cxnSpMk id="67" creationId="{4A69597D-6B85-4EE3-A649-0A2F2016777C}"/>
          </ac:cxnSpMkLst>
        </pc:cxnChg>
      </pc:sldChg>
      <pc:sldChg chg="addSp delSp modSp add mod delAnim modAnim">
        <pc:chgData name="KwonJoonho" userId="fa141e0c-4849-4deb-8f8c-65d25da6d8db" providerId="ADAL" clId="{192C8A4D-ECEF-4934-82FF-0DD771E257FD}" dt="2020-02-29T13:33:27.101" v="2217"/>
        <pc:sldMkLst>
          <pc:docMk/>
          <pc:sldMk cId="121422139" sldId="717"/>
        </pc:sldMkLst>
        <pc:spChg chg="mod">
          <ac:chgData name="KwonJoonho" userId="fa141e0c-4849-4deb-8f8c-65d25da6d8db" providerId="ADAL" clId="{192C8A4D-ECEF-4934-82FF-0DD771E257FD}" dt="2020-02-29T13:25:41.669" v="1771" actId="1076"/>
          <ac:spMkLst>
            <pc:docMk/>
            <pc:sldMk cId="121422139" sldId="717"/>
            <ac:spMk id="2" creationId="{5C1980A3-0100-42AA-9A07-BA4F61D4F34D}"/>
          </ac:spMkLst>
        </pc:spChg>
        <pc:spChg chg="mod">
          <ac:chgData name="KwonJoonho" userId="fa141e0c-4849-4deb-8f8c-65d25da6d8db" providerId="ADAL" clId="{192C8A4D-ECEF-4934-82FF-0DD771E257FD}" dt="2020-02-29T13:15:46.505" v="1501" actId="6549"/>
          <ac:spMkLst>
            <pc:docMk/>
            <pc:sldMk cId="121422139" sldId="717"/>
            <ac:spMk id="3" creationId="{53199B75-8FC3-474E-B838-26EA5DD0E269}"/>
          </ac:spMkLst>
        </pc:spChg>
        <pc:spChg chg="add del mod">
          <ac:chgData name="KwonJoonho" userId="fa141e0c-4849-4deb-8f8c-65d25da6d8db" providerId="ADAL" clId="{192C8A4D-ECEF-4934-82FF-0DD771E257FD}" dt="2020-02-29T13:08:11.506" v="1404"/>
          <ac:spMkLst>
            <pc:docMk/>
            <pc:sldMk cId="121422139" sldId="717"/>
            <ac:spMk id="5" creationId="{24624051-AA3E-4044-A63D-0D546C84CE91}"/>
          </ac:spMkLst>
        </pc:spChg>
        <pc:spChg chg="add del mod">
          <ac:chgData name="KwonJoonho" userId="fa141e0c-4849-4deb-8f8c-65d25da6d8db" providerId="ADAL" clId="{192C8A4D-ECEF-4934-82FF-0DD771E257FD}" dt="2020-02-29T13:13:09.018" v="1479" actId="478"/>
          <ac:spMkLst>
            <pc:docMk/>
            <pc:sldMk cId="121422139" sldId="717"/>
            <ac:spMk id="6" creationId="{1962B206-EFA5-4905-9CBB-90EEC2D354C4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7" creationId="{D2BB7791-B978-49BA-8F55-77A95FAECC25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8" creationId="{596917E1-7007-477F-8D9D-D83FED8F13DB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9" creationId="{46CAF358-E146-477B-A8A4-0C775F44D308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0" creationId="{68091FF0-D58B-4677-9B95-81EBB84BA2F0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1" creationId="{DA82A1A2-1E11-43A0-A2E2-3B03331700E8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2" creationId="{60BC69DC-F371-425B-BA73-C862E8171FA4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3" creationId="{139053AA-7F95-4B45-B100-B528B692B57A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4" creationId="{C2FDB2D1-A72B-49AB-BA88-62E2EF092368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5" creationId="{6B641465-E6E4-493B-A4AB-19DDC19A7802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6" creationId="{7C766F64-4229-4232-AEC8-9942EE0A04AE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7" creationId="{48AB77E3-7BD0-42F6-BA19-AF3CA56B8DDF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8" creationId="{6770D1B1-C026-460E-AFA0-8B7CA5A04028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19" creationId="{806F19F0-C04E-4ADB-BDBE-E65385E504F1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0" creationId="{D46BD35C-2132-437C-AA67-E0E8AEE4F71D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1" creationId="{F231C39F-ECCF-4896-9866-14FF1FA9B1F4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2" creationId="{E20C9AD7-D246-4D26-93F7-3834939EAB77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3" creationId="{6C15EFCC-D384-403A-9F26-6B9F8F58324C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4" creationId="{48A6DD5F-C6C8-40B8-8BB3-7DB1FA79A8CE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5" creationId="{3D397C97-F67E-4A44-BBC8-99FDF79B32F4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6" creationId="{1D7E4866-A98E-467D-B895-8E2F24212EEE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7" creationId="{86AF8C90-6ECA-4935-AA1F-96B9DDA2BF80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8" creationId="{094916BF-84AA-478E-AB76-BC88EBC8406A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29" creationId="{08E81DCD-9574-4DE2-B2DF-739EC5105924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0" creationId="{229C2066-870F-4E3E-841F-E2D4F3E0A843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1" creationId="{E2B0C990-27D3-4AAB-918F-FAB4B0ADDAE4}"/>
          </ac:spMkLst>
        </pc:spChg>
        <pc:spChg chg="add mod">
          <ac:chgData name="KwonJoonho" userId="fa141e0c-4849-4deb-8f8c-65d25da6d8db" providerId="ADAL" clId="{192C8A4D-ECEF-4934-82FF-0DD771E257FD}" dt="2020-02-29T13:30:03.696" v="1975" actId="6549"/>
          <ac:spMkLst>
            <pc:docMk/>
            <pc:sldMk cId="121422139" sldId="717"/>
            <ac:spMk id="32" creationId="{AB92C940-E5FB-4C77-BB87-1A862E860A38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3" creationId="{F0469C7F-034F-4C13-B32A-A501A3734DCC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4" creationId="{640F8630-AAEE-4CD4-AB5A-C5BF296D1A5D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5" creationId="{DE4496A0-0C0B-476A-A528-820D8D89B756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6" creationId="{444097EA-2E3A-44C8-954A-E3546C842041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7" creationId="{EF1C22FB-E1FC-47E5-86FE-B42BA0A3EAE2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8" creationId="{A9EAC7D9-EFA9-4403-B34A-317D1407793A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39" creationId="{F90FC998-DA04-485E-9431-38661B6505FB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0" creationId="{36FBB6AF-7DAD-4C27-BE39-5B57CCB141E7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1" creationId="{7B5540F4-A64D-434A-B2BE-D68DFF27C3E2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2" creationId="{461D43D6-2253-4383-AA77-0DFD649CEA6B}"/>
          </ac:spMkLst>
        </pc:spChg>
        <pc:spChg chg="add mod or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3" creationId="{54EDB8C4-C604-4F68-B716-D4E5B73930BB}"/>
          </ac:spMkLst>
        </pc:spChg>
        <pc:spChg chg="add mod or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4" creationId="{27819E04-30D2-4123-9191-FD368BCFCC36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45" creationId="{8412D735-25CF-4F7E-B39B-B8D2F05C9978}"/>
          </ac:spMkLst>
        </pc:spChg>
        <pc:spChg chg="add del mod">
          <ac:chgData name="KwonJoonho" userId="fa141e0c-4849-4deb-8f8c-65d25da6d8db" providerId="ADAL" clId="{192C8A4D-ECEF-4934-82FF-0DD771E257FD}" dt="2020-02-29T13:25:46.818" v="1772" actId="478"/>
          <ac:spMkLst>
            <pc:docMk/>
            <pc:sldMk cId="121422139" sldId="717"/>
            <ac:spMk id="46" creationId="{02CB7102-5569-4DF5-9961-9D70161CB8F3}"/>
          </ac:spMkLst>
        </pc:spChg>
        <pc:spChg chg="add del mod">
          <ac:chgData name="KwonJoonho" userId="fa141e0c-4849-4deb-8f8c-65d25da6d8db" providerId="ADAL" clId="{192C8A4D-ECEF-4934-82FF-0DD771E257FD}" dt="2020-02-29T13:24:56.129" v="1760" actId="478"/>
          <ac:spMkLst>
            <pc:docMk/>
            <pc:sldMk cId="121422139" sldId="717"/>
            <ac:spMk id="47" creationId="{E158E31E-6062-4CDD-95A5-61C9D5BE4991}"/>
          </ac:spMkLst>
        </pc:spChg>
        <pc:spChg chg="add del mod">
          <ac:chgData name="KwonJoonho" userId="fa141e0c-4849-4deb-8f8c-65d25da6d8db" providerId="ADAL" clId="{192C8A4D-ECEF-4934-82FF-0DD771E257FD}" dt="2020-02-29T13:23:26.549" v="1649"/>
          <ac:spMkLst>
            <pc:docMk/>
            <pc:sldMk cId="121422139" sldId="717"/>
            <ac:spMk id="48" creationId="{D753B4FE-9DCA-455E-B49F-5184247B66A3}"/>
          </ac:spMkLst>
        </pc:spChg>
        <pc:spChg chg="add mod">
          <ac:chgData name="KwonJoonho" userId="fa141e0c-4849-4deb-8f8c-65d25da6d8db" providerId="ADAL" clId="{192C8A4D-ECEF-4934-82FF-0DD771E257FD}" dt="2020-02-29T13:31:19.851" v="2060" actId="20577"/>
          <ac:spMkLst>
            <pc:docMk/>
            <pc:sldMk cId="121422139" sldId="717"/>
            <ac:spMk id="49" creationId="{34C4AB70-761D-49A1-8E9E-DEB9911C1119}"/>
          </ac:spMkLst>
        </pc:spChg>
        <pc:spChg chg="add del mod">
          <ac:chgData name="KwonJoonho" userId="fa141e0c-4849-4deb-8f8c-65d25da6d8db" providerId="ADAL" clId="{192C8A4D-ECEF-4934-82FF-0DD771E257FD}" dt="2020-02-29T13:33:13.805" v="2212" actId="478"/>
          <ac:spMkLst>
            <pc:docMk/>
            <pc:sldMk cId="121422139" sldId="717"/>
            <ac:spMk id="50" creationId="{516D642E-0BC3-4D0D-96BF-5BB9DD144815}"/>
          </ac:spMkLst>
        </pc:spChg>
        <pc:spChg chg="add mod">
          <ac:chgData name="KwonJoonho" userId="fa141e0c-4849-4deb-8f8c-65d25da6d8db" providerId="ADAL" clId="{192C8A4D-ECEF-4934-82FF-0DD771E257FD}" dt="2020-02-29T13:33:09.284" v="2211" actId="20577"/>
          <ac:spMkLst>
            <pc:docMk/>
            <pc:sldMk cId="121422139" sldId="717"/>
            <ac:spMk id="51" creationId="{B2705FE0-EAA1-429F-8B9D-65CF7F7A441A}"/>
          </ac:spMkLst>
        </pc:spChg>
        <pc:spChg chg="add mod">
          <ac:chgData name="KwonJoonho" userId="fa141e0c-4849-4deb-8f8c-65d25da6d8db" providerId="ADAL" clId="{192C8A4D-ECEF-4934-82FF-0DD771E257FD}" dt="2020-02-29T13:25:58.546" v="1781" actId="1037"/>
          <ac:spMkLst>
            <pc:docMk/>
            <pc:sldMk cId="121422139" sldId="717"/>
            <ac:spMk id="52" creationId="{21D071A7-A057-4336-81D6-3CA7A3A0D344}"/>
          </ac:spMkLst>
        </pc:spChg>
      </pc:sldChg>
      <pc:sldChg chg="addSp delSp modSp add del mod">
        <pc:chgData name="KwonJoonho" userId="fa141e0c-4849-4deb-8f8c-65d25da6d8db" providerId="ADAL" clId="{192C8A4D-ECEF-4934-82FF-0DD771E257FD}" dt="2020-02-29T12:52:16.476" v="658" actId="47"/>
        <pc:sldMkLst>
          <pc:docMk/>
          <pc:sldMk cId="595516032" sldId="717"/>
        </pc:sldMkLst>
        <pc:spChg chg="del">
          <ac:chgData name="KwonJoonho" userId="fa141e0c-4849-4deb-8f8c-65d25da6d8db" providerId="ADAL" clId="{192C8A4D-ECEF-4934-82FF-0DD771E257FD}" dt="2020-02-29T12:45:55.104" v="507"/>
          <ac:spMkLst>
            <pc:docMk/>
            <pc:sldMk cId="595516032" sldId="717"/>
            <ac:spMk id="2" creationId="{398C984D-F2E4-40A6-A390-815419CFCCC8}"/>
          </ac:spMkLst>
        </pc:spChg>
        <pc:spChg chg="del">
          <ac:chgData name="KwonJoonho" userId="fa141e0c-4849-4deb-8f8c-65d25da6d8db" providerId="ADAL" clId="{192C8A4D-ECEF-4934-82FF-0DD771E257FD}" dt="2020-02-29T12:45:55.104" v="507"/>
          <ac:spMkLst>
            <pc:docMk/>
            <pc:sldMk cId="595516032" sldId="717"/>
            <ac:spMk id="3" creationId="{EA37FFAD-D4A0-4BB7-9C83-0CECCC1CD661}"/>
          </ac:spMkLst>
        </pc:spChg>
        <pc:spChg chg="add del">
          <ac:chgData name="KwonJoonho" userId="fa141e0c-4849-4deb-8f8c-65d25da6d8db" providerId="ADAL" clId="{192C8A4D-ECEF-4934-82FF-0DD771E257FD}" dt="2020-02-29T12:45:46.496" v="505" actId="478"/>
          <ac:spMkLst>
            <pc:docMk/>
            <pc:sldMk cId="595516032" sldId="717"/>
            <ac:spMk id="5" creationId="{92F716E2-F4E4-4BFC-94B2-6BCAA8979D07}"/>
          </ac:spMkLst>
        </pc:spChg>
        <pc:spChg chg="add del">
          <ac:chgData name="KwonJoonho" userId="fa141e0c-4849-4deb-8f8c-65d25da6d8db" providerId="ADAL" clId="{192C8A4D-ECEF-4934-82FF-0DD771E257FD}" dt="2020-02-29T12:47:08.102" v="551" actId="478"/>
          <ac:spMkLst>
            <pc:docMk/>
            <pc:sldMk cId="595516032" sldId="717"/>
            <ac:spMk id="7" creationId="{FB39EC66-C660-4CD7-BC50-4C009E455DDB}"/>
          </ac:spMkLst>
        </pc:spChg>
        <pc:spChg chg="add mod">
          <ac:chgData name="KwonJoonho" userId="fa141e0c-4849-4deb-8f8c-65d25da6d8db" providerId="ADAL" clId="{192C8A4D-ECEF-4934-82FF-0DD771E257FD}" dt="2020-02-29T12:45:55.104" v="507"/>
          <ac:spMkLst>
            <pc:docMk/>
            <pc:sldMk cId="595516032" sldId="717"/>
            <ac:spMk id="8" creationId="{C62CCAB2-8036-4A4F-AE51-59278095ADFE}"/>
          </ac:spMkLst>
        </pc:spChg>
        <pc:spChg chg="add mod ord">
          <ac:chgData name="KwonJoonho" userId="fa141e0c-4849-4deb-8f8c-65d25da6d8db" providerId="ADAL" clId="{192C8A4D-ECEF-4934-82FF-0DD771E257FD}" dt="2020-02-29T12:50:16.165" v="612" actId="14100"/>
          <ac:spMkLst>
            <pc:docMk/>
            <pc:sldMk cId="595516032" sldId="717"/>
            <ac:spMk id="16" creationId="{422C64EB-1C33-4527-BE8E-EAC1479D0D37}"/>
          </ac:spMkLst>
        </pc:spChg>
        <pc:spChg chg="add del mod">
          <ac:chgData name="KwonJoonho" userId="fa141e0c-4849-4deb-8f8c-65d25da6d8db" providerId="ADAL" clId="{192C8A4D-ECEF-4934-82FF-0DD771E257FD}" dt="2020-02-29T12:49:56.259" v="604"/>
          <ac:spMkLst>
            <pc:docMk/>
            <pc:sldMk cId="595516032" sldId="717"/>
            <ac:spMk id="19" creationId="{7D152E12-67BE-44A0-B413-392ED3BC1D5E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0" creationId="{FDE1CDD8-DD9B-45FF-87AB-7C379A602485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1" creationId="{FBC2B690-19C1-4BEC-9B49-B13298B802EE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2" creationId="{4402EB96-6E2E-4B36-AF60-C754D6FFDC8A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3" creationId="{379E5760-7881-4CAE-B84C-9B7AD968696A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4" creationId="{52729A8F-EFF3-4A41-9AE1-A1F526DEA594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5" creationId="{2539AC3F-47EB-459A-8D52-0A18B7BE0087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6" creationId="{93A2D1E8-412F-446A-B974-70955C0004C4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7" creationId="{D937C90B-9F2F-41FA-AE3C-6149F6FE4B22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8" creationId="{0C632DEC-5B6A-4231-9370-8CBFB4BB4F1E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29" creationId="{7CAFB1D6-9628-41F2-A2ED-8EFA2152F132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0" creationId="{CA9D5FC4-7BA9-4A35-B8FA-E49C3DFEA8D5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1" creationId="{DFD1C868-1A2C-4C40-83B3-BDB3EF5DECD7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2" creationId="{750C40AE-C3E9-490F-92D3-F1346ECF5037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3" creationId="{8CC5B7C3-4802-4227-9750-A14633F62585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4" creationId="{DEDC0642-ED53-4731-A5B8-40471C07B0F7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5" creationId="{EB5B9C61-E2CE-4008-80B7-92BFD5F51DAE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6" creationId="{AFD985F5-54EC-4E8D-B0BB-2BACFE2A9B23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7" creationId="{FD9E3BAC-1957-4B75-A716-D057415AB6F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8" creationId="{A2DC11B7-C788-4DC2-BEDB-F6FA418EE4B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39" creationId="{56F8D58F-0E3B-42B0-A144-7C59DD1E6912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0" creationId="{D55731FA-771A-4574-925D-A89F34EFEA36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1" creationId="{1B531F73-EF22-4205-BD67-00BA713A519F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2" creationId="{C51912A3-F809-4AB1-A9B2-0B2957AC324D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3" creationId="{8FF73923-A13D-43DA-A139-400F5C29ED8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4" creationId="{461C797B-8524-4529-9306-6838FB46A57A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5" creationId="{F7E75F5F-B7D5-4F52-BDAB-1DB4A29D046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6" creationId="{440476B8-9CF2-4221-BD05-7098A5405AC3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7" creationId="{8F80E56D-3001-4427-B801-5551DFB6BE9E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8" creationId="{223A2BE1-78F2-4275-899A-F877BF2CF3E0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49" creationId="{D35FC2A9-AC5D-4D28-B93C-87F147D9AEC2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50" creationId="{72A692A9-4688-47BC-8255-074DC36994B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51" creationId="{6FDC98F3-2AAE-452B-8FCD-D0A403E5CCCB}"/>
          </ac:spMkLst>
        </pc:spChg>
        <pc:spChg chg="add mod">
          <ac:chgData name="KwonJoonho" userId="fa141e0c-4849-4deb-8f8c-65d25da6d8db" providerId="ADAL" clId="{192C8A4D-ECEF-4934-82FF-0DD771E257FD}" dt="2020-02-29T12:50:10.305" v="609" actId="164"/>
          <ac:spMkLst>
            <pc:docMk/>
            <pc:sldMk cId="595516032" sldId="717"/>
            <ac:spMk id="52" creationId="{886DF3B5-2556-41A4-BDED-5D1D850890F3}"/>
          </ac:spMkLst>
        </pc:spChg>
        <pc:grpChg chg="add del mod">
          <ac:chgData name="KwonJoonho" userId="fa141e0c-4849-4deb-8f8c-65d25da6d8db" providerId="ADAL" clId="{192C8A4D-ECEF-4934-82FF-0DD771E257FD}" dt="2020-02-29T12:50:20.601" v="614"/>
          <ac:grpSpMkLst>
            <pc:docMk/>
            <pc:sldMk cId="595516032" sldId="717"/>
            <ac:grpSpMk id="53" creationId="{E3DBCB9C-10A7-4FB0-96A7-59D8A7DCA479}"/>
          </ac:grpSpMkLst>
        </pc:grp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9" creationId="{887AA35E-860B-4284-9B3B-4E32502BC1B2}"/>
          </ac:graphicFrameMkLst>
        </pc:graphicFrame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11" creationId="{09DE5925-6DCB-4E37-9C76-62A7D3FDDFC8}"/>
          </ac:graphicFrameMkLst>
        </pc:graphicFrame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12" creationId="{758D5C1E-14E6-48F3-888E-D04EF414C105}"/>
          </ac:graphicFrameMkLst>
        </pc:graphicFrame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13" creationId="{4B75F88F-AAFD-4F55-957D-40DFB8F04BDC}"/>
          </ac:graphicFrameMkLst>
        </pc:graphicFrameChg>
        <pc:graphicFrameChg chg="add del mod">
          <ac:chgData name="KwonJoonho" userId="fa141e0c-4849-4deb-8f8c-65d25da6d8db" providerId="ADAL" clId="{192C8A4D-ECEF-4934-82FF-0DD771E257FD}" dt="2020-02-29T12:48:18.758" v="563" actId="478"/>
          <ac:graphicFrameMkLst>
            <pc:docMk/>
            <pc:sldMk cId="595516032" sldId="717"/>
            <ac:graphicFrameMk id="14" creationId="{2668F411-9B79-40D7-952C-C90533AC9FDC}"/>
          </ac:graphicFrameMkLst>
        </pc:graphicFrameChg>
        <pc:graphicFrameChg chg="add del mod">
          <ac:chgData name="KwonJoonho" userId="fa141e0c-4849-4deb-8f8c-65d25da6d8db" providerId="ADAL" clId="{192C8A4D-ECEF-4934-82FF-0DD771E257FD}" dt="2020-02-29T12:48:18.758" v="563" actId="478"/>
          <ac:graphicFrameMkLst>
            <pc:docMk/>
            <pc:sldMk cId="595516032" sldId="717"/>
            <ac:graphicFrameMk id="15" creationId="{F97D8069-8B4D-4FEE-86B1-BB75B3FF03AC}"/>
          </ac:graphicFrameMkLst>
        </pc:graphicFrame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17" creationId="{A8115D19-473C-4614-BB30-E15273B178ED}"/>
          </ac:graphicFrameMkLst>
        </pc:graphicFrameChg>
        <pc:graphicFrameChg chg="add del mod modGraphic">
          <ac:chgData name="KwonJoonho" userId="fa141e0c-4849-4deb-8f8c-65d25da6d8db" providerId="ADAL" clId="{192C8A4D-ECEF-4934-82FF-0DD771E257FD}" dt="2020-02-29T12:50:18.867" v="613" actId="478"/>
          <ac:graphicFrameMkLst>
            <pc:docMk/>
            <pc:sldMk cId="595516032" sldId="717"/>
            <ac:graphicFrameMk id="18" creationId="{8A9D91AA-FBC0-4AE3-AB91-13C39CC4E234}"/>
          </ac:graphicFrameMkLst>
        </pc:graphicFrameChg>
        <pc:picChg chg="add del mod">
          <ac:chgData name="KwonJoonho" userId="fa141e0c-4849-4deb-8f8c-65d25da6d8db" providerId="ADAL" clId="{192C8A4D-ECEF-4934-82FF-0DD771E257FD}" dt="2020-02-29T12:46:29.613" v="514" actId="478"/>
          <ac:picMkLst>
            <pc:docMk/>
            <pc:sldMk cId="595516032" sldId="717"/>
            <ac:picMk id="6" creationId="{704577CA-BA4C-4B66-BD40-8E31E290D163}"/>
          </ac:picMkLst>
        </pc:picChg>
      </pc:sldChg>
      <pc:sldChg chg="modSp add mod">
        <pc:chgData name="KwonJoonho" userId="fa141e0c-4849-4deb-8f8c-65d25da6d8db" providerId="ADAL" clId="{192C8A4D-ECEF-4934-82FF-0DD771E257FD}" dt="2020-02-29T13:34:49.504" v="2242" actId="20577"/>
        <pc:sldMkLst>
          <pc:docMk/>
          <pc:sldMk cId="4074756915" sldId="718"/>
        </pc:sldMkLst>
        <pc:spChg chg="mod">
          <ac:chgData name="KwonJoonho" userId="fa141e0c-4849-4deb-8f8c-65d25da6d8db" providerId="ADAL" clId="{192C8A4D-ECEF-4934-82FF-0DD771E257FD}" dt="2020-02-29T13:34:19.515" v="2226" actId="20577"/>
          <ac:spMkLst>
            <pc:docMk/>
            <pc:sldMk cId="4074756915" sldId="718"/>
            <ac:spMk id="2" creationId="{FB3BB899-E515-4AAC-AE81-4DB050323760}"/>
          </ac:spMkLst>
        </pc:spChg>
        <pc:spChg chg="mod">
          <ac:chgData name="KwonJoonho" userId="fa141e0c-4849-4deb-8f8c-65d25da6d8db" providerId="ADAL" clId="{192C8A4D-ECEF-4934-82FF-0DD771E257FD}" dt="2020-02-29T13:34:49.504" v="2242" actId="20577"/>
          <ac:spMkLst>
            <pc:docMk/>
            <pc:sldMk cId="4074756915" sldId="718"/>
            <ac:spMk id="3" creationId="{332C7E34-5910-4BDC-AD1E-4FAFF825701F}"/>
          </ac:spMkLst>
        </pc:spChg>
      </pc:sldChg>
      <pc:sldChg chg="addSp modSp add mod modAnim">
        <pc:chgData name="KwonJoonho" userId="fa141e0c-4849-4deb-8f8c-65d25da6d8db" providerId="ADAL" clId="{192C8A4D-ECEF-4934-82FF-0DD771E257FD}" dt="2020-02-29T13:58:40.068" v="3297" actId="1076"/>
        <pc:sldMkLst>
          <pc:docMk/>
          <pc:sldMk cId="2631223088" sldId="719"/>
        </pc:sldMkLst>
        <pc:spChg chg="mod">
          <ac:chgData name="KwonJoonho" userId="fa141e0c-4849-4deb-8f8c-65d25da6d8db" providerId="ADAL" clId="{192C8A4D-ECEF-4934-82FF-0DD771E257FD}" dt="2020-02-29T13:57:42.567" v="3270"/>
          <ac:spMkLst>
            <pc:docMk/>
            <pc:sldMk cId="2631223088" sldId="719"/>
            <ac:spMk id="2" creationId="{08645749-2BA5-4A5A-8D2D-24C0428A22C9}"/>
          </ac:spMkLst>
        </pc:spChg>
        <pc:spChg chg="mod">
          <ac:chgData name="KwonJoonho" userId="fa141e0c-4849-4deb-8f8c-65d25da6d8db" providerId="ADAL" clId="{192C8A4D-ECEF-4934-82FF-0DD771E257FD}" dt="2020-02-29T13:35:21.790" v="2251" actId="27636"/>
          <ac:spMkLst>
            <pc:docMk/>
            <pc:sldMk cId="2631223088" sldId="719"/>
            <ac:spMk id="3" creationId="{5D93AD62-A847-4114-8F39-D98056B199A2}"/>
          </ac:spMkLst>
        </pc:spChg>
        <pc:spChg chg="add mod">
          <ac:chgData name="KwonJoonho" userId="fa141e0c-4849-4deb-8f8c-65d25da6d8db" providerId="ADAL" clId="{192C8A4D-ECEF-4934-82FF-0DD771E257FD}" dt="2020-02-29T13:58:38.269" v="3296" actId="1076"/>
          <ac:spMkLst>
            <pc:docMk/>
            <pc:sldMk cId="2631223088" sldId="719"/>
            <ac:spMk id="5" creationId="{B5026815-19A6-48C9-929F-4E991C0EBF91}"/>
          </ac:spMkLst>
        </pc:spChg>
        <pc:spChg chg="add mod">
          <ac:chgData name="KwonJoonho" userId="fa141e0c-4849-4deb-8f8c-65d25da6d8db" providerId="ADAL" clId="{192C8A4D-ECEF-4934-82FF-0DD771E257FD}" dt="2020-02-29T13:58:40.068" v="3297" actId="1076"/>
          <ac:spMkLst>
            <pc:docMk/>
            <pc:sldMk cId="2631223088" sldId="719"/>
            <ac:spMk id="6" creationId="{148BC9D8-1D85-4BD1-93FE-A340B16A41C8}"/>
          </ac:spMkLst>
        </pc:spChg>
      </pc:sldChg>
      <pc:sldChg chg="addSp modSp add mod">
        <pc:chgData name="KwonJoonho" userId="fa141e0c-4849-4deb-8f8c-65d25da6d8db" providerId="ADAL" clId="{192C8A4D-ECEF-4934-82FF-0DD771E257FD}" dt="2020-02-29T14:19:54.833" v="3462" actId="1076"/>
        <pc:sldMkLst>
          <pc:docMk/>
          <pc:sldMk cId="3350171665" sldId="720"/>
        </pc:sldMkLst>
        <pc:spChg chg="mod">
          <ac:chgData name="KwonJoonho" userId="fa141e0c-4849-4deb-8f8c-65d25da6d8db" providerId="ADAL" clId="{192C8A4D-ECEF-4934-82FF-0DD771E257FD}" dt="2020-02-29T14:19:52.582" v="3461" actId="404"/>
          <ac:spMkLst>
            <pc:docMk/>
            <pc:sldMk cId="3350171665" sldId="720"/>
            <ac:spMk id="2" creationId="{FC19BD04-5A70-4504-AA3A-82750FE240F2}"/>
          </ac:spMkLst>
        </pc:spChg>
        <pc:spChg chg="mod">
          <ac:chgData name="KwonJoonho" userId="fa141e0c-4849-4deb-8f8c-65d25da6d8db" providerId="ADAL" clId="{192C8A4D-ECEF-4934-82FF-0DD771E257FD}" dt="2020-02-29T13:49:45.051" v="2955" actId="20577"/>
          <ac:spMkLst>
            <pc:docMk/>
            <pc:sldMk cId="3350171665" sldId="720"/>
            <ac:spMk id="3" creationId="{D524730B-E6F6-4061-B485-41690C121D38}"/>
          </ac:spMkLst>
        </pc:spChg>
        <pc:spChg chg="add mod">
          <ac:chgData name="KwonJoonho" userId="fa141e0c-4849-4deb-8f8c-65d25da6d8db" providerId="ADAL" clId="{192C8A4D-ECEF-4934-82FF-0DD771E257FD}" dt="2020-02-29T14:19:54.833" v="3462" actId="1076"/>
          <ac:spMkLst>
            <pc:docMk/>
            <pc:sldMk cId="3350171665" sldId="720"/>
            <ac:spMk id="5" creationId="{20ED19A1-1441-481B-B271-AE69B5F5B809}"/>
          </ac:spMkLst>
        </pc:spChg>
      </pc:sldChg>
      <pc:sldChg chg="addSp modSp add del mod">
        <pc:chgData name="KwonJoonho" userId="fa141e0c-4849-4deb-8f8c-65d25da6d8db" providerId="ADAL" clId="{192C8A4D-ECEF-4934-82FF-0DD771E257FD}" dt="2020-02-29T13:58:45.708" v="3298" actId="47"/>
        <pc:sldMkLst>
          <pc:docMk/>
          <pc:sldMk cId="2445141713" sldId="721"/>
        </pc:sldMkLst>
        <pc:spChg chg="mod">
          <ac:chgData name="KwonJoonho" userId="fa141e0c-4849-4deb-8f8c-65d25da6d8db" providerId="ADAL" clId="{192C8A4D-ECEF-4934-82FF-0DD771E257FD}" dt="2020-02-29T13:57:57.585" v="3277"/>
          <ac:spMkLst>
            <pc:docMk/>
            <pc:sldMk cId="2445141713" sldId="721"/>
            <ac:spMk id="2" creationId="{D0D55278-1803-49DD-B680-DB1F03C73943}"/>
          </ac:spMkLst>
        </pc:spChg>
        <pc:spChg chg="mod">
          <ac:chgData name="KwonJoonho" userId="fa141e0c-4849-4deb-8f8c-65d25da6d8db" providerId="ADAL" clId="{192C8A4D-ECEF-4934-82FF-0DD771E257FD}" dt="2020-02-29T13:53:49.099" v="3200" actId="20577"/>
          <ac:spMkLst>
            <pc:docMk/>
            <pc:sldMk cId="2445141713" sldId="721"/>
            <ac:spMk id="3" creationId="{C6B5F17A-39AC-4D5A-A919-6B5BCD5DFFA7}"/>
          </ac:spMkLst>
        </pc:spChg>
        <pc:spChg chg="add mod">
          <ac:chgData name="KwonJoonho" userId="fa141e0c-4849-4deb-8f8c-65d25da6d8db" providerId="ADAL" clId="{192C8A4D-ECEF-4934-82FF-0DD771E257FD}" dt="2020-02-29T13:55:48.377" v="3242" actId="1076"/>
          <ac:spMkLst>
            <pc:docMk/>
            <pc:sldMk cId="2445141713" sldId="721"/>
            <ac:spMk id="5" creationId="{5BA4431E-73CC-4FF8-8174-457D8ADB8C1E}"/>
          </ac:spMkLst>
        </pc:spChg>
      </pc:sldChg>
      <pc:sldChg chg="modSp add mod">
        <pc:chgData name="KwonJoonho" userId="fa141e0c-4849-4deb-8f8c-65d25da6d8db" providerId="ADAL" clId="{192C8A4D-ECEF-4934-82FF-0DD771E257FD}" dt="2020-02-29T14:00:18.034" v="3318"/>
        <pc:sldMkLst>
          <pc:docMk/>
          <pc:sldMk cId="1621727245" sldId="722"/>
        </pc:sldMkLst>
        <pc:spChg chg="mod">
          <ac:chgData name="KwonJoonho" userId="fa141e0c-4849-4deb-8f8c-65d25da6d8db" providerId="ADAL" clId="{192C8A4D-ECEF-4934-82FF-0DD771E257FD}" dt="2020-02-29T14:00:18.034" v="3318"/>
          <ac:spMkLst>
            <pc:docMk/>
            <pc:sldMk cId="1621727245" sldId="722"/>
            <ac:spMk id="2" creationId="{30BDE523-C518-4445-BD4B-3D9B0B51D0D6}"/>
          </ac:spMkLst>
        </pc:spChg>
        <pc:spChg chg="mod">
          <ac:chgData name="KwonJoonho" userId="fa141e0c-4849-4deb-8f8c-65d25da6d8db" providerId="ADAL" clId="{192C8A4D-ECEF-4934-82FF-0DD771E257FD}" dt="2020-02-29T13:59:02.548" v="3301" actId="20577"/>
          <ac:spMkLst>
            <pc:docMk/>
            <pc:sldMk cId="1621727245" sldId="722"/>
            <ac:spMk id="3" creationId="{2D40A494-DA4C-4C3E-9B4B-36E3C8BF9DD3}"/>
          </ac:spMkLst>
        </pc:spChg>
      </pc:sldChg>
      <pc:sldChg chg="modSp add mod">
        <pc:chgData name="KwonJoonho" userId="fa141e0c-4849-4deb-8f8c-65d25da6d8db" providerId="ADAL" clId="{192C8A4D-ECEF-4934-82FF-0DD771E257FD}" dt="2020-02-29T14:02:08.956" v="3386" actId="20577"/>
        <pc:sldMkLst>
          <pc:docMk/>
          <pc:sldMk cId="2444760659" sldId="723"/>
        </pc:sldMkLst>
        <pc:spChg chg="mod">
          <ac:chgData name="KwonJoonho" userId="fa141e0c-4849-4deb-8f8c-65d25da6d8db" providerId="ADAL" clId="{192C8A4D-ECEF-4934-82FF-0DD771E257FD}" dt="2020-02-29T14:01:55.449" v="3385" actId="207"/>
          <ac:spMkLst>
            <pc:docMk/>
            <pc:sldMk cId="2444760659" sldId="723"/>
            <ac:spMk id="2" creationId="{EFACC38A-767E-4620-8977-96530A1B9C8D}"/>
          </ac:spMkLst>
        </pc:spChg>
        <pc:spChg chg="mod">
          <ac:chgData name="KwonJoonho" userId="fa141e0c-4849-4deb-8f8c-65d25da6d8db" providerId="ADAL" clId="{192C8A4D-ECEF-4934-82FF-0DD771E257FD}" dt="2020-02-29T14:02:08.956" v="3386" actId="20577"/>
          <ac:spMkLst>
            <pc:docMk/>
            <pc:sldMk cId="2444760659" sldId="723"/>
            <ac:spMk id="3" creationId="{38BBD023-5A51-44BE-9123-A2D49F408B40}"/>
          </ac:spMkLst>
        </pc:spChg>
      </pc:sldChg>
      <pc:sldChg chg="modSp add mod">
        <pc:chgData name="KwonJoonho" userId="fa141e0c-4849-4deb-8f8c-65d25da6d8db" providerId="ADAL" clId="{192C8A4D-ECEF-4934-82FF-0DD771E257FD}" dt="2020-02-29T14:03:05.739" v="3391" actId="108"/>
        <pc:sldMkLst>
          <pc:docMk/>
          <pc:sldMk cId="93963514" sldId="724"/>
        </pc:sldMkLst>
        <pc:spChg chg="mod">
          <ac:chgData name="KwonJoonho" userId="fa141e0c-4849-4deb-8f8c-65d25da6d8db" providerId="ADAL" clId="{192C8A4D-ECEF-4934-82FF-0DD771E257FD}" dt="2020-02-29T14:03:05.739" v="3391" actId="108"/>
          <ac:spMkLst>
            <pc:docMk/>
            <pc:sldMk cId="93963514" sldId="724"/>
            <ac:spMk id="2" creationId="{B3FA8B4E-4542-4AE5-82BE-97FDC25D0A4C}"/>
          </ac:spMkLst>
        </pc:spChg>
      </pc:sldChg>
      <pc:sldChg chg="addSp modSp add mod modAnim">
        <pc:chgData name="KwonJoonho" userId="fa141e0c-4849-4deb-8f8c-65d25da6d8db" providerId="ADAL" clId="{192C8A4D-ECEF-4934-82FF-0DD771E257FD}" dt="2020-02-29T14:41:11.203" v="3790"/>
        <pc:sldMkLst>
          <pc:docMk/>
          <pc:sldMk cId="3152262061" sldId="725"/>
        </pc:sldMkLst>
        <pc:spChg chg="mod">
          <ac:chgData name="KwonJoonho" userId="fa141e0c-4849-4deb-8f8c-65d25da6d8db" providerId="ADAL" clId="{192C8A4D-ECEF-4934-82FF-0DD771E257FD}" dt="2020-02-29T14:37:55.920" v="3712" actId="20577"/>
          <ac:spMkLst>
            <pc:docMk/>
            <pc:sldMk cId="3152262061" sldId="725"/>
            <ac:spMk id="2" creationId="{5028FB60-1C60-41F5-B212-DC313BDBE63D}"/>
          </ac:spMkLst>
        </pc:spChg>
        <pc:spChg chg="mod">
          <ac:chgData name="KwonJoonho" userId="fa141e0c-4849-4deb-8f8c-65d25da6d8db" providerId="ADAL" clId="{192C8A4D-ECEF-4934-82FF-0DD771E257FD}" dt="2020-02-29T14:34:27.832" v="3485" actId="404"/>
          <ac:spMkLst>
            <pc:docMk/>
            <pc:sldMk cId="3152262061" sldId="725"/>
            <ac:spMk id="3" creationId="{1B51CE68-6C96-44A6-AB71-1CF503D2CEBF}"/>
          </ac:spMkLst>
        </pc:spChg>
        <pc:spChg chg="add mod">
          <ac:chgData name="KwonJoonho" userId="fa141e0c-4849-4deb-8f8c-65d25da6d8db" providerId="ADAL" clId="{192C8A4D-ECEF-4934-82FF-0DD771E257FD}" dt="2020-02-29T14:41:03.071" v="3785" actId="164"/>
          <ac:spMkLst>
            <pc:docMk/>
            <pc:sldMk cId="3152262061" sldId="725"/>
            <ac:spMk id="5" creationId="{75C5A899-B4F4-409B-99FD-E644F4F4D023}"/>
          </ac:spMkLst>
        </pc:spChg>
        <pc:spChg chg="add mod">
          <ac:chgData name="KwonJoonho" userId="fa141e0c-4849-4deb-8f8c-65d25da6d8db" providerId="ADAL" clId="{192C8A4D-ECEF-4934-82FF-0DD771E257FD}" dt="2020-02-29T14:40:59.288" v="3784" actId="164"/>
          <ac:spMkLst>
            <pc:docMk/>
            <pc:sldMk cId="3152262061" sldId="725"/>
            <ac:spMk id="7" creationId="{306426FB-6A69-4D5C-BF3B-9FCEC436E29C}"/>
          </ac:spMkLst>
        </pc:spChg>
        <pc:spChg chg="add mod ord">
          <ac:chgData name="KwonJoonho" userId="fa141e0c-4849-4deb-8f8c-65d25da6d8db" providerId="ADAL" clId="{192C8A4D-ECEF-4934-82FF-0DD771E257FD}" dt="2020-02-29T14:40:59.288" v="3784" actId="164"/>
          <ac:spMkLst>
            <pc:docMk/>
            <pc:sldMk cId="3152262061" sldId="725"/>
            <ac:spMk id="9" creationId="{61CC5363-2B9A-4203-B981-19BC221F42D5}"/>
          </ac:spMkLst>
        </pc:spChg>
        <pc:spChg chg="add mod">
          <ac:chgData name="KwonJoonho" userId="fa141e0c-4849-4deb-8f8c-65d25da6d8db" providerId="ADAL" clId="{192C8A4D-ECEF-4934-82FF-0DD771E257FD}" dt="2020-02-29T14:40:59.288" v="3784" actId="164"/>
          <ac:spMkLst>
            <pc:docMk/>
            <pc:sldMk cId="3152262061" sldId="725"/>
            <ac:spMk id="14" creationId="{0D98710C-911F-4E19-8F64-D2A6B2A5150C}"/>
          </ac:spMkLst>
        </pc:spChg>
        <pc:grpChg chg="add mod">
          <ac:chgData name="KwonJoonho" userId="fa141e0c-4849-4deb-8f8c-65d25da6d8db" providerId="ADAL" clId="{192C8A4D-ECEF-4934-82FF-0DD771E257FD}" dt="2020-02-29T14:40:59.288" v="3784" actId="164"/>
          <ac:grpSpMkLst>
            <pc:docMk/>
            <pc:sldMk cId="3152262061" sldId="725"/>
            <ac:grpSpMk id="17" creationId="{38213604-6F59-45F7-8917-3E851F915509}"/>
          </ac:grpSpMkLst>
        </pc:grpChg>
        <pc:grpChg chg="add mod">
          <ac:chgData name="KwonJoonho" userId="fa141e0c-4849-4deb-8f8c-65d25da6d8db" providerId="ADAL" clId="{192C8A4D-ECEF-4934-82FF-0DD771E257FD}" dt="2020-02-29T14:41:03.071" v="3785" actId="164"/>
          <ac:grpSpMkLst>
            <pc:docMk/>
            <pc:sldMk cId="3152262061" sldId="725"/>
            <ac:grpSpMk id="18" creationId="{576AD224-A5B7-4D83-9DB9-E45B317A7789}"/>
          </ac:grpSpMkLst>
        </pc:grpChg>
        <pc:cxnChg chg="add mod">
          <ac:chgData name="KwonJoonho" userId="fa141e0c-4849-4deb-8f8c-65d25da6d8db" providerId="ADAL" clId="{192C8A4D-ECEF-4934-82FF-0DD771E257FD}" dt="2020-02-29T14:41:03.071" v="3785" actId="164"/>
          <ac:cxnSpMkLst>
            <pc:docMk/>
            <pc:sldMk cId="3152262061" sldId="725"/>
            <ac:cxnSpMk id="6" creationId="{8629DDDD-4A9D-4C10-AB80-635BE9EFD732}"/>
          </ac:cxnSpMkLst>
        </pc:cxnChg>
        <pc:cxnChg chg="add mod">
          <ac:chgData name="KwonJoonho" userId="fa141e0c-4849-4deb-8f8c-65d25da6d8db" providerId="ADAL" clId="{192C8A4D-ECEF-4934-82FF-0DD771E257FD}" dt="2020-02-29T14:40:59.288" v="3784" actId="164"/>
          <ac:cxnSpMkLst>
            <pc:docMk/>
            <pc:sldMk cId="3152262061" sldId="725"/>
            <ac:cxnSpMk id="8" creationId="{87A90F0B-0FA5-4F18-B4D1-4DDDB74F127B}"/>
          </ac:cxnSpMkLst>
        </pc:cxnChg>
        <pc:cxnChg chg="add mod">
          <ac:chgData name="KwonJoonho" userId="fa141e0c-4849-4deb-8f8c-65d25da6d8db" providerId="ADAL" clId="{192C8A4D-ECEF-4934-82FF-0DD771E257FD}" dt="2020-02-29T14:40:59.288" v="3784" actId="164"/>
          <ac:cxnSpMkLst>
            <pc:docMk/>
            <pc:sldMk cId="3152262061" sldId="725"/>
            <ac:cxnSpMk id="11" creationId="{43D69025-64F3-400B-AD79-01A536D5CE23}"/>
          </ac:cxnSpMkLst>
        </pc:cxnChg>
        <pc:cxnChg chg="add mod">
          <ac:chgData name="KwonJoonho" userId="fa141e0c-4849-4deb-8f8c-65d25da6d8db" providerId="ADAL" clId="{192C8A4D-ECEF-4934-82FF-0DD771E257FD}" dt="2020-02-29T14:40:59.288" v="3784" actId="164"/>
          <ac:cxnSpMkLst>
            <pc:docMk/>
            <pc:sldMk cId="3152262061" sldId="725"/>
            <ac:cxnSpMk id="13" creationId="{D2A1CAF4-26AD-4F49-AAD6-CF830D112E23}"/>
          </ac:cxnSpMkLst>
        </pc:cxnChg>
      </pc:sldChg>
      <pc:sldChg chg="modSp add mod">
        <pc:chgData name="KwonJoonho" userId="fa141e0c-4849-4deb-8f8c-65d25da6d8db" providerId="ADAL" clId="{192C8A4D-ECEF-4934-82FF-0DD771E257FD}" dt="2020-02-29T14:45:46.610" v="3844" actId="207"/>
        <pc:sldMkLst>
          <pc:docMk/>
          <pc:sldMk cId="3820101150" sldId="726"/>
        </pc:sldMkLst>
        <pc:spChg chg="mod">
          <ac:chgData name="KwonJoonho" userId="fa141e0c-4849-4deb-8f8c-65d25da6d8db" providerId="ADAL" clId="{192C8A4D-ECEF-4934-82FF-0DD771E257FD}" dt="2020-02-29T14:45:46.610" v="3844" actId="207"/>
          <ac:spMkLst>
            <pc:docMk/>
            <pc:sldMk cId="3820101150" sldId="726"/>
            <ac:spMk id="2" creationId="{A03808BD-D501-4DEB-BC8C-2B5E29C82953}"/>
          </ac:spMkLst>
        </pc:spChg>
      </pc:sldChg>
      <pc:sldChg chg="modSp add mod">
        <pc:chgData name="KwonJoonho" userId="fa141e0c-4849-4deb-8f8c-65d25da6d8db" providerId="ADAL" clId="{192C8A4D-ECEF-4934-82FF-0DD771E257FD}" dt="2020-02-29T14:46:57.244" v="3864" actId="20577"/>
        <pc:sldMkLst>
          <pc:docMk/>
          <pc:sldMk cId="2347902505" sldId="727"/>
        </pc:sldMkLst>
        <pc:spChg chg="mod">
          <ac:chgData name="KwonJoonho" userId="fa141e0c-4849-4deb-8f8c-65d25da6d8db" providerId="ADAL" clId="{192C8A4D-ECEF-4934-82FF-0DD771E257FD}" dt="2020-02-29T14:46:57.244" v="3864" actId="20577"/>
          <ac:spMkLst>
            <pc:docMk/>
            <pc:sldMk cId="2347902505" sldId="727"/>
            <ac:spMk id="3" creationId="{EBC965D0-E059-427F-B6AF-62A6DD12D9A5}"/>
          </ac:spMkLst>
        </pc:spChg>
      </pc:sldChg>
      <pc:sldChg chg="modSp add mod">
        <pc:chgData name="KwonJoonho" userId="fa141e0c-4849-4deb-8f8c-65d25da6d8db" providerId="ADAL" clId="{192C8A4D-ECEF-4934-82FF-0DD771E257FD}" dt="2020-02-29T14:47:20.636" v="3917" actId="20577"/>
        <pc:sldMkLst>
          <pc:docMk/>
          <pc:sldMk cId="3592503501" sldId="728"/>
        </pc:sldMkLst>
        <pc:spChg chg="mod">
          <ac:chgData name="KwonJoonho" userId="fa141e0c-4849-4deb-8f8c-65d25da6d8db" providerId="ADAL" clId="{192C8A4D-ECEF-4934-82FF-0DD771E257FD}" dt="2020-02-29T14:47:20.636" v="3917" actId="20577"/>
          <ac:spMkLst>
            <pc:docMk/>
            <pc:sldMk cId="3592503501" sldId="728"/>
            <ac:spMk id="3" creationId="{49FD68D0-DD73-4178-A1EC-8C9B0178B0FA}"/>
          </ac:spMkLst>
        </pc:spChg>
      </pc:sldChg>
    </pc:docChg>
  </pc:docChgLst>
  <pc:docChgLst>
    <pc:chgData name="KwonJoonho" userId="fa141e0c-4849-4deb-8f8c-65d25da6d8db" providerId="ADAL" clId="{58D8931C-5C44-497B-97DC-73EDEB5D4056}"/>
    <pc:docChg chg="undo custSel addSld delSld modSld">
      <pc:chgData name="KwonJoonho" userId="fa141e0c-4849-4deb-8f8c-65d25da6d8db" providerId="ADAL" clId="{58D8931C-5C44-497B-97DC-73EDEB5D4056}" dt="2018-09-02T06:20:02.257" v="797" actId="404"/>
      <pc:docMkLst>
        <pc:docMk/>
      </pc:docMkLst>
      <pc:sldChg chg="addSp delSp modSp">
        <pc:chgData name="KwonJoonho" userId="fa141e0c-4849-4deb-8f8c-65d25da6d8db" providerId="ADAL" clId="{58D8931C-5C44-497B-97DC-73EDEB5D4056}" dt="2018-09-02T06:20:02.257" v="797" actId="404"/>
        <pc:sldMkLst>
          <pc:docMk/>
          <pc:sldMk cId="0" sldId="256"/>
        </pc:sldMkLst>
        <pc:spChg chg="add del mod">
          <ac:chgData name="KwonJoonho" userId="fa141e0c-4849-4deb-8f8c-65d25da6d8db" providerId="ADAL" clId="{58D8931C-5C44-497B-97DC-73EDEB5D4056}" dt="2018-09-02T06:20:02.257" v="797" actId="404"/>
          <ac:spMkLst>
            <pc:docMk/>
            <pc:sldMk cId="0" sldId="256"/>
            <ac:spMk id="2" creationId="{00000000-0000-0000-0000-000000000000}"/>
          </ac:spMkLst>
        </pc:spChg>
        <pc:spChg chg="mod">
          <ac:chgData name="KwonJoonho" userId="fa141e0c-4849-4deb-8f8c-65d25da6d8db" providerId="ADAL" clId="{58D8931C-5C44-497B-97DC-73EDEB5D4056}" dt="2018-09-01T04:24:45.200" v="1" actId="20577"/>
          <ac:spMkLst>
            <pc:docMk/>
            <pc:sldMk cId="0" sldId="256"/>
            <ac:spMk id="4099" creationId="{00000000-0000-0000-0000-000000000000}"/>
          </ac:spMkLst>
        </pc:spChg>
      </pc:sldChg>
      <pc:sldChg chg="del">
        <pc:chgData name="KwonJoonho" userId="fa141e0c-4849-4deb-8f8c-65d25da6d8db" providerId="ADAL" clId="{58D8931C-5C44-497B-97DC-73EDEB5D4056}" dt="2018-09-01T09:06:51.751" v="664" actId="2696"/>
        <pc:sldMkLst>
          <pc:docMk/>
          <pc:sldMk cId="0" sldId="385"/>
        </pc:sldMkLst>
      </pc:sldChg>
      <pc:sldChg chg="del">
        <pc:chgData name="KwonJoonho" userId="fa141e0c-4849-4deb-8f8c-65d25da6d8db" providerId="ADAL" clId="{58D8931C-5C44-497B-97DC-73EDEB5D4056}" dt="2018-09-01T09:06:53.985" v="665" actId="2696"/>
        <pc:sldMkLst>
          <pc:docMk/>
          <pc:sldMk cId="0" sldId="386"/>
        </pc:sldMkLst>
      </pc:sldChg>
      <pc:sldChg chg="modSp">
        <pc:chgData name="KwonJoonho" userId="fa141e0c-4849-4deb-8f8c-65d25da6d8db" providerId="ADAL" clId="{58D8931C-5C44-497B-97DC-73EDEB5D4056}" dt="2018-09-01T09:07:11.736" v="688" actId="20577"/>
        <pc:sldMkLst>
          <pc:docMk/>
          <pc:sldMk cId="0" sldId="389"/>
        </pc:sldMkLst>
        <pc:spChg chg="mod">
          <ac:chgData name="KwonJoonho" userId="fa141e0c-4849-4deb-8f8c-65d25da6d8db" providerId="ADAL" clId="{58D8931C-5C44-497B-97DC-73EDEB5D4056}" dt="2018-09-01T09:07:11.736" v="688" actId="20577"/>
          <ac:spMkLst>
            <pc:docMk/>
            <pc:sldMk cId="0" sldId="389"/>
            <ac:spMk id="19459" creationId="{00000000-0000-0000-0000-000000000000}"/>
          </ac:spMkLst>
        </pc:spChg>
      </pc:sldChg>
      <pc:sldChg chg="modSp">
        <pc:chgData name="KwonJoonho" userId="fa141e0c-4849-4deb-8f8c-65d25da6d8db" providerId="ADAL" clId="{58D8931C-5C44-497B-97DC-73EDEB5D4056}" dt="2018-09-01T08:52:24.134" v="454" actId="6549"/>
        <pc:sldMkLst>
          <pc:docMk/>
          <pc:sldMk cId="0" sldId="394"/>
        </pc:sldMkLst>
        <pc:spChg chg="mod">
          <ac:chgData name="KwonJoonho" userId="fa141e0c-4849-4deb-8f8c-65d25da6d8db" providerId="ADAL" clId="{58D8931C-5C44-497B-97DC-73EDEB5D4056}" dt="2018-09-01T08:52:24.134" v="454" actId="6549"/>
          <ac:spMkLst>
            <pc:docMk/>
            <pc:sldMk cId="0" sldId="394"/>
            <ac:spMk id="5122" creationId="{00000000-0000-0000-0000-000000000000}"/>
          </ac:spMkLst>
        </pc:spChg>
      </pc:sldChg>
      <pc:sldChg chg="modSp">
        <pc:chgData name="KwonJoonho" userId="fa141e0c-4849-4deb-8f8c-65d25da6d8db" providerId="ADAL" clId="{58D8931C-5C44-497B-97DC-73EDEB5D4056}" dt="2018-09-01T08:54:37.949" v="456" actId="6549"/>
        <pc:sldMkLst>
          <pc:docMk/>
          <pc:sldMk cId="0" sldId="396"/>
        </pc:sldMkLst>
        <pc:spChg chg="mod">
          <ac:chgData name="KwonJoonho" userId="fa141e0c-4849-4deb-8f8c-65d25da6d8db" providerId="ADAL" clId="{58D8931C-5C44-497B-97DC-73EDEB5D4056}" dt="2018-09-01T08:54:37.949" v="456" actId="6549"/>
          <ac:spMkLst>
            <pc:docMk/>
            <pc:sldMk cId="0" sldId="396"/>
            <ac:spMk id="7170" creationId="{00000000-0000-0000-0000-000000000000}"/>
          </ac:spMkLst>
        </pc:spChg>
      </pc:sldChg>
      <pc:sldChg chg="modSp">
        <pc:chgData name="KwonJoonho" userId="fa141e0c-4849-4deb-8f8c-65d25da6d8db" providerId="ADAL" clId="{58D8931C-5C44-497B-97DC-73EDEB5D4056}" dt="2018-09-01T09:00:50.136" v="577" actId="20577"/>
        <pc:sldMkLst>
          <pc:docMk/>
          <pc:sldMk cId="0" sldId="397"/>
        </pc:sldMkLst>
        <pc:spChg chg="mod">
          <ac:chgData name="KwonJoonho" userId="fa141e0c-4849-4deb-8f8c-65d25da6d8db" providerId="ADAL" clId="{58D8931C-5C44-497B-97DC-73EDEB5D4056}" dt="2018-09-01T09:00:50.136" v="577" actId="20577"/>
          <ac:spMkLst>
            <pc:docMk/>
            <pc:sldMk cId="0" sldId="397"/>
            <ac:spMk id="8194" creationId="{00000000-0000-0000-0000-000000000000}"/>
          </ac:spMkLst>
        </pc:spChg>
      </pc:sldChg>
      <pc:sldChg chg="modSp">
        <pc:chgData name="KwonJoonho" userId="fa141e0c-4849-4deb-8f8c-65d25da6d8db" providerId="ADAL" clId="{58D8931C-5C44-497B-97DC-73EDEB5D4056}" dt="2018-09-01T09:06:33.833" v="663" actId="20577"/>
        <pc:sldMkLst>
          <pc:docMk/>
          <pc:sldMk cId="0" sldId="398"/>
        </pc:sldMkLst>
        <pc:graphicFrameChg chg="mod modGraphic">
          <ac:chgData name="KwonJoonho" userId="fa141e0c-4849-4deb-8f8c-65d25da6d8db" providerId="ADAL" clId="{58D8931C-5C44-497B-97DC-73EDEB5D4056}" dt="2018-09-01T09:06:33.833" v="663" actId="20577"/>
          <ac:graphicFrameMkLst>
            <pc:docMk/>
            <pc:sldMk cId="0" sldId="398"/>
            <ac:graphicFrameMk id="3" creationId="{00000000-0000-0000-0000-000000000000}"/>
          </ac:graphicFrameMkLst>
        </pc:graphicFrameChg>
      </pc:sldChg>
      <pc:sldChg chg="addSp modSp">
        <pc:chgData name="KwonJoonho" userId="fa141e0c-4849-4deb-8f8c-65d25da6d8db" providerId="ADAL" clId="{58D8931C-5C44-497B-97DC-73EDEB5D4056}" dt="2018-09-01T08:57:47.870" v="565" actId="1076"/>
        <pc:sldMkLst>
          <pc:docMk/>
          <pc:sldMk cId="0" sldId="399"/>
        </pc:sldMkLst>
        <pc:spChg chg="add mod">
          <ac:chgData name="KwonJoonho" userId="fa141e0c-4849-4deb-8f8c-65d25da6d8db" providerId="ADAL" clId="{58D8931C-5C44-497B-97DC-73EDEB5D4056}" dt="2018-09-01T08:57:38.098" v="564" actId="20577"/>
          <ac:spMkLst>
            <pc:docMk/>
            <pc:sldMk cId="0" sldId="399"/>
            <ac:spMk id="3" creationId="{C03C8ACE-CB06-4C8E-BC47-DB7974EA3541}"/>
          </ac:spMkLst>
        </pc:spChg>
        <pc:graphicFrameChg chg="mod modGraphic">
          <ac:chgData name="KwonJoonho" userId="fa141e0c-4849-4deb-8f8c-65d25da6d8db" providerId="ADAL" clId="{58D8931C-5C44-497B-97DC-73EDEB5D4056}" dt="2018-09-01T08:57:47.870" v="565" actId="1076"/>
          <ac:graphicFrameMkLst>
            <pc:docMk/>
            <pc:sldMk cId="0" sldId="399"/>
            <ac:graphicFrameMk id="4" creationId="{00000000-0000-0000-0000-000000000000}"/>
          </ac:graphicFrameMkLst>
        </pc:graphicFrameChg>
      </pc:sldChg>
      <pc:sldChg chg="delSp">
        <pc:chgData name="KwonJoonho" userId="fa141e0c-4849-4deb-8f8c-65d25da6d8db" providerId="ADAL" clId="{58D8931C-5C44-497B-97DC-73EDEB5D4056}" dt="2018-09-01T04:25:03.655" v="2" actId="478"/>
        <pc:sldMkLst>
          <pc:docMk/>
          <pc:sldMk cId="3456836010" sldId="403"/>
        </pc:sldMkLst>
        <pc:spChg chg="del">
          <ac:chgData name="KwonJoonho" userId="fa141e0c-4849-4deb-8f8c-65d25da6d8db" providerId="ADAL" clId="{58D8931C-5C44-497B-97DC-73EDEB5D4056}" dt="2018-09-01T04:25:03.655" v="2" actId="478"/>
          <ac:spMkLst>
            <pc:docMk/>
            <pc:sldMk cId="3456836010" sldId="403"/>
            <ac:spMk id="62" creationId="{00000000-0000-0000-0000-000000000000}"/>
          </ac:spMkLst>
        </pc:spChg>
      </pc:sldChg>
      <pc:sldChg chg="modSp">
        <pc:chgData name="KwonJoonho" userId="fa141e0c-4849-4deb-8f8c-65d25da6d8db" providerId="ADAL" clId="{58D8931C-5C44-497B-97DC-73EDEB5D4056}" dt="2018-09-01T04:58:24.845" v="443" actId="20577"/>
        <pc:sldMkLst>
          <pc:docMk/>
          <pc:sldMk cId="3393238268" sldId="405"/>
        </pc:sldMkLst>
        <pc:spChg chg="mod">
          <ac:chgData name="KwonJoonho" userId="fa141e0c-4849-4deb-8f8c-65d25da6d8db" providerId="ADAL" clId="{58D8931C-5C44-497B-97DC-73EDEB5D4056}" dt="2018-09-01T04:58:24.845" v="443" actId="20577"/>
          <ac:spMkLst>
            <pc:docMk/>
            <pc:sldMk cId="3393238268" sldId="405"/>
            <ac:spMk id="2" creationId="{00000000-0000-0000-0000-000000000000}"/>
          </ac:spMkLst>
        </pc:spChg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1160803463" sldId="406"/>
        </pc:sldMkLst>
      </pc:sldChg>
      <pc:sldChg chg="add del">
        <pc:chgData name="KwonJoonho" userId="fa141e0c-4849-4deb-8f8c-65d25da6d8db" providerId="ADAL" clId="{58D8931C-5C44-497B-97DC-73EDEB5D4056}" dt="2018-09-01T04:57:51.388" v="425" actId="2696"/>
        <pc:sldMkLst>
          <pc:docMk/>
          <pc:sldMk cId="1563972630" sldId="406"/>
        </pc:sldMkLst>
      </pc:sldChg>
      <pc:sldChg chg="addSp delSp modSp add del">
        <pc:chgData name="KwonJoonho" userId="fa141e0c-4849-4deb-8f8c-65d25da6d8db" providerId="ADAL" clId="{58D8931C-5C44-497B-97DC-73EDEB5D4056}" dt="2018-09-01T04:57:26.972" v="417" actId="2696"/>
        <pc:sldMkLst>
          <pc:docMk/>
          <pc:sldMk cId="1754754881" sldId="406"/>
        </pc:sldMkLst>
        <pc:spChg chg="add del">
          <ac:chgData name="KwonJoonho" userId="fa141e0c-4849-4deb-8f8c-65d25da6d8db" providerId="ADAL" clId="{58D8931C-5C44-497B-97DC-73EDEB5D4056}" dt="2018-09-01T04:28:55.968" v="12"/>
          <ac:spMkLst>
            <pc:docMk/>
            <pc:sldMk cId="1754754881" sldId="406"/>
            <ac:spMk id="2" creationId="{129D0836-67FB-40A3-9E10-8378C02AA858}"/>
          </ac:spMkLst>
        </pc:spChg>
        <pc:spChg chg="mod">
          <ac:chgData name="KwonJoonho" userId="fa141e0c-4849-4deb-8f8c-65d25da6d8db" providerId="ADAL" clId="{58D8931C-5C44-497B-97DC-73EDEB5D4056}" dt="2018-09-01T04:31:33.599" v="41" actId="20577"/>
          <ac:spMkLst>
            <pc:docMk/>
            <pc:sldMk cId="1754754881" sldId="406"/>
            <ac:spMk id="3" creationId="{69D806AE-8A46-43E6-8257-62FA92618341}"/>
          </ac:spMkLst>
        </pc:spChg>
        <pc:spChg chg="add del">
          <ac:chgData name="KwonJoonho" userId="fa141e0c-4849-4deb-8f8c-65d25da6d8db" providerId="ADAL" clId="{58D8931C-5C44-497B-97DC-73EDEB5D4056}" dt="2018-09-01T04:28:53.898" v="11" actId="478"/>
          <ac:spMkLst>
            <pc:docMk/>
            <pc:sldMk cId="1754754881" sldId="406"/>
            <ac:spMk id="7" creationId="{3B521442-0FE1-4181-A4F2-E1609C110021}"/>
          </ac:spMkLst>
        </pc:spChg>
        <pc:spChg chg="add mod">
          <ac:chgData name="KwonJoonho" userId="fa141e0c-4849-4deb-8f8c-65d25da6d8db" providerId="ADAL" clId="{58D8931C-5C44-497B-97DC-73EDEB5D4056}" dt="2018-09-01T04:31:24.554" v="19" actId="404"/>
          <ac:spMkLst>
            <pc:docMk/>
            <pc:sldMk cId="1754754881" sldId="406"/>
            <ac:spMk id="12" creationId="{1B0AB9B9-B9C8-42A9-B917-3D408FCAD891}"/>
          </ac:spMkLst>
        </pc:spChg>
        <pc:graphicFrameChg chg="add del mod">
          <ac:chgData name="KwonJoonho" userId="fa141e0c-4849-4deb-8f8c-65d25da6d8db" providerId="ADAL" clId="{58D8931C-5C44-497B-97DC-73EDEB5D4056}" dt="2018-09-01T04:28:15.042" v="5"/>
          <ac:graphicFrameMkLst>
            <pc:docMk/>
            <pc:sldMk cId="1754754881" sldId="406"/>
            <ac:graphicFrameMk id="5" creationId="{C47696E9-A4D8-4F27-B1C9-DEF7957F8FAE}"/>
          </ac:graphicFrameMkLst>
        </pc:graphicFrameChg>
        <pc:graphicFrameChg chg="add del mod">
          <ac:chgData name="KwonJoonho" userId="fa141e0c-4849-4deb-8f8c-65d25da6d8db" providerId="ADAL" clId="{58D8931C-5C44-497B-97DC-73EDEB5D4056}" dt="2018-09-01T04:28:16.785" v="7"/>
          <ac:graphicFrameMkLst>
            <pc:docMk/>
            <pc:sldMk cId="1754754881" sldId="406"/>
            <ac:graphicFrameMk id="6" creationId="{1F3BF772-2587-4B82-9C76-CBC4AE53F46F}"/>
          </ac:graphicFrameMkLst>
        </pc:graphicFrameChg>
        <pc:picChg chg="add del mod">
          <ac:chgData name="KwonJoonho" userId="fa141e0c-4849-4deb-8f8c-65d25da6d8db" providerId="ADAL" clId="{58D8931C-5C44-497B-97DC-73EDEB5D4056}" dt="2018-09-01T04:28:51.421" v="10"/>
          <ac:picMkLst>
            <pc:docMk/>
            <pc:sldMk cId="1754754881" sldId="406"/>
            <ac:picMk id="9" creationId="{29F861D2-A1AA-431A-8AEE-2F934F8D92A5}"/>
          </ac:picMkLst>
        </pc:picChg>
        <pc:picChg chg="add del mod">
          <ac:chgData name="KwonJoonho" userId="fa141e0c-4849-4deb-8f8c-65d25da6d8db" providerId="ADAL" clId="{58D8931C-5C44-497B-97DC-73EDEB5D4056}" dt="2018-09-01T04:31:11.044" v="13"/>
          <ac:picMkLst>
            <pc:docMk/>
            <pc:sldMk cId="1754754881" sldId="406"/>
            <ac:picMk id="11" creationId="{8E56CBF3-EEA6-4D21-8D3D-58E0CC207ACE}"/>
          </ac:picMkLst>
        </pc:picChg>
        <pc:picChg chg="add mod">
          <ac:chgData name="KwonJoonho" userId="fa141e0c-4849-4deb-8f8c-65d25da6d8db" providerId="ADAL" clId="{58D8931C-5C44-497B-97DC-73EDEB5D4056}" dt="2018-09-01T04:31:26.398" v="20" actId="1076"/>
          <ac:picMkLst>
            <pc:docMk/>
            <pc:sldMk cId="1754754881" sldId="406"/>
            <ac:picMk id="13" creationId="{55C5A4E7-F65B-4A8A-85C1-05E212B490B5}"/>
          </ac:picMkLst>
        </pc:picChg>
      </pc:sldChg>
      <pc:sldChg chg="addSp delSp modSp add del">
        <pc:chgData name="KwonJoonho" userId="fa141e0c-4849-4deb-8f8c-65d25da6d8db" providerId="ADAL" clId="{58D8931C-5C44-497B-97DC-73EDEB5D4056}" dt="2018-09-01T04:57:26.972" v="418" actId="2696"/>
        <pc:sldMkLst>
          <pc:docMk/>
          <pc:sldMk cId="9732565" sldId="407"/>
        </pc:sldMkLst>
        <pc:spChg chg="add del">
          <ac:chgData name="KwonJoonho" userId="fa141e0c-4849-4deb-8f8c-65d25da6d8db" providerId="ADAL" clId="{58D8931C-5C44-497B-97DC-73EDEB5D4056}" dt="2018-09-01T04:32:27.097" v="56"/>
          <ac:spMkLst>
            <pc:docMk/>
            <pc:sldMk cId="9732565" sldId="407"/>
            <ac:spMk id="2" creationId="{4B664293-355E-4969-8068-731357C62A04}"/>
          </ac:spMkLst>
        </pc:spChg>
        <pc:spChg chg="mod">
          <ac:chgData name="KwonJoonho" userId="fa141e0c-4849-4deb-8f8c-65d25da6d8db" providerId="ADAL" clId="{58D8931C-5C44-497B-97DC-73EDEB5D4056}" dt="2018-09-01T04:31:57.726" v="47" actId="20577"/>
          <ac:spMkLst>
            <pc:docMk/>
            <pc:sldMk cId="9732565" sldId="407"/>
            <ac:spMk id="3" creationId="{FB4AF8FA-C46D-4CF4-A34A-4C9B903C26CC}"/>
          </ac:spMkLst>
        </pc:spChg>
        <pc:spChg chg="add">
          <ac:chgData name="KwonJoonho" userId="fa141e0c-4849-4deb-8f8c-65d25da6d8db" providerId="ADAL" clId="{58D8931C-5C44-497B-97DC-73EDEB5D4056}" dt="2018-09-01T04:31:53.899" v="44"/>
          <ac:spMkLst>
            <pc:docMk/>
            <pc:sldMk cId="9732565" sldId="407"/>
            <ac:spMk id="5" creationId="{27B62085-AC6C-410C-AEB7-96E29716B811}"/>
          </ac:spMkLst>
        </pc:spChg>
        <pc:spChg chg="add">
          <ac:chgData name="KwonJoonho" userId="fa141e0c-4849-4deb-8f8c-65d25da6d8db" providerId="ADAL" clId="{58D8931C-5C44-497B-97DC-73EDEB5D4056}" dt="2018-09-01T04:31:53.899" v="44"/>
          <ac:spMkLst>
            <pc:docMk/>
            <pc:sldMk cId="9732565" sldId="407"/>
            <ac:spMk id="6" creationId="{0DA1C852-1433-489A-B3DB-681FCB5F1EE4}"/>
          </ac:spMkLst>
        </pc:spChg>
        <pc:spChg chg="add mod">
          <ac:chgData name="KwonJoonho" userId="fa141e0c-4849-4deb-8f8c-65d25da6d8db" providerId="ADAL" clId="{58D8931C-5C44-497B-97DC-73EDEB5D4056}" dt="2018-09-01T04:39:56.657" v="83" actId="2711"/>
          <ac:spMkLst>
            <pc:docMk/>
            <pc:sldMk cId="9732565" sldId="407"/>
            <ac:spMk id="7" creationId="{D6F6CC9B-1C09-4448-8C58-466C1A420C2F}"/>
          </ac:spMkLst>
        </pc:spChg>
        <pc:spChg chg="add mod">
          <ac:chgData name="KwonJoonho" userId="fa141e0c-4849-4deb-8f8c-65d25da6d8db" providerId="ADAL" clId="{58D8931C-5C44-497B-97DC-73EDEB5D4056}" dt="2018-09-01T04:39:56.657" v="83" actId="2711"/>
          <ac:spMkLst>
            <pc:docMk/>
            <pc:sldMk cId="9732565" sldId="407"/>
            <ac:spMk id="8" creationId="{92BCE4BF-43D3-4EC9-9A17-A1FD1F6BCD60}"/>
          </ac:spMkLst>
        </pc:spChg>
        <pc:spChg chg="add del">
          <ac:chgData name="KwonJoonho" userId="fa141e0c-4849-4deb-8f8c-65d25da6d8db" providerId="ADAL" clId="{58D8931C-5C44-497B-97DC-73EDEB5D4056}" dt="2018-09-01T04:32:13.476" v="53"/>
          <ac:spMkLst>
            <pc:docMk/>
            <pc:sldMk cId="9732565" sldId="407"/>
            <ac:spMk id="9" creationId="{D19B0A1F-D5F1-4600-967C-7FC51174AAEE}"/>
          </ac:spMkLst>
        </pc:spChg>
        <pc:spChg chg="add del">
          <ac:chgData name="KwonJoonho" userId="fa141e0c-4849-4deb-8f8c-65d25da6d8db" providerId="ADAL" clId="{58D8931C-5C44-497B-97DC-73EDEB5D4056}" dt="2018-09-01T04:33:04.648" v="61" actId="478"/>
          <ac:spMkLst>
            <pc:docMk/>
            <pc:sldMk cId="9732565" sldId="407"/>
            <ac:spMk id="10" creationId="{18E09BB7-8910-42FE-8F46-852E9E37FAD1}"/>
          </ac:spMkLst>
        </pc:spChg>
        <pc:spChg chg="add del mod">
          <ac:chgData name="KwonJoonho" userId="fa141e0c-4849-4deb-8f8c-65d25da6d8db" providerId="ADAL" clId="{58D8931C-5C44-497B-97DC-73EDEB5D4056}" dt="2018-09-01T04:32:27.097" v="56"/>
          <ac:spMkLst>
            <pc:docMk/>
            <pc:sldMk cId="9732565" sldId="407"/>
            <ac:spMk id="11" creationId="{9584AE4D-3B26-4F7F-9940-65724E5DF666}"/>
          </ac:spMkLst>
        </pc:spChg>
        <pc:spChg chg="add del">
          <ac:chgData name="KwonJoonho" userId="fa141e0c-4849-4deb-8f8c-65d25da6d8db" providerId="ADAL" clId="{58D8931C-5C44-497B-97DC-73EDEB5D4056}" dt="2018-09-01T04:32:36.269" v="58"/>
          <ac:spMkLst>
            <pc:docMk/>
            <pc:sldMk cId="9732565" sldId="407"/>
            <ac:spMk id="12" creationId="{218A49AD-E8EE-4CD9-9945-0CADE62DCC8B}"/>
          </ac:spMkLst>
        </pc:spChg>
        <pc:spChg chg="add del mod">
          <ac:chgData name="KwonJoonho" userId="fa141e0c-4849-4deb-8f8c-65d25da6d8db" providerId="ADAL" clId="{58D8931C-5C44-497B-97DC-73EDEB5D4056}" dt="2018-09-01T04:33:06.710" v="62" actId="478"/>
          <ac:spMkLst>
            <pc:docMk/>
            <pc:sldMk cId="9732565" sldId="407"/>
            <ac:spMk id="13" creationId="{35A2395B-D2E4-434A-B696-4B2E8227F1EA}"/>
          </ac:spMkLst>
        </pc:spChg>
        <pc:spChg chg="add mod">
          <ac:chgData name="KwonJoonho" userId="fa141e0c-4849-4deb-8f8c-65d25da6d8db" providerId="ADAL" clId="{58D8931C-5C44-497B-97DC-73EDEB5D4056}" dt="2018-09-01T04:39:15.757" v="81" actId="1076"/>
          <ac:spMkLst>
            <pc:docMk/>
            <pc:sldMk cId="9732565" sldId="407"/>
            <ac:spMk id="14" creationId="{8C146D6F-2C63-473D-ACF9-D8898E83D5AD}"/>
          </ac:spMkLst>
        </pc:spChg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2231468908" sldId="407"/>
        </pc:sldMkLst>
      </pc:sldChg>
      <pc:sldChg chg="add del">
        <pc:chgData name="KwonJoonho" userId="fa141e0c-4849-4deb-8f8c-65d25da6d8db" providerId="ADAL" clId="{58D8931C-5C44-497B-97DC-73EDEB5D4056}" dt="2018-09-01T04:57:51.388" v="426" actId="2696"/>
        <pc:sldMkLst>
          <pc:docMk/>
          <pc:sldMk cId="4285268523" sldId="407"/>
        </pc:sldMkLst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473825115" sldId="408"/>
        </pc:sldMkLst>
      </pc:sldChg>
      <pc:sldChg chg="addSp modSp add del modAnim">
        <pc:chgData name="KwonJoonho" userId="fa141e0c-4849-4deb-8f8c-65d25da6d8db" providerId="ADAL" clId="{58D8931C-5C44-497B-97DC-73EDEB5D4056}" dt="2018-09-01T04:57:26.988" v="419" actId="2696"/>
        <pc:sldMkLst>
          <pc:docMk/>
          <pc:sldMk cId="2790236532" sldId="408"/>
        </pc:sldMkLst>
        <pc:spChg chg="mod">
          <ac:chgData name="KwonJoonho" userId="fa141e0c-4849-4deb-8f8c-65d25da6d8db" providerId="ADAL" clId="{58D8931C-5C44-497B-97DC-73EDEB5D4056}" dt="2018-09-01T04:41:07.530" v="124" actId="15"/>
          <ac:spMkLst>
            <pc:docMk/>
            <pc:sldMk cId="2790236532" sldId="408"/>
            <ac:spMk id="2" creationId="{D3AD6C52-A6F5-4824-819A-1AB4E9BBDE81}"/>
          </ac:spMkLst>
        </pc:spChg>
        <pc:spChg chg="mod">
          <ac:chgData name="KwonJoonho" userId="fa141e0c-4849-4deb-8f8c-65d25da6d8db" providerId="ADAL" clId="{58D8931C-5C44-497B-97DC-73EDEB5D4056}" dt="2018-09-01T04:40:06.763" v="85"/>
          <ac:spMkLst>
            <pc:docMk/>
            <pc:sldMk cId="2790236532" sldId="408"/>
            <ac:spMk id="3" creationId="{FA0896FE-BA73-469D-A08B-DD4797B35EBF}"/>
          </ac:spMkLst>
        </pc:spChg>
        <pc:spChg chg="add mod">
          <ac:chgData name="KwonJoonho" userId="fa141e0c-4849-4deb-8f8c-65d25da6d8db" providerId="ADAL" clId="{58D8931C-5C44-497B-97DC-73EDEB5D4056}" dt="2018-09-01T04:42:00.857" v="135" actId="1037"/>
          <ac:spMkLst>
            <pc:docMk/>
            <pc:sldMk cId="2790236532" sldId="408"/>
            <ac:spMk id="5" creationId="{E8F2C4EF-39F1-4619-985F-CFE06386C199}"/>
          </ac:spMkLst>
        </pc:spChg>
        <pc:spChg chg="add mod">
          <ac:chgData name="KwonJoonho" userId="fa141e0c-4849-4deb-8f8c-65d25da6d8db" providerId="ADAL" clId="{58D8931C-5C44-497B-97DC-73EDEB5D4056}" dt="2018-09-01T04:42:00.857" v="135" actId="1037"/>
          <ac:spMkLst>
            <pc:docMk/>
            <pc:sldMk cId="2790236532" sldId="408"/>
            <ac:spMk id="6" creationId="{853B219E-49DB-4488-87B8-F01249AB0310}"/>
          </ac:spMkLst>
        </pc:spChg>
        <pc:spChg chg="add">
          <ac:chgData name="KwonJoonho" userId="fa141e0c-4849-4deb-8f8c-65d25da6d8db" providerId="ADAL" clId="{58D8931C-5C44-497B-97DC-73EDEB5D4056}" dt="2018-09-01T04:41:56.296" v="129"/>
          <ac:spMkLst>
            <pc:docMk/>
            <pc:sldMk cId="2790236532" sldId="408"/>
            <ac:spMk id="7" creationId="{9F61373F-EA78-4834-B83A-76D96DF00754}"/>
          </ac:spMkLst>
        </pc:spChg>
        <pc:spChg chg="add mod">
          <ac:chgData name="KwonJoonho" userId="fa141e0c-4849-4deb-8f8c-65d25da6d8db" providerId="ADAL" clId="{58D8931C-5C44-497B-97DC-73EDEB5D4056}" dt="2018-09-01T04:42:46.648" v="140" actId="164"/>
          <ac:spMkLst>
            <pc:docMk/>
            <pc:sldMk cId="2790236532" sldId="408"/>
            <ac:spMk id="8" creationId="{3AA9136E-F782-4B46-90A8-FBF5A7FDABBA}"/>
          </ac:spMkLst>
        </pc:spChg>
        <pc:spChg chg="add mod">
          <ac:chgData name="KwonJoonho" userId="fa141e0c-4849-4deb-8f8c-65d25da6d8db" providerId="ADAL" clId="{58D8931C-5C44-497B-97DC-73EDEB5D4056}" dt="2018-09-01T04:42:46.648" v="140" actId="164"/>
          <ac:spMkLst>
            <pc:docMk/>
            <pc:sldMk cId="2790236532" sldId="408"/>
            <ac:spMk id="9" creationId="{F9098EB8-F99B-4640-A8CB-8172795090B8}"/>
          </ac:spMkLst>
        </pc:spChg>
        <pc:grpChg chg="add mod">
          <ac:chgData name="KwonJoonho" userId="fa141e0c-4849-4deb-8f8c-65d25da6d8db" providerId="ADAL" clId="{58D8931C-5C44-497B-97DC-73EDEB5D4056}" dt="2018-09-01T04:42:46.648" v="140" actId="164"/>
          <ac:grpSpMkLst>
            <pc:docMk/>
            <pc:sldMk cId="2790236532" sldId="408"/>
            <ac:grpSpMk id="10" creationId="{38E55628-2712-4FB5-A9DA-21ABDD72521C}"/>
          </ac:grpSpMkLst>
        </pc:grpChg>
      </pc:sldChg>
      <pc:sldChg chg="add del">
        <pc:chgData name="KwonJoonho" userId="fa141e0c-4849-4deb-8f8c-65d25da6d8db" providerId="ADAL" clId="{58D8931C-5C44-497B-97DC-73EDEB5D4056}" dt="2018-09-01T04:57:51.404" v="427" actId="2696"/>
        <pc:sldMkLst>
          <pc:docMk/>
          <pc:sldMk cId="3443049507" sldId="408"/>
        </pc:sldMkLst>
      </pc:sldChg>
      <pc:sldChg chg="add del">
        <pc:chgData name="KwonJoonho" userId="fa141e0c-4849-4deb-8f8c-65d25da6d8db" providerId="ADAL" clId="{58D8931C-5C44-497B-97DC-73EDEB5D4056}" dt="2018-09-01T04:57:51.404" v="428" actId="2696"/>
        <pc:sldMkLst>
          <pc:docMk/>
          <pc:sldMk cId="363487231" sldId="409"/>
        </pc:sldMkLst>
      </pc:sldChg>
      <pc:sldChg chg="addSp delSp modSp add del modAnim">
        <pc:chgData name="KwonJoonho" userId="fa141e0c-4849-4deb-8f8c-65d25da6d8db" providerId="ADAL" clId="{58D8931C-5C44-497B-97DC-73EDEB5D4056}" dt="2018-09-01T04:57:26.988" v="420" actId="2696"/>
        <pc:sldMkLst>
          <pc:docMk/>
          <pc:sldMk cId="2637489631" sldId="409"/>
        </pc:sldMkLst>
        <pc:spChg chg="mod">
          <ac:chgData name="KwonJoonho" userId="fa141e0c-4849-4deb-8f8c-65d25da6d8db" providerId="ADAL" clId="{58D8931C-5C44-497B-97DC-73EDEB5D4056}" dt="2018-09-01T04:43:35.551" v="145"/>
          <ac:spMkLst>
            <pc:docMk/>
            <pc:sldMk cId="2637489631" sldId="409"/>
            <ac:spMk id="2" creationId="{B058B31A-0EFB-4AD2-9BA3-583F9CE56732}"/>
          </ac:spMkLst>
        </pc:spChg>
        <pc:spChg chg="mod">
          <ac:chgData name="KwonJoonho" userId="fa141e0c-4849-4deb-8f8c-65d25da6d8db" providerId="ADAL" clId="{58D8931C-5C44-497B-97DC-73EDEB5D4056}" dt="2018-09-01T04:43:19.692" v="144"/>
          <ac:spMkLst>
            <pc:docMk/>
            <pc:sldMk cId="2637489631" sldId="409"/>
            <ac:spMk id="3" creationId="{1927DBB1-BB36-4815-A6C4-28E53A6AA671}"/>
          </ac:spMkLst>
        </pc:spChg>
        <pc:spChg chg="add mod">
          <ac:chgData name="KwonJoonho" userId="fa141e0c-4849-4deb-8f8c-65d25da6d8db" providerId="ADAL" clId="{58D8931C-5C44-497B-97DC-73EDEB5D4056}" dt="2018-09-01T04:44:05.817" v="153" actId="1076"/>
          <ac:spMkLst>
            <pc:docMk/>
            <pc:sldMk cId="2637489631" sldId="409"/>
            <ac:spMk id="5" creationId="{F5F07F94-AB90-4B55-9E07-DC08BFD1831B}"/>
          </ac:spMkLst>
        </pc:spChg>
        <pc:spChg chg="add">
          <ac:chgData name="KwonJoonho" userId="fa141e0c-4849-4deb-8f8c-65d25da6d8db" providerId="ADAL" clId="{58D8931C-5C44-497B-97DC-73EDEB5D4056}" dt="2018-09-01T04:43:49.084" v="148"/>
          <ac:spMkLst>
            <pc:docMk/>
            <pc:sldMk cId="2637489631" sldId="409"/>
            <ac:spMk id="6" creationId="{37D49F62-56F8-4156-BFE9-F3DFC11C5E04}"/>
          </ac:spMkLst>
        </pc:spChg>
        <pc:spChg chg="mod topLvl">
          <ac:chgData name="KwonJoonho" userId="fa141e0c-4849-4deb-8f8c-65d25da6d8db" providerId="ADAL" clId="{58D8931C-5C44-497B-97DC-73EDEB5D4056}" dt="2018-09-01T04:43:53.396" v="149" actId="165"/>
          <ac:spMkLst>
            <pc:docMk/>
            <pc:sldMk cId="2637489631" sldId="409"/>
            <ac:spMk id="8" creationId="{739ED1E5-4C7D-4DDC-8A23-FA5DCEA689FC}"/>
          </ac:spMkLst>
        </pc:spChg>
        <pc:spChg chg="mod topLvl">
          <ac:chgData name="KwonJoonho" userId="fa141e0c-4849-4deb-8f8c-65d25da6d8db" providerId="ADAL" clId="{58D8931C-5C44-497B-97DC-73EDEB5D4056}" dt="2018-09-01T04:43:53.396" v="149" actId="165"/>
          <ac:spMkLst>
            <pc:docMk/>
            <pc:sldMk cId="2637489631" sldId="409"/>
            <ac:spMk id="9" creationId="{060688A6-0F5B-47CF-9E26-B36B91BCDD7F}"/>
          </ac:spMkLst>
        </pc:spChg>
        <pc:spChg chg="add mod">
          <ac:chgData name="KwonJoonho" userId="fa141e0c-4849-4deb-8f8c-65d25da6d8db" providerId="ADAL" clId="{58D8931C-5C44-497B-97DC-73EDEB5D4056}" dt="2018-09-01T04:44:38.098" v="155" actId="164"/>
          <ac:spMkLst>
            <pc:docMk/>
            <pc:sldMk cId="2637489631" sldId="409"/>
            <ac:spMk id="10" creationId="{5FD02511-47AA-40D6-933D-1F50B9271DC4}"/>
          </ac:spMkLst>
        </pc:spChg>
        <pc:spChg chg="add mod">
          <ac:chgData name="KwonJoonho" userId="fa141e0c-4849-4deb-8f8c-65d25da6d8db" providerId="ADAL" clId="{58D8931C-5C44-497B-97DC-73EDEB5D4056}" dt="2018-09-01T04:44:38.098" v="155" actId="164"/>
          <ac:spMkLst>
            <pc:docMk/>
            <pc:sldMk cId="2637489631" sldId="409"/>
            <ac:spMk id="11" creationId="{7E3E99C2-A2D3-4DB7-A481-C968921DCBFA}"/>
          </ac:spMkLst>
        </pc:spChg>
        <pc:grpChg chg="add del">
          <ac:chgData name="KwonJoonho" userId="fa141e0c-4849-4deb-8f8c-65d25da6d8db" providerId="ADAL" clId="{58D8931C-5C44-497B-97DC-73EDEB5D4056}" dt="2018-09-01T04:43:53.396" v="149" actId="165"/>
          <ac:grpSpMkLst>
            <pc:docMk/>
            <pc:sldMk cId="2637489631" sldId="409"/>
            <ac:grpSpMk id="7" creationId="{F6B89466-A53B-43C4-9D7B-D962C329D791}"/>
          </ac:grpSpMkLst>
        </pc:grpChg>
        <pc:grpChg chg="add mod">
          <ac:chgData name="KwonJoonho" userId="fa141e0c-4849-4deb-8f8c-65d25da6d8db" providerId="ADAL" clId="{58D8931C-5C44-497B-97DC-73EDEB5D4056}" dt="2018-09-01T04:44:38.098" v="155" actId="164"/>
          <ac:grpSpMkLst>
            <pc:docMk/>
            <pc:sldMk cId="2637489631" sldId="409"/>
            <ac:grpSpMk id="12" creationId="{C527EFED-ED25-4434-83E5-F162F4B733D7}"/>
          </ac:grpSpMkLst>
        </pc:grpChg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3335211565" sldId="409"/>
        </pc:sldMkLst>
      </pc:sldChg>
      <pc:sldChg chg="addSp delSp modSp add del modAnim">
        <pc:chgData name="KwonJoonho" userId="fa141e0c-4849-4deb-8f8c-65d25da6d8db" providerId="ADAL" clId="{58D8931C-5C44-497B-97DC-73EDEB5D4056}" dt="2018-09-01T04:57:27.004" v="421" actId="2696"/>
        <pc:sldMkLst>
          <pc:docMk/>
          <pc:sldMk cId="967333484" sldId="410"/>
        </pc:sldMkLst>
        <pc:spChg chg="del">
          <ac:chgData name="KwonJoonho" userId="fa141e0c-4849-4deb-8f8c-65d25da6d8db" providerId="ADAL" clId="{58D8931C-5C44-497B-97DC-73EDEB5D4056}" dt="2018-09-01T04:45:10.654" v="158"/>
          <ac:spMkLst>
            <pc:docMk/>
            <pc:sldMk cId="967333484" sldId="410"/>
            <ac:spMk id="2" creationId="{48D88CA5-991C-45FB-AF09-35B2FF4F1ED2}"/>
          </ac:spMkLst>
        </pc:spChg>
        <pc:spChg chg="del">
          <ac:chgData name="KwonJoonho" userId="fa141e0c-4849-4deb-8f8c-65d25da6d8db" providerId="ADAL" clId="{58D8931C-5C44-497B-97DC-73EDEB5D4056}" dt="2018-09-01T04:45:10.654" v="158"/>
          <ac:spMkLst>
            <pc:docMk/>
            <pc:sldMk cId="967333484" sldId="410"/>
            <ac:spMk id="3" creationId="{FA515DE5-C57C-497D-948C-5E481D87DDCA}"/>
          </ac:spMkLst>
        </pc:spChg>
        <pc:spChg chg="add del mod">
          <ac:chgData name="KwonJoonho" userId="fa141e0c-4849-4deb-8f8c-65d25da6d8db" providerId="ADAL" clId="{58D8931C-5C44-497B-97DC-73EDEB5D4056}" dt="2018-09-01T04:45:14.684" v="159"/>
          <ac:spMkLst>
            <pc:docMk/>
            <pc:sldMk cId="967333484" sldId="410"/>
            <ac:spMk id="5" creationId="{25348E88-99CE-47FA-A907-94D4A405F73C}"/>
          </ac:spMkLst>
        </pc:spChg>
        <pc:spChg chg="add mod">
          <ac:chgData name="KwonJoonho" userId="fa141e0c-4849-4deb-8f8c-65d25da6d8db" providerId="ADAL" clId="{58D8931C-5C44-497B-97DC-73EDEB5D4056}" dt="2018-09-01T04:47:41.974" v="182" actId="1076"/>
          <ac:spMkLst>
            <pc:docMk/>
            <pc:sldMk cId="967333484" sldId="410"/>
            <ac:spMk id="6" creationId="{9C618E16-6B56-43F4-B0AB-B5299BD80A49}"/>
          </ac:spMkLst>
        </pc:spChg>
        <pc:spChg chg="add del mod">
          <ac:chgData name="KwonJoonho" userId="fa141e0c-4849-4deb-8f8c-65d25da6d8db" providerId="ADAL" clId="{58D8931C-5C44-497B-97DC-73EDEB5D4056}" dt="2018-09-01T04:45:59.659" v="164" actId="478"/>
          <ac:spMkLst>
            <pc:docMk/>
            <pc:sldMk cId="967333484" sldId="410"/>
            <ac:spMk id="7" creationId="{F7E1388D-B180-4DFD-9ABA-0043AC5EE0A5}"/>
          </ac:spMkLst>
        </pc:spChg>
        <pc:spChg chg="add mod">
          <ac:chgData name="KwonJoonho" userId="fa141e0c-4849-4deb-8f8c-65d25da6d8db" providerId="ADAL" clId="{58D8931C-5C44-497B-97DC-73EDEB5D4056}" dt="2018-09-01T04:47:35.056" v="180" actId="1076"/>
          <ac:spMkLst>
            <pc:docMk/>
            <pc:sldMk cId="967333484" sldId="410"/>
            <ac:spMk id="8" creationId="{27F11CE6-7111-4C5D-812E-613EE6F23C0E}"/>
          </ac:spMkLst>
        </pc:spChg>
        <pc:spChg chg="add mod">
          <ac:chgData name="KwonJoonho" userId="fa141e0c-4849-4deb-8f8c-65d25da6d8db" providerId="ADAL" clId="{58D8931C-5C44-497B-97DC-73EDEB5D4056}" dt="2018-09-01T04:47:35.056" v="180" actId="1076"/>
          <ac:spMkLst>
            <pc:docMk/>
            <pc:sldMk cId="967333484" sldId="410"/>
            <ac:spMk id="9" creationId="{C1992AFF-74CD-4FD9-B9EF-6403CCD39400}"/>
          </ac:spMkLst>
        </pc:spChg>
        <pc:spChg chg="add mod">
          <ac:chgData name="KwonJoonho" userId="fa141e0c-4849-4deb-8f8c-65d25da6d8db" providerId="ADAL" clId="{58D8931C-5C44-497B-97DC-73EDEB5D4056}" dt="2018-09-01T04:47:35.056" v="180" actId="1076"/>
          <ac:spMkLst>
            <pc:docMk/>
            <pc:sldMk cId="967333484" sldId="410"/>
            <ac:spMk id="10" creationId="{35BEE735-8FA9-422A-90A0-DF3C89E21429}"/>
          </ac:spMkLst>
        </pc:spChg>
        <pc:spChg chg="mod topLvl">
          <ac:chgData name="KwonJoonho" userId="fa141e0c-4849-4deb-8f8c-65d25da6d8db" providerId="ADAL" clId="{58D8931C-5C44-497B-97DC-73EDEB5D4056}" dt="2018-09-01T04:47:35.056" v="180" actId="1076"/>
          <ac:spMkLst>
            <pc:docMk/>
            <pc:sldMk cId="967333484" sldId="410"/>
            <ac:spMk id="12" creationId="{859232B5-649C-487A-BF7D-1DC0B06BD563}"/>
          </ac:spMkLst>
        </pc:spChg>
        <pc:spChg chg="mod topLvl">
          <ac:chgData name="KwonJoonho" userId="fa141e0c-4849-4deb-8f8c-65d25da6d8db" providerId="ADAL" clId="{58D8931C-5C44-497B-97DC-73EDEB5D4056}" dt="2018-09-01T04:47:35.056" v="180" actId="1076"/>
          <ac:spMkLst>
            <pc:docMk/>
            <pc:sldMk cId="967333484" sldId="410"/>
            <ac:spMk id="13" creationId="{206085D9-CE11-4EB0-B5FA-76B0DB786DC0}"/>
          </ac:spMkLst>
        </pc:spChg>
        <pc:spChg chg="add mod">
          <ac:chgData name="KwonJoonho" userId="fa141e0c-4849-4deb-8f8c-65d25da6d8db" providerId="ADAL" clId="{58D8931C-5C44-497B-97DC-73EDEB5D4056}" dt="2018-09-01T04:47:39.789" v="181" actId="164"/>
          <ac:spMkLst>
            <pc:docMk/>
            <pc:sldMk cId="967333484" sldId="410"/>
            <ac:spMk id="14" creationId="{F24E3B8E-C9D7-4E08-8F72-655DAA26802D}"/>
          </ac:spMkLst>
        </pc:spChg>
        <pc:spChg chg="add mod">
          <ac:chgData name="KwonJoonho" userId="fa141e0c-4849-4deb-8f8c-65d25da6d8db" providerId="ADAL" clId="{58D8931C-5C44-497B-97DC-73EDEB5D4056}" dt="2018-09-01T04:47:39.789" v="181" actId="164"/>
          <ac:spMkLst>
            <pc:docMk/>
            <pc:sldMk cId="967333484" sldId="410"/>
            <ac:spMk id="15" creationId="{263FC93E-B21C-401F-BB1E-8C8F98EA59BB}"/>
          </ac:spMkLst>
        </pc:spChg>
        <pc:grpChg chg="add del mod">
          <ac:chgData name="KwonJoonho" userId="fa141e0c-4849-4deb-8f8c-65d25da6d8db" providerId="ADAL" clId="{58D8931C-5C44-497B-97DC-73EDEB5D4056}" dt="2018-09-01T04:46:04.845" v="165" actId="165"/>
          <ac:grpSpMkLst>
            <pc:docMk/>
            <pc:sldMk cId="967333484" sldId="410"/>
            <ac:grpSpMk id="11" creationId="{BF142E2A-A325-4AED-BBE2-4E8F592837A0}"/>
          </ac:grpSpMkLst>
        </pc:grpChg>
        <pc:grpChg chg="add mod">
          <ac:chgData name="KwonJoonho" userId="fa141e0c-4849-4deb-8f8c-65d25da6d8db" providerId="ADAL" clId="{58D8931C-5C44-497B-97DC-73EDEB5D4056}" dt="2018-09-01T04:47:39.789" v="181" actId="164"/>
          <ac:grpSpMkLst>
            <pc:docMk/>
            <pc:sldMk cId="967333484" sldId="410"/>
            <ac:grpSpMk id="16" creationId="{C6CADAFB-AB59-4B43-A270-F13BE876E3FC}"/>
          </ac:grpSpMkLst>
        </pc:grpChg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2569176748" sldId="410"/>
        </pc:sldMkLst>
      </pc:sldChg>
      <pc:sldChg chg="add del">
        <pc:chgData name="KwonJoonho" userId="fa141e0c-4849-4deb-8f8c-65d25da6d8db" providerId="ADAL" clId="{58D8931C-5C44-497B-97DC-73EDEB5D4056}" dt="2018-09-01T04:57:51.420" v="429" actId="2696"/>
        <pc:sldMkLst>
          <pc:docMk/>
          <pc:sldMk cId="2805160724" sldId="410"/>
        </pc:sldMkLst>
      </pc:sldChg>
      <pc:sldChg chg="addSp delSp modSp add del modAnim">
        <pc:chgData name="KwonJoonho" userId="fa141e0c-4849-4deb-8f8c-65d25da6d8db" providerId="ADAL" clId="{58D8931C-5C44-497B-97DC-73EDEB5D4056}" dt="2018-09-01T04:57:27.019" v="422" actId="2696"/>
        <pc:sldMkLst>
          <pc:docMk/>
          <pc:sldMk cId="922173456" sldId="411"/>
        </pc:sldMkLst>
        <pc:spChg chg="add">
          <ac:chgData name="KwonJoonho" userId="fa141e0c-4849-4deb-8f8c-65d25da6d8db" providerId="ADAL" clId="{58D8931C-5C44-497B-97DC-73EDEB5D4056}" dt="2018-09-01T04:48:05.100" v="185"/>
          <ac:spMkLst>
            <pc:docMk/>
            <pc:sldMk cId="922173456" sldId="411"/>
            <ac:spMk id="3" creationId="{F3CEC28B-887F-49B0-A262-05D6B26255D6}"/>
          </ac:spMkLst>
        </pc:spChg>
        <pc:spChg chg="add mod">
          <ac:chgData name="KwonJoonho" userId="fa141e0c-4849-4deb-8f8c-65d25da6d8db" providerId="ADAL" clId="{58D8931C-5C44-497B-97DC-73EDEB5D4056}" dt="2018-09-01T04:48:15.865" v="187" actId="1076"/>
          <ac:spMkLst>
            <pc:docMk/>
            <pc:sldMk cId="922173456" sldId="411"/>
            <ac:spMk id="4" creationId="{B4DBF61B-5017-4C54-A1CA-D9F3DD5A48BD}"/>
          </ac:spMkLst>
        </pc:spChg>
        <pc:spChg chg="add mod">
          <ac:chgData name="KwonJoonho" userId="fa141e0c-4849-4deb-8f8c-65d25da6d8db" providerId="ADAL" clId="{58D8931C-5C44-497B-97DC-73EDEB5D4056}" dt="2018-09-01T04:48:15.865" v="187" actId="1076"/>
          <ac:spMkLst>
            <pc:docMk/>
            <pc:sldMk cId="922173456" sldId="411"/>
            <ac:spMk id="5" creationId="{53C9BB19-24F5-4623-B579-C7DA3ADA3B3C}"/>
          </ac:spMkLst>
        </pc:spChg>
        <pc:spChg chg="add mod">
          <ac:chgData name="KwonJoonho" userId="fa141e0c-4849-4deb-8f8c-65d25da6d8db" providerId="ADAL" clId="{58D8931C-5C44-497B-97DC-73EDEB5D4056}" dt="2018-09-01T04:48:15.865" v="187" actId="1076"/>
          <ac:spMkLst>
            <pc:docMk/>
            <pc:sldMk cId="922173456" sldId="411"/>
            <ac:spMk id="6" creationId="{6946D42F-3FDE-4EC9-A5D0-139BB8E84B1D}"/>
          </ac:spMkLst>
        </pc:spChg>
        <pc:spChg chg="add mod">
          <ac:chgData name="KwonJoonho" userId="fa141e0c-4849-4deb-8f8c-65d25da6d8db" providerId="ADAL" clId="{58D8931C-5C44-497B-97DC-73EDEB5D4056}" dt="2018-09-01T04:48:15.865" v="187" actId="1076"/>
          <ac:spMkLst>
            <pc:docMk/>
            <pc:sldMk cId="922173456" sldId="411"/>
            <ac:spMk id="7" creationId="{B9B41A3F-0D65-44B5-96D2-50257F9822F2}"/>
          </ac:spMkLst>
        </pc:spChg>
        <pc:spChg chg="add mod">
          <ac:chgData name="KwonJoonho" userId="fa141e0c-4849-4deb-8f8c-65d25da6d8db" providerId="ADAL" clId="{58D8931C-5C44-497B-97DC-73EDEB5D4056}" dt="2018-09-01T04:48:15.865" v="187" actId="1076"/>
          <ac:spMkLst>
            <pc:docMk/>
            <pc:sldMk cId="922173456" sldId="411"/>
            <ac:spMk id="8" creationId="{D22E5300-E350-4554-BF14-8EDBA7BB2D3B}"/>
          </ac:spMkLst>
        </pc:spChg>
        <pc:spChg chg="mod topLvl">
          <ac:chgData name="KwonJoonho" userId="fa141e0c-4849-4deb-8f8c-65d25da6d8db" providerId="ADAL" clId="{58D8931C-5C44-497B-97DC-73EDEB5D4056}" dt="2018-09-01T04:48:25.803" v="190" actId="165"/>
          <ac:spMkLst>
            <pc:docMk/>
            <pc:sldMk cId="922173456" sldId="411"/>
            <ac:spMk id="10" creationId="{884D8BF2-1BC6-4CE8-9BF3-2B8C670074FA}"/>
          </ac:spMkLst>
        </pc:spChg>
        <pc:spChg chg="mod topLvl">
          <ac:chgData name="KwonJoonho" userId="fa141e0c-4849-4deb-8f8c-65d25da6d8db" providerId="ADAL" clId="{58D8931C-5C44-497B-97DC-73EDEB5D4056}" dt="2018-09-01T04:48:25.803" v="190" actId="165"/>
          <ac:spMkLst>
            <pc:docMk/>
            <pc:sldMk cId="922173456" sldId="411"/>
            <ac:spMk id="11" creationId="{0D1E5603-9C69-4A93-A76E-4C35201F4EB6}"/>
          </ac:spMkLst>
        </pc:spChg>
        <pc:spChg chg="mod">
          <ac:chgData name="KwonJoonho" userId="fa141e0c-4849-4deb-8f8c-65d25da6d8db" providerId="ADAL" clId="{58D8931C-5C44-497B-97DC-73EDEB5D4056}" dt="2018-09-01T04:48:43.727" v="191"/>
          <ac:spMkLst>
            <pc:docMk/>
            <pc:sldMk cId="922173456" sldId="411"/>
            <ac:spMk id="13" creationId="{B9C34B9D-3FA4-47D1-8283-FA30D70815D1}"/>
          </ac:spMkLst>
        </pc:spChg>
        <pc:grpChg chg="add del mod">
          <ac:chgData name="KwonJoonho" userId="fa141e0c-4849-4deb-8f8c-65d25da6d8db" providerId="ADAL" clId="{58D8931C-5C44-497B-97DC-73EDEB5D4056}" dt="2018-09-01T04:48:25.803" v="190" actId="165"/>
          <ac:grpSpMkLst>
            <pc:docMk/>
            <pc:sldMk cId="922173456" sldId="411"/>
            <ac:grpSpMk id="9" creationId="{04FE9717-788A-45E6-9EF3-1331B7B70A76}"/>
          </ac:grpSpMkLst>
        </pc:grpChg>
        <pc:grpChg chg="add mod">
          <ac:chgData name="KwonJoonho" userId="fa141e0c-4849-4deb-8f8c-65d25da6d8db" providerId="ADAL" clId="{58D8931C-5C44-497B-97DC-73EDEB5D4056}" dt="2018-09-01T04:48:22.585" v="189" actId="1076"/>
          <ac:grpSpMkLst>
            <pc:docMk/>
            <pc:sldMk cId="922173456" sldId="411"/>
            <ac:grpSpMk id="12" creationId="{CC810C6B-8DB6-4B18-9AE2-7B94C99927C8}"/>
          </ac:grpSpMkLst>
        </pc:grpChg>
      </pc:sldChg>
      <pc:sldChg chg="add del">
        <pc:chgData name="KwonJoonho" userId="fa141e0c-4849-4deb-8f8c-65d25da6d8db" providerId="ADAL" clId="{58D8931C-5C44-497B-97DC-73EDEB5D4056}" dt="2018-09-01T04:57:51.435" v="430" actId="2696"/>
        <pc:sldMkLst>
          <pc:docMk/>
          <pc:sldMk cId="1161775015" sldId="411"/>
        </pc:sldMkLst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3860650413" sldId="411"/>
        </pc:sldMkLst>
      </pc:sldChg>
      <pc:sldChg chg="add">
        <pc:chgData name="KwonJoonho" userId="fa141e0c-4849-4deb-8f8c-65d25da6d8db" providerId="ADAL" clId="{58D8931C-5C44-497B-97DC-73EDEB5D4056}" dt="2018-09-01T04:57:56.653" v="432"/>
        <pc:sldMkLst>
          <pc:docMk/>
          <pc:sldMk cId="484288201" sldId="412"/>
        </pc:sldMkLst>
      </pc:sldChg>
      <pc:sldChg chg="addSp delSp modSp add del modAnim">
        <pc:chgData name="KwonJoonho" userId="fa141e0c-4849-4deb-8f8c-65d25da6d8db" providerId="ADAL" clId="{58D8931C-5C44-497B-97DC-73EDEB5D4056}" dt="2018-09-01T04:57:27.019" v="423" actId="2696"/>
        <pc:sldMkLst>
          <pc:docMk/>
          <pc:sldMk cId="2567383706" sldId="412"/>
        </pc:sldMkLst>
        <pc:spChg chg="add mod">
          <ac:chgData name="KwonJoonho" userId="fa141e0c-4849-4deb-8f8c-65d25da6d8db" providerId="ADAL" clId="{58D8931C-5C44-497B-97DC-73EDEB5D4056}" dt="2018-09-01T04:53:23.085" v="279" actId="14100"/>
          <ac:spMkLst>
            <pc:docMk/>
            <pc:sldMk cId="2567383706" sldId="412"/>
            <ac:spMk id="3" creationId="{A71950A0-09EC-4758-A9B7-49B871F0EA4A}"/>
          </ac:spMkLst>
        </pc:spChg>
        <pc:spChg chg="add mod">
          <ac:chgData name="KwonJoonho" userId="fa141e0c-4849-4deb-8f8c-65d25da6d8db" providerId="ADAL" clId="{58D8931C-5C44-497B-97DC-73EDEB5D4056}" dt="2018-09-01T04:53:39.113" v="286" actId="1036"/>
          <ac:spMkLst>
            <pc:docMk/>
            <pc:sldMk cId="2567383706" sldId="412"/>
            <ac:spMk id="4" creationId="{AD1A669D-7369-4CD1-9DED-2302599D3F78}"/>
          </ac:spMkLst>
        </pc:spChg>
        <pc:spChg chg="add mod">
          <ac:chgData name="KwonJoonho" userId="fa141e0c-4849-4deb-8f8c-65d25da6d8db" providerId="ADAL" clId="{58D8931C-5C44-497B-97DC-73EDEB5D4056}" dt="2018-09-01T04:53:36.739" v="284" actId="1036"/>
          <ac:spMkLst>
            <pc:docMk/>
            <pc:sldMk cId="2567383706" sldId="412"/>
            <ac:spMk id="5" creationId="{8368E6BC-5B2E-4D6C-8D8B-B424111341B8}"/>
          </ac:spMkLst>
        </pc:spChg>
        <pc:spChg chg="add mod">
          <ac:chgData name="KwonJoonho" userId="fa141e0c-4849-4deb-8f8c-65d25da6d8db" providerId="ADAL" clId="{58D8931C-5C44-497B-97DC-73EDEB5D4056}" dt="2018-09-01T04:56:45.328" v="404" actId="207"/>
          <ac:spMkLst>
            <pc:docMk/>
            <pc:sldMk cId="2567383706" sldId="412"/>
            <ac:spMk id="6" creationId="{F6AD78BB-63EC-4EE1-99FE-4207A0C21562}"/>
          </ac:spMkLst>
        </pc:spChg>
        <pc:spChg chg="add mod">
          <ac:chgData name="KwonJoonho" userId="fa141e0c-4849-4deb-8f8c-65d25da6d8db" providerId="ADAL" clId="{58D8931C-5C44-497B-97DC-73EDEB5D4056}" dt="2018-09-01T04:53:42.300" v="291" actId="1035"/>
          <ac:spMkLst>
            <pc:docMk/>
            <pc:sldMk cId="2567383706" sldId="412"/>
            <ac:spMk id="7" creationId="{9655687C-FE8D-4CA9-8B24-3BCEB6449182}"/>
          </ac:spMkLst>
        </pc:spChg>
        <pc:spChg chg="add mod">
          <ac:chgData name="KwonJoonho" userId="fa141e0c-4849-4deb-8f8c-65d25da6d8db" providerId="ADAL" clId="{58D8931C-5C44-497B-97DC-73EDEB5D4056}" dt="2018-09-01T04:55:29.452" v="382" actId="207"/>
          <ac:spMkLst>
            <pc:docMk/>
            <pc:sldMk cId="2567383706" sldId="412"/>
            <ac:spMk id="8" creationId="{46EC086C-B8F3-4975-863B-D2C5310A24DE}"/>
          </ac:spMkLst>
        </pc:spChg>
        <pc:spChg chg="add mod">
          <ac:chgData name="KwonJoonho" userId="fa141e0c-4849-4deb-8f8c-65d25da6d8db" providerId="ADAL" clId="{58D8931C-5C44-497B-97DC-73EDEB5D4056}" dt="2018-09-01T04:53:55.216" v="315" actId="1035"/>
          <ac:spMkLst>
            <pc:docMk/>
            <pc:sldMk cId="2567383706" sldId="412"/>
            <ac:spMk id="9" creationId="{1391E118-7055-46F1-9E9E-BEC9E6630896}"/>
          </ac:spMkLst>
        </pc:spChg>
        <pc:spChg chg="mod topLvl">
          <ac:chgData name="KwonJoonho" userId="fa141e0c-4849-4deb-8f8c-65d25da6d8db" providerId="ADAL" clId="{58D8931C-5C44-497B-97DC-73EDEB5D4056}" dt="2018-09-01T04:56:42.001" v="403" actId="207"/>
          <ac:spMkLst>
            <pc:docMk/>
            <pc:sldMk cId="2567383706" sldId="412"/>
            <ac:spMk id="11" creationId="{79950A8C-7ED3-4A0E-90D7-582E329D6DFC}"/>
          </ac:spMkLst>
        </pc:spChg>
        <pc:spChg chg="mod topLvl">
          <ac:chgData name="KwonJoonho" userId="fa141e0c-4849-4deb-8f8c-65d25da6d8db" providerId="ADAL" clId="{58D8931C-5C44-497B-97DC-73EDEB5D4056}" dt="2018-09-01T04:53:58.965" v="321" actId="1035"/>
          <ac:spMkLst>
            <pc:docMk/>
            <pc:sldMk cId="2567383706" sldId="412"/>
            <ac:spMk id="12" creationId="{E61BAD3A-B488-4B91-9E69-3D3E88CFE610}"/>
          </ac:spMkLst>
        </pc:spChg>
        <pc:spChg chg="add del mod">
          <ac:chgData name="KwonJoonho" userId="fa141e0c-4849-4deb-8f8c-65d25da6d8db" providerId="ADAL" clId="{58D8931C-5C44-497B-97DC-73EDEB5D4056}" dt="2018-09-01T04:51:09.528" v="249" actId="478"/>
          <ac:spMkLst>
            <pc:docMk/>
            <pc:sldMk cId="2567383706" sldId="412"/>
            <ac:spMk id="13" creationId="{5252F887-52CF-4A01-BD8D-FF341A5C0BCC}"/>
          </ac:spMkLst>
        </pc:spChg>
        <pc:spChg chg="add del mod">
          <ac:chgData name="KwonJoonho" userId="fa141e0c-4849-4deb-8f8c-65d25da6d8db" providerId="ADAL" clId="{58D8931C-5C44-497B-97DC-73EDEB5D4056}" dt="2018-09-01T04:51:09.528" v="249" actId="478"/>
          <ac:spMkLst>
            <pc:docMk/>
            <pc:sldMk cId="2567383706" sldId="412"/>
            <ac:spMk id="14" creationId="{3B88ACF9-863D-4364-9F90-B84182A13593}"/>
          </ac:spMkLst>
        </pc:spChg>
        <pc:spChg chg="add mod">
          <ac:chgData name="KwonJoonho" userId="fa141e0c-4849-4deb-8f8c-65d25da6d8db" providerId="ADAL" clId="{58D8931C-5C44-497B-97DC-73EDEB5D4056}" dt="2018-09-01T04:55:19.173" v="380" actId="1076"/>
          <ac:spMkLst>
            <pc:docMk/>
            <pc:sldMk cId="2567383706" sldId="412"/>
            <ac:spMk id="15" creationId="{2D3D15BB-63EE-4C5A-842F-D48228488A6D}"/>
          </ac:spMkLst>
        </pc:spChg>
        <pc:spChg chg="add mod">
          <ac:chgData name="KwonJoonho" userId="fa141e0c-4849-4deb-8f8c-65d25da6d8db" providerId="ADAL" clId="{58D8931C-5C44-497B-97DC-73EDEB5D4056}" dt="2018-09-01T04:54:04.620" v="331" actId="1036"/>
          <ac:spMkLst>
            <pc:docMk/>
            <pc:sldMk cId="2567383706" sldId="412"/>
            <ac:spMk id="16" creationId="{2DE51FBD-2832-48B9-B73F-2A3B3F3537E0}"/>
          </ac:spMkLst>
        </pc:spChg>
        <pc:spChg chg="add mod">
          <ac:chgData name="KwonJoonho" userId="fa141e0c-4849-4deb-8f8c-65d25da6d8db" providerId="ADAL" clId="{58D8931C-5C44-497B-97DC-73EDEB5D4056}" dt="2018-09-01T04:56:49.546" v="405" actId="207"/>
          <ac:spMkLst>
            <pc:docMk/>
            <pc:sldMk cId="2567383706" sldId="412"/>
            <ac:spMk id="17" creationId="{E28F64DB-DD50-40F6-AE6B-12BF9F62F921}"/>
          </ac:spMkLst>
        </pc:spChg>
        <pc:spChg chg="add mod">
          <ac:chgData name="KwonJoonho" userId="fa141e0c-4849-4deb-8f8c-65d25da6d8db" providerId="ADAL" clId="{58D8931C-5C44-497B-97DC-73EDEB5D4056}" dt="2018-09-01T04:54:10.895" v="345" actId="1036"/>
          <ac:spMkLst>
            <pc:docMk/>
            <pc:sldMk cId="2567383706" sldId="412"/>
            <ac:spMk id="18" creationId="{C76F60E3-CDD1-429B-A60B-D4B0FFB8A951}"/>
          </ac:spMkLst>
        </pc:spChg>
        <pc:spChg chg="add mod">
          <ac:chgData name="KwonJoonho" userId="fa141e0c-4849-4deb-8f8c-65d25da6d8db" providerId="ADAL" clId="{58D8931C-5C44-497B-97DC-73EDEB5D4056}" dt="2018-09-01T04:54:18.205" v="368" actId="1036"/>
          <ac:spMkLst>
            <pc:docMk/>
            <pc:sldMk cId="2567383706" sldId="412"/>
            <ac:spMk id="19" creationId="{694B030D-326B-40E8-93DB-3CBCB3059071}"/>
          </ac:spMkLst>
        </pc:spChg>
        <pc:spChg chg="add mod">
          <ac:chgData name="KwonJoonho" userId="fa141e0c-4849-4deb-8f8c-65d25da6d8db" providerId="ADAL" clId="{58D8931C-5C44-497B-97DC-73EDEB5D4056}" dt="2018-09-01T04:54:15.675" v="360" actId="1036"/>
          <ac:spMkLst>
            <pc:docMk/>
            <pc:sldMk cId="2567383706" sldId="412"/>
            <ac:spMk id="20" creationId="{ED262054-C2F6-4F91-A6CE-EECA4DF53B5A}"/>
          </ac:spMkLst>
        </pc:spChg>
        <pc:spChg chg="add mod">
          <ac:chgData name="KwonJoonho" userId="fa141e0c-4849-4deb-8f8c-65d25da6d8db" providerId="ADAL" clId="{58D8931C-5C44-497B-97DC-73EDEB5D4056}" dt="2018-09-01T04:57:03.911" v="410" actId="1076"/>
          <ac:spMkLst>
            <pc:docMk/>
            <pc:sldMk cId="2567383706" sldId="412"/>
            <ac:spMk id="21" creationId="{17DAF56A-E9FF-4094-80BA-CAEAA57A71D9}"/>
          </ac:spMkLst>
        </pc:spChg>
        <pc:grpChg chg="add del">
          <ac:chgData name="KwonJoonho" userId="fa141e0c-4849-4deb-8f8c-65d25da6d8db" providerId="ADAL" clId="{58D8931C-5C44-497B-97DC-73EDEB5D4056}" dt="2018-09-01T04:50:09.887" v="194" actId="165"/>
          <ac:grpSpMkLst>
            <pc:docMk/>
            <pc:sldMk cId="2567383706" sldId="412"/>
            <ac:grpSpMk id="10" creationId="{70A34A8D-8023-4087-B30E-F570BA084758}"/>
          </ac:grpSpMkLst>
        </pc:grpChg>
        <pc:cxnChg chg="add mod">
          <ac:chgData name="KwonJoonho" userId="fa141e0c-4849-4deb-8f8c-65d25da6d8db" providerId="ADAL" clId="{58D8931C-5C44-497B-97DC-73EDEB5D4056}" dt="2018-09-01T04:57:03.911" v="410" actId="1076"/>
          <ac:cxnSpMkLst>
            <pc:docMk/>
            <pc:sldMk cId="2567383706" sldId="412"/>
            <ac:cxnSpMk id="23" creationId="{A19661B7-449B-4C63-9EE8-1AD2A9C2DB67}"/>
          </ac:cxnSpMkLst>
        </pc:cxnChg>
        <pc:cxnChg chg="add mod">
          <ac:chgData name="KwonJoonho" userId="fa141e0c-4849-4deb-8f8c-65d25da6d8db" providerId="ADAL" clId="{58D8931C-5C44-497B-97DC-73EDEB5D4056}" dt="2018-09-01T04:57:19.537" v="416" actId="14100"/>
          <ac:cxnSpMkLst>
            <pc:docMk/>
            <pc:sldMk cId="2567383706" sldId="412"/>
            <ac:cxnSpMk id="27" creationId="{8869A734-58A4-4AC1-B467-88A262ADF559}"/>
          </ac:cxnSpMkLst>
        </pc:cxnChg>
        <pc:cxnChg chg="add mod">
          <ac:chgData name="KwonJoonho" userId="fa141e0c-4849-4deb-8f8c-65d25da6d8db" providerId="ADAL" clId="{58D8931C-5C44-497B-97DC-73EDEB5D4056}" dt="2018-09-01T04:57:16.209" v="415" actId="208"/>
          <ac:cxnSpMkLst>
            <pc:docMk/>
            <pc:sldMk cId="2567383706" sldId="412"/>
            <ac:cxnSpMk id="30" creationId="{6E9FD6B7-E2E5-4B46-9CDC-BF3A09BCB98E}"/>
          </ac:cxnSpMkLst>
        </pc:cxnChg>
        <pc:cxnChg chg="add mod">
          <ac:chgData name="KwonJoonho" userId="fa141e0c-4849-4deb-8f8c-65d25da6d8db" providerId="ADAL" clId="{58D8931C-5C44-497B-97DC-73EDEB5D4056}" dt="2018-09-01T04:57:03.911" v="410" actId="1076"/>
          <ac:cxnSpMkLst>
            <pc:docMk/>
            <pc:sldMk cId="2567383706" sldId="412"/>
            <ac:cxnSpMk id="34" creationId="{5514421E-B5E8-4B3E-9413-DB3F096F96FA}"/>
          </ac:cxnSpMkLst>
        </pc:cxnChg>
        <pc:cxnChg chg="add mod">
          <ac:chgData name="KwonJoonho" userId="fa141e0c-4849-4deb-8f8c-65d25da6d8db" providerId="ADAL" clId="{58D8931C-5C44-497B-97DC-73EDEB5D4056}" dt="2018-09-01T04:57:07.769" v="412" actId="208"/>
          <ac:cxnSpMkLst>
            <pc:docMk/>
            <pc:sldMk cId="2567383706" sldId="412"/>
            <ac:cxnSpMk id="37" creationId="{04C9DA94-8595-4E86-B72D-75CB886BF40F}"/>
          </ac:cxnSpMkLst>
        </pc:cxnChg>
      </pc:sldChg>
      <pc:sldChg chg="add del">
        <pc:chgData name="KwonJoonho" userId="fa141e0c-4849-4deb-8f8c-65d25da6d8db" providerId="ADAL" clId="{58D8931C-5C44-497B-97DC-73EDEB5D4056}" dt="2018-09-01T04:57:51.435" v="431" actId="2696"/>
        <pc:sldMkLst>
          <pc:docMk/>
          <pc:sldMk cId="3752839256" sldId="412"/>
        </pc:sldMkLst>
      </pc:sldChg>
      <pc:sldChg chg="addSp modSp add">
        <pc:chgData name="KwonJoonho" userId="fa141e0c-4849-4deb-8f8c-65d25da6d8db" providerId="ADAL" clId="{58D8931C-5C44-497B-97DC-73EDEB5D4056}" dt="2018-09-01T09:04:14.558" v="644" actId="1076"/>
        <pc:sldMkLst>
          <pc:docMk/>
          <pc:sldMk cId="1675049687" sldId="413"/>
        </pc:sldMkLst>
        <pc:spChg chg="mod">
          <ac:chgData name="KwonJoonho" userId="fa141e0c-4849-4deb-8f8c-65d25da6d8db" providerId="ADAL" clId="{58D8931C-5C44-497B-97DC-73EDEB5D4056}" dt="2018-09-01T09:04:11.724" v="643" actId="15"/>
          <ac:spMkLst>
            <pc:docMk/>
            <pc:sldMk cId="1675049687" sldId="413"/>
            <ac:spMk id="2" creationId="{5A1BFA99-268F-4A21-9959-F52AACD53A2F}"/>
          </ac:spMkLst>
        </pc:spChg>
        <pc:spChg chg="mod">
          <ac:chgData name="KwonJoonho" userId="fa141e0c-4849-4deb-8f8c-65d25da6d8db" providerId="ADAL" clId="{58D8931C-5C44-497B-97DC-73EDEB5D4056}" dt="2018-09-01T09:00:54.634" v="579" actId="20577"/>
          <ac:spMkLst>
            <pc:docMk/>
            <pc:sldMk cId="1675049687" sldId="413"/>
            <ac:spMk id="3" creationId="{FBCC70C0-7B4F-4220-ACF6-F7E01BDF5C45}"/>
          </ac:spMkLst>
        </pc:spChg>
        <pc:picChg chg="add mod">
          <ac:chgData name="KwonJoonho" userId="fa141e0c-4849-4deb-8f8c-65d25da6d8db" providerId="ADAL" clId="{58D8931C-5C44-497B-97DC-73EDEB5D4056}" dt="2018-09-01T09:04:14.558" v="644" actId="1076"/>
          <ac:picMkLst>
            <pc:docMk/>
            <pc:sldMk cId="1675049687" sldId="413"/>
            <ac:picMk id="6" creationId="{00560344-EC19-4A27-A688-E5C7B9A18801}"/>
          </ac:picMkLst>
        </pc:picChg>
      </pc:sldChg>
    </pc:docChg>
  </pc:docChgLst>
  <pc:docChgLst>
    <pc:chgData name="Joonho Kwon" userId="fa141e0c-4849-4deb-8f8c-65d25da6d8db" providerId="ADAL" clId="{5AA31583-C562-46D1-A3C1-884B811F4F13}"/>
    <pc:docChg chg="undo custSel addSld modSld">
      <pc:chgData name="Joonho Kwon" userId="fa141e0c-4849-4deb-8f8c-65d25da6d8db" providerId="ADAL" clId="{5AA31583-C562-46D1-A3C1-884B811F4F13}" dt="2020-03-02T10:14:45.452" v="871" actId="1076"/>
      <pc:docMkLst>
        <pc:docMk/>
      </pc:docMkLst>
      <pc:sldChg chg="modSp">
        <pc:chgData name="Joonho Kwon" userId="fa141e0c-4849-4deb-8f8c-65d25da6d8db" providerId="ADAL" clId="{5AA31583-C562-46D1-A3C1-884B811F4F13}" dt="2020-03-02T09:45:45.714" v="36" actId="20577"/>
        <pc:sldMkLst>
          <pc:docMk/>
          <pc:sldMk cId="0" sldId="256"/>
        </pc:sldMkLst>
        <pc:spChg chg="mod">
          <ac:chgData name="Joonho Kwon" userId="fa141e0c-4849-4deb-8f8c-65d25da6d8db" providerId="ADAL" clId="{5AA31583-C562-46D1-A3C1-884B811F4F13}" dt="2020-03-02T09:45:45.714" v="36" actId="20577"/>
          <ac:spMkLst>
            <pc:docMk/>
            <pc:sldMk cId="0" sldId="256"/>
            <ac:spMk id="4098" creationId="{00000000-0000-0000-0000-000000000000}"/>
          </ac:spMkLst>
        </pc:spChg>
      </pc:sldChg>
      <pc:sldChg chg="addSp delSp modSp">
        <pc:chgData name="Joonho Kwon" userId="fa141e0c-4849-4deb-8f8c-65d25da6d8db" providerId="ADAL" clId="{5AA31583-C562-46D1-A3C1-884B811F4F13}" dt="2020-03-02T10:13:41.426" v="834" actId="21"/>
        <pc:sldMkLst>
          <pc:docMk/>
          <pc:sldMk cId="0" sldId="400"/>
        </pc:sldMkLst>
        <pc:spChg chg="add del mod">
          <ac:chgData name="Joonho Kwon" userId="fa141e0c-4849-4deb-8f8c-65d25da6d8db" providerId="ADAL" clId="{5AA31583-C562-46D1-A3C1-884B811F4F13}" dt="2020-03-02T10:13:41.426" v="834" actId="21"/>
          <ac:spMkLst>
            <pc:docMk/>
            <pc:sldMk cId="0" sldId="400"/>
            <ac:spMk id="6" creationId="{0174D281-5374-4D4A-8CE4-4E7A7F632B79}"/>
          </ac:spMkLst>
        </pc:spChg>
      </pc:sldChg>
      <pc:sldChg chg="modSp">
        <pc:chgData name="Joonho Kwon" userId="fa141e0c-4849-4deb-8f8c-65d25da6d8db" providerId="ADAL" clId="{5AA31583-C562-46D1-A3C1-884B811F4F13}" dt="2020-03-02T10:03:10.545" v="633" actId="20577"/>
        <pc:sldMkLst>
          <pc:docMk/>
          <pc:sldMk cId="3350171665" sldId="720"/>
        </pc:sldMkLst>
        <pc:spChg chg="mod">
          <ac:chgData name="Joonho Kwon" userId="fa141e0c-4849-4deb-8f8c-65d25da6d8db" providerId="ADAL" clId="{5AA31583-C562-46D1-A3C1-884B811F4F13}" dt="2020-03-02T10:01:49.561" v="597" actId="6549"/>
          <ac:spMkLst>
            <pc:docMk/>
            <pc:sldMk cId="3350171665" sldId="720"/>
            <ac:spMk id="2" creationId="{FC19BD04-5A70-4504-AA3A-82750FE240F2}"/>
          </ac:spMkLst>
        </pc:spChg>
        <pc:spChg chg="mod">
          <ac:chgData name="Joonho Kwon" userId="fa141e0c-4849-4deb-8f8c-65d25da6d8db" providerId="ADAL" clId="{5AA31583-C562-46D1-A3C1-884B811F4F13}" dt="2020-03-02T10:03:10.545" v="633" actId="20577"/>
          <ac:spMkLst>
            <pc:docMk/>
            <pc:sldMk cId="3350171665" sldId="720"/>
            <ac:spMk id="3" creationId="{D524730B-E6F6-4061-B485-41690C121D38}"/>
          </ac:spMkLst>
        </pc:spChg>
        <pc:spChg chg="mod">
          <ac:chgData name="Joonho Kwon" userId="fa141e0c-4849-4deb-8f8c-65d25da6d8db" providerId="ADAL" clId="{5AA31583-C562-46D1-A3C1-884B811F4F13}" dt="2020-03-02T10:01:46.888" v="595" actId="1076"/>
          <ac:spMkLst>
            <pc:docMk/>
            <pc:sldMk cId="3350171665" sldId="720"/>
            <ac:spMk id="5" creationId="{20ED19A1-1441-481B-B271-AE69B5F5B809}"/>
          </ac:spMkLst>
        </pc:spChg>
      </pc:sldChg>
      <pc:sldChg chg="addSp modSp">
        <pc:chgData name="Joonho Kwon" userId="fa141e0c-4849-4deb-8f8c-65d25da6d8db" providerId="ADAL" clId="{5AA31583-C562-46D1-A3C1-884B811F4F13}" dt="2020-03-02T10:08:53.461" v="798" actId="20577"/>
        <pc:sldMkLst>
          <pc:docMk/>
          <pc:sldMk cId="2347902505" sldId="727"/>
        </pc:sldMkLst>
        <pc:spChg chg="mod">
          <ac:chgData name="Joonho Kwon" userId="fa141e0c-4849-4deb-8f8c-65d25da6d8db" providerId="ADAL" clId="{5AA31583-C562-46D1-A3C1-884B811F4F13}" dt="2020-03-02T10:04:55.681" v="776" actId="20577"/>
          <ac:spMkLst>
            <pc:docMk/>
            <pc:sldMk cId="2347902505" sldId="727"/>
            <ac:spMk id="2" creationId="{AE1C1E34-2FA6-4566-ACA0-8F3E8CFF6E35}"/>
          </ac:spMkLst>
        </pc:spChg>
        <pc:spChg chg="mod">
          <ac:chgData name="Joonho Kwon" userId="fa141e0c-4849-4deb-8f8c-65d25da6d8db" providerId="ADAL" clId="{5AA31583-C562-46D1-A3C1-884B811F4F13}" dt="2020-03-02T10:08:53.461" v="798" actId="20577"/>
          <ac:spMkLst>
            <pc:docMk/>
            <pc:sldMk cId="2347902505" sldId="727"/>
            <ac:spMk id="3" creationId="{EBC965D0-E059-427F-B6AF-62A6DD12D9A5}"/>
          </ac:spMkLst>
        </pc:spChg>
        <pc:spChg chg="add mod">
          <ac:chgData name="Joonho Kwon" userId="fa141e0c-4849-4deb-8f8c-65d25da6d8db" providerId="ADAL" clId="{5AA31583-C562-46D1-A3C1-884B811F4F13}" dt="2020-03-02T10:08:25.072" v="786" actId="1076"/>
          <ac:spMkLst>
            <pc:docMk/>
            <pc:sldMk cId="2347902505" sldId="727"/>
            <ac:spMk id="5" creationId="{11A3063D-3010-4C13-933F-1A89A134C852}"/>
          </ac:spMkLst>
        </pc:spChg>
      </pc:sldChg>
      <pc:sldChg chg="addSp delSp modSp">
        <pc:chgData name="Joonho Kwon" userId="fa141e0c-4849-4deb-8f8c-65d25da6d8db" providerId="ADAL" clId="{5AA31583-C562-46D1-A3C1-884B811F4F13}" dt="2020-03-02T10:14:45.452" v="871" actId="1076"/>
        <pc:sldMkLst>
          <pc:docMk/>
          <pc:sldMk cId="3592503501" sldId="728"/>
        </pc:sldMkLst>
        <pc:spChg chg="del">
          <ac:chgData name="Joonho Kwon" userId="fa141e0c-4849-4deb-8f8c-65d25da6d8db" providerId="ADAL" clId="{5AA31583-C562-46D1-A3C1-884B811F4F13}" dt="2020-03-02T10:13:45.175" v="836"/>
          <ac:spMkLst>
            <pc:docMk/>
            <pc:sldMk cId="3592503501" sldId="728"/>
            <ac:spMk id="2" creationId="{B3E2C650-D80E-48DB-8A29-DC123DE8D7DD}"/>
          </ac:spMkLst>
        </pc:spChg>
        <pc:spChg chg="mod">
          <ac:chgData name="Joonho Kwon" userId="fa141e0c-4849-4deb-8f8c-65d25da6d8db" providerId="ADAL" clId="{5AA31583-C562-46D1-A3C1-884B811F4F13}" dt="2020-03-02T10:12:09.146" v="828" actId="20577"/>
          <ac:spMkLst>
            <pc:docMk/>
            <pc:sldMk cId="3592503501" sldId="728"/>
            <ac:spMk id="3" creationId="{49FD68D0-DD73-4178-A1EC-8C9B0178B0FA}"/>
          </ac:spMkLst>
        </pc:spChg>
        <pc:spChg chg="add mod">
          <ac:chgData name="Joonho Kwon" userId="fa141e0c-4849-4deb-8f8c-65d25da6d8db" providerId="ADAL" clId="{5AA31583-C562-46D1-A3C1-884B811F4F13}" dt="2020-03-02T10:14:45.452" v="871" actId="1076"/>
          <ac:spMkLst>
            <pc:docMk/>
            <pc:sldMk cId="3592503501" sldId="728"/>
            <ac:spMk id="5" creationId="{62D91843-684A-4583-9186-57621C3BC8B5}"/>
          </ac:spMkLst>
        </pc:spChg>
        <pc:spChg chg="add del mod">
          <ac:chgData name="Joonho Kwon" userId="fa141e0c-4849-4deb-8f8c-65d25da6d8db" providerId="ADAL" clId="{5AA31583-C562-46D1-A3C1-884B811F4F13}" dt="2020-03-02T10:13:53.256" v="840" actId="478"/>
          <ac:spMkLst>
            <pc:docMk/>
            <pc:sldMk cId="3592503501" sldId="728"/>
            <ac:spMk id="6" creationId="{0237DA96-AB1C-40ED-AB43-A39E62026DA7}"/>
          </ac:spMkLst>
        </pc:spChg>
        <pc:spChg chg="add mod">
          <ac:chgData name="Joonho Kwon" userId="fa141e0c-4849-4deb-8f8c-65d25da6d8db" providerId="ADAL" clId="{5AA31583-C562-46D1-A3C1-884B811F4F13}" dt="2020-03-02T10:14:42.274" v="869" actId="14100"/>
          <ac:spMkLst>
            <pc:docMk/>
            <pc:sldMk cId="3592503501" sldId="728"/>
            <ac:spMk id="7" creationId="{6BDF4F27-134A-49D1-B9F7-28F4C4B571E8}"/>
          </ac:spMkLst>
        </pc:spChg>
      </pc:sldChg>
      <pc:sldChg chg="modSp">
        <pc:chgData name="Joonho Kwon" userId="fa141e0c-4849-4deb-8f8c-65d25da6d8db" providerId="ADAL" clId="{5AA31583-C562-46D1-A3C1-884B811F4F13}" dt="2020-03-02T09:54:24.067" v="292" actId="6549"/>
        <pc:sldMkLst>
          <pc:docMk/>
          <pc:sldMk cId="37241548" sldId="729"/>
        </pc:sldMkLst>
        <pc:spChg chg="mod">
          <ac:chgData name="Joonho Kwon" userId="fa141e0c-4849-4deb-8f8c-65d25da6d8db" providerId="ADAL" clId="{5AA31583-C562-46D1-A3C1-884B811F4F13}" dt="2020-03-02T09:54:24.067" v="292" actId="6549"/>
          <ac:spMkLst>
            <pc:docMk/>
            <pc:sldMk cId="37241548" sldId="729"/>
            <ac:spMk id="2" creationId="{9B1CD993-CE19-4D66-96C9-F28CBE784EEB}"/>
          </ac:spMkLst>
        </pc:spChg>
        <pc:spChg chg="mod">
          <ac:chgData name="Joonho Kwon" userId="fa141e0c-4849-4deb-8f8c-65d25da6d8db" providerId="ADAL" clId="{5AA31583-C562-46D1-A3C1-884B811F4F13}" dt="2020-03-02T09:50:39.239" v="38" actId="27636"/>
          <ac:spMkLst>
            <pc:docMk/>
            <pc:sldMk cId="37241548" sldId="729"/>
            <ac:spMk id="3" creationId="{DE0591BE-4293-4EFD-9374-14183323C5A3}"/>
          </ac:spMkLst>
        </pc:spChg>
      </pc:sldChg>
      <pc:sldChg chg="modSp add">
        <pc:chgData name="Joonho Kwon" userId="fa141e0c-4849-4deb-8f8c-65d25da6d8db" providerId="ADAL" clId="{5AA31583-C562-46D1-A3C1-884B811F4F13}" dt="2020-03-02T10:03:15.172" v="635" actId="20577"/>
        <pc:sldMkLst>
          <pc:docMk/>
          <pc:sldMk cId="2854639547" sldId="730"/>
        </pc:sldMkLst>
        <pc:spChg chg="mod">
          <ac:chgData name="Joonho Kwon" userId="fa141e0c-4849-4deb-8f8c-65d25da6d8db" providerId="ADAL" clId="{5AA31583-C562-46D1-A3C1-884B811F4F13}" dt="2020-03-02T10:03:07.132" v="627" actId="207"/>
          <ac:spMkLst>
            <pc:docMk/>
            <pc:sldMk cId="2854639547" sldId="730"/>
            <ac:spMk id="2" creationId="{D7D8DAE7-F3FD-44DB-9ADB-599D64BDFAFB}"/>
          </ac:spMkLst>
        </pc:spChg>
        <pc:spChg chg="mod">
          <ac:chgData name="Joonho Kwon" userId="fa141e0c-4849-4deb-8f8c-65d25da6d8db" providerId="ADAL" clId="{5AA31583-C562-46D1-A3C1-884B811F4F13}" dt="2020-03-02T10:03:15.172" v="635" actId="20577"/>
          <ac:spMkLst>
            <pc:docMk/>
            <pc:sldMk cId="2854639547" sldId="730"/>
            <ac:spMk id="3" creationId="{33EDC4E2-3D7C-43CB-8513-AA2DA4FDD8F0}"/>
          </ac:spMkLst>
        </pc:spChg>
      </pc:sldChg>
      <pc:sldChg chg="addSp modSp add">
        <pc:chgData name="Joonho Kwon" userId="fa141e0c-4849-4deb-8f8c-65d25da6d8db" providerId="ADAL" clId="{5AA31583-C562-46D1-A3C1-884B811F4F13}" dt="2020-03-02T10:09:35.678" v="811" actId="1076"/>
        <pc:sldMkLst>
          <pc:docMk/>
          <pc:sldMk cId="1440652567" sldId="731"/>
        </pc:sldMkLst>
        <pc:spChg chg="mod">
          <ac:chgData name="Joonho Kwon" userId="fa141e0c-4849-4deb-8f8c-65d25da6d8db" providerId="ADAL" clId="{5AA31583-C562-46D1-A3C1-884B811F4F13}" dt="2020-03-02T10:08:58.227" v="800" actId="20577"/>
          <ac:spMkLst>
            <pc:docMk/>
            <pc:sldMk cId="1440652567" sldId="731"/>
            <ac:spMk id="3" creationId="{D9ABB563-9CBE-4E5D-9E72-DFBAEB9DBBB9}"/>
          </ac:spMkLst>
        </pc:spChg>
        <pc:spChg chg="add mod">
          <ac:chgData name="Joonho Kwon" userId="fa141e0c-4849-4deb-8f8c-65d25da6d8db" providerId="ADAL" clId="{5AA31583-C562-46D1-A3C1-884B811F4F13}" dt="2020-03-02T10:09:35.678" v="811" actId="1076"/>
          <ac:spMkLst>
            <pc:docMk/>
            <pc:sldMk cId="1440652567" sldId="731"/>
            <ac:spMk id="5" creationId="{BE2E6A50-3DB0-4FA4-A8CE-EC814C9D794B}"/>
          </ac:spMkLst>
        </pc:spChg>
      </pc:sldChg>
    </pc:docChg>
  </pc:docChgLst>
  <pc:docChgLst>
    <pc:chgData name="Joonho Kwon" userId="fa141e0c-4849-4deb-8f8c-65d25da6d8db" providerId="ADAL" clId="{594EFD4D-C3A1-4F63-AFDB-30B19441418A}"/>
    <pc:docChg chg="undo custSel addSld delSld modSld">
      <pc:chgData name="Joonho Kwon" userId="fa141e0c-4849-4deb-8f8c-65d25da6d8db" providerId="ADAL" clId="{594EFD4D-C3A1-4F63-AFDB-30B19441418A}" dt="2020-02-28T08:13:42.933" v="1476" actId="6549"/>
      <pc:docMkLst>
        <pc:docMk/>
      </pc:docMkLst>
      <pc:sldChg chg="modSp modAnim">
        <pc:chgData name="Joonho Kwon" userId="fa141e0c-4849-4deb-8f8c-65d25da6d8db" providerId="ADAL" clId="{594EFD4D-C3A1-4F63-AFDB-30B19441418A}" dt="2020-02-25T09:26:15.687" v="14" actId="113"/>
        <pc:sldMkLst>
          <pc:docMk/>
          <pc:sldMk cId="1161516010" sldId="452"/>
        </pc:sldMkLst>
        <pc:spChg chg="mod">
          <ac:chgData name="Joonho Kwon" userId="fa141e0c-4849-4deb-8f8c-65d25da6d8db" providerId="ADAL" clId="{594EFD4D-C3A1-4F63-AFDB-30B19441418A}" dt="2020-02-25T09:26:15.687" v="14" actId="113"/>
          <ac:spMkLst>
            <pc:docMk/>
            <pc:sldMk cId="1161516010" sldId="452"/>
            <ac:spMk id="2" creationId="{97BBFB35-A450-47A2-87A7-1E5894B894A6}"/>
          </ac:spMkLst>
        </pc:spChg>
      </pc:sldChg>
      <pc:sldChg chg="modSp">
        <pc:chgData name="Joonho Kwon" userId="fa141e0c-4849-4deb-8f8c-65d25da6d8db" providerId="ADAL" clId="{594EFD4D-C3A1-4F63-AFDB-30B19441418A}" dt="2020-02-25T09:27:41.502" v="35" actId="15"/>
        <pc:sldMkLst>
          <pc:docMk/>
          <pc:sldMk cId="511502082" sldId="639"/>
        </pc:sldMkLst>
        <pc:spChg chg="mod">
          <ac:chgData name="Joonho Kwon" userId="fa141e0c-4849-4deb-8f8c-65d25da6d8db" providerId="ADAL" clId="{594EFD4D-C3A1-4F63-AFDB-30B19441418A}" dt="2020-02-25T09:27:41.502" v="35" actId="15"/>
          <ac:spMkLst>
            <pc:docMk/>
            <pc:sldMk cId="511502082" sldId="639"/>
            <ac:spMk id="2" creationId="{E23A80AB-3EFE-4D05-B4F1-36AF951B3E43}"/>
          </ac:spMkLst>
        </pc:spChg>
      </pc:sldChg>
      <pc:sldChg chg="addSp delSp modSp delAnim">
        <pc:chgData name="Joonho Kwon" userId="fa141e0c-4849-4deb-8f8c-65d25da6d8db" providerId="ADAL" clId="{594EFD4D-C3A1-4F63-AFDB-30B19441418A}" dt="2020-02-28T05:39:24.195" v="54" actId="1076"/>
        <pc:sldMkLst>
          <pc:docMk/>
          <pc:sldMk cId="606641847" sldId="656"/>
        </pc:sldMkLst>
        <pc:spChg chg="del">
          <ac:chgData name="Joonho Kwon" userId="fa141e0c-4849-4deb-8f8c-65d25da6d8db" providerId="ADAL" clId="{594EFD4D-C3A1-4F63-AFDB-30B19441418A}" dt="2020-02-28T05:38:51.386" v="51" actId="478"/>
          <ac:spMkLst>
            <pc:docMk/>
            <pc:sldMk cId="606641847" sldId="656"/>
            <ac:spMk id="5" creationId="{4DDE33AA-4EC9-4B18-AABE-9111779D3282}"/>
          </ac:spMkLst>
        </pc:spChg>
        <pc:spChg chg="add mod">
          <ac:chgData name="Joonho Kwon" userId="fa141e0c-4849-4deb-8f8c-65d25da6d8db" providerId="ADAL" clId="{594EFD4D-C3A1-4F63-AFDB-30B19441418A}" dt="2020-02-28T05:39:24.195" v="54" actId="1076"/>
          <ac:spMkLst>
            <pc:docMk/>
            <pc:sldMk cId="606641847" sldId="656"/>
            <ac:spMk id="6" creationId="{75027DDC-9D66-4700-9A77-6C9FD6A8AF33}"/>
          </ac:spMkLst>
        </pc:spChg>
      </pc:sldChg>
      <pc:sldChg chg="modSp add del">
        <pc:chgData name="Joonho Kwon" userId="fa141e0c-4849-4deb-8f8c-65d25da6d8db" providerId="ADAL" clId="{594EFD4D-C3A1-4F63-AFDB-30B19441418A}" dt="2020-02-25T09:26:18.673" v="15" actId="47"/>
        <pc:sldMkLst>
          <pc:docMk/>
          <pc:sldMk cId="3547867895" sldId="658"/>
        </pc:sldMkLst>
        <pc:spChg chg="mod">
          <ac:chgData name="Joonho Kwon" userId="fa141e0c-4849-4deb-8f8c-65d25da6d8db" providerId="ADAL" clId="{594EFD4D-C3A1-4F63-AFDB-30B19441418A}" dt="2020-02-25T09:25:42.941" v="10" actId="15"/>
          <ac:spMkLst>
            <pc:docMk/>
            <pc:sldMk cId="3547867895" sldId="658"/>
            <ac:spMk id="2" creationId="{CFAF00FA-A322-482E-BB9D-9F60A64A5F7B}"/>
          </ac:spMkLst>
        </pc:spChg>
      </pc:sldChg>
      <pc:sldChg chg="addSp delSp modSp delAnim">
        <pc:chgData name="Joonho Kwon" userId="fa141e0c-4849-4deb-8f8c-65d25da6d8db" providerId="ADAL" clId="{594EFD4D-C3A1-4F63-AFDB-30B19441418A}" dt="2020-02-28T05:40:10.142" v="66" actId="1076"/>
        <pc:sldMkLst>
          <pc:docMk/>
          <pc:sldMk cId="1388074151" sldId="664"/>
        </pc:sldMkLst>
        <pc:spChg chg="del">
          <ac:chgData name="Joonho Kwon" userId="fa141e0c-4849-4deb-8f8c-65d25da6d8db" providerId="ADAL" clId="{594EFD4D-C3A1-4F63-AFDB-30B19441418A}" dt="2020-02-28T05:40:07.133" v="65" actId="478"/>
          <ac:spMkLst>
            <pc:docMk/>
            <pc:sldMk cId="1388074151" sldId="664"/>
            <ac:spMk id="5" creationId="{5432DE9F-BA66-49F8-99A1-A5ACD8E1F7DB}"/>
          </ac:spMkLst>
        </pc:spChg>
        <pc:spChg chg="add mod">
          <ac:chgData name="Joonho Kwon" userId="fa141e0c-4849-4deb-8f8c-65d25da6d8db" providerId="ADAL" clId="{594EFD4D-C3A1-4F63-AFDB-30B19441418A}" dt="2020-02-28T05:40:10.142" v="66" actId="1076"/>
          <ac:spMkLst>
            <pc:docMk/>
            <pc:sldMk cId="1388074151" sldId="664"/>
            <ac:spMk id="6" creationId="{BD06CD4D-B116-4419-9D96-4EEC55973442}"/>
          </ac:spMkLst>
        </pc:spChg>
      </pc:sldChg>
      <pc:sldChg chg="addSp delSp modSp delAnim modAnim">
        <pc:chgData name="Joonho Kwon" userId="fa141e0c-4849-4deb-8f8c-65d25da6d8db" providerId="ADAL" clId="{594EFD4D-C3A1-4F63-AFDB-30B19441418A}" dt="2020-02-28T08:09:32.455" v="1261" actId="1076"/>
        <pc:sldMkLst>
          <pc:docMk/>
          <pc:sldMk cId="3079297715" sldId="668"/>
        </pc:sldMkLst>
        <pc:spChg chg="mod">
          <ac:chgData name="Joonho Kwon" userId="fa141e0c-4849-4deb-8f8c-65d25da6d8db" providerId="ADAL" clId="{594EFD4D-C3A1-4F63-AFDB-30B19441418A}" dt="2020-02-28T06:38:19.282" v="107" actId="207"/>
          <ac:spMkLst>
            <pc:docMk/>
            <pc:sldMk cId="3079297715" sldId="668"/>
            <ac:spMk id="2" creationId="{B73E81FE-3B7A-4A5F-AFFF-561D45D94922}"/>
          </ac:spMkLst>
        </pc:spChg>
        <pc:spChg chg="mod">
          <ac:chgData name="Joonho Kwon" userId="fa141e0c-4849-4deb-8f8c-65d25da6d8db" providerId="ADAL" clId="{594EFD4D-C3A1-4F63-AFDB-30B19441418A}" dt="2020-02-28T06:36:28.695" v="70" actId="27636"/>
          <ac:spMkLst>
            <pc:docMk/>
            <pc:sldMk cId="3079297715" sldId="668"/>
            <ac:spMk id="3" creationId="{EE17FFF5-2B7D-45EF-BD91-DB14686B1993}"/>
          </ac:spMkLst>
        </pc:spChg>
        <pc:spChg chg="add mod">
          <ac:chgData name="Joonho Kwon" userId="fa141e0c-4849-4deb-8f8c-65d25da6d8db" providerId="ADAL" clId="{594EFD4D-C3A1-4F63-AFDB-30B19441418A}" dt="2020-02-28T08:09:32.455" v="1261" actId="1076"/>
          <ac:spMkLst>
            <pc:docMk/>
            <pc:sldMk cId="3079297715" sldId="668"/>
            <ac:spMk id="5" creationId="{80256A28-4945-4175-B498-3A5959C7F826}"/>
          </ac:spMkLst>
        </pc:spChg>
        <pc:spChg chg="add del">
          <ac:chgData name="Joonho Kwon" userId="fa141e0c-4849-4deb-8f8c-65d25da6d8db" providerId="ADAL" clId="{594EFD4D-C3A1-4F63-AFDB-30B19441418A}" dt="2020-02-28T05:12:11.688" v="37" actId="478"/>
          <ac:spMkLst>
            <pc:docMk/>
            <pc:sldMk cId="3079297715" sldId="668"/>
            <ac:spMk id="5" creationId="{D04CBF74-6968-490B-B8DC-2FFAD4A752E0}"/>
          </ac:spMkLst>
        </pc:spChg>
        <pc:spChg chg="add del">
          <ac:chgData name="Joonho Kwon" userId="fa141e0c-4849-4deb-8f8c-65d25da6d8db" providerId="ADAL" clId="{594EFD4D-C3A1-4F63-AFDB-30B19441418A}" dt="2020-02-28T05:12:16.148" v="39"/>
          <ac:spMkLst>
            <pc:docMk/>
            <pc:sldMk cId="3079297715" sldId="668"/>
            <ac:spMk id="6" creationId="{B1B88D0E-F7A0-4C77-8320-BAF30DC93DF0}"/>
          </ac:spMkLst>
        </pc:spChg>
        <pc:spChg chg="add del mod">
          <ac:chgData name="Joonho Kwon" userId="fa141e0c-4849-4deb-8f8c-65d25da6d8db" providerId="ADAL" clId="{594EFD4D-C3A1-4F63-AFDB-30B19441418A}" dt="2020-02-28T05:12:24.979" v="42" actId="478"/>
          <ac:spMkLst>
            <pc:docMk/>
            <pc:sldMk cId="3079297715" sldId="668"/>
            <ac:spMk id="7" creationId="{D8DC3D9A-E54F-4F32-9814-A96700211E8E}"/>
          </ac:spMkLst>
        </pc:spChg>
      </pc:sldChg>
      <pc:sldChg chg="addSp delSp modSp add">
        <pc:chgData name="Joonho Kwon" userId="fa141e0c-4849-4deb-8f8c-65d25da6d8db" providerId="ADAL" clId="{594EFD4D-C3A1-4F63-AFDB-30B19441418A}" dt="2020-02-28T06:46:27.890" v="209" actId="6549"/>
        <pc:sldMkLst>
          <pc:docMk/>
          <pc:sldMk cId="520641412" sldId="669"/>
        </pc:sldMkLst>
        <pc:spChg chg="mod">
          <ac:chgData name="Joonho Kwon" userId="fa141e0c-4849-4deb-8f8c-65d25da6d8db" providerId="ADAL" clId="{594EFD4D-C3A1-4F63-AFDB-30B19441418A}" dt="2020-02-28T06:45:53.319" v="204" actId="20577"/>
          <ac:spMkLst>
            <pc:docMk/>
            <pc:sldMk cId="520641412" sldId="669"/>
            <ac:spMk id="2" creationId="{E3E666CB-E145-439A-8C8C-83C5DCB9144F}"/>
          </ac:spMkLst>
        </pc:spChg>
        <pc:spChg chg="mod">
          <ac:chgData name="Joonho Kwon" userId="fa141e0c-4849-4deb-8f8c-65d25da6d8db" providerId="ADAL" clId="{594EFD4D-C3A1-4F63-AFDB-30B19441418A}" dt="2020-02-28T06:39:14.037" v="137" actId="20577"/>
          <ac:spMkLst>
            <pc:docMk/>
            <pc:sldMk cId="520641412" sldId="669"/>
            <ac:spMk id="3" creationId="{822AF8E0-B6B4-45B6-B90A-970EACAD876A}"/>
          </ac:spMkLst>
        </pc:spChg>
        <pc:spChg chg="add mod">
          <ac:chgData name="Joonho Kwon" userId="fa141e0c-4849-4deb-8f8c-65d25da6d8db" providerId="ADAL" clId="{594EFD4D-C3A1-4F63-AFDB-30B19441418A}" dt="2020-02-28T06:46:25.253" v="208" actId="6549"/>
          <ac:spMkLst>
            <pc:docMk/>
            <pc:sldMk cId="520641412" sldId="669"/>
            <ac:spMk id="5" creationId="{BC448B4C-E565-4307-997E-241263D1B516}"/>
          </ac:spMkLst>
        </pc:spChg>
        <pc:spChg chg="add del">
          <ac:chgData name="Joonho Kwon" userId="fa141e0c-4849-4deb-8f8c-65d25da6d8db" providerId="ADAL" clId="{594EFD4D-C3A1-4F63-AFDB-30B19441418A}" dt="2020-02-28T06:43:28.936" v="192"/>
          <ac:spMkLst>
            <pc:docMk/>
            <pc:sldMk cId="520641412" sldId="669"/>
            <ac:spMk id="6" creationId="{F3F9D331-331A-446C-B2CE-D47FC45552EE}"/>
          </ac:spMkLst>
        </pc:spChg>
        <pc:spChg chg="add mod">
          <ac:chgData name="Joonho Kwon" userId="fa141e0c-4849-4deb-8f8c-65d25da6d8db" providerId="ADAL" clId="{594EFD4D-C3A1-4F63-AFDB-30B19441418A}" dt="2020-02-28T06:46:27.890" v="209" actId="6549"/>
          <ac:spMkLst>
            <pc:docMk/>
            <pc:sldMk cId="520641412" sldId="669"/>
            <ac:spMk id="7" creationId="{8AACB13F-E5C2-4B0C-B685-7D266754591B}"/>
          </ac:spMkLst>
        </pc:spChg>
      </pc:sldChg>
      <pc:sldChg chg="addSp delSp modSp add">
        <pc:chgData name="Joonho Kwon" userId="fa141e0c-4849-4deb-8f8c-65d25da6d8db" providerId="ADAL" clId="{594EFD4D-C3A1-4F63-AFDB-30B19441418A}" dt="2020-02-28T06:43:01.581" v="190"/>
        <pc:sldMkLst>
          <pc:docMk/>
          <pc:sldMk cId="353538033" sldId="670"/>
        </pc:sldMkLst>
        <pc:spChg chg="mod">
          <ac:chgData name="Joonho Kwon" userId="fa141e0c-4849-4deb-8f8c-65d25da6d8db" providerId="ADAL" clId="{594EFD4D-C3A1-4F63-AFDB-30B19441418A}" dt="2020-02-28T06:43:01.581" v="190"/>
          <ac:spMkLst>
            <pc:docMk/>
            <pc:sldMk cId="353538033" sldId="670"/>
            <ac:spMk id="2" creationId="{C4FA627D-D603-4FB5-94B6-6A9EAE029E34}"/>
          </ac:spMkLst>
        </pc:spChg>
        <pc:spChg chg="add del">
          <ac:chgData name="Joonho Kwon" userId="fa141e0c-4849-4deb-8f8c-65d25da6d8db" providerId="ADAL" clId="{594EFD4D-C3A1-4F63-AFDB-30B19441418A}" dt="2020-02-28T06:43:00.876" v="189"/>
          <ac:spMkLst>
            <pc:docMk/>
            <pc:sldMk cId="353538033" sldId="670"/>
            <ac:spMk id="5" creationId="{CF971B84-4F58-4CEB-B21A-1294CF3D7EEB}"/>
          </ac:spMkLst>
        </pc:spChg>
      </pc:sldChg>
      <pc:sldChg chg="addSp modSp add">
        <pc:chgData name="Joonho Kwon" userId="fa141e0c-4849-4deb-8f8c-65d25da6d8db" providerId="ADAL" clId="{594EFD4D-C3A1-4F63-AFDB-30B19441418A}" dt="2020-02-28T06:54:18.250" v="308" actId="20577"/>
        <pc:sldMkLst>
          <pc:docMk/>
          <pc:sldMk cId="2510362444" sldId="671"/>
        </pc:sldMkLst>
        <pc:spChg chg="mod">
          <ac:chgData name="Joonho Kwon" userId="fa141e0c-4849-4deb-8f8c-65d25da6d8db" providerId="ADAL" clId="{594EFD4D-C3A1-4F63-AFDB-30B19441418A}" dt="2020-02-28T06:54:18.250" v="308" actId="20577"/>
          <ac:spMkLst>
            <pc:docMk/>
            <pc:sldMk cId="2510362444" sldId="671"/>
            <ac:spMk id="3" creationId="{4A777E20-0439-4E85-B7AC-0FD7B831C779}"/>
          </ac:spMkLst>
        </pc:spChg>
        <pc:spChg chg="add mod">
          <ac:chgData name="Joonho Kwon" userId="fa141e0c-4849-4deb-8f8c-65d25da6d8db" providerId="ADAL" clId="{594EFD4D-C3A1-4F63-AFDB-30B19441418A}" dt="2020-02-28T06:54:09.774" v="290" actId="1076"/>
          <ac:spMkLst>
            <pc:docMk/>
            <pc:sldMk cId="2510362444" sldId="671"/>
            <ac:spMk id="5" creationId="{D10B3238-A987-4231-9711-306600E36AD5}"/>
          </ac:spMkLst>
        </pc:spChg>
      </pc:sldChg>
      <pc:sldChg chg="addSp modSp add">
        <pc:chgData name="Joonho Kwon" userId="fa141e0c-4849-4deb-8f8c-65d25da6d8db" providerId="ADAL" clId="{594EFD4D-C3A1-4F63-AFDB-30B19441418A}" dt="2020-02-28T07:47:10.470" v="1210" actId="20577"/>
        <pc:sldMkLst>
          <pc:docMk/>
          <pc:sldMk cId="3765347332" sldId="672"/>
        </pc:sldMkLst>
        <pc:spChg chg="mod">
          <ac:chgData name="Joonho Kwon" userId="fa141e0c-4849-4deb-8f8c-65d25da6d8db" providerId="ADAL" clId="{594EFD4D-C3A1-4F63-AFDB-30B19441418A}" dt="2020-02-28T06:55:16.135" v="348" actId="15"/>
          <ac:spMkLst>
            <pc:docMk/>
            <pc:sldMk cId="3765347332" sldId="672"/>
            <ac:spMk id="2" creationId="{BF12367A-68A4-4EB3-9BF2-E728C15D6BEA}"/>
          </ac:spMkLst>
        </pc:spChg>
        <pc:spChg chg="mod">
          <ac:chgData name="Joonho Kwon" userId="fa141e0c-4849-4deb-8f8c-65d25da6d8db" providerId="ADAL" clId="{594EFD4D-C3A1-4F63-AFDB-30B19441418A}" dt="2020-02-28T07:47:10.470" v="1210" actId="20577"/>
          <ac:spMkLst>
            <pc:docMk/>
            <pc:sldMk cId="3765347332" sldId="672"/>
            <ac:spMk id="3" creationId="{84002F1D-150D-465A-B8DB-4208044E63C4}"/>
          </ac:spMkLst>
        </pc:spChg>
        <pc:spChg chg="add mod">
          <ac:chgData name="Joonho Kwon" userId="fa141e0c-4849-4deb-8f8c-65d25da6d8db" providerId="ADAL" clId="{594EFD4D-C3A1-4F63-AFDB-30B19441418A}" dt="2020-02-28T06:57:59.831" v="356" actId="1076"/>
          <ac:spMkLst>
            <pc:docMk/>
            <pc:sldMk cId="3765347332" sldId="672"/>
            <ac:spMk id="5" creationId="{2DA0FE15-2B86-4144-AA94-DADB39D20F21}"/>
          </ac:spMkLst>
        </pc:spChg>
      </pc:sldChg>
      <pc:sldChg chg="addSp delSp modSp add">
        <pc:chgData name="Joonho Kwon" userId="fa141e0c-4849-4deb-8f8c-65d25da6d8db" providerId="ADAL" clId="{594EFD4D-C3A1-4F63-AFDB-30B19441418A}" dt="2020-02-28T07:33:05.319" v="1056" actId="20577"/>
        <pc:sldMkLst>
          <pc:docMk/>
          <pc:sldMk cId="3058547542" sldId="673"/>
        </pc:sldMkLst>
        <pc:spChg chg="mod">
          <ac:chgData name="Joonho Kwon" userId="fa141e0c-4849-4deb-8f8c-65d25da6d8db" providerId="ADAL" clId="{594EFD4D-C3A1-4F63-AFDB-30B19441418A}" dt="2020-02-28T07:09:03.618" v="571" actId="20577"/>
          <ac:spMkLst>
            <pc:docMk/>
            <pc:sldMk cId="3058547542" sldId="673"/>
            <ac:spMk id="2" creationId="{FF86B2D8-21A4-4D7E-9321-A686D37D1810}"/>
          </ac:spMkLst>
        </pc:spChg>
        <pc:spChg chg="mod">
          <ac:chgData name="Joonho Kwon" userId="fa141e0c-4849-4deb-8f8c-65d25da6d8db" providerId="ADAL" clId="{594EFD4D-C3A1-4F63-AFDB-30B19441418A}" dt="2020-02-28T07:33:05.319" v="1056" actId="20577"/>
          <ac:spMkLst>
            <pc:docMk/>
            <pc:sldMk cId="3058547542" sldId="673"/>
            <ac:spMk id="3" creationId="{2D640D99-214B-49E1-9017-C541375528B3}"/>
          </ac:spMkLst>
        </pc:spChg>
        <pc:spChg chg="add mod">
          <ac:chgData name="Joonho Kwon" userId="fa141e0c-4849-4deb-8f8c-65d25da6d8db" providerId="ADAL" clId="{594EFD4D-C3A1-4F63-AFDB-30B19441418A}" dt="2020-02-28T07:11:09.768" v="616" actId="1076"/>
          <ac:spMkLst>
            <pc:docMk/>
            <pc:sldMk cId="3058547542" sldId="673"/>
            <ac:spMk id="5" creationId="{F32E11E2-33E2-4A99-B5AC-5C6716465AB9}"/>
          </ac:spMkLst>
        </pc:spChg>
        <pc:spChg chg="add del mod">
          <ac:chgData name="Joonho Kwon" userId="fa141e0c-4849-4deb-8f8c-65d25da6d8db" providerId="ADAL" clId="{594EFD4D-C3A1-4F63-AFDB-30B19441418A}" dt="2020-02-28T07:16:14.266" v="636" actId="21"/>
          <ac:spMkLst>
            <pc:docMk/>
            <pc:sldMk cId="3058547542" sldId="673"/>
            <ac:spMk id="6" creationId="{F35ABA9C-12FB-4D18-9AAB-23FE93E0B64B}"/>
          </ac:spMkLst>
        </pc:spChg>
        <pc:spChg chg="add del mod">
          <ac:chgData name="Joonho Kwon" userId="fa141e0c-4849-4deb-8f8c-65d25da6d8db" providerId="ADAL" clId="{594EFD4D-C3A1-4F63-AFDB-30B19441418A}" dt="2020-02-28T07:16:14.266" v="636" actId="21"/>
          <ac:spMkLst>
            <pc:docMk/>
            <pc:sldMk cId="3058547542" sldId="673"/>
            <ac:spMk id="7" creationId="{C6BCF334-5ECD-481D-B7C4-2AE6662959B7}"/>
          </ac:spMkLst>
        </pc:spChg>
        <pc:spChg chg="add del mod">
          <ac:chgData name="Joonho Kwon" userId="fa141e0c-4849-4deb-8f8c-65d25da6d8db" providerId="ADAL" clId="{594EFD4D-C3A1-4F63-AFDB-30B19441418A}" dt="2020-02-28T07:16:14.266" v="636" actId="21"/>
          <ac:spMkLst>
            <pc:docMk/>
            <pc:sldMk cId="3058547542" sldId="673"/>
            <ac:spMk id="8" creationId="{48E4E3EA-9CC4-4AF7-AA5E-0D499E32BF85}"/>
          </ac:spMkLst>
        </pc:spChg>
        <pc:spChg chg="add del mod">
          <ac:chgData name="Joonho Kwon" userId="fa141e0c-4849-4deb-8f8c-65d25da6d8db" providerId="ADAL" clId="{594EFD4D-C3A1-4F63-AFDB-30B19441418A}" dt="2020-02-28T07:16:14.266" v="636" actId="21"/>
          <ac:spMkLst>
            <pc:docMk/>
            <pc:sldMk cId="3058547542" sldId="673"/>
            <ac:spMk id="9" creationId="{0E44DF45-E862-4A7F-85F1-7C54E1276BD1}"/>
          </ac:spMkLst>
        </pc:spChg>
        <pc:spChg chg="add del">
          <ac:chgData name="Joonho Kwon" userId="fa141e0c-4849-4deb-8f8c-65d25da6d8db" providerId="ADAL" clId="{594EFD4D-C3A1-4F63-AFDB-30B19441418A}" dt="2020-02-28T07:16:02.672" v="631" actId="478"/>
          <ac:spMkLst>
            <pc:docMk/>
            <pc:sldMk cId="3058547542" sldId="673"/>
            <ac:spMk id="10" creationId="{EAC7F7A9-844C-4DDE-B0C4-391053CC9FBA}"/>
          </ac:spMkLst>
        </pc:spChg>
        <pc:spChg chg="add del">
          <ac:chgData name="Joonho Kwon" userId="fa141e0c-4849-4deb-8f8c-65d25da6d8db" providerId="ADAL" clId="{594EFD4D-C3A1-4F63-AFDB-30B19441418A}" dt="2020-02-28T07:16:02.672" v="631" actId="478"/>
          <ac:spMkLst>
            <pc:docMk/>
            <pc:sldMk cId="3058547542" sldId="673"/>
            <ac:spMk id="11" creationId="{240988A7-61C2-4071-902B-3D97F43769D7}"/>
          </ac:spMkLst>
        </pc:spChg>
      </pc:sldChg>
      <pc:sldChg chg="addSp delSp modSp add">
        <pc:chgData name="Joonho Kwon" userId="fa141e0c-4849-4deb-8f8c-65d25da6d8db" providerId="ADAL" clId="{594EFD4D-C3A1-4F63-AFDB-30B19441418A}" dt="2020-02-28T08:11:05.023" v="1292" actId="21"/>
        <pc:sldMkLst>
          <pc:docMk/>
          <pc:sldMk cId="3010549127" sldId="674"/>
        </pc:sldMkLst>
        <pc:spChg chg="mod">
          <ac:chgData name="Joonho Kwon" userId="fa141e0c-4849-4deb-8f8c-65d25da6d8db" providerId="ADAL" clId="{594EFD4D-C3A1-4F63-AFDB-30B19441418A}" dt="2020-02-28T07:02:25.232" v="400" actId="404"/>
          <ac:spMkLst>
            <pc:docMk/>
            <pc:sldMk cId="3010549127" sldId="674"/>
            <ac:spMk id="2" creationId="{B8A37E5E-D7BA-442E-9351-351759844AB3}"/>
          </ac:spMkLst>
        </pc:spChg>
        <pc:spChg chg="mod">
          <ac:chgData name="Joonho Kwon" userId="fa141e0c-4849-4deb-8f8c-65d25da6d8db" providerId="ADAL" clId="{594EFD4D-C3A1-4F63-AFDB-30B19441418A}" dt="2020-02-28T08:10:59.718" v="1290" actId="20577"/>
          <ac:spMkLst>
            <pc:docMk/>
            <pc:sldMk cId="3010549127" sldId="674"/>
            <ac:spMk id="3" creationId="{E6DC50AB-0A85-4BF5-B111-C14900DA5583}"/>
          </ac:spMkLst>
        </pc:spChg>
        <pc:spChg chg="add mod">
          <ac:chgData name="Joonho Kwon" userId="fa141e0c-4849-4deb-8f8c-65d25da6d8db" providerId="ADAL" clId="{594EFD4D-C3A1-4F63-AFDB-30B19441418A}" dt="2020-02-28T08:10:20.657" v="1268" actId="1076"/>
          <ac:spMkLst>
            <pc:docMk/>
            <pc:sldMk cId="3010549127" sldId="674"/>
            <ac:spMk id="5" creationId="{56FCFB12-4DAE-4ABC-A412-9AC7A4BD500A}"/>
          </ac:spMkLst>
        </pc:spChg>
        <pc:spChg chg="add del mod">
          <ac:chgData name="Joonho Kwon" userId="fa141e0c-4849-4deb-8f8c-65d25da6d8db" providerId="ADAL" clId="{594EFD4D-C3A1-4F63-AFDB-30B19441418A}" dt="2020-02-28T08:11:05.023" v="1292" actId="21"/>
          <ac:spMkLst>
            <pc:docMk/>
            <pc:sldMk cId="3010549127" sldId="674"/>
            <ac:spMk id="6" creationId="{68EF47D6-FD33-4356-A8E3-90AB6572BEA3}"/>
          </ac:spMkLst>
        </pc:spChg>
      </pc:sldChg>
      <pc:sldChg chg="addSp delSp modSp add modAnim">
        <pc:chgData name="Joonho Kwon" userId="fa141e0c-4849-4deb-8f8c-65d25da6d8db" providerId="ADAL" clId="{594EFD4D-C3A1-4F63-AFDB-30B19441418A}" dt="2020-02-28T07:33:09.515" v="1058" actId="20577"/>
        <pc:sldMkLst>
          <pc:docMk/>
          <pc:sldMk cId="1154293857" sldId="675"/>
        </pc:sldMkLst>
        <pc:spChg chg="del">
          <ac:chgData name="Joonho Kwon" userId="fa141e0c-4849-4deb-8f8c-65d25da6d8db" providerId="ADAL" clId="{594EFD4D-C3A1-4F63-AFDB-30B19441418A}" dt="2020-02-28T07:16:10.859" v="635"/>
          <ac:spMkLst>
            <pc:docMk/>
            <pc:sldMk cId="1154293857" sldId="675"/>
            <ac:spMk id="2" creationId="{A611ECD4-1427-485A-AB15-7E9801563AC8}"/>
          </ac:spMkLst>
        </pc:spChg>
        <pc:spChg chg="del">
          <ac:chgData name="Joonho Kwon" userId="fa141e0c-4849-4deb-8f8c-65d25da6d8db" providerId="ADAL" clId="{594EFD4D-C3A1-4F63-AFDB-30B19441418A}" dt="2020-02-28T07:16:10.859" v="635"/>
          <ac:spMkLst>
            <pc:docMk/>
            <pc:sldMk cId="1154293857" sldId="675"/>
            <ac:spMk id="3" creationId="{E9E4C247-9B82-4AE2-AD97-118C70A256AF}"/>
          </ac:spMkLst>
        </pc:spChg>
        <pc:spChg chg="add mod">
          <ac:chgData name="Joonho Kwon" userId="fa141e0c-4849-4deb-8f8c-65d25da6d8db" providerId="ADAL" clId="{594EFD4D-C3A1-4F63-AFDB-30B19441418A}" dt="2020-02-28T07:33:09.515" v="1058" actId="20577"/>
          <ac:spMkLst>
            <pc:docMk/>
            <pc:sldMk cId="1154293857" sldId="675"/>
            <ac:spMk id="5" creationId="{EDFC2D55-705D-4989-B683-722ED4E6B211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6" creationId="{519DA8C0-4789-4BEC-A884-7B7925C282D4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7" creationId="{A68ADBA9-8E91-4454-9004-949D759DE94A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8" creationId="{FEF5433B-CD68-49AD-861B-2DF9E7B77A7F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9" creationId="{B0E3D1C6-27B4-43C9-81A6-112EE5202097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10" creationId="{C00DA881-AF3A-4550-A0BE-322671D589EB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11" creationId="{382DE868-2A17-4BF3-A84C-D80274AE9501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12" creationId="{47B71E32-C774-4C47-8B29-665E8FA0DDC9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13" creationId="{51194739-E1FC-4837-ACB1-03597A481E04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14" creationId="{10E3B55E-DF18-4CB9-9BEE-41F7D39606D9}"/>
          </ac:spMkLst>
        </pc:spChg>
        <pc:spChg chg="add mod">
          <ac:chgData name="Joonho Kwon" userId="fa141e0c-4849-4deb-8f8c-65d25da6d8db" providerId="ADAL" clId="{594EFD4D-C3A1-4F63-AFDB-30B19441418A}" dt="2020-02-28T07:29:27.013" v="986" actId="164"/>
          <ac:spMkLst>
            <pc:docMk/>
            <pc:sldMk cId="1154293857" sldId="675"/>
            <ac:spMk id="15" creationId="{7704AF86-2219-4DCB-8CBB-B0BD590C2F99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1" creationId="{42383D1A-69A4-4639-BFF3-70B364AE121A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2" creationId="{99A64F70-3711-4745-94D4-3F0CB2C85AB6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3" creationId="{4E54A72D-C67A-4C47-AD7F-8CDC626D7677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4" creationId="{A47C041A-088C-40AF-B9F1-3386B8FE163E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5" creationId="{3190546C-27D1-4763-A236-7CD6687EAF15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6" creationId="{E3775EDE-719D-4D17-9F02-8DAE7E491294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7" creationId="{E4EB6665-E333-4FDC-91DA-33B60706436E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28" creationId="{F81AE214-1752-4F66-AA00-86DBC84F4004}"/>
          </ac:spMkLst>
        </pc:spChg>
        <pc:spChg chg="add del mod">
          <ac:chgData name="Joonho Kwon" userId="fa141e0c-4849-4deb-8f8c-65d25da6d8db" providerId="ADAL" clId="{594EFD4D-C3A1-4F63-AFDB-30B19441418A}" dt="2020-02-28T07:18:39.639" v="685" actId="11529"/>
          <ac:spMkLst>
            <pc:docMk/>
            <pc:sldMk cId="1154293857" sldId="675"/>
            <ac:spMk id="29" creationId="{5B2EE8B5-9E0F-4F80-A9A3-E0EFED3B5955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37" creationId="{9DE9FFCA-946C-490A-88D1-D0687A95074A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38" creationId="{5EA62C46-9F57-42FC-A7D9-49076A5F9630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39" creationId="{C52A94CA-A96F-4A0F-B011-31D69DF708BA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40" creationId="{C7017347-EA03-48C8-B4F9-F3F701E046BB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41" creationId="{FACA64B1-18CB-43EB-B9F3-BEB7E0B04BCA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42" creationId="{E5223063-C423-4DC2-8796-A488B99902E5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3" creationId="{A5BAF925-F26F-4910-9512-46404DC43ECE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4" creationId="{2D65674C-C396-454A-93E0-0812CEDDCE97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5" creationId="{7F3B0827-817C-45B7-92B1-1001B482EB2D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6" creationId="{0A4177FE-404E-434D-870E-D01B4352D63E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7" creationId="{CD719067-8E5D-47AD-980C-0A4B41EE210D}"/>
          </ac:spMkLst>
        </pc:spChg>
        <pc:spChg chg="add del">
          <ac:chgData name="Joonho Kwon" userId="fa141e0c-4849-4deb-8f8c-65d25da6d8db" providerId="ADAL" clId="{594EFD4D-C3A1-4F63-AFDB-30B19441418A}" dt="2020-02-28T07:21:06.274" v="779"/>
          <ac:spMkLst>
            <pc:docMk/>
            <pc:sldMk cId="1154293857" sldId="675"/>
            <ac:spMk id="48" creationId="{D67327E2-7EAD-4165-820A-4F1C9E704299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49" creationId="{68FACF7B-2421-4A51-95F8-208931E34F91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0" creationId="{D2E949F4-EA7F-4D5B-A81F-F8C1B3D14CC0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1" creationId="{DEC541BD-7167-4386-82E9-2D1E46F75FAE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2" creationId="{4CFAA416-CC78-442E-999D-76C0F1401701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3" creationId="{D168B29C-2D82-4E72-A757-29F2AFE4493C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4" creationId="{98F620F6-2DAA-44B8-B0F5-07E55E649011}"/>
          </ac:spMkLst>
        </pc:spChg>
        <pc:spChg chg="add mod">
          <ac:chgData name="Joonho Kwon" userId="fa141e0c-4849-4deb-8f8c-65d25da6d8db" providerId="ADAL" clId="{594EFD4D-C3A1-4F63-AFDB-30B19441418A}" dt="2020-02-28T07:29:12.051" v="985" actId="164"/>
          <ac:spMkLst>
            <pc:docMk/>
            <pc:sldMk cId="1154293857" sldId="675"/>
            <ac:spMk id="55" creationId="{0E006850-1F68-4011-BB21-9DD3C07B268F}"/>
          </ac:spMkLst>
        </pc:spChg>
        <pc:spChg chg="add mod">
          <ac:chgData name="Joonho Kwon" userId="fa141e0c-4849-4deb-8f8c-65d25da6d8db" providerId="ADAL" clId="{594EFD4D-C3A1-4F63-AFDB-30B19441418A}" dt="2020-02-28T07:29:37.993" v="987" actId="164"/>
          <ac:spMkLst>
            <pc:docMk/>
            <pc:sldMk cId="1154293857" sldId="675"/>
            <ac:spMk id="56" creationId="{76735997-7B5B-4FA0-A9B6-2398FFBEBCF2}"/>
          </ac:spMkLst>
        </pc:spChg>
        <pc:spChg chg="add mod">
          <ac:chgData name="Joonho Kwon" userId="fa141e0c-4849-4deb-8f8c-65d25da6d8db" providerId="ADAL" clId="{594EFD4D-C3A1-4F63-AFDB-30B19441418A}" dt="2020-02-28T07:31:51.667" v="1017" actId="1076"/>
          <ac:spMkLst>
            <pc:docMk/>
            <pc:sldMk cId="1154293857" sldId="675"/>
            <ac:spMk id="58" creationId="{203AA779-0C71-41C1-8EF6-190F64C9BF29}"/>
          </ac:spMkLst>
        </pc:spChg>
        <pc:spChg chg="add mod">
          <ac:chgData name="Joonho Kwon" userId="fa141e0c-4849-4deb-8f8c-65d25da6d8db" providerId="ADAL" clId="{594EFD4D-C3A1-4F63-AFDB-30B19441418A}" dt="2020-02-28T07:30:17.984" v="999" actId="164"/>
          <ac:spMkLst>
            <pc:docMk/>
            <pc:sldMk cId="1154293857" sldId="675"/>
            <ac:spMk id="60" creationId="{757AF566-37BD-41BE-BA40-0D1CF974894C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1" creationId="{F7AFC944-DAC5-4F8E-BDA4-4C83CAB97155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2" creationId="{865379A7-4488-45A2-B10C-58A41B41C12E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3" creationId="{A3005F57-1371-42AB-941B-4E73EDDC0916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4" creationId="{6895444B-7D6C-4FC1-B2A1-02EEBFF225D6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5" creationId="{918FAE48-2411-4595-BB8C-948F35410CD5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6" creationId="{6CDA644F-C7A4-4151-8333-7C710668DED8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7" creationId="{B747BD26-A6F3-4EA4-823E-CCAB98AEF943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8" creationId="{AEDD4552-6C12-48FA-9D94-9CB3E579F78B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69" creationId="{908F5752-2220-4D84-9742-49F76F65ABE5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0" creationId="{E03F52B9-9846-430C-823D-F80971FC75D8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1" creationId="{3A337C93-1AE8-4CFB-9E89-232F03F76609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2" creationId="{8F650560-7018-4310-AEEA-68C86ED689BE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3" creationId="{6137DECD-A4C5-45D4-9333-33F026F2B00D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4" creationId="{A2A3EEDB-9278-40E9-A7CC-FDF39A172E91}"/>
          </ac:spMkLst>
        </pc:spChg>
        <pc:spChg chg="add mod">
          <ac:chgData name="Joonho Kwon" userId="fa141e0c-4849-4deb-8f8c-65d25da6d8db" providerId="ADAL" clId="{594EFD4D-C3A1-4F63-AFDB-30B19441418A}" dt="2020-02-28T07:30:34.534" v="1004" actId="164"/>
          <ac:spMkLst>
            <pc:docMk/>
            <pc:sldMk cId="1154293857" sldId="675"/>
            <ac:spMk id="75" creationId="{4C229F93-BE53-4057-9F15-BC5A244EEA45}"/>
          </ac:spMkLst>
        </pc:spChg>
        <pc:spChg chg="add mod">
          <ac:chgData name="Joonho Kwon" userId="fa141e0c-4849-4deb-8f8c-65d25da6d8db" providerId="ADAL" clId="{594EFD4D-C3A1-4F63-AFDB-30B19441418A}" dt="2020-02-28T07:31:51.667" v="1017" actId="1076"/>
          <ac:spMkLst>
            <pc:docMk/>
            <pc:sldMk cId="1154293857" sldId="675"/>
            <ac:spMk id="81" creationId="{8583FA99-8890-4871-9957-727762FD1EFF}"/>
          </ac:spMkLst>
        </pc:spChg>
        <pc:spChg chg="add mod">
          <ac:chgData name="Joonho Kwon" userId="fa141e0c-4849-4deb-8f8c-65d25da6d8db" providerId="ADAL" clId="{594EFD4D-C3A1-4F63-AFDB-30B19441418A}" dt="2020-02-28T07:33:01.724" v="1050" actId="1076"/>
          <ac:spMkLst>
            <pc:docMk/>
            <pc:sldMk cId="1154293857" sldId="675"/>
            <ac:spMk id="83" creationId="{4DDC9DD4-D948-413C-9433-F4C08E4CA32B}"/>
          </ac:spMkLst>
        </pc:s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76" creationId="{0EBE219D-914E-4E98-A8FC-B1A4181B2818}"/>
          </ac:grpSpMkLst>
        </pc:gr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77" creationId="{BBE8864D-F1D1-48BA-B0CD-B0357F35FBC6}"/>
          </ac:grpSpMkLst>
        </pc:gr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78" creationId="{2EFD7ABF-E77D-47AD-98ED-CB04AAA19B56}"/>
          </ac:grpSpMkLst>
        </pc:gr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79" creationId="{2CB9B0B0-954F-499E-B2EE-1B8B6D1F5C99}"/>
          </ac:grpSpMkLst>
        </pc:gr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80" creationId="{36667BC3-FCD3-4E73-AA82-E6D6AC201D0E}"/>
          </ac:grpSpMkLst>
        </pc:grpChg>
        <pc:grpChg chg="add mod">
          <ac:chgData name="Joonho Kwon" userId="fa141e0c-4849-4deb-8f8c-65d25da6d8db" providerId="ADAL" clId="{594EFD4D-C3A1-4F63-AFDB-30B19441418A}" dt="2020-02-28T07:31:51.667" v="1017" actId="1076"/>
          <ac:grpSpMkLst>
            <pc:docMk/>
            <pc:sldMk cId="1154293857" sldId="675"/>
            <ac:grpSpMk id="82" creationId="{D3EDAC33-D645-46A3-B027-80A7FB8670CE}"/>
          </ac:grpSpMkLst>
        </pc:grpChg>
        <pc:cxnChg chg="add mod">
          <ac:chgData name="Joonho Kwon" userId="fa141e0c-4849-4deb-8f8c-65d25da6d8db" providerId="ADAL" clId="{594EFD4D-C3A1-4F63-AFDB-30B19441418A}" dt="2020-02-28T07:29:27.013" v="986" actId="164"/>
          <ac:cxnSpMkLst>
            <pc:docMk/>
            <pc:sldMk cId="1154293857" sldId="675"/>
            <ac:cxnSpMk id="17" creationId="{86EE71D0-1E9B-4B2B-B467-1B9954195606}"/>
          </ac:cxnSpMkLst>
        </pc:cxnChg>
        <pc:cxnChg chg="add del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20" creationId="{698F5B0C-B6EF-49FC-A903-52A0A845B89C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1" creationId="{1381DB9E-CE06-4F57-92A7-A70163B14A51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2" creationId="{CC038F9F-4767-4BA7-B07D-F47E570F65D6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3" creationId="{339A0F06-A43A-48B8-A77D-72448DF7042F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4" creationId="{33CE3614-F49A-4277-AE07-69097067A795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5" creationId="{79C57070-4F30-4EF8-89AD-848FC0AFAFAC}"/>
          </ac:cxnSpMkLst>
        </pc:cxnChg>
        <pc:cxnChg chg="add mod">
          <ac:chgData name="Joonho Kwon" userId="fa141e0c-4849-4deb-8f8c-65d25da6d8db" providerId="ADAL" clId="{594EFD4D-C3A1-4F63-AFDB-30B19441418A}" dt="2020-02-28T07:29:47.881" v="988" actId="164"/>
          <ac:cxnSpMkLst>
            <pc:docMk/>
            <pc:sldMk cId="1154293857" sldId="675"/>
            <ac:cxnSpMk id="36" creationId="{F81E12F6-169D-4FF2-9020-84ECEF08FE9D}"/>
          </ac:cxnSpMkLst>
        </pc:cxnChg>
        <pc:cxnChg chg="add mod">
          <ac:chgData name="Joonho Kwon" userId="fa141e0c-4849-4deb-8f8c-65d25da6d8db" providerId="ADAL" clId="{594EFD4D-C3A1-4F63-AFDB-30B19441418A}" dt="2020-02-28T07:29:37.993" v="987" actId="164"/>
          <ac:cxnSpMkLst>
            <pc:docMk/>
            <pc:sldMk cId="1154293857" sldId="675"/>
            <ac:cxnSpMk id="57" creationId="{0987DEE0-1CF7-4A92-86EC-33B32F8E3518}"/>
          </ac:cxnSpMkLst>
        </pc:cxnChg>
        <pc:cxnChg chg="add mod">
          <ac:chgData name="Joonho Kwon" userId="fa141e0c-4849-4deb-8f8c-65d25da6d8db" providerId="ADAL" clId="{594EFD4D-C3A1-4F63-AFDB-30B19441418A}" dt="2020-02-28T07:30:17.984" v="999" actId="164"/>
          <ac:cxnSpMkLst>
            <pc:docMk/>
            <pc:sldMk cId="1154293857" sldId="675"/>
            <ac:cxnSpMk id="59" creationId="{E2A0641F-DA03-4340-9648-620B4435B300}"/>
          </ac:cxnSpMkLst>
        </pc:cxnChg>
      </pc:sldChg>
      <pc:sldChg chg="add">
        <pc:chgData name="Joonho Kwon" userId="fa141e0c-4849-4deb-8f8c-65d25da6d8db" providerId="ADAL" clId="{594EFD4D-C3A1-4F63-AFDB-30B19441418A}" dt="2020-02-28T07:49:54.563" v="1252"/>
        <pc:sldMkLst>
          <pc:docMk/>
          <pc:sldMk cId="786078153" sldId="676"/>
        </pc:sldMkLst>
      </pc:sldChg>
      <pc:sldChg chg="addSp delSp modSp add del addAnim delAnim modAnim">
        <pc:chgData name="Joonho Kwon" userId="fa141e0c-4849-4deb-8f8c-65d25da6d8db" providerId="ADAL" clId="{594EFD4D-C3A1-4F63-AFDB-30B19441418A}" dt="2020-02-28T07:49:51.366" v="1251" actId="2696"/>
        <pc:sldMkLst>
          <pc:docMk/>
          <pc:sldMk cId="2758449860" sldId="676"/>
        </pc:sldMkLst>
        <pc:spChg chg="mod">
          <ac:chgData name="Joonho Kwon" userId="fa141e0c-4849-4deb-8f8c-65d25da6d8db" providerId="ADAL" clId="{594EFD4D-C3A1-4F63-AFDB-30B19441418A}" dt="2020-02-28T07:35:50.614" v="1082" actId="1076"/>
          <ac:spMkLst>
            <pc:docMk/>
            <pc:sldMk cId="2758449860" sldId="676"/>
            <ac:spMk id="2" creationId="{09F9E10A-B2F0-4689-8B95-1A45E49501BE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4" creationId="{AC43A7F1-0236-4775-9778-B3BE18B8FD57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5" creationId="{1BFBDB0F-2877-418F-B22E-E72C38A27A89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6" creationId="{05B81B86-36FA-4427-8112-B7CFF607A6DC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7" creationId="{93E2D33B-CD48-44C4-8E0A-5CE060AB659D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8" creationId="{D92C00ED-F963-4778-8049-A5539BF8DD92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9" creationId="{A0FB0504-8B54-4768-B1B4-0D9F0C13F6A5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0" creationId="{2706D5E4-CB60-442C-816A-311875B4A4F8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1" creationId="{63BC9E9C-1FD8-47C2-9A20-A6576D3AF41F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2" creationId="{216CE9A6-FF6D-4737-AE72-75380EB9D4BD}"/>
          </ac:spMkLst>
        </pc:spChg>
        <pc:spChg chg="add mod">
          <ac:chgData name="Joonho Kwon" userId="fa141e0c-4849-4deb-8f8c-65d25da6d8db" providerId="ADAL" clId="{594EFD4D-C3A1-4F63-AFDB-30B19441418A}" dt="2020-02-28T07:43:49.516" v="1144" actId="164"/>
          <ac:spMkLst>
            <pc:docMk/>
            <pc:sldMk cId="2758449860" sldId="676"/>
            <ac:spMk id="13" creationId="{BD9DB8EE-DC4F-477A-B1ED-AA5663963EF7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6" creationId="{3FE3CBA3-F910-45DF-96DC-6C01B0301116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7" creationId="{9946E0FC-7FAD-4CA0-BC46-FA7388BED798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8" creationId="{39F69C36-9CE9-4E14-A9C0-727FB56438BD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19" creationId="{9F09F3AB-4242-44E8-8433-60D035B07FA2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20" creationId="{EE05DE6F-7256-472A-83E2-7124E3108C92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21" creationId="{22A41904-E5B9-4240-AF92-F7D0CC0AD092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22" creationId="{637E425A-EC80-43B9-BC74-D1C62EB30707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23" creationId="{4CF4D2CD-5430-46A0-AE97-E0C02CB668B2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0" creationId="{D1043966-04F7-42CB-853E-28B7EB28EBEF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1" creationId="{92B927DD-7299-419C-8190-7E0EC13FC09B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2" creationId="{14686094-E075-4394-B332-4B92CEB8789E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3" creationId="{60560867-5C97-4A09-B147-DC4C8346BA57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4" creationId="{E5D74DD5-3BCB-4C64-84F1-0EC2491F4DAC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5" creationId="{DE76A6CD-B5EA-4FA9-AB9B-9712F8409AA6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6" creationId="{EFD42384-3068-4B49-850D-500C1CBD1FBC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7" creationId="{F7B1DBA6-1718-4CD0-A969-7CAD061D60B4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8" creationId="{1017FD34-AA3B-48FE-9A02-FBC8B1CB664D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39" creationId="{26FD033C-0894-445A-BADD-A4F23815582D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40" creationId="{8F03BAF2-3DB0-4064-9843-55B197229FFA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41" creationId="{078FE49E-0412-4F4D-8691-BD8F623951C3}"/>
          </ac:spMkLst>
        </pc:spChg>
        <pc:spChg chg="add mod">
          <ac:chgData name="Joonho Kwon" userId="fa141e0c-4849-4deb-8f8c-65d25da6d8db" providerId="ADAL" clId="{594EFD4D-C3A1-4F63-AFDB-30B19441418A}" dt="2020-02-28T07:43:37.503" v="1141" actId="164"/>
          <ac:spMkLst>
            <pc:docMk/>
            <pc:sldMk cId="2758449860" sldId="676"/>
            <ac:spMk id="42" creationId="{0E6C93EB-5883-4C89-AA54-5E1B02057A93}"/>
          </ac:spMkLst>
        </pc:spChg>
        <pc:spChg chg="add mod">
          <ac:chgData name="Joonho Kwon" userId="fa141e0c-4849-4deb-8f8c-65d25da6d8db" providerId="ADAL" clId="{594EFD4D-C3A1-4F63-AFDB-30B19441418A}" dt="2020-02-28T07:35:24.421" v="1074" actId="1036"/>
          <ac:spMkLst>
            <pc:docMk/>
            <pc:sldMk cId="2758449860" sldId="676"/>
            <ac:spMk id="43" creationId="{A507DFF5-7841-44F5-A421-0782AEDEC4AF}"/>
          </ac:spMkLst>
        </pc:spChg>
        <pc:spChg chg="add del mod">
          <ac:chgData name="Joonho Kwon" userId="fa141e0c-4849-4deb-8f8c-65d25da6d8db" providerId="ADAL" clId="{594EFD4D-C3A1-4F63-AFDB-30B19441418A}" dt="2020-02-28T07:42:59.965" v="1138" actId="478"/>
          <ac:spMkLst>
            <pc:docMk/>
            <pc:sldMk cId="2758449860" sldId="676"/>
            <ac:spMk id="45" creationId="{7B81FDB3-BEE7-47F1-A334-9ED2F9D7AA13}"/>
          </ac:spMkLst>
        </pc:spChg>
        <pc:spChg chg="add mod">
          <ac:chgData name="Joonho Kwon" userId="fa141e0c-4849-4deb-8f8c-65d25da6d8db" providerId="ADAL" clId="{594EFD4D-C3A1-4F63-AFDB-30B19441418A}" dt="2020-02-28T07:44:19.733" v="1147" actId="164"/>
          <ac:spMkLst>
            <pc:docMk/>
            <pc:sldMk cId="2758449860" sldId="676"/>
            <ac:spMk id="47" creationId="{9E6DC8DC-0A43-407B-AAB0-88BFA72AF21C}"/>
          </ac:spMkLst>
        </pc:spChg>
        <pc:spChg chg="add del mod">
          <ac:chgData name="Joonho Kwon" userId="fa141e0c-4849-4deb-8f8c-65d25da6d8db" providerId="ADAL" clId="{594EFD4D-C3A1-4F63-AFDB-30B19441418A}" dt="2020-02-28T07:49:47.266" v="1250" actId="478"/>
          <ac:spMkLst>
            <pc:docMk/>
            <pc:sldMk cId="2758449860" sldId="676"/>
            <ac:spMk id="48" creationId="{318F954D-C144-46D2-B21B-6672118E0BF5}"/>
          </ac:spMkLst>
        </pc:spChg>
        <pc:spChg chg="del">
          <ac:chgData name="Joonho Kwon" userId="fa141e0c-4849-4deb-8f8c-65d25da6d8db" providerId="ADAL" clId="{594EFD4D-C3A1-4F63-AFDB-30B19441418A}" dt="2020-02-28T07:36:20.996" v="1087" actId="478"/>
          <ac:spMkLst>
            <pc:docMk/>
            <pc:sldMk cId="2758449860" sldId="676"/>
            <ac:spMk id="57" creationId="{4E3EB159-80C8-436F-953F-F35EA9320A06}"/>
          </ac:spMkLst>
        </pc:spChg>
        <pc:spChg chg="del">
          <ac:chgData name="Joonho Kwon" userId="fa141e0c-4849-4deb-8f8c-65d25da6d8db" providerId="ADAL" clId="{594EFD4D-C3A1-4F63-AFDB-30B19441418A}" dt="2020-02-28T07:36:27.128" v="1088" actId="478"/>
          <ac:spMkLst>
            <pc:docMk/>
            <pc:sldMk cId="2758449860" sldId="676"/>
            <ac:spMk id="64" creationId="{F30A8551-DDB9-4B51-AA69-222C9BC95225}"/>
          </ac:spMkLst>
        </pc:spChg>
        <pc:spChg chg="add del mod">
          <ac:chgData name="Joonho Kwon" userId="fa141e0c-4849-4deb-8f8c-65d25da6d8db" providerId="ADAL" clId="{594EFD4D-C3A1-4F63-AFDB-30B19441418A}" dt="2020-02-28T07:36:16.836" v="1086" actId="478"/>
          <ac:spMkLst>
            <pc:docMk/>
            <pc:sldMk cId="2758449860" sldId="676"/>
            <ac:spMk id="65" creationId="{4AA6CFC7-49D2-4E7F-AB6E-0C9E50563345}"/>
          </ac:spMkLst>
        </pc:spChg>
        <pc:spChg chg="add mod">
          <ac:chgData name="Joonho Kwon" userId="fa141e0c-4849-4deb-8f8c-65d25da6d8db" providerId="ADAL" clId="{594EFD4D-C3A1-4F63-AFDB-30B19441418A}" dt="2020-02-28T07:37:34.458" v="1130" actId="1076"/>
          <ac:spMkLst>
            <pc:docMk/>
            <pc:sldMk cId="2758449860" sldId="676"/>
            <ac:spMk id="66" creationId="{C723C68D-7AA7-4E34-926B-19065E9F3766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0" creationId="{FF1C1DBE-9683-475A-8457-54273C981BC5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1" creationId="{DC988E6E-B299-4BAF-93AD-A2036FD6A5C4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2" creationId="{ACCB5E6C-196B-4146-BA8E-211088191CDC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3" creationId="{893241F2-DB02-467A-ACAA-563F0005518A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4" creationId="{17FC98B9-C473-485C-BD00-843099B89FF3}"/>
          </ac:spMkLst>
        </pc:spChg>
        <pc:spChg chg="add mod">
          <ac:chgData name="Joonho Kwon" userId="fa141e0c-4849-4deb-8f8c-65d25da6d8db" providerId="ADAL" clId="{594EFD4D-C3A1-4F63-AFDB-30B19441418A}" dt="2020-02-28T07:45:03.429" v="1154" actId="164"/>
          <ac:spMkLst>
            <pc:docMk/>
            <pc:sldMk cId="2758449860" sldId="676"/>
            <ac:spMk id="75" creationId="{7F14A05A-B3FC-41F2-BEE7-490E27869413}"/>
          </ac:spMkLst>
        </pc:spChg>
        <pc:spChg chg="add mod">
          <ac:chgData name="Joonho Kwon" userId="fa141e0c-4849-4deb-8f8c-65d25da6d8db" providerId="ADAL" clId="{594EFD4D-C3A1-4F63-AFDB-30B19441418A}" dt="2020-02-28T07:46:48.597" v="1201" actId="164"/>
          <ac:spMkLst>
            <pc:docMk/>
            <pc:sldMk cId="2758449860" sldId="676"/>
            <ac:spMk id="77" creationId="{ACC1CB39-A4E3-4CA8-8D04-6D2F92B126F5}"/>
          </ac:spMkLst>
        </pc:spChg>
        <pc:spChg chg="add mod">
          <ac:chgData name="Joonho Kwon" userId="fa141e0c-4849-4deb-8f8c-65d25da6d8db" providerId="ADAL" clId="{594EFD4D-C3A1-4F63-AFDB-30B19441418A}" dt="2020-02-28T07:46:48.597" v="1201" actId="164"/>
          <ac:spMkLst>
            <pc:docMk/>
            <pc:sldMk cId="2758449860" sldId="676"/>
            <ac:spMk id="78" creationId="{7610DE4B-7026-4166-A481-BB5E8A213D83}"/>
          </ac:spMkLst>
        </pc:spChg>
        <pc:grpChg chg="add mod">
          <ac:chgData name="Joonho Kwon" userId="fa141e0c-4849-4deb-8f8c-65d25da6d8db" providerId="ADAL" clId="{594EFD4D-C3A1-4F63-AFDB-30B19441418A}" dt="2020-02-28T07:35:32.674" v="1076" actId="1076"/>
          <ac:grpSpMkLst>
            <pc:docMk/>
            <pc:sldMk cId="2758449860" sldId="676"/>
            <ac:grpSpMk id="49" creationId="{55358B94-1FDF-4962-BF45-50A6E2B2EE4B}"/>
          </ac:grpSpMkLst>
        </pc:grpChg>
        <pc:grpChg chg="add mod">
          <ac:chgData name="Joonho Kwon" userId="fa141e0c-4849-4deb-8f8c-65d25da6d8db" providerId="ADAL" clId="{594EFD4D-C3A1-4F63-AFDB-30B19441418A}" dt="2020-02-28T07:43:37.503" v="1141" actId="164"/>
          <ac:grpSpMkLst>
            <pc:docMk/>
            <pc:sldMk cId="2758449860" sldId="676"/>
            <ac:grpSpMk id="67" creationId="{D3874A84-1C31-4392-8FD0-BDDF97E66AC9}"/>
          </ac:grpSpMkLst>
        </pc:grpChg>
        <pc:grpChg chg="add mod">
          <ac:chgData name="Joonho Kwon" userId="fa141e0c-4849-4deb-8f8c-65d25da6d8db" providerId="ADAL" clId="{594EFD4D-C3A1-4F63-AFDB-30B19441418A}" dt="2020-02-28T07:43:49.516" v="1144" actId="164"/>
          <ac:grpSpMkLst>
            <pc:docMk/>
            <pc:sldMk cId="2758449860" sldId="676"/>
            <ac:grpSpMk id="68" creationId="{50A4D6A2-857F-4764-8FA4-33E353FD7C95}"/>
          </ac:grpSpMkLst>
        </pc:grpChg>
        <pc:grpChg chg="add mod">
          <ac:chgData name="Joonho Kwon" userId="fa141e0c-4849-4deb-8f8c-65d25da6d8db" providerId="ADAL" clId="{594EFD4D-C3A1-4F63-AFDB-30B19441418A}" dt="2020-02-28T07:44:19.733" v="1147" actId="164"/>
          <ac:grpSpMkLst>
            <pc:docMk/>
            <pc:sldMk cId="2758449860" sldId="676"/>
            <ac:grpSpMk id="69" creationId="{6A0532D5-44A7-4852-8058-B91A2C2815B6}"/>
          </ac:grpSpMkLst>
        </pc:grpChg>
        <pc:grpChg chg="add mod">
          <ac:chgData name="Joonho Kwon" userId="fa141e0c-4849-4deb-8f8c-65d25da6d8db" providerId="ADAL" clId="{594EFD4D-C3A1-4F63-AFDB-30B19441418A}" dt="2020-02-28T07:45:09.416" v="1155" actId="1076"/>
          <ac:grpSpMkLst>
            <pc:docMk/>
            <pc:sldMk cId="2758449860" sldId="676"/>
            <ac:grpSpMk id="76" creationId="{5A9A2033-4609-4DFE-B4D7-92841EE7440C}"/>
          </ac:grpSpMkLst>
        </pc:grpChg>
        <pc:grpChg chg="add mod">
          <ac:chgData name="Joonho Kwon" userId="fa141e0c-4849-4deb-8f8c-65d25da6d8db" providerId="ADAL" clId="{594EFD4D-C3A1-4F63-AFDB-30B19441418A}" dt="2020-02-28T07:46:48.597" v="1201" actId="164"/>
          <ac:grpSpMkLst>
            <pc:docMk/>
            <pc:sldMk cId="2758449860" sldId="676"/>
            <ac:grpSpMk id="79" creationId="{28192B22-83EA-4A7E-A424-FB7B5338136E}"/>
          </ac:grpSpMkLst>
        </pc:grpChg>
        <pc:cxnChg chg="add mod">
          <ac:chgData name="Joonho Kwon" userId="fa141e0c-4849-4deb-8f8c-65d25da6d8db" providerId="ADAL" clId="{594EFD4D-C3A1-4F63-AFDB-30B19441418A}" dt="2020-02-28T07:43:49.516" v="1144" actId="164"/>
          <ac:cxnSpMkLst>
            <pc:docMk/>
            <pc:sldMk cId="2758449860" sldId="676"/>
            <ac:cxnSpMk id="14" creationId="{37F4306B-24C5-41DF-A31D-D3C5F21D53E1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15" creationId="{0C9A3CED-6336-4AAB-A055-DCCB3E9E301F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4" creationId="{C0D1075E-62CA-49C7-A283-B0B8A7FDF392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5" creationId="{CE20AFCE-731E-42D8-88E5-59063111EE24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6" creationId="{7F5D3511-CECC-4753-93E1-9956650DC480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7" creationId="{D61EFAA8-5DCC-42CA-89B5-9A8DF2069FFA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8" creationId="{65A2159A-BE80-484F-BB8C-FC83B29A773D}"/>
          </ac:cxnSpMkLst>
        </pc:cxnChg>
        <pc:cxnChg chg="add del mod">
          <ac:chgData name="Joonho Kwon" userId="fa141e0c-4849-4deb-8f8c-65d25da6d8db" providerId="ADAL" clId="{594EFD4D-C3A1-4F63-AFDB-30B19441418A}" dt="2020-02-28T07:42:55.834" v="1136" actId="478"/>
          <ac:cxnSpMkLst>
            <pc:docMk/>
            <pc:sldMk cId="2758449860" sldId="676"/>
            <ac:cxnSpMk id="29" creationId="{FB057C80-09B0-401E-86F1-1E89DE5B22FB}"/>
          </ac:cxnSpMkLst>
        </pc:cxnChg>
        <pc:cxnChg chg="add mod">
          <ac:chgData name="Joonho Kwon" userId="fa141e0c-4849-4deb-8f8c-65d25da6d8db" providerId="ADAL" clId="{594EFD4D-C3A1-4F63-AFDB-30B19441418A}" dt="2020-02-28T07:35:24.421" v="1074" actId="1036"/>
          <ac:cxnSpMkLst>
            <pc:docMk/>
            <pc:sldMk cId="2758449860" sldId="676"/>
            <ac:cxnSpMk id="44" creationId="{015BE5EC-4CEF-417F-9C8A-9944E84006EE}"/>
          </ac:cxnSpMkLst>
        </pc:cxnChg>
        <pc:cxnChg chg="add mod">
          <ac:chgData name="Joonho Kwon" userId="fa141e0c-4849-4deb-8f8c-65d25da6d8db" providerId="ADAL" clId="{594EFD4D-C3A1-4F63-AFDB-30B19441418A}" dt="2020-02-28T07:44:19.733" v="1147" actId="164"/>
          <ac:cxnSpMkLst>
            <pc:docMk/>
            <pc:sldMk cId="2758449860" sldId="676"/>
            <ac:cxnSpMk id="46" creationId="{E4375730-A8F1-429E-8FB3-46DB006D3A51}"/>
          </ac:cxnSpMkLst>
        </pc:cxnChg>
      </pc:sldChg>
      <pc:sldChg chg="add del">
        <pc:chgData name="Joonho Kwon" userId="fa141e0c-4849-4deb-8f8c-65d25da6d8db" providerId="ADAL" clId="{594EFD4D-C3A1-4F63-AFDB-30B19441418A}" dt="2020-02-28T07:49:41.342" v="1249" actId="47"/>
        <pc:sldMkLst>
          <pc:docMk/>
          <pc:sldMk cId="746898158" sldId="677"/>
        </pc:sldMkLst>
      </pc:sldChg>
      <pc:sldChg chg="addSp delSp modSp add del modAnim">
        <pc:chgData name="Joonho Kwon" userId="fa141e0c-4849-4deb-8f8c-65d25da6d8db" providerId="ADAL" clId="{594EFD4D-C3A1-4F63-AFDB-30B19441418A}" dt="2020-02-28T07:49:51.366" v="1251" actId="2696"/>
        <pc:sldMkLst>
          <pc:docMk/>
          <pc:sldMk cId="563141356" sldId="678"/>
        </pc:sldMkLst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" creationId="{5B5B85D8-18A0-495A-A5CD-381B71C2DA79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5" creationId="{A9CDAB68-5A80-4712-9DBE-21BAE749876C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6" creationId="{1B3A7F06-90A4-41EE-939E-3913C42E3123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7" creationId="{FB099AE9-DE12-4BF0-A1FB-D5D8A0CF5B02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8" creationId="{E6685B47-39A5-4659-9540-DA34E00C7649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9" creationId="{06799C27-69BB-49FC-8EF5-10C07687CE29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0" creationId="{FD0F32F0-5B09-42BA-871C-B20014E32F77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1" creationId="{FA885A84-7384-433F-9176-835F01DCC7CA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2" creationId="{F6F4002F-3DEA-41D0-AF3A-6D496AEFE864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3" creationId="{D501D74D-3B5D-4304-A656-6FBA35599980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6" creationId="{F8526615-12F7-4D42-8B81-D238CC81C4CB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7" creationId="{BFDB818B-1926-46B6-8CC2-138EFE3D1E43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8" creationId="{6269945A-8ABC-4BA8-8AC6-D05E430810E1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19" creationId="{A36521AC-00C6-4C8D-8E9E-F0D5BDEB958E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20" creationId="{FBAC3D23-6BDD-4CEC-ACFE-533C2277ECF2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21" creationId="{6D0DB62F-ED6F-41AF-B7B6-3B00E425A6A1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22" creationId="{87849349-FF56-4FAF-B6D9-B405BDF0A26D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23" creationId="{B5A805FD-ADCA-43ED-B923-E295CEE601F2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0" creationId="{541E03C6-A563-4D98-A657-89B38CE4E893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1" creationId="{7CC0A96D-1063-4CE6-B32C-CE263DA84607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2" creationId="{C7684E8A-CF15-4A0E-990E-ACDF46E1EC69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3" creationId="{29ABF010-61E9-42F1-AFC2-97544200C140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4" creationId="{06A7DF7A-E454-409F-B8AB-93EC20E8F83D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5" creationId="{54F5978C-0BA5-4218-913A-38534F4DDD73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6" creationId="{296C0137-CC35-48AC-8217-D7B55A02698D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7" creationId="{9229D849-94DE-493B-83A0-975B56D805CE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8" creationId="{FD07C9E0-239B-4FC3-AF9C-CF04E62692C0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39" creationId="{DD7239BF-47BA-4563-B150-1903AB2E7772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0" creationId="{CA14F7DF-7C0B-485B-AD72-C23419476CF5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1" creationId="{9525A8D9-2BD6-4ECA-8DF1-83DB69E28E37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2" creationId="{CE98B064-A01D-4EDE-8F7E-2B270DCE6FF2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3" creationId="{07ED75A5-4F7A-4C82-80B2-8F45F5B32FE4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5" creationId="{1113A6CB-F2EC-4186-A279-81518AFD01B5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47" creationId="{B0ED622C-4B16-4FE6-B66A-5C51A8B37ED9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49" creationId="{16503788-0B37-4554-86A7-E889C5A7ACD0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0" creationId="{3CF0186E-9B41-493B-B12B-29DDE24D540D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1" creationId="{619C1E99-23A0-492D-92F6-1DC1827B8420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2" creationId="{0BF00469-C34B-4816-8E4B-39496D0B3581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3" creationId="{867BE680-93C3-41D4-87D0-C90E17FF281E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4" creationId="{E9652FC5-F1E4-4913-AC83-EC78326839B2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5" creationId="{4391F7ED-00EA-4B86-8F16-E1D9698BB31F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6" creationId="{30D027AF-56AA-4B1A-909A-C9B3460D5466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7" creationId="{EE1E5A0F-2C76-45E5-82DA-D9D27D9AD263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8" creationId="{28E07254-194B-49C5-B9DC-AD44EF439C56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59" creationId="{3623FD39-9FBD-4FBA-88E6-8B44A31F72D3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60" creationId="{42271D2F-9DDE-4FC1-ABFB-44A4724947B3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61" creationId="{EE60989D-80D3-40CF-A4B8-2636D6576DC6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62" creationId="{AE48DCD9-E08F-4A8B-A4E5-FBB3BACBF264}"/>
          </ac:spMkLst>
        </pc:spChg>
        <pc:spChg chg="mod topLvl">
          <ac:chgData name="Joonho Kwon" userId="fa141e0c-4849-4deb-8f8c-65d25da6d8db" providerId="ADAL" clId="{594EFD4D-C3A1-4F63-AFDB-30B19441418A}" dt="2020-02-28T07:44:45.468" v="1150" actId="165"/>
          <ac:spMkLst>
            <pc:docMk/>
            <pc:sldMk cId="563141356" sldId="678"/>
            <ac:spMk id="63" creationId="{063561F8-48AD-4599-81FC-BD645F32B3C9}"/>
          </ac:spMkLst>
        </pc:spChg>
        <pc:spChg chg="add">
          <ac:chgData name="Joonho Kwon" userId="fa141e0c-4849-4deb-8f8c-65d25da6d8db" providerId="ADAL" clId="{594EFD4D-C3A1-4F63-AFDB-30B19441418A}" dt="2020-02-28T07:36:05.696" v="1084"/>
          <ac:spMkLst>
            <pc:docMk/>
            <pc:sldMk cId="563141356" sldId="678"/>
            <ac:spMk id="64" creationId="{7EE73868-37EA-4F67-AD53-1DC524CC49C6}"/>
          </ac:spMkLst>
        </pc:spChg>
        <pc:grpChg chg="add del">
          <ac:chgData name="Joonho Kwon" userId="fa141e0c-4849-4deb-8f8c-65d25da6d8db" providerId="ADAL" clId="{594EFD4D-C3A1-4F63-AFDB-30B19441418A}" dt="2020-02-28T07:44:45.468" v="1150" actId="165"/>
          <ac:grpSpMkLst>
            <pc:docMk/>
            <pc:sldMk cId="563141356" sldId="678"/>
            <ac:grpSpMk id="48" creationId="{6DBF52AC-7AF7-4385-A682-AB2DF5DDEE61}"/>
          </ac:grpSpMkLst>
        </pc:grp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14" creationId="{94CA765D-3CFF-47CF-9887-9A3AA1A8B239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15" creationId="{43416B7A-6BB2-4C0B-B204-D95260092176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4" creationId="{17CC65B3-E9BA-4623-8298-C73E97A7BCBE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5" creationId="{6E549822-AD9C-4781-9708-3DD6AE30EBC1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6" creationId="{8D653765-CBA1-4E57-A4FA-C9CE13CBD32E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7" creationId="{95E66DF7-72DA-4311-9C5D-A6A6D97BCFED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8" creationId="{5CA7C05F-E29D-4175-87A9-BA837E85FA45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29" creationId="{5172142B-A5A9-4DC0-8E2B-8400E8F64DE8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44" creationId="{905D2E71-632B-49DF-AD95-6164B43A76F3}"/>
          </ac:cxnSpMkLst>
        </pc:cxnChg>
        <pc:cxnChg chg="add">
          <ac:chgData name="Joonho Kwon" userId="fa141e0c-4849-4deb-8f8c-65d25da6d8db" providerId="ADAL" clId="{594EFD4D-C3A1-4F63-AFDB-30B19441418A}" dt="2020-02-28T07:36:05.696" v="1084"/>
          <ac:cxnSpMkLst>
            <pc:docMk/>
            <pc:sldMk cId="563141356" sldId="678"/>
            <ac:cxnSpMk id="46" creationId="{C27B2DD6-6E92-4EEE-9B41-F7C4E2D76F16}"/>
          </ac:cxnSpMkLst>
        </pc:cxnChg>
      </pc:sldChg>
      <pc:sldChg chg="add">
        <pc:chgData name="Joonho Kwon" userId="fa141e0c-4849-4deb-8f8c-65d25da6d8db" providerId="ADAL" clId="{594EFD4D-C3A1-4F63-AFDB-30B19441418A}" dt="2020-02-28T07:49:54.563" v="1252"/>
        <pc:sldMkLst>
          <pc:docMk/>
          <pc:sldMk cId="2392523342" sldId="678"/>
        </pc:sldMkLst>
      </pc:sldChg>
      <pc:sldChg chg="addSp modSp add modAnim">
        <pc:chgData name="Joonho Kwon" userId="fa141e0c-4849-4deb-8f8c-65d25da6d8db" providerId="ADAL" clId="{594EFD4D-C3A1-4F63-AFDB-30B19441418A}" dt="2020-02-28T07:49:32.368" v="1248" actId="14100"/>
        <pc:sldMkLst>
          <pc:docMk/>
          <pc:sldMk cId="1727605349" sldId="679"/>
        </pc:sldMkLst>
        <pc:spChg chg="mod">
          <ac:chgData name="Joonho Kwon" userId="fa141e0c-4849-4deb-8f8c-65d25da6d8db" providerId="ADAL" clId="{594EFD4D-C3A1-4F63-AFDB-30B19441418A}" dt="2020-02-28T07:47:14.601" v="1212" actId="20577"/>
          <ac:spMkLst>
            <pc:docMk/>
            <pc:sldMk cId="1727605349" sldId="679"/>
            <ac:spMk id="2" creationId="{09F9E10A-B2F0-4689-8B95-1A45E49501BE}"/>
          </ac:spMkLst>
        </pc:spChg>
        <pc:spChg chg="mod">
          <ac:chgData name="Joonho Kwon" userId="fa141e0c-4849-4deb-8f8c-65d25da6d8db" providerId="ADAL" clId="{594EFD4D-C3A1-4F63-AFDB-30B19441418A}" dt="2020-02-28T07:48:23.435" v="1233" actId="1076"/>
          <ac:spMkLst>
            <pc:docMk/>
            <pc:sldMk cId="1727605349" sldId="679"/>
            <ac:spMk id="43" creationId="{A507DFF5-7841-44F5-A421-0782AEDEC4AF}"/>
          </ac:spMkLst>
        </pc:spChg>
        <pc:spChg chg="mod">
          <ac:chgData name="Joonho Kwon" userId="fa141e0c-4849-4deb-8f8c-65d25da6d8db" providerId="ADAL" clId="{594EFD4D-C3A1-4F63-AFDB-30B19441418A}" dt="2020-02-28T07:49:32.368" v="1248" actId="14100"/>
          <ac:spMkLst>
            <pc:docMk/>
            <pc:sldMk cId="1727605349" sldId="679"/>
            <ac:spMk id="48" creationId="{318F954D-C144-46D2-B21B-6672118E0BF5}"/>
          </ac:spMkLst>
        </pc:spChg>
        <pc:spChg chg="mod">
          <ac:chgData name="Joonho Kwon" userId="fa141e0c-4849-4deb-8f8c-65d25da6d8db" providerId="ADAL" clId="{594EFD4D-C3A1-4F63-AFDB-30B19441418A}" dt="2020-02-28T07:47:18.385" v="1213" actId="1076"/>
          <ac:spMkLst>
            <pc:docMk/>
            <pc:sldMk cId="1727605349" sldId="679"/>
            <ac:spMk id="66" creationId="{C723C68D-7AA7-4E34-926B-19065E9F3766}"/>
          </ac:spMkLst>
        </pc:spChg>
        <pc:grpChg chg="add mod">
          <ac:chgData name="Joonho Kwon" userId="fa141e0c-4849-4deb-8f8c-65d25da6d8db" providerId="ADAL" clId="{594EFD4D-C3A1-4F63-AFDB-30B19441418A}" dt="2020-02-28T07:48:14.900" v="1231" actId="1076"/>
          <ac:grpSpMkLst>
            <pc:docMk/>
            <pc:sldMk cId="1727605349" sldId="679"/>
            <ac:grpSpMk id="25" creationId="{BDD7BA86-722A-4410-B30C-51EA837A5E6F}"/>
          </ac:grpSpMkLst>
        </pc:grpChg>
        <pc:grpChg chg="mod">
          <ac:chgData name="Joonho Kwon" userId="fa141e0c-4849-4deb-8f8c-65d25da6d8db" providerId="ADAL" clId="{594EFD4D-C3A1-4F63-AFDB-30B19441418A}" dt="2020-02-28T07:47:18.385" v="1213" actId="1076"/>
          <ac:grpSpMkLst>
            <pc:docMk/>
            <pc:sldMk cId="1727605349" sldId="679"/>
            <ac:grpSpMk id="49" creationId="{55358B94-1FDF-4962-BF45-50A6E2B2EE4B}"/>
          </ac:grpSpMkLst>
        </pc:grpChg>
        <pc:grpChg chg="mod">
          <ac:chgData name="Joonho Kwon" userId="fa141e0c-4849-4deb-8f8c-65d25da6d8db" providerId="ADAL" clId="{594EFD4D-C3A1-4F63-AFDB-30B19441418A}" dt="2020-02-28T07:47:18.385" v="1213" actId="1076"/>
          <ac:grpSpMkLst>
            <pc:docMk/>
            <pc:sldMk cId="1727605349" sldId="679"/>
            <ac:grpSpMk id="67" creationId="{D3874A84-1C31-4392-8FD0-BDDF97E66AC9}"/>
          </ac:grpSpMkLst>
        </pc:grpChg>
        <pc:grpChg chg="mod">
          <ac:chgData name="Joonho Kwon" userId="fa141e0c-4849-4deb-8f8c-65d25da6d8db" providerId="ADAL" clId="{594EFD4D-C3A1-4F63-AFDB-30B19441418A}" dt="2020-02-28T07:47:18.385" v="1213" actId="1076"/>
          <ac:grpSpMkLst>
            <pc:docMk/>
            <pc:sldMk cId="1727605349" sldId="679"/>
            <ac:grpSpMk id="68" creationId="{50A4D6A2-857F-4764-8FA4-33E353FD7C95}"/>
          </ac:grpSpMkLst>
        </pc:grpChg>
        <pc:grpChg chg="mod">
          <ac:chgData name="Joonho Kwon" userId="fa141e0c-4849-4deb-8f8c-65d25da6d8db" providerId="ADAL" clId="{594EFD4D-C3A1-4F63-AFDB-30B19441418A}" dt="2020-02-28T07:47:18.385" v="1213" actId="1076"/>
          <ac:grpSpMkLst>
            <pc:docMk/>
            <pc:sldMk cId="1727605349" sldId="679"/>
            <ac:grpSpMk id="69" creationId="{6A0532D5-44A7-4852-8058-B91A2C2815B6}"/>
          </ac:grpSpMkLst>
        </pc:grpChg>
        <pc:grpChg chg="mod">
          <ac:chgData name="Joonho Kwon" userId="fa141e0c-4849-4deb-8f8c-65d25da6d8db" providerId="ADAL" clId="{594EFD4D-C3A1-4F63-AFDB-30B19441418A}" dt="2020-02-28T07:47:18.385" v="1213" actId="1076"/>
          <ac:grpSpMkLst>
            <pc:docMk/>
            <pc:sldMk cId="1727605349" sldId="679"/>
            <ac:grpSpMk id="76" creationId="{5A9A2033-4609-4DFE-B4D7-92841EE7440C}"/>
          </ac:grpSpMkLst>
        </pc:grpChg>
        <pc:grpChg chg="mod">
          <ac:chgData name="Joonho Kwon" userId="fa141e0c-4849-4deb-8f8c-65d25da6d8db" providerId="ADAL" clId="{594EFD4D-C3A1-4F63-AFDB-30B19441418A}" dt="2020-02-28T07:47:46.924" v="1223" actId="1076"/>
          <ac:grpSpMkLst>
            <pc:docMk/>
            <pc:sldMk cId="1727605349" sldId="679"/>
            <ac:grpSpMk id="79" creationId="{28192B22-83EA-4A7E-A424-FB7B5338136E}"/>
          </ac:grpSpMkLst>
        </pc:grpChg>
        <pc:cxnChg chg="mod">
          <ac:chgData name="Joonho Kwon" userId="fa141e0c-4849-4deb-8f8c-65d25da6d8db" providerId="ADAL" clId="{594EFD4D-C3A1-4F63-AFDB-30B19441418A}" dt="2020-02-28T07:48:35.100" v="1235" actId="14100"/>
          <ac:cxnSpMkLst>
            <pc:docMk/>
            <pc:sldMk cId="1727605349" sldId="679"/>
            <ac:cxnSpMk id="44" creationId="{015BE5EC-4CEF-417F-9C8A-9944E84006EE}"/>
          </ac:cxnSpMkLst>
        </pc:cxnChg>
      </pc:sldChg>
      <pc:sldChg chg="modSp add">
        <pc:chgData name="Joonho Kwon" userId="fa141e0c-4849-4deb-8f8c-65d25da6d8db" providerId="ADAL" clId="{594EFD4D-C3A1-4F63-AFDB-30B19441418A}" dt="2020-02-28T08:13:42.933" v="1476" actId="6549"/>
        <pc:sldMkLst>
          <pc:docMk/>
          <pc:sldMk cId="3072232058" sldId="680"/>
        </pc:sldMkLst>
        <pc:spChg chg="mod">
          <ac:chgData name="Joonho Kwon" userId="fa141e0c-4849-4deb-8f8c-65d25da6d8db" providerId="ADAL" clId="{594EFD4D-C3A1-4F63-AFDB-30B19441418A}" dt="2020-02-28T08:13:42.933" v="1476" actId="6549"/>
          <ac:spMkLst>
            <pc:docMk/>
            <pc:sldMk cId="3072232058" sldId="680"/>
            <ac:spMk id="2" creationId="{A04702C3-FCD0-49EC-979F-CA92A5ED7506}"/>
          </ac:spMkLst>
        </pc:spChg>
        <pc:spChg chg="mod">
          <ac:chgData name="Joonho Kwon" userId="fa141e0c-4849-4deb-8f8c-65d25da6d8db" providerId="ADAL" clId="{594EFD4D-C3A1-4F63-AFDB-30B19441418A}" dt="2020-02-28T08:11:22.034" v="1308" actId="404"/>
          <ac:spMkLst>
            <pc:docMk/>
            <pc:sldMk cId="3072232058" sldId="680"/>
            <ac:spMk id="3" creationId="{A9FB0F33-D90B-4AB3-86CD-E5F32D3DE120}"/>
          </ac:spMkLst>
        </pc:spChg>
      </pc:sldChg>
      <pc:sldChg chg="addSp modSp add">
        <pc:chgData name="Joonho Kwon" userId="fa141e0c-4849-4deb-8f8c-65d25da6d8db" providerId="ADAL" clId="{594EFD4D-C3A1-4F63-AFDB-30B19441418A}" dt="2020-02-28T08:11:13.397" v="1305" actId="20577"/>
        <pc:sldMkLst>
          <pc:docMk/>
          <pc:sldMk cId="3196332243" sldId="681"/>
        </pc:sldMkLst>
        <pc:spChg chg="mod">
          <ac:chgData name="Joonho Kwon" userId="fa141e0c-4849-4deb-8f8c-65d25da6d8db" providerId="ADAL" clId="{594EFD4D-C3A1-4F63-AFDB-30B19441418A}" dt="2020-02-28T08:11:13.397" v="1305" actId="20577"/>
          <ac:spMkLst>
            <pc:docMk/>
            <pc:sldMk cId="3196332243" sldId="681"/>
            <ac:spMk id="3" creationId="{CE15FA4B-A44E-4E72-8F02-A3E4D336F527}"/>
          </ac:spMkLst>
        </pc:spChg>
        <pc:spChg chg="add mod">
          <ac:chgData name="Joonho Kwon" userId="fa141e0c-4849-4deb-8f8c-65d25da6d8db" providerId="ADAL" clId="{594EFD4D-C3A1-4F63-AFDB-30B19441418A}" dt="2020-02-28T08:11:07.193" v="1294" actId="1076"/>
          <ac:spMkLst>
            <pc:docMk/>
            <pc:sldMk cId="3196332243" sldId="681"/>
            <ac:spMk id="5" creationId="{06C703D8-7E88-44CA-8791-2EDCFF249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550532B-B06A-4ED0-8FAE-D5422E90831C}" type="datetimeFigureOut">
              <a:rPr lang="ko-KR" altLang="en-US"/>
              <a:pPr>
                <a:defRPr/>
              </a:pPr>
              <a:t>2020-05-11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D6DA4934-6686-47F5-B661-83E756AA91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583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DA4934-6686-47F5-B661-83E756AA91FD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493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DA4934-6686-47F5-B661-83E756AA91FD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44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DA4934-6686-47F5-B661-83E756AA91FD}" type="slidenum">
              <a:rPr lang="ko-KR" altLang="en-US" smtClean="0"/>
              <a:pPr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558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DA4934-6686-47F5-B661-83E756AA91FD}" type="slidenum">
              <a:rPr lang="ko-KR" altLang="en-US" smtClean="0"/>
              <a:pPr>
                <a:defRPr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1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</p:spPr>
        <p:txBody>
          <a:bodyPr/>
          <a:lstStyle>
            <a:lvl1pPr algn="r">
              <a:defRPr sz="4800"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6E70B5-5FFA-4BCA-B672-D197BA233F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745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제목 개체 틀 2"/>
          <p:cNvSpPr>
            <a:spLocks noGrp="1"/>
          </p:cNvSpPr>
          <p:nvPr>
            <p:ph type="title"/>
          </p:nvPr>
        </p:nvSpPr>
        <p:spPr>
          <a:xfrm>
            <a:off x="457200" y="44624"/>
            <a:ext cx="7715250" cy="936104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CD234-693A-4FAF-855E-0F004E131F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307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631E6-B9A6-401A-AA23-A1620FE8A4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1030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4038600" cy="47901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47901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E9FEE-E34E-41D8-AE2E-94A6E83C7E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제목 개체 틀 2">
            <a:extLst>
              <a:ext uri="{FF2B5EF4-FFF2-40B4-BE49-F238E27FC236}">
                <a16:creationId xmlns:a16="http://schemas.microsoft.com/office/drawing/2014/main" id="{ADFD50BA-222D-4283-A4A0-041F6FA230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4450"/>
            <a:ext cx="77152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 Bold" panose="020F0702030404030204" pitchFamily="34" charset="0"/>
              </a:rPr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0462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988840"/>
            <a:ext cx="4040188" cy="41373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988840"/>
            <a:ext cx="4041775" cy="41373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16BF4-528E-4053-990F-070F6DF7E9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" name="제목 개체 틀 2">
            <a:extLst>
              <a:ext uri="{FF2B5EF4-FFF2-40B4-BE49-F238E27FC236}">
                <a16:creationId xmlns:a16="http://schemas.microsoft.com/office/drawing/2014/main" id="{45D4DDE6-7BB5-4D71-91C9-4EB322F7F6F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4450"/>
            <a:ext cx="77152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 Bold" panose="020F0702030404030204" pitchFamily="34" charset="0"/>
              </a:rPr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9958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956AE-1DDF-4A4E-A236-FF93003197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제목 개체 틀 2">
            <a:extLst>
              <a:ext uri="{FF2B5EF4-FFF2-40B4-BE49-F238E27FC236}">
                <a16:creationId xmlns:a16="http://schemas.microsoft.com/office/drawing/2014/main" id="{60BD4EBB-84E5-4966-9380-110E290FC2B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4450"/>
            <a:ext cx="77152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 Bold" panose="020F0702030404030204" pitchFamily="34" charset="0"/>
              </a:rPr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1507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819D1-60DA-48BB-A419-80C276ED6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262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FEFFC-B7A4-45E9-93A4-E3B60F6519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098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A2E61-CD51-4DC6-82EA-8713A8DA1F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390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142CB-61BF-49BC-B700-7F4BD0CA56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864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61220-0EBC-4FC5-95EE-820C81AC71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971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172450" y="122238"/>
            <a:ext cx="0" cy="814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0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0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000" smtClean="0"/>
            </a:lvl1pPr>
          </a:lstStyle>
          <a:p>
            <a:pPr>
              <a:defRPr/>
            </a:pPr>
            <a:fld id="{2ED94EE7-EE72-4D04-B37C-35D5F2B80C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8"/>
          <p:cNvGrpSpPr>
            <a:grpSpLocks/>
          </p:cNvGrpSpPr>
          <p:nvPr/>
        </p:nvGrpSpPr>
        <p:grpSpPr bwMode="auto">
          <a:xfrm>
            <a:off x="8283575" y="152400"/>
            <a:ext cx="522288" cy="784225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1" y="960"/>
              <a:ext cx="75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1" y="1072"/>
              <a:ext cx="75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1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1" y="1184"/>
              <a:ext cx="75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1" y="1184"/>
              <a:ext cx="74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1" y="1296"/>
              <a:ext cx="75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1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1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1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1" y="1520"/>
              <a:ext cx="75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1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1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1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1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/>
            </a:p>
          </p:txBody>
        </p:sp>
      </p:grpSp>
      <p:sp>
        <p:nvSpPr>
          <p:cNvPr id="1032" name="제목 개체 틀 2"/>
          <p:cNvSpPr>
            <a:spLocks noGrp="1"/>
          </p:cNvSpPr>
          <p:nvPr>
            <p:ph type="title"/>
          </p:nvPr>
        </p:nvSpPr>
        <p:spPr bwMode="auto">
          <a:xfrm>
            <a:off x="457200" y="44450"/>
            <a:ext cx="77152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 Bold" panose="020F0702030404030204" pitchFamily="34" charset="0"/>
              </a:rPr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lang="ko-KR" altLang="en-US" sz="3600" b="1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  <a:sym typeface="Calibri Bold" panose="020F0702030404030204" pitchFamily="34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굴림" pitchFamily="50" charset="-127"/>
          <a:cs typeface="Calibri" panose="020F0502020204030204" pitchFamily="34" charset="0"/>
          <a:sym typeface="Calibri Bold" panose="020F0702030404030204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굴림" pitchFamily="50" charset="-127"/>
          <a:cs typeface="Calibri" panose="020F0502020204030204" pitchFamily="34" charset="0"/>
          <a:sym typeface="Calibri Bold" panose="020F0702030404030204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굴림" pitchFamily="50" charset="-127"/>
          <a:cs typeface="Calibri" panose="020F0502020204030204" pitchFamily="34" charset="0"/>
          <a:sym typeface="Calibri Bold" panose="020F0702030404030204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굴림" pitchFamily="50" charset="-127"/>
          <a:cs typeface="Calibri" panose="020F0502020204030204" pitchFamily="34" charset="0"/>
          <a:sym typeface="Calibri Bold" panose="020F0702030404030204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92150" indent="-347663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87425" indent="-2936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81113" indent="-2921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98613" indent="-315913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055813" indent="-315913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t"/>
          <a:lstStyle/>
          <a:p>
            <a:pPr eaLnBrk="1" hangingPunct="1"/>
            <a:r>
              <a:rPr lang="en-US" altLang="ko-KR" dirty="0"/>
              <a:t>File Structures</a:t>
            </a:r>
            <a:br>
              <a:rPr lang="en-US" altLang="ko-KR" dirty="0"/>
            </a:br>
            <a:r>
              <a:rPr lang="en-US" altLang="ko-KR" sz="3200" dirty="0"/>
              <a:t>07. Indexing – Part1</a:t>
            </a:r>
            <a:endParaRPr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2020. Spring</a:t>
            </a:r>
          </a:p>
          <a:p>
            <a:pPr eaLnBrk="1" hangingPunct="1"/>
            <a:r>
              <a:rPr lang="en-US" altLang="ko-KR" dirty="0"/>
              <a:t>Instructor: </a:t>
            </a:r>
            <a:r>
              <a:rPr lang="en-US" altLang="ko-KR" dirty="0" err="1"/>
              <a:t>Joonho</a:t>
            </a:r>
            <a:r>
              <a:rPr lang="en-US" altLang="ko-KR" dirty="0"/>
              <a:t> Kwon</a:t>
            </a:r>
          </a:p>
          <a:p>
            <a:pPr eaLnBrk="1" hangingPunct="1"/>
            <a:r>
              <a:rPr lang="en-US" altLang="ko-KR" dirty="0"/>
              <a:t>jhkwon@pusan.ac.kr</a:t>
            </a:r>
            <a:endParaRPr lang="ko-KR" altLang="ko-KR" dirty="0"/>
          </a:p>
          <a:p>
            <a:pPr eaLnBrk="1" hangingPunct="1"/>
            <a:r>
              <a:rPr lang="en-US" altLang="ko-KR" dirty="0"/>
              <a:t>Data Science Lab @ PNU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6550223"/>
            <a:ext cx="6992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Slides are based on the textbook.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2280" y="5962562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 err="1">
                <a:latin typeface="Jokerman" panose="04090605060D06020702" pitchFamily="82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r>
              <a:rPr lang="en-US" altLang="ko-KR" sz="4000" b="1" dirty="0" err="1">
                <a:solidFill>
                  <a:srgbClr val="FF6600"/>
                </a:solidFill>
                <a:latin typeface="Jokerman" panose="04090605060D06020702" pitchFamily="82" charset="0"/>
                <a:ea typeface="Verdana" panose="020B0604030504040204" pitchFamily="34" charset="0"/>
                <a:cs typeface="Verdana" panose="020B0604030504040204" pitchFamily="34" charset="0"/>
              </a:rPr>
              <a:t>lab</a:t>
            </a:r>
            <a:endParaRPr lang="en-US" altLang="ko-KR" sz="4000" b="1" dirty="0">
              <a:solidFill>
                <a:srgbClr val="FF6600"/>
              </a:solidFill>
              <a:latin typeface="Jokerman" panose="04090605060D06020702" pitchFamily="8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data science laboratory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FA8B4E-4542-4AE5-82BE-97FDC25D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C00000"/>
                </a:solidFill>
              </a:rPr>
              <a:t>7.1  What  is an Index?</a:t>
            </a:r>
          </a:p>
          <a:p>
            <a:r>
              <a:rPr lang="en-US" altLang="ko-KR" sz="2400" dirty="0"/>
              <a:t>7.2  A Simple Index for Entry-Sequenced Files</a:t>
            </a:r>
          </a:p>
          <a:p>
            <a:r>
              <a:rPr lang="en-US" altLang="ko-KR" sz="2400" dirty="0"/>
              <a:t>7.4  Object-Oriented Support for Indexed, Entry-  </a:t>
            </a:r>
            <a:br>
              <a:rPr lang="en-US" altLang="ko-KR" sz="2400" dirty="0"/>
            </a:br>
            <a:r>
              <a:rPr lang="en-US" altLang="ko-KR" sz="2400" dirty="0"/>
              <a:t>    Sequenced Files of Data Objects</a:t>
            </a:r>
          </a:p>
          <a:p>
            <a:r>
              <a:rPr lang="en-US" altLang="ko-KR" sz="2400" dirty="0"/>
              <a:t>7.5  Indexes That Are Too Large to Hold in  Memory</a:t>
            </a:r>
          </a:p>
          <a:p>
            <a:r>
              <a:rPr lang="en-US" altLang="ko-KR" sz="2400" dirty="0"/>
              <a:t>7.6   Indexing to Provide Access by Multiple Keys</a:t>
            </a:r>
          </a:p>
          <a:p>
            <a:r>
              <a:rPr lang="en-US" altLang="ko-KR" sz="2400" dirty="0"/>
              <a:t>7.7   Retrieval Using Combinations of Secondary  Keys</a:t>
            </a:r>
          </a:p>
          <a:p>
            <a:r>
              <a:rPr lang="en-US" altLang="ko-KR" sz="2400" dirty="0"/>
              <a:t>7.8   Improving the Secondary Index Structure: Inverted Lists</a:t>
            </a:r>
          </a:p>
          <a:p>
            <a:r>
              <a:rPr lang="en-US" altLang="ko-KR" sz="2400" dirty="0"/>
              <a:t>7.9   Selective Indexes</a:t>
            </a:r>
          </a:p>
          <a:p>
            <a:r>
              <a:rPr lang="en-US" altLang="ko-KR" sz="2400" dirty="0"/>
              <a:t>7.10  Binding</a:t>
            </a:r>
          </a:p>
          <a:p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7B1DEF-CCE9-4F7F-B590-06C654B3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AF304-E9B2-4EA9-8E0B-FD6EE7BD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376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AF0A168-21DB-4F78-84CB-FD06E40DD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Index</a:t>
            </a:r>
          </a:p>
          <a:p>
            <a:pPr lvl="1"/>
            <a:r>
              <a:rPr lang="en-US" altLang="ko-KR" sz="2400" dirty="0"/>
              <a:t>a data structure which associates </a:t>
            </a:r>
            <a:r>
              <a:rPr lang="en-US" altLang="ko-KR" sz="2400" dirty="0">
                <a:solidFill>
                  <a:srgbClr val="0070C0"/>
                </a:solidFill>
              </a:rPr>
              <a:t>given key values </a:t>
            </a:r>
            <a:r>
              <a:rPr lang="en-US" altLang="ko-KR" sz="2400" dirty="0"/>
              <a:t>with corresponding </a:t>
            </a:r>
            <a:r>
              <a:rPr lang="en-US" altLang="ko-KR" sz="2400" dirty="0">
                <a:solidFill>
                  <a:srgbClr val="0070C0"/>
                </a:solidFill>
              </a:rPr>
              <a:t>record numbers</a:t>
            </a:r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r>
              <a:rPr lang="en-US" altLang="ko-KR" sz="2400" dirty="0"/>
              <a:t>It is usually physically </a:t>
            </a:r>
            <a:r>
              <a:rPr lang="en-US" altLang="ko-KR" sz="2400" dirty="0">
                <a:solidFill>
                  <a:srgbClr val="C00000"/>
                </a:solidFill>
              </a:rPr>
              <a:t>separate from the file </a:t>
            </a:r>
            <a:r>
              <a:rPr lang="en-US" altLang="ko-KR" sz="2400" dirty="0"/>
              <a:t>(unlike for indexed sequential files tight binding).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C83EC45-FBB1-4C1A-B795-183C65A0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 (1/3)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03BCE-2090-42E9-8930-413A5DB0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58FF4D-E037-4B9D-BAF1-61450EC1ECB6}"/>
              </a:ext>
            </a:extLst>
          </p:cNvPr>
          <p:cNvSpPr/>
          <p:nvPr/>
        </p:nvSpPr>
        <p:spPr>
          <a:xfrm>
            <a:off x="4644008" y="2780928"/>
            <a:ext cx="2760740" cy="27592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8C96C23-4D6A-4CC7-9FE9-72A88848F91E}"/>
              </a:ext>
            </a:extLst>
          </p:cNvPr>
          <p:cNvSpPr/>
          <p:nvPr/>
        </p:nvSpPr>
        <p:spPr>
          <a:xfrm>
            <a:off x="3120272" y="3631987"/>
            <a:ext cx="792088" cy="648072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768F41-51F1-4DE7-90B1-31CADFED56B2}"/>
                  </a:ext>
                </a:extLst>
              </p:cNvPr>
              <p:cNvSpPr txBox="1"/>
              <p:nvPr/>
            </p:nvSpPr>
            <p:spPr>
              <a:xfrm>
                <a:off x="1716116" y="3771357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768F41-51F1-4DE7-90B1-31CADFED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116" y="3771357"/>
                <a:ext cx="954364" cy="369332"/>
              </a:xfrm>
              <a:prstGeom prst="rect">
                <a:avLst/>
              </a:prstGeom>
              <a:blipFill>
                <a:blip r:embed="rId3"/>
                <a:stretch>
                  <a:fillRect l="-5769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21BEF08-44F9-4BD6-B928-D429D1A83132}"/>
              </a:ext>
            </a:extLst>
          </p:cNvPr>
          <p:cNvCxnSpPr>
            <a:stCxn id="9" idx="3"/>
            <a:endCxn id="8" idx="2"/>
          </p:cNvCxnSpPr>
          <p:nvPr/>
        </p:nvCxnSpPr>
        <p:spPr>
          <a:xfrm>
            <a:off x="2670480" y="3956023"/>
            <a:ext cx="4497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E78B58-BC17-4BA6-A1BB-3EBDD101BFC2}"/>
              </a:ext>
            </a:extLst>
          </p:cNvPr>
          <p:cNvSpPr txBox="1"/>
          <p:nvPr/>
        </p:nvSpPr>
        <p:spPr>
          <a:xfrm>
            <a:off x="5334084" y="2780928"/>
            <a:ext cx="88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records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48D2494-0D6F-4AE9-9A1F-7294F89F2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362" y="3168819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48D2494-0D6F-4AE9-9A1F-7294F89F2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3362" y="3168819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13">
            <a:extLst>
              <a:ext uri="{FF2B5EF4-FFF2-40B4-BE49-F238E27FC236}">
                <a16:creationId xmlns:a16="http://schemas.microsoft.com/office/drawing/2014/main" id="{AB1BDED9-3AE5-403E-88B7-225FAC26112C}"/>
              </a:ext>
            </a:extLst>
          </p:cNvPr>
          <p:cNvSpPr>
            <a:spLocks/>
          </p:cNvSpPr>
          <p:nvPr/>
        </p:nvSpPr>
        <p:spPr bwMode="auto">
          <a:xfrm>
            <a:off x="4884486" y="3168819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7EB9B208-92A8-4BEA-B693-C1ED58AB310C}"/>
              </a:ext>
            </a:extLst>
          </p:cNvPr>
          <p:cNvSpPr>
            <a:spLocks/>
          </p:cNvSpPr>
          <p:nvPr/>
        </p:nvSpPr>
        <p:spPr bwMode="auto">
          <a:xfrm>
            <a:off x="6382238" y="3168818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A0D72DCA-8603-4BDC-A60E-3AD918114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362" y="3641155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A0D72DCA-8603-4BDC-A60E-3AD918114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3362" y="3641155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3">
            <a:extLst>
              <a:ext uri="{FF2B5EF4-FFF2-40B4-BE49-F238E27FC236}">
                <a16:creationId xmlns:a16="http://schemas.microsoft.com/office/drawing/2014/main" id="{19477B22-AE86-49DD-A05B-53A02B0D4ABB}"/>
              </a:ext>
            </a:extLst>
          </p:cNvPr>
          <p:cNvSpPr>
            <a:spLocks/>
          </p:cNvSpPr>
          <p:nvPr/>
        </p:nvSpPr>
        <p:spPr bwMode="auto">
          <a:xfrm>
            <a:off x="4884486" y="3641155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BCF19DD-ADB9-49D1-8223-1B96D4926B5D}"/>
              </a:ext>
            </a:extLst>
          </p:cNvPr>
          <p:cNvSpPr>
            <a:spLocks/>
          </p:cNvSpPr>
          <p:nvPr/>
        </p:nvSpPr>
        <p:spPr bwMode="auto">
          <a:xfrm>
            <a:off x="6382238" y="3641154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5BB55120-936B-4698-86FD-4F05F130F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362" y="5065568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5BB55120-936B-4698-86FD-4F05F130F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3362" y="5065568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3">
            <a:extLst>
              <a:ext uri="{FF2B5EF4-FFF2-40B4-BE49-F238E27FC236}">
                <a16:creationId xmlns:a16="http://schemas.microsoft.com/office/drawing/2014/main" id="{E1175B78-446D-48FC-97E0-2335C0EE4A1C}"/>
              </a:ext>
            </a:extLst>
          </p:cNvPr>
          <p:cNvSpPr>
            <a:spLocks/>
          </p:cNvSpPr>
          <p:nvPr/>
        </p:nvSpPr>
        <p:spPr bwMode="auto">
          <a:xfrm>
            <a:off x="4884486" y="5065568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B77F1F6B-C501-4750-A506-FA0FF0014812}"/>
              </a:ext>
            </a:extLst>
          </p:cNvPr>
          <p:cNvSpPr>
            <a:spLocks/>
          </p:cNvSpPr>
          <p:nvPr/>
        </p:nvSpPr>
        <p:spPr bwMode="auto">
          <a:xfrm>
            <a:off x="6382238" y="5065567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1ECA19A-B809-4F4B-B340-8F0921347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3362" y="4357008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B0604030504040204" pitchFamily="18" charset="-120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1ECA19A-B809-4F4B-B340-8F0921347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3362" y="4357008"/>
                <a:ext cx="748876" cy="369332"/>
              </a:xfrm>
              <a:custGeom>
                <a:avLst/>
                <a:gdLst>
                  <a:gd name="T0" fmla="*/ 19944 w 20000"/>
                  <a:gd name="T1" fmla="*/ 0 h 20000"/>
                  <a:gd name="T2" fmla="*/ 19944 w 20000"/>
                  <a:gd name="T3" fmla="*/ 19944 h 20000"/>
                  <a:gd name="T4" fmla="*/ 0 w 20000"/>
                  <a:gd name="T5" fmla="*/ 19944 h 20000"/>
                  <a:gd name="T6" fmla="*/ 0 w 20000"/>
                  <a:gd name="T7" fmla="*/ 0 h 20000"/>
                  <a:gd name="T8" fmla="*/ 19944 w 20000"/>
                  <a:gd name="T9" fmla="*/ 0 h 200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00" h="20000">
                    <a:moveTo>
                      <a:pt x="19944" y="0"/>
                    </a:moveTo>
                    <a:lnTo>
                      <a:pt x="19944" y="19944"/>
                    </a:lnTo>
                    <a:lnTo>
                      <a:pt x="0" y="19944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 w="3175" cap="flat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13">
            <a:extLst>
              <a:ext uri="{FF2B5EF4-FFF2-40B4-BE49-F238E27FC236}">
                <a16:creationId xmlns:a16="http://schemas.microsoft.com/office/drawing/2014/main" id="{A886A432-57EC-4F67-873C-5CB430BDE2FB}"/>
              </a:ext>
            </a:extLst>
          </p:cNvPr>
          <p:cNvSpPr>
            <a:spLocks/>
          </p:cNvSpPr>
          <p:nvPr/>
        </p:nvSpPr>
        <p:spPr bwMode="auto">
          <a:xfrm>
            <a:off x="4884486" y="4357008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02381642-08F0-4063-9F6D-FBED111BEC79}"/>
              </a:ext>
            </a:extLst>
          </p:cNvPr>
          <p:cNvSpPr>
            <a:spLocks/>
          </p:cNvSpPr>
          <p:nvPr/>
        </p:nvSpPr>
        <p:spPr bwMode="auto">
          <a:xfrm>
            <a:off x="6382238" y="4357007"/>
            <a:ext cx="748876" cy="369332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5C72319-BBC0-4C5C-B9F8-7D915B480039}"/>
              </a:ext>
            </a:extLst>
          </p:cNvPr>
          <p:cNvCxnSpPr>
            <a:cxnSpLocks/>
          </p:cNvCxnSpPr>
          <p:nvPr/>
        </p:nvCxnSpPr>
        <p:spPr>
          <a:xfrm>
            <a:off x="3877424" y="3902744"/>
            <a:ext cx="1007062" cy="6293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BA9FF7-BF9E-4626-986A-93408BAC5B0B}"/>
              </a:ext>
            </a:extLst>
          </p:cNvPr>
          <p:cNvSpPr txBox="1"/>
          <p:nvPr/>
        </p:nvSpPr>
        <p:spPr>
          <a:xfrm>
            <a:off x="5802098" y="40257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159A7-1B4F-49A0-88D0-34FC984C7703}"/>
              </a:ext>
            </a:extLst>
          </p:cNvPr>
          <p:cNvSpPr txBox="1"/>
          <p:nvPr/>
        </p:nvSpPr>
        <p:spPr>
          <a:xfrm>
            <a:off x="5748804" y="467767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DF9277-5015-4CD2-A4C0-C8E1164744BC}"/>
              </a:ext>
            </a:extLst>
          </p:cNvPr>
          <p:cNvSpPr txBox="1"/>
          <p:nvPr/>
        </p:nvSpPr>
        <p:spPr>
          <a:xfrm>
            <a:off x="7435492" y="287590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78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510EF68-8A65-4B2F-9E28-A81C79DB3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</a:p>
          <a:p>
            <a:pPr lvl="1"/>
            <a:r>
              <a:rPr lang="en-US" altLang="ko-KR" dirty="0"/>
              <a:t>Simple Index</a:t>
            </a:r>
          </a:p>
          <a:p>
            <a:pPr lvl="2"/>
            <a:r>
              <a:rPr lang="en-US" altLang="ko-KR" sz="2000" dirty="0"/>
              <a:t>are represented using simple arrays of structures that contain the </a:t>
            </a:r>
            <a:r>
              <a:rPr lang="en-US" altLang="ko-KR" sz="2000" dirty="0">
                <a:solidFill>
                  <a:srgbClr val="C00000"/>
                </a:solidFill>
              </a:rPr>
              <a:t>keys</a:t>
            </a:r>
            <a:r>
              <a:rPr lang="en-US" altLang="ko-KR" sz="2000" dirty="0"/>
              <a:t> and </a:t>
            </a:r>
            <a:r>
              <a:rPr lang="en-US" altLang="ko-KR" sz="2000" dirty="0">
                <a:solidFill>
                  <a:srgbClr val="C00000"/>
                </a:solidFill>
              </a:rPr>
              <a:t>reference fields</a:t>
            </a:r>
            <a:endParaRPr lang="ko-KR" altLang="en-US" sz="2000" dirty="0">
              <a:solidFill>
                <a:srgbClr val="C00000"/>
              </a:solidFill>
            </a:endParaRPr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7681C8F-1188-4D1E-A234-5CFD7775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 (2/3)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1F681-C14B-4F80-80AA-1815BE18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2AEA46A-7225-424F-AC72-24412FFE57F0}"/>
              </a:ext>
            </a:extLst>
          </p:cNvPr>
          <p:cNvGrpSpPr/>
          <p:nvPr/>
        </p:nvGrpSpPr>
        <p:grpSpPr>
          <a:xfrm>
            <a:off x="4598026" y="3576483"/>
            <a:ext cx="3564407" cy="2331899"/>
            <a:chOff x="5577394" y="2805875"/>
            <a:chExt cx="3564407" cy="260870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5E58003-0951-40D3-9F48-605176571A7A}"/>
                </a:ext>
              </a:extLst>
            </p:cNvPr>
            <p:cNvSpPr/>
            <p:nvPr/>
          </p:nvSpPr>
          <p:spPr>
            <a:xfrm>
              <a:off x="5577394" y="2876813"/>
              <a:ext cx="2595055" cy="25377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EA0F0D-76A2-4D97-ACCA-BC6016C7C977}"/>
                </a:ext>
              </a:extLst>
            </p:cNvPr>
            <p:cNvSpPr txBox="1"/>
            <p:nvPr/>
          </p:nvSpPr>
          <p:spPr>
            <a:xfrm>
              <a:off x="7076214" y="2805875"/>
              <a:ext cx="883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records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Freeform 11">
                  <a:extLst>
                    <a:ext uri="{FF2B5EF4-FFF2-40B4-BE49-F238E27FC236}">
                      <a16:creationId xmlns:a16="http://schemas.microsoft.com/office/drawing/2014/main" id="{2C12666C-46FF-4FC6-9CF6-A63145B00B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1064" y="316881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1" name="Freeform 11">
                  <a:extLst>
                    <a:ext uri="{FF2B5EF4-FFF2-40B4-BE49-F238E27FC236}">
                      <a16:creationId xmlns:a16="http://schemas.microsoft.com/office/drawing/2014/main" id="{ADB8B9A1-00A5-4802-96D6-C649062CE1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1064" y="316881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b="-9091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Freeform 13">
                  <a:extLst>
                    <a:ext uri="{FF2B5EF4-FFF2-40B4-BE49-F238E27FC236}">
                      <a16:creationId xmlns:a16="http://schemas.microsoft.com/office/drawing/2014/main" id="{9CB32801-9AEA-472D-AB33-093B2B6B5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2188" y="316881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2" name="Freeform 13">
                  <a:extLst>
                    <a:ext uri="{FF2B5EF4-FFF2-40B4-BE49-F238E27FC236}">
                      <a16:creationId xmlns:a16="http://schemas.microsoft.com/office/drawing/2014/main" id="{88D66936-D5CF-4035-A477-1C909C90D4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2188" y="316881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 b="-9091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C4BD801F-3DB0-44D4-B1CD-FDAA76262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9940" y="3168818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AE955F00-8FAE-4FBB-8CDC-46A866203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1064" y="3641155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4" name="Freeform 11">
                  <a:extLst>
                    <a:ext uri="{FF2B5EF4-FFF2-40B4-BE49-F238E27FC236}">
                      <a16:creationId xmlns:a16="http://schemas.microsoft.com/office/drawing/2014/main" id="{BD1BA7E7-1A00-45E8-9EE2-B965BC5179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1064" y="3641155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 b="-9091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BD4583FF-DBDC-4E4C-9F4B-A80E9E6F63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2188" y="3641155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Freeform 13">
                  <a:extLst>
                    <a:ext uri="{FF2B5EF4-FFF2-40B4-BE49-F238E27FC236}">
                      <a16:creationId xmlns:a16="http://schemas.microsoft.com/office/drawing/2014/main" id="{49ED5FF4-56C8-4EDD-8325-3709C82228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2188" y="3641155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 b="-9091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486383E-A580-4F55-B5F6-AEA3A8CCE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9940" y="3641154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Freeform 11">
                  <a:extLst>
                    <a:ext uri="{FF2B5EF4-FFF2-40B4-BE49-F238E27FC236}">
                      <a16:creationId xmlns:a16="http://schemas.microsoft.com/office/drawing/2014/main" id="{2366017C-54A5-41AE-8B51-8F10FC13E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1064" y="478826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7" name="Freeform 11">
                  <a:extLst>
                    <a:ext uri="{FF2B5EF4-FFF2-40B4-BE49-F238E27FC236}">
                      <a16:creationId xmlns:a16="http://schemas.microsoft.com/office/drawing/2014/main" id="{FB7C404E-F256-4E3B-AA33-C774DABD26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1064" y="478826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6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Freeform 13">
                  <a:extLst>
                    <a:ext uri="{FF2B5EF4-FFF2-40B4-BE49-F238E27FC236}">
                      <a16:creationId xmlns:a16="http://schemas.microsoft.com/office/drawing/2014/main" id="{54882577-9844-46CA-A996-E52371B71E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2188" y="478826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8" name="Freeform 13">
                  <a:extLst>
                    <a:ext uri="{FF2B5EF4-FFF2-40B4-BE49-F238E27FC236}">
                      <a16:creationId xmlns:a16="http://schemas.microsoft.com/office/drawing/2014/main" id="{64F23361-6417-41C1-9732-DCD00B3D27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2188" y="4788269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7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5DA84F71-38F3-4388-B015-B66745C12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9940" y="4788268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2512E59A-2F8D-43B9-8139-17E464B4A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01064" y="435700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Freeform 11">
                  <a:extLst>
                    <a:ext uri="{FF2B5EF4-FFF2-40B4-BE49-F238E27FC236}">
                      <a16:creationId xmlns:a16="http://schemas.microsoft.com/office/drawing/2014/main" id="{5C09B0C9-01EA-4CC4-8A88-19191D4C06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1064" y="435700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8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Freeform 13">
                  <a:extLst>
                    <a:ext uri="{FF2B5EF4-FFF2-40B4-BE49-F238E27FC236}">
                      <a16:creationId xmlns:a16="http://schemas.microsoft.com/office/drawing/2014/main" id="{598F73EB-33A9-4719-B033-4DB2980410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2188" y="435700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1" name="Freeform 13">
                  <a:extLst>
                    <a:ext uri="{FF2B5EF4-FFF2-40B4-BE49-F238E27FC236}">
                      <a16:creationId xmlns:a16="http://schemas.microsoft.com/office/drawing/2014/main" id="{A64EE932-88C6-4BCF-97E7-835EE3AADB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2188" y="435700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9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E7B75DE-BD0E-408E-9B81-E1C547E5C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9940" y="4357007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048FF0-AB15-4944-9915-AF23503E2A0A}"/>
                </a:ext>
              </a:extLst>
            </p:cNvPr>
            <p:cNvSpPr txBox="1"/>
            <p:nvPr/>
          </p:nvSpPr>
          <p:spPr>
            <a:xfrm>
              <a:off x="6569800" y="402578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2E2853-DB0E-4490-A0EC-B0451734A651}"/>
                </a:ext>
              </a:extLst>
            </p:cNvPr>
            <p:cNvSpPr txBox="1"/>
            <p:nvPr/>
          </p:nvSpPr>
          <p:spPr>
            <a:xfrm>
              <a:off x="6603820" y="502387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A9C53B-6124-4CC8-B77D-822C6401036A}"/>
                </a:ext>
              </a:extLst>
            </p:cNvPr>
            <p:cNvSpPr txBox="1"/>
            <p:nvPr/>
          </p:nvSpPr>
          <p:spPr>
            <a:xfrm>
              <a:off x="8153582" y="3456192"/>
              <a:ext cx="988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Calibri" panose="020F0502020204030204" pitchFamily="34" charset="0"/>
                  <a:cs typeface="Calibri" panose="020F0502020204030204" pitchFamily="34" charset="0"/>
                </a:rPr>
                <a:t>Data file</a:t>
              </a:r>
              <a:endParaRPr lang="ko-KR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6245891-03CD-432C-9410-4092F025E393}"/>
              </a:ext>
            </a:extLst>
          </p:cNvPr>
          <p:cNvGrpSpPr/>
          <p:nvPr/>
        </p:nvGrpSpPr>
        <p:grpSpPr>
          <a:xfrm>
            <a:off x="794095" y="3933056"/>
            <a:ext cx="3878725" cy="1956220"/>
            <a:chOff x="1795142" y="2992917"/>
            <a:chExt cx="3878725" cy="218843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712D7E9-760D-48B3-BA22-3AE6638274E3}"/>
                </a:ext>
              </a:extLst>
            </p:cNvPr>
            <p:cNvSpPr/>
            <p:nvPr/>
          </p:nvSpPr>
          <p:spPr>
            <a:xfrm>
              <a:off x="2789616" y="2992917"/>
              <a:ext cx="1871282" cy="218843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CAD8C53B-54E9-4A4B-8F81-29D3ACA27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341" y="3173100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7F35B232-B89D-4326-925C-2003515813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8465" y="3173100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2" name="Freeform 13">
                  <a:extLst>
                    <a:ext uri="{FF2B5EF4-FFF2-40B4-BE49-F238E27FC236}">
                      <a16:creationId xmlns:a16="http://schemas.microsoft.com/office/drawing/2014/main" id="{40D9B5AA-4516-4F8C-B9A6-2ED6BBD74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28465" y="3173100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10"/>
                  <a:stretch>
                    <a:fillRect b="-7143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AFD947BB-A9FC-4518-BD09-5792AA75F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341" y="3523848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id="{C291360F-8FBD-4784-B7F0-F0A5DF161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8465" y="352384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4" name="Freeform 13">
                  <a:extLst>
                    <a:ext uri="{FF2B5EF4-FFF2-40B4-BE49-F238E27FC236}">
                      <a16:creationId xmlns:a16="http://schemas.microsoft.com/office/drawing/2014/main" id="{A5DDDE00-40AC-43E0-B9B7-1637C68F09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28465" y="3523848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11"/>
                  <a:stretch>
                    <a:fillRect b="-9091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F9D5890-E6A9-41DF-8BC3-C2C3F668D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030" y="4520027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81FB3770-792E-41C2-9758-1A6496C7D8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0154" y="4520027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6" name="Freeform 13">
                  <a:extLst>
                    <a:ext uri="{FF2B5EF4-FFF2-40B4-BE49-F238E27FC236}">
                      <a16:creationId xmlns:a16="http://schemas.microsoft.com/office/drawing/2014/main" id="{4B97EE97-C8E9-497B-950A-FC177CAFD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0154" y="4520027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0608E91C-1E44-4554-A7D2-1FF54FFE3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094" y="4142624"/>
              <a:ext cx="748876" cy="369332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308BA0A8-AB85-43BB-81C1-15EA63193A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8218" y="4142624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新細明體" panose="020B0604030504040204" pitchFamily="18" charset="-120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8" name="Freeform 13">
                  <a:extLst>
                    <a:ext uri="{FF2B5EF4-FFF2-40B4-BE49-F238E27FC236}">
                      <a16:creationId xmlns:a16="http://schemas.microsoft.com/office/drawing/2014/main" id="{A459D622-11A9-43F3-AAAB-80D18AE14A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28218" y="4142624"/>
                  <a:ext cx="748876" cy="369332"/>
                </a:xfrm>
                <a:custGeom>
                  <a:avLst/>
                  <a:gdLst>
                    <a:gd name="T0" fmla="*/ 19944 w 20000"/>
                    <a:gd name="T1" fmla="*/ 0 h 20000"/>
                    <a:gd name="T2" fmla="*/ 19944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44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44" y="0"/>
                      </a:moveTo>
                      <a:lnTo>
                        <a:pt x="19944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44" y="0"/>
                      </a:lnTo>
                      <a:close/>
                    </a:path>
                  </a:pathLst>
                </a:custGeom>
                <a:blipFill>
                  <a:blip r:embed="rId13"/>
                  <a:stretch>
                    <a:fillRect b="-10909"/>
                  </a:stretch>
                </a:blipFill>
                <a:ln w="3175" cap="flat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046137-42A8-4126-88B4-94DAA71D8747}"/>
                </a:ext>
              </a:extLst>
            </p:cNvPr>
            <p:cNvSpPr txBox="1"/>
            <p:nvPr/>
          </p:nvSpPr>
          <p:spPr>
            <a:xfrm>
              <a:off x="3568015" y="377422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C6991C5-6AD6-4DAD-903F-EEB92165BC96}"/>
                </a:ext>
              </a:extLst>
            </p:cNvPr>
            <p:cNvSpPr txBox="1"/>
            <p:nvPr/>
          </p:nvSpPr>
          <p:spPr>
            <a:xfrm>
              <a:off x="3551868" y="4805145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Line 28">
              <a:extLst>
                <a:ext uri="{FF2B5EF4-FFF2-40B4-BE49-F238E27FC236}">
                  <a16:creationId xmlns:a16="http://schemas.microsoft.com/office/drawing/2014/main" id="{2E1137FD-3F3C-4C6F-A281-66F3FD0D2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9952" y="3127748"/>
              <a:ext cx="1533915" cy="301252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27537CC1-771B-4BA5-B927-3FA37E615C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9951" y="3637280"/>
              <a:ext cx="1533914" cy="7661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568B15E7-647F-42A9-BD01-A251496AC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951" y="4329604"/>
              <a:ext cx="1533914" cy="59004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8" name="Line 28">
              <a:extLst>
                <a:ext uri="{FF2B5EF4-FFF2-40B4-BE49-F238E27FC236}">
                  <a16:creationId xmlns:a16="http://schemas.microsoft.com/office/drawing/2014/main" id="{1184F9C4-5A79-4CEB-B88E-7CFEC4943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951" y="4726281"/>
              <a:ext cx="1515421" cy="82997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95A4137-8BED-40BC-995C-6A8E0A34737B}"/>
                </a:ext>
              </a:extLst>
            </p:cNvPr>
            <p:cNvSpPr txBox="1"/>
            <p:nvPr/>
          </p:nvSpPr>
          <p:spPr>
            <a:xfrm>
              <a:off x="1795142" y="3141625"/>
              <a:ext cx="1064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Calibri" panose="020F0502020204030204" pitchFamily="34" charset="0"/>
                  <a:cs typeface="Calibri" panose="020F0502020204030204" pitchFamily="34" charset="0"/>
                </a:rPr>
                <a:t>Index file</a:t>
              </a:r>
              <a:endParaRPr lang="ko-KR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60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9CBC08-8C02-4C29-A506-B63E47D81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Tree Indexes (like those of indexed sequential files) </a:t>
            </a:r>
          </a:p>
          <a:p>
            <a:pPr lvl="1"/>
            <a:r>
              <a:rPr lang="en-US" altLang="ko-KR" sz="2400" dirty="0"/>
              <a:t>Hierarchical in that each level </a:t>
            </a:r>
          </a:p>
          <a:p>
            <a:pPr lvl="1"/>
            <a:r>
              <a:rPr lang="en-US" altLang="ko-KR" sz="2400" dirty="0"/>
              <a:t>beginning with the root level, points to the next record </a:t>
            </a:r>
          </a:p>
          <a:p>
            <a:pPr lvl="1"/>
            <a:r>
              <a:rPr lang="en-US" altLang="ko-KR" sz="2400" dirty="0"/>
              <a:t>Leaves POINTs only the data file </a:t>
            </a:r>
          </a:p>
          <a:p>
            <a:pPr lvl="1"/>
            <a:endParaRPr lang="en-US" altLang="ko-KR" sz="2400" dirty="0"/>
          </a:p>
          <a:p>
            <a:pPr lvl="1"/>
            <a:r>
              <a:rPr lang="en-US" altLang="ko-KR" sz="2400" dirty="0"/>
              <a:t>Example</a:t>
            </a:r>
          </a:p>
          <a:p>
            <a:pPr lvl="2"/>
            <a:r>
              <a:rPr lang="en-US" altLang="ko-KR" sz="2000" dirty="0"/>
              <a:t>B tree Index </a:t>
            </a:r>
          </a:p>
          <a:p>
            <a:pPr lvl="2"/>
            <a:r>
              <a:rPr lang="en-US" altLang="ko-KR" sz="2000" dirty="0"/>
              <a:t>B+ tree Index </a:t>
            </a:r>
          </a:p>
          <a:p>
            <a:pPr lvl="2"/>
            <a:r>
              <a:rPr lang="en-US" altLang="ko-KR" sz="2000" dirty="0"/>
              <a:t>AVL Tree Index 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475943-5247-4BFD-BEE8-D410280E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 (3/3)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56713B-6E74-4D6D-A5EC-E88D3FD1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9617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E96BCD-6747-48AC-A107-6EE13874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Fast Random Accesses </a:t>
            </a:r>
          </a:p>
          <a:p>
            <a:r>
              <a:rPr lang="en-US" altLang="ko-KR" sz="2800" dirty="0"/>
              <a:t>Uniform Access Speed </a:t>
            </a:r>
          </a:p>
          <a:p>
            <a:r>
              <a:rPr lang="en-US" altLang="ko-KR" sz="2800" dirty="0"/>
              <a:t>Allow users to impose order on a file without actually rearranging the file </a:t>
            </a:r>
          </a:p>
          <a:p>
            <a:pPr lvl="1"/>
            <a:r>
              <a:rPr lang="en-US" altLang="ko-KR" sz="2400" dirty="0"/>
              <a:t>solve the problem of pinned records</a:t>
            </a:r>
          </a:p>
          <a:p>
            <a:pPr lvl="1"/>
            <a:r>
              <a:rPr lang="en-US" altLang="ko-KR" sz="2400" dirty="0"/>
              <a:t>make record additions less expensive</a:t>
            </a:r>
          </a:p>
          <a:p>
            <a:r>
              <a:rPr lang="en-US" altLang="ko-KR" sz="2800" dirty="0"/>
              <a:t>Provide multiple access paths to a file </a:t>
            </a:r>
          </a:p>
          <a:p>
            <a:r>
              <a:rPr lang="en-US" altLang="ko-KR" sz="2800" dirty="0"/>
              <a:t>Give user keyed access to variable-length record files 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B8FDB0-CFBE-4225-8453-CC747372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Roles of Index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AEF2F-BF76-4814-B17C-BFE7AAFE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704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FA8B4E-4542-4AE5-82BE-97FDC25D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7.1  What  is an Index?</a:t>
            </a:r>
          </a:p>
          <a:p>
            <a:r>
              <a:rPr lang="en-US" altLang="ko-KR" sz="2400" dirty="0">
                <a:solidFill>
                  <a:srgbClr val="C00000"/>
                </a:solidFill>
              </a:rPr>
              <a:t>7.2  A Simple Index for Entry-Sequenced Files</a:t>
            </a:r>
          </a:p>
          <a:p>
            <a:r>
              <a:rPr lang="en-US" altLang="ko-KR" sz="2400" dirty="0"/>
              <a:t>7.4  Object-Oriented Support for Indexed, Entry-  </a:t>
            </a:r>
            <a:br>
              <a:rPr lang="en-US" altLang="ko-KR" sz="2400" dirty="0"/>
            </a:br>
            <a:r>
              <a:rPr lang="en-US" altLang="ko-KR" sz="2400" dirty="0"/>
              <a:t>    Sequenced Files of Data Objects</a:t>
            </a:r>
          </a:p>
          <a:p>
            <a:r>
              <a:rPr lang="en-US" altLang="ko-KR" sz="2400" dirty="0"/>
              <a:t>7.5  Indexes That Are Too Large to Hold in  Memory</a:t>
            </a:r>
          </a:p>
          <a:p>
            <a:r>
              <a:rPr lang="en-US" altLang="ko-KR" sz="2400" dirty="0"/>
              <a:t>7.6   Indexing to Provide Access by Multiple Keys</a:t>
            </a:r>
          </a:p>
          <a:p>
            <a:r>
              <a:rPr lang="en-US" altLang="ko-KR" sz="2400" dirty="0"/>
              <a:t>7.7   Retrieval Using Combinations of Secondary  Keys</a:t>
            </a:r>
          </a:p>
          <a:p>
            <a:r>
              <a:rPr lang="en-US" altLang="ko-KR" sz="2400" dirty="0"/>
              <a:t>7.8   Improving the Secondary Index Structure: Inverted Lists</a:t>
            </a:r>
          </a:p>
          <a:p>
            <a:r>
              <a:rPr lang="en-US" altLang="ko-KR" sz="2400" dirty="0"/>
              <a:t>7.9   Selective Indexes</a:t>
            </a:r>
          </a:p>
          <a:p>
            <a:r>
              <a:rPr lang="en-US" altLang="ko-KR" sz="2400" dirty="0"/>
              <a:t>7.10  Binding</a:t>
            </a:r>
          </a:p>
          <a:p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7B1DEF-CCE9-4F7F-B590-06C654B3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AF304-E9B2-4EA9-8E0B-FD6EE7BD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848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B33FD3-0B15-4174-9156-A8BCD2C98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Recording class</a:t>
            </a:r>
          </a:p>
          <a:p>
            <a:pPr lvl="1"/>
            <a:r>
              <a:rPr lang="en-US" altLang="ko-KR" dirty="0"/>
              <a:t>Represent a collection of musical recordings</a:t>
            </a:r>
          </a:p>
          <a:p>
            <a:pPr lvl="1"/>
            <a:r>
              <a:rPr lang="en-US" altLang="ko-KR" dirty="0"/>
              <a:t>Note</a:t>
            </a:r>
          </a:p>
          <a:p>
            <a:pPr lvl="2"/>
            <a:r>
              <a:rPr lang="en-US" altLang="ko-KR" dirty="0"/>
              <a:t>Do not confuse with terms </a:t>
            </a:r>
            <a:r>
              <a:rPr lang="en-US" altLang="ko-KR" dirty="0">
                <a:solidFill>
                  <a:srgbClr val="C00000"/>
                </a:solidFill>
              </a:rPr>
              <a:t>record</a:t>
            </a:r>
            <a:r>
              <a:rPr lang="en-US" altLang="ko-KR" dirty="0"/>
              <a:t> (an object in a file) and </a:t>
            </a:r>
            <a:r>
              <a:rPr lang="en-US" altLang="ko-KR" dirty="0">
                <a:solidFill>
                  <a:srgbClr val="0070C0"/>
                </a:solidFill>
              </a:rPr>
              <a:t>recording (a data object)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665774-47CD-4F35-897C-50EBCA6F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Recording class (1/2)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AFD5D-632D-48BE-A943-BF32EE45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1EEF03-1925-4499-A180-7479E00CE2EC}"/>
              </a:ext>
            </a:extLst>
          </p:cNvPr>
          <p:cNvSpPr/>
          <p:nvPr/>
        </p:nvSpPr>
        <p:spPr>
          <a:xfrm>
            <a:off x="539552" y="3597057"/>
            <a:ext cx="7920880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a recording with a composite key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Recording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label,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title,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composer,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artist);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Title 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Composer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Artist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return key of object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9698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11A75D7-9E3F-4C31-9502-3CDD28F45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Pack()/Unpack : refer to the ch.4</a:t>
            </a:r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1DD32A5-5707-47A2-9513-8315E14C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Recording class (2/2)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B66C59-6710-4F77-A833-AE0092A9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C16A42-EDFB-42B5-B7BF-CC818FEBFBE1}"/>
              </a:ext>
            </a:extLst>
          </p:cNvPr>
          <p:cNvSpPr/>
          <p:nvPr/>
        </p:nvSpPr>
        <p:spPr>
          <a:xfrm>
            <a:off x="683568" y="2088952"/>
            <a:ext cx="7920880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Composer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Artist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composer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artist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strcpy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(Label, label);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strcpy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strcpy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(Title, title);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strcpy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(Composer, composer);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strcpy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(Artist, artist);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produce key as concatenation of Label and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IdNum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ostrstream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key;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key &lt;&lt; Label &lt;&lt;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IdNum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ends;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  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603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C427102-7E07-4792-8EB0-8143EA9A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Datafile</a:t>
            </a:r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entry-sequenced</a:t>
            </a:r>
            <a:r>
              <a:rPr lang="en-US" altLang="ko-KR" dirty="0"/>
              <a:t>, variable-length record</a:t>
            </a:r>
          </a:p>
          <a:p>
            <a:pPr lvl="2"/>
            <a:r>
              <a:rPr lang="en-US" altLang="ko-KR" sz="2400" dirty="0">
                <a:solidFill>
                  <a:srgbClr val="0070C0"/>
                </a:solidFill>
              </a:rPr>
              <a:t>records</a:t>
            </a:r>
            <a:r>
              <a:rPr lang="ko-KR" altLang="en-US" sz="2400" dirty="0">
                <a:solidFill>
                  <a:srgbClr val="0070C0"/>
                </a:solidFill>
              </a:rPr>
              <a:t> </a:t>
            </a:r>
            <a:r>
              <a:rPr lang="en-US" altLang="ko-KR" sz="2400" dirty="0">
                <a:solidFill>
                  <a:srgbClr val="0070C0"/>
                </a:solidFill>
              </a:rPr>
              <a:t>occur in the order they are entered into the file</a:t>
            </a:r>
            <a:endParaRPr lang="en-US" altLang="ko-KR" dirty="0"/>
          </a:p>
          <a:p>
            <a:pPr lvl="1"/>
            <a:r>
              <a:rPr lang="en-US" altLang="ko-KR" dirty="0"/>
              <a:t>primary key : unique for each entry in a file</a:t>
            </a:r>
          </a:p>
          <a:p>
            <a:endParaRPr lang="en-US" altLang="ko-KR" dirty="0"/>
          </a:p>
          <a:p>
            <a:r>
              <a:rPr lang="en-US" altLang="ko-KR" dirty="0"/>
              <a:t>Search a file with key (popular need)</a:t>
            </a:r>
          </a:p>
          <a:p>
            <a:pPr lvl="1"/>
            <a:r>
              <a:rPr lang="en-US" altLang="ko-KR" dirty="0"/>
              <a:t>cannot use binary search in a variable-length record file(can’t know where the middle record)</a:t>
            </a:r>
          </a:p>
          <a:p>
            <a:pPr lvl="1"/>
            <a:r>
              <a:rPr lang="en-US" altLang="ko-KR" dirty="0"/>
              <a:t>construct an index object for the file</a:t>
            </a:r>
          </a:p>
          <a:p>
            <a:pPr lvl="1"/>
            <a:r>
              <a:rPr lang="en-US" altLang="ko-KR" dirty="0"/>
              <a:t>index object : key field + byte-offset field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3110DE-49A7-4221-B2B3-D490E191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Index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144E5-61A8-4809-AA9A-63B93DD5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373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내용 개체 틀 60">
            <a:extLst>
              <a:ext uri="{FF2B5EF4-FFF2-40B4-BE49-F238E27FC236}">
                <a16:creationId xmlns:a16="http://schemas.microsoft.com/office/drawing/2014/main" id="{D8E1748D-1B1F-4C08-A36F-3BCE6213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17140"/>
            <a:ext cx="8229600" cy="1269116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ko-KR" sz="2000" dirty="0"/>
              <a:t>Index file:</a:t>
            </a:r>
            <a:r>
              <a:rPr lang="en-US" altLang="ko-KR" sz="2000" dirty="0">
                <a:solidFill>
                  <a:srgbClr val="C00000"/>
                </a:solidFill>
              </a:rPr>
              <a:t>fixed-size record, sorted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sz="2000" dirty="0"/>
              <a:t>Advantages</a:t>
            </a:r>
            <a:endParaRPr lang="en-US" altLang="ko-KR" sz="1800" i="1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ko-KR" sz="1800" dirty="0">
                <a:solidFill>
                  <a:srgbClr val="0070C0"/>
                </a:solidFill>
              </a:rPr>
              <a:t>Record addition is quick </a:t>
            </a:r>
            <a:r>
              <a:rPr lang="en-US" altLang="ko-KR" sz="1800" dirty="0"/>
              <a:t>(faster than a sorted file)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ko-KR" sz="1800" dirty="0"/>
              <a:t>Can </a:t>
            </a:r>
            <a:r>
              <a:rPr lang="en-US" altLang="ko-KR" sz="1800" dirty="0">
                <a:solidFill>
                  <a:srgbClr val="0070C0"/>
                </a:solidFill>
              </a:rPr>
              <a:t>keep the index in memory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ko-KR" sz="1800" dirty="0">
                <a:solidFill>
                  <a:srgbClr val="0070C0"/>
                </a:solidFill>
              </a:rPr>
              <a:t>find record quickly with index </a:t>
            </a:r>
            <a:r>
              <a:rPr lang="en-US" altLang="ko-KR" sz="1800" dirty="0"/>
              <a:t>file than with a sorted one</a:t>
            </a:r>
          </a:p>
          <a:p>
            <a:pPr eaLnBrk="1" hangingPunct="1">
              <a:lnSpc>
                <a:spcPct val="120000"/>
              </a:lnSpc>
            </a:pPr>
            <a:endParaRPr lang="en-US" altLang="ko-KR" sz="2000" i="1" dirty="0"/>
          </a:p>
          <a:p>
            <a:endParaRPr lang="ko-KR" altLang="en-US" dirty="0"/>
          </a:p>
        </p:txBody>
      </p:sp>
      <p:sp>
        <p:nvSpPr>
          <p:cNvPr id="60" name="제목 59">
            <a:extLst>
              <a:ext uri="{FF2B5EF4-FFF2-40B4-BE49-F238E27FC236}">
                <a16:creationId xmlns:a16="http://schemas.microsoft.com/office/drawing/2014/main" id="{7BD725B8-4CE9-40EF-A95E-65435B6A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index for a recording file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60558-3D13-42D6-91DB-1FD2F240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538394E-3FD7-49A8-A82F-CBDAE4357437}"/>
              </a:ext>
            </a:extLst>
          </p:cNvPr>
          <p:cNvGrpSpPr/>
          <p:nvPr/>
        </p:nvGrpSpPr>
        <p:grpSpPr>
          <a:xfrm>
            <a:off x="4499992" y="620688"/>
            <a:ext cx="4333151" cy="4279781"/>
            <a:chOff x="4487321" y="1165443"/>
            <a:chExt cx="4333151" cy="427978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9B1CE3-83F2-40E5-8829-0F21EF296696}"/>
                </a:ext>
              </a:extLst>
            </p:cNvPr>
            <p:cNvSpPr/>
            <p:nvPr/>
          </p:nvSpPr>
          <p:spPr>
            <a:xfrm>
              <a:off x="4487321" y="1542158"/>
              <a:ext cx="4333151" cy="390306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92F6FB9-0541-42BC-B464-FA8D9D8B660D}"/>
                </a:ext>
              </a:extLst>
            </p:cNvPr>
            <p:cNvSpPr/>
            <p:nvPr/>
          </p:nvSpPr>
          <p:spPr>
            <a:xfrm>
              <a:off x="4554129" y="2060848"/>
              <a:ext cx="4050483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LON|2312|Romeo and </a:t>
              </a:r>
              <a:r>
                <a:rPr lang="en-US" altLang="ko-KR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Juliet|Prokofiev</a:t>
              </a:r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707B5B-1688-4A89-BEB4-54046883DE6F}"/>
                </a:ext>
              </a:extLst>
            </p:cNvPr>
            <p:cNvSpPr/>
            <p:nvPr/>
          </p:nvSpPr>
          <p:spPr>
            <a:xfrm>
              <a:off x="4554129" y="2368625"/>
              <a:ext cx="3906467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RCA|2626|Quarter in C Sharp Minor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6147711-95B2-4022-82DD-8B31A0556D91}"/>
                </a:ext>
              </a:extLst>
            </p:cNvPr>
            <p:cNvSpPr/>
            <p:nvPr/>
          </p:nvSpPr>
          <p:spPr>
            <a:xfrm>
              <a:off x="4554129" y="2680160"/>
              <a:ext cx="304237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WAR|23699|Touchstone|Corea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87E456C-70FE-42C3-B22B-E3C978A457CB}"/>
                </a:ext>
              </a:extLst>
            </p:cNvPr>
            <p:cNvSpPr/>
            <p:nvPr/>
          </p:nvSpPr>
          <p:spPr>
            <a:xfrm>
              <a:off x="4554129" y="3308928"/>
              <a:ext cx="340241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COL|38358|Nebeaska|Springsteen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32F01B-6888-43C3-990C-D3ED2CC9F481}"/>
                </a:ext>
              </a:extLst>
            </p:cNvPr>
            <p:cNvSpPr/>
            <p:nvPr/>
          </p:nvSpPr>
          <p:spPr>
            <a:xfrm>
              <a:off x="4554129" y="3616705"/>
              <a:ext cx="3618436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DG|18807|Symphony No. 9|Beethoven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F7170F8-A13F-4C8B-AFD9-2F9A89E7C925}"/>
                </a:ext>
              </a:extLst>
            </p:cNvPr>
            <p:cNvSpPr/>
            <p:nvPr/>
          </p:nvSpPr>
          <p:spPr>
            <a:xfrm>
              <a:off x="4554129" y="2992665"/>
              <a:ext cx="37624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ANG|3795|Sympony No. 9|Beethoven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95C3C1-45CC-4CE8-8739-7189D890E0A9}"/>
                </a:ext>
              </a:extLst>
            </p:cNvPr>
            <p:cNvSpPr/>
            <p:nvPr/>
          </p:nvSpPr>
          <p:spPr>
            <a:xfrm>
              <a:off x="4554129" y="3924482"/>
              <a:ext cx="3258396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MER|75016|Coq d'or </a:t>
              </a:r>
              <a:r>
                <a:rPr lang="en-US" altLang="ko-KR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Suite|Rimsky</a:t>
              </a:r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B3964D8-298B-4BC5-8A7B-07CCC1F8FBD5}"/>
                </a:ext>
              </a:extLst>
            </p:cNvPr>
            <p:cNvSpPr/>
            <p:nvPr/>
          </p:nvSpPr>
          <p:spPr>
            <a:xfrm>
              <a:off x="4554129" y="4240745"/>
              <a:ext cx="347442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COL|31809|Symphony No. 9|Dvorak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8ACBD54-6C4C-4CBE-9F49-27BEBE7EEA54}"/>
                </a:ext>
              </a:extLst>
            </p:cNvPr>
            <p:cNvSpPr/>
            <p:nvPr/>
          </p:nvSpPr>
          <p:spPr>
            <a:xfrm>
              <a:off x="4554129" y="4557008"/>
              <a:ext cx="405048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DG|139201|Violin </a:t>
              </a:r>
              <a:r>
                <a:rPr lang="en-US" altLang="ko-KR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Concerto|Beethoven</a:t>
              </a:r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64E62D8-B960-4C5D-9AB8-292BADD394F1}"/>
                </a:ext>
              </a:extLst>
            </p:cNvPr>
            <p:cNvSpPr/>
            <p:nvPr/>
          </p:nvSpPr>
          <p:spPr>
            <a:xfrm>
              <a:off x="4554129" y="4864785"/>
              <a:ext cx="376245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FF|245|Good </a:t>
              </a:r>
              <a:r>
                <a:rPr lang="en-US" altLang="ko-KR" sz="1400" dirty="0" err="1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News|Sweet</a:t>
              </a:r>
              <a:r>
                <a:rPr lang="en-US" altLang="ko-KR" sz="1400" dirty="0">
                  <a:solidFill>
                    <a:srgbClr val="000000"/>
                  </a:solidFill>
                  <a:latin typeface="Arial" panose="020B0604020202020204" pitchFamily="34" charset="0"/>
                  <a:ea typeface="돋움" panose="020B0600000101010101" pitchFamily="50" charset="-127"/>
                </a:rPr>
                <a:t> Honey In The . . .</a:t>
              </a:r>
              <a:endParaRPr lang="en-US" altLang="ko-KR" sz="14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02EDD5-8DF7-4A50-926B-CF952A55F135}"/>
                </a:ext>
              </a:extLst>
            </p:cNvPr>
            <p:cNvSpPr txBox="1"/>
            <p:nvPr/>
          </p:nvSpPr>
          <p:spPr>
            <a:xfrm>
              <a:off x="5436620" y="1646777"/>
              <a:ext cx="19974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Actual data records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E70166-47FF-43FF-9895-0B20974B66FB}"/>
                </a:ext>
              </a:extLst>
            </p:cNvPr>
            <p:cNvSpPr txBox="1"/>
            <p:nvPr/>
          </p:nvSpPr>
          <p:spPr>
            <a:xfrm>
              <a:off x="7318415" y="1165443"/>
              <a:ext cx="988219" cy="33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Calibri" panose="020F0502020204030204" pitchFamily="34" charset="0"/>
                  <a:cs typeface="Calibri" panose="020F0502020204030204" pitchFamily="34" charset="0"/>
                </a:rPr>
                <a:t>Data file</a:t>
              </a:r>
              <a:endParaRPr lang="ko-KR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9C0E0A5-7DD1-471C-9201-3E4907F0E1B1}"/>
              </a:ext>
            </a:extLst>
          </p:cNvPr>
          <p:cNvGrpSpPr/>
          <p:nvPr/>
        </p:nvGrpSpPr>
        <p:grpSpPr>
          <a:xfrm>
            <a:off x="3917058" y="945503"/>
            <a:ext cx="1197158" cy="3713081"/>
            <a:chOff x="3904387" y="1490258"/>
            <a:chExt cx="1197158" cy="371308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ADAB3B-28F9-4026-B4BC-9D306516883F}"/>
                </a:ext>
              </a:extLst>
            </p:cNvPr>
            <p:cNvSpPr txBox="1"/>
            <p:nvPr/>
          </p:nvSpPr>
          <p:spPr>
            <a:xfrm>
              <a:off x="3904387" y="1490258"/>
              <a:ext cx="11971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Addr</a:t>
              </a:r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of rec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2CD03B4-D84B-48B2-9E81-6175321CF76F}"/>
                </a:ext>
              </a:extLst>
            </p:cNvPr>
            <p:cNvSpPr/>
            <p:nvPr/>
          </p:nvSpPr>
          <p:spPr>
            <a:xfrm>
              <a:off x="4026024" y="2030070"/>
              <a:ext cx="4187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17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F9D7061-B5DC-4490-AAE0-984B0A841A32}"/>
                </a:ext>
              </a:extLst>
            </p:cNvPr>
            <p:cNvSpPr/>
            <p:nvPr/>
          </p:nvSpPr>
          <p:spPr>
            <a:xfrm>
              <a:off x="4026024" y="2349099"/>
              <a:ext cx="4187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62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40CC577-A842-4C91-8719-99C08A7889D3}"/>
                </a:ext>
              </a:extLst>
            </p:cNvPr>
            <p:cNvSpPr/>
            <p:nvPr/>
          </p:nvSpPr>
          <p:spPr>
            <a:xfrm>
              <a:off x="3967514" y="2668128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117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7C6A51F-B1AD-4DD1-B454-8C91757991EF}"/>
                </a:ext>
              </a:extLst>
            </p:cNvPr>
            <p:cNvSpPr/>
            <p:nvPr/>
          </p:nvSpPr>
          <p:spPr>
            <a:xfrm>
              <a:off x="3967514" y="2982593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152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BDAB272-6DC5-48E6-85A4-F8E53284F548}"/>
                </a:ext>
              </a:extLst>
            </p:cNvPr>
            <p:cNvSpPr/>
            <p:nvPr/>
          </p:nvSpPr>
          <p:spPr>
            <a:xfrm>
              <a:off x="3951598" y="3295869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196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15E3C13-E4CA-4A7A-A03B-7B38F9FE1C93}"/>
                </a:ext>
              </a:extLst>
            </p:cNvPr>
            <p:cNvSpPr/>
            <p:nvPr/>
          </p:nvSpPr>
          <p:spPr>
            <a:xfrm>
              <a:off x="3951598" y="3604573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241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D9DF557-DE4F-4D3A-93F7-D922DD5BC077}"/>
                </a:ext>
              </a:extLst>
            </p:cNvPr>
            <p:cNvSpPr/>
            <p:nvPr/>
          </p:nvSpPr>
          <p:spPr>
            <a:xfrm>
              <a:off x="3951598" y="3924482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285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0DCAA77-0AD7-4EB5-891E-651EBBC9603E}"/>
                </a:ext>
              </a:extLst>
            </p:cNvPr>
            <p:cNvSpPr/>
            <p:nvPr/>
          </p:nvSpPr>
          <p:spPr>
            <a:xfrm>
              <a:off x="3951598" y="4240745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338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DA9C30B-3DC7-4CF9-8441-00ECF671C881}"/>
                </a:ext>
              </a:extLst>
            </p:cNvPr>
            <p:cNvSpPr/>
            <p:nvPr/>
          </p:nvSpPr>
          <p:spPr>
            <a:xfrm>
              <a:off x="3967242" y="4546103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382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D2E4C8F-8B5C-4161-A1C0-026C390B02D7}"/>
                </a:ext>
              </a:extLst>
            </p:cNvPr>
            <p:cNvSpPr/>
            <p:nvPr/>
          </p:nvSpPr>
          <p:spPr>
            <a:xfrm>
              <a:off x="3976233" y="4834007"/>
              <a:ext cx="5357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427</a:t>
              </a:r>
              <a:endParaRPr lang="ko-KR" alt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202B7E2-0412-47E6-A0BD-DFBDF34FBB94}"/>
              </a:ext>
            </a:extLst>
          </p:cNvPr>
          <p:cNvGrpSpPr/>
          <p:nvPr/>
        </p:nvGrpSpPr>
        <p:grpSpPr>
          <a:xfrm>
            <a:off x="499298" y="945503"/>
            <a:ext cx="3563611" cy="3793146"/>
            <a:chOff x="499298" y="1485365"/>
            <a:chExt cx="3563611" cy="3793146"/>
          </a:xfrm>
        </p:grpSpPr>
        <p:sp>
          <p:nvSpPr>
            <p:cNvPr id="54" name="Rectangle 7">
              <a:extLst>
                <a:ext uri="{FF2B5EF4-FFF2-40B4-BE49-F238E27FC236}">
                  <a16:creationId xmlns:a16="http://schemas.microsoft.com/office/drawing/2014/main" id="{35BD9F48-839D-4556-9942-512C01B9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98" y="1916304"/>
              <a:ext cx="2486556" cy="336220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43536649-48E8-4931-8CE6-05D313170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224327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152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D2235503-DD72-449C-822E-48F047E4B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224219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ANG3795</a:t>
              </a:r>
              <a:endParaRPr lang="ko-KR" altLang="en-US" sz="13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C5254509-E598-4380-9D7B-3E1C364E2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253427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338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45ABBEF-A4E3-4968-BCA6-2E694A11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253319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COL31809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3EC4B4BC-0A7A-4BA7-B8D3-A87FE655D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282624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196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A0E87321-D48C-420F-A1EC-D7224665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282516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COL38358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78DBFF66-729B-4CF6-9A35-895F10F47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311725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382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1782EF9B-0DCA-4637-8180-BD2D398BB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311617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DG139201</a:t>
              </a:r>
              <a:endParaRPr lang="ko-KR" altLang="en-US" sz="13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  <a:p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9B7D5D6A-B177-4BA0-B924-A167F8B8B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340825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241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4AC27B20-93DC-45AC-94C5-82DF80F64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340717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DG18807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941C92C3-0383-4975-85DA-C5E5E0BBA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369353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427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0BFA476C-F0D9-44DC-A692-48389C283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369245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FF245</a:t>
              </a:r>
              <a:endParaRPr lang="ko-KR" altLang="en-US" sz="13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E0DF7360-2762-4BE8-A5BB-F8E7DEB46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398454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17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1F7D532F-A778-4EA6-A9C9-6E8E91E4A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398346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4EB84362-B22E-4FF3-A19B-A8D95A83A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427651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285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29FFF1D3-2A7F-43DD-9EBC-A3D72DF1F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427543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MER75016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0A12EB15-4612-4F7F-8FCF-5134252B0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456751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62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16CD8E8-C0DB-4F66-BCF8-1F1DE53E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456643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RCA2626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27B31F68-559D-462C-8BB6-014686AA0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194" y="485852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117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D312C641-717E-4692-A0BD-E27FE80B7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38" y="485744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WAR23699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6008BE-D28F-4C76-B521-7203179396BF}"/>
                </a:ext>
              </a:extLst>
            </p:cNvPr>
            <p:cNvSpPr txBox="1"/>
            <p:nvPr/>
          </p:nvSpPr>
          <p:spPr>
            <a:xfrm>
              <a:off x="890094" y="1937915"/>
              <a:ext cx="482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Key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F74C67A-311A-462D-B57F-38AEA9A8EFB2}"/>
                </a:ext>
              </a:extLst>
            </p:cNvPr>
            <p:cNvSpPr txBox="1"/>
            <p:nvPr/>
          </p:nvSpPr>
          <p:spPr>
            <a:xfrm>
              <a:off x="1478293" y="1916305"/>
              <a:ext cx="14879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Reference field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9E4A93E-5580-4BA4-B054-39AC4BE6B46D}"/>
                </a:ext>
              </a:extLst>
            </p:cNvPr>
            <p:cNvSpPr txBox="1"/>
            <p:nvPr/>
          </p:nvSpPr>
          <p:spPr>
            <a:xfrm>
              <a:off x="1157958" y="1485365"/>
              <a:ext cx="1064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Calibri" panose="020F0502020204030204" pitchFamily="34" charset="0"/>
                  <a:cs typeface="Calibri" panose="020F0502020204030204" pitchFamily="34" charset="0"/>
                </a:rPr>
                <a:t>Index file</a:t>
              </a:r>
              <a:endParaRPr lang="ko-KR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Line 28">
              <a:extLst>
                <a:ext uri="{FF2B5EF4-FFF2-40B4-BE49-F238E27FC236}">
                  <a16:creationId xmlns:a16="http://schemas.microsoft.com/office/drawing/2014/main" id="{26ABAFD0-1B2A-4570-ACE4-84ABED4F2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654" y="2419463"/>
              <a:ext cx="1600255" cy="754993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15859AF1-5778-4310-BA32-5C46644FC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654" y="2661349"/>
              <a:ext cx="1600255" cy="1750876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8" name="Line 28">
              <a:extLst>
                <a:ext uri="{FF2B5EF4-FFF2-40B4-BE49-F238E27FC236}">
                  <a16:creationId xmlns:a16="http://schemas.microsoft.com/office/drawing/2014/main" id="{7CC1D07C-FB11-4B13-AA5F-84342DCF7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655" y="2985617"/>
              <a:ext cx="1556228" cy="476743"/>
            </a:xfrm>
            <a:prstGeom prst="line">
              <a:avLst/>
            </a:prstGeom>
            <a:noFill/>
            <a:ln w="25400">
              <a:solidFill>
                <a:srgbClr val="7030A0"/>
              </a:solidFill>
              <a:round/>
              <a:headEnd type="oval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589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EEA489F-9E47-4878-A4C1-572198662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40768"/>
            <a:ext cx="4787885" cy="4790157"/>
          </a:xfrm>
        </p:spPr>
        <p:txBody>
          <a:bodyPr/>
          <a:lstStyle/>
          <a:p>
            <a:r>
              <a:rPr lang="en-US" altLang="ko-KR" dirty="0"/>
              <a:t>Core in </a:t>
            </a:r>
            <a:r>
              <a:rPr lang="en-US" altLang="ko-KR" b="1" dirty="0">
                <a:solidFill>
                  <a:srgbClr val="C00000"/>
                </a:solidFill>
              </a:rPr>
              <a:t>memory</a:t>
            </a:r>
          </a:p>
          <a:p>
            <a:pPr lvl="1"/>
            <a:r>
              <a:rPr lang="en-US" altLang="ko-KR" dirty="0"/>
              <a:t>A list of pairs (key, byte-offset) of fields</a:t>
            </a:r>
          </a:p>
          <a:p>
            <a:pPr lvl="2"/>
            <a:r>
              <a:rPr lang="en-US" altLang="ko-KR" dirty="0"/>
              <a:t>One entry in the index for each record in the file</a:t>
            </a:r>
          </a:p>
          <a:p>
            <a:endParaRPr lang="en-US" altLang="ko-KR" dirty="0"/>
          </a:p>
          <a:p>
            <a:r>
              <a:rPr lang="en-US" altLang="ko-KR" dirty="0"/>
              <a:t>Methods</a:t>
            </a:r>
          </a:p>
          <a:p>
            <a:pPr lvl="1"/>
            <a:r>
              <a:rPr lang="en-US" altLang="ko-KR" dirty="0"/>
              <a:t>Search() : search for the key return </a:t>
            </a:r>
            <a:r>
              <a:rPr lang="en-US" altLang="ko-KR" dirty="0" err="1"/>
              <a:t>recaddr</a:t>
            </a:r>
            <a:endParaRPr lang="en-US" altLang="ko-KR" dirty="0"/>
          </a:p>
          <a:p>
            <a:pPr lvl="1"/>
            <a:r>
              <a:rPr lang="en-US" altLang="ko-KR" dirty="0"/>
              <a:t>Insert() and Remove()</a:t>
            </a:r>
          </a:p>
          <a:p>
            <a:pPr lvl="1"/>
            <a:r>
              <a:rPr lang="en-US" altLang="ko-KR" dirty="0"/>
              <a:t>Find(): locates the elements key and returns its index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8214B-E2B0-42F5-A0C4-4AFE72E2A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3218B3E-E984-45F7-8EFC-61115DA6B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structure of a simple Index (1/2)</a:t>
            </a:r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205D66C-0C27-4B01-8751-502E55A6E9A1}"/>
              </a:ext>
            </a:extLst>
          </p:cNvPr>
          <p:cNvGrpSpPr/>
          <p:nvPr/>
        </p:nvGrpSpPr>
        <p:grpSpPr>
          <a:xfrm>
            <a:off x="5177687" y="2708920"/>
            <a:ext cx="3966313" cy="2923264"/>
            <a:chOff x="1019888" y="1524966"/>
            <a:chExt cx="4692940" cy="3690630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DC193BB7-129F-4818-9337-F64061203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191908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ANG3795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96CF1D28-FB88-4C30-8F2F-37309F2D9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21009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COL31809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1395F53B-A48B-4E00-A476-489220C50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50206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COL38358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243DB1EA-BEB6-4B68-9EA5-A7FCEDCFB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79306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DG139201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  <a:p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321CBD81-088D-4D97-8D8A-75D87271B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08407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DG18807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6BFE5CAE-1A9A-4F47-A5F2-EDD510317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36935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FF245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B50629B-BC19-4A0C-B7F6-5422192BD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66035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F6812C6F-D739-464E-AF6E-794F17B15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95232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MER75016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CFAD0CB6-2B8F-4CC4-A7B4-B47A67B93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424333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RCA2626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5340A7CF-6878-4E9D-9D86-003673207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453433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WAR23699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41672B0-6913-4F01-9079-5610C4FC33D6}"/>
                </a:ext>
              </a:extLst>
            </p:cNvPr>
            <p:cNvSpPr txBox="1"/>
            <p:nvPr/>
          </p:nvSpPr>
          <p:spPr>
            <a:xfrm>
              <a:off x="1053819" y="1930228"/>
              <a:ext cx="997785" cy="693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Keys[0]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57032A1-7A99-497F-A6F5-F43FC229BF40}"/>
                </a:ext>
              </a:extLst>
            </p:cNvPr>
            <p:cNvSpPr/>
            <p:nvPr/>
          </p:nvSpPr>
          <p:spPr>
            <a:xfrm>
              <a:off x="1856525" y="1549272"/>
              <a:ext cx="1907332" cy="4486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char** Keys</a:t>
              </a:r>
              <a:endParaRPr lang="ko-KR" altLang="en-US" sz="1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6D7039B-2311-40F3-9F26-7BB98B507B68}"/>
                </a:ext>
              </a:extLst>
            </p:cNvPr>
            <p:cNvSpPr txBox="1"/>
            <p:nvPr/>
          </p:nvSpPr>
          <p:spPr>
            <a:xfrm>
              <a:off x="1064734" y="2241938"/>
              <a:ext cx="997785" cy="693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Keys[1]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C8C817-3B77-4199-97CE-E52B9DB01C22}"/>
                </a:ext>
              </a:extLst>
            </p:cNvPr>
            <p:cNvSpPr txBox="1"/>
            <p:nvPr/>
          </p:nvSpPr>
          <p:spPr>
            <a:xfrm>
              <a:off x="1019888" y="4555029"/>
              <a:ext cx="1199154" cy="660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</a:t>
              </a:r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numKeys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A4CA2163-61A2-44E9-B50C-0D17460DE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188857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152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0D62211D-0803-4906-B3C9-D836A3FC9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17957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338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1035ECBE-C8D6-4783-BEC4-97AEFFF5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47154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196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B4F993D5-06E6-4EBD-ACFA-A43FE44EC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76255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382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06595C75-266F-4403-84F7-A8E1D7068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05355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241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99CC5203-17BD-4609-8098-2CE57D437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33883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427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FF4D010A-187F-4518-8C79-69B043A71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62984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ACA77D06-20B4-4A8E-9901-A85DE2F1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92181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285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70D99673-B438-41AF-B20F-DEE7B2C04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421281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62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C5AC5950-0E0A-407D-9CC1-42C4807D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450382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117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0FD584F-E7BF-4BAD-8F17-56E7B54EEBA0}"/>
                </a:ext>
              </a:extLst>
            </p:cNvPr>
            <p:cNvSpPr/>
            <p:nvPr/>
          </p:nvSpPr>
          <p:spPr>
            <a:xfrm>
              <a:off x="3419871" y="1524966"/>
              <a:ext cx="2047366" cy="4486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Int* </a:t>
              </a:r>
              <a:r>
                <a:rPr lang="en-US" altLang="ko-KR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endParaRPr lang="ko-KR" altLang="en-US" sz="16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A49522E-3663-4456-B83B-1C3110EFE153}"/>
                </a:ext>
              </a:extLst>
            </p:cNvPr>
            <p:cNvSpPr txBox="1"/>
            <p:nvPr/>
          </p:nvSpPr>
          <p:spPr>
            <a:xfrm>
              <a:off x="4211961" y="1841021"/>
              <a:ext cx="1398395" cy="693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[0]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A3D98F-124E-4625-A18D-794E006B5F5F}"/>
                </a:ext>
              </a:extLst>
            </p:cNvPr>
            <p:cNvSpPr txBox="1"/>
            <p:nvPr/>
          </p:nvSpPr>
          <p:spPr>
            <a:xfrm>
              <a:off x="4222874" y="2152732"/>
              <a:ext cx="1489954" cy="388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[1]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38081C8-3B0A-4BC8-9372-D879F34C2B02}"/>
                </a:ext>
              </a:extLst>
            </p:cNvPr>
            <p:cNvSpPr txBox="1"/>
            <p:nvPr/>
          </p:nvSpPr>
          <p:spPr>
            <a:xfrm>
              <a:off x="4283965" y="4456273"/>
              <a:ext cx="1326392" cy="660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endParaRPr lang="en-US" altLang="ko-KR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</a:t>
              </a:r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numKeys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66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637E8BF-C30E-4AF1-894E-FA3933BA1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Class </a:t>
            </a:r>
            <a:r>
              <a:rPr lang="en-US" altLang="ko-KR" dirty="0" err="1"/>
              <a:t>TextIndex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4078A3E-953D-48FC-A023-4F3CE1C2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structure of a simple Index (2/2)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3FBF60-6998-43F4-9310-6C59B3C3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A497FA-8C91-43EA-966A-82D3931BB5CA}"/>
              </a:ext>
            </a:extLst>
          </p:cNvPr>
          <p:cNvSpPr/>
          <p:nvPr/>
        </p:nvSpPr>
        <p:spPr>
          <a:xfrm>
            <a:off x="312447" y="2394390"/>
            <a:ext cx="7974632" cy="4185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unique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~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add to 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Remove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search for key, return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recaddr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maximum number of entries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actual number of entries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** Keys;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// array of key values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 array of record references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unique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Unique;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if true, each key value must be unique in the 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5292AA-897F-4080-940C-7CBDBAAD5885}"/>
              </a:ext>
            </a:extLst>
          </p:cNvPr>
          <p:cNvGrpSpPr/>
          <p:nvPr/>
        </p:nvGrpSpPr>
        <p:grpSpPr>
          <a:xfrm>
            <a:off x="5436096" y="692696"/>
            <a:ext cx="4056821" cy="2631114"/>
            <a:chOff x="905681" y="1524966"/>
            <a:chExt cx="4807147" cy="3493920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FC3A724F-9209-47FF-934B-105114CA6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191908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ANG3795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B73A2010-408E-4106-9390-8C77F2BA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21009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COL31809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D4BAF8E2-D78A-41AC-8E13-9F4BBDA9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50206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COL38358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C682551E-9EBD-4912-8210-17E4E3A66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279306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DG139201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  <a:p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5924E0D8-854C-494E-9ED7-CC860EBE8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08407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DG18807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8FDBF9DA-1DD0-4D85-AF95-95B061CDD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36935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FF245</a:t>
              </a:r>
              <a:endParaRPr lang="ko-KR" altLang="en-US" sz="12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82EF8F0-5BA8-4623-9473-F91CB743B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66035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B5201D5-6744-410A-9EDF-6B0CBA925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395232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MER75016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2607526F-0475-45AF-8F8E-9FED92CB7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424333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RCA2626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FBD29288-48E7-4504-891D-AD58D6858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576" y="453433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rgbClr val="000000"/>
                  </a:solidFill>
                  <a:ea typeface="돋움" panose="020B0600000101010101" pitchFamily="50" charset="-127"/>
                </a:rPr>
                <a:t>WAR23699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43E2F8-CBD2-437B-80B8-3EE6BA1D6CE5}"/>
                </a:ext>
              </a:extLst>
            </p:cNvPr>
            <p:cNvSpPr txBox="1"/>
            <p:nvPr/>
          </p:nvSpPr>
          <p:spPr>
            <a:xfrm>
              <a:off x="1053819" y="1930228"/>
              <a:ext cx="997785" cy="693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Keys[0]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860E093-A4AE-47C1-A3DB-1ADFE110F40D}"/>
                </a:ext>
              </a:extLst>
            </p:cNvPr>
            <p:cNvSpPr/>
            <p:nvPr/>
          </p:nvSpPr>
          <p:spPr>
            <a:xfrm>
              <a:off x="1856525" y="1549272"/>
              <a:ext cx="1907332" cy="4486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char** Keys</a:t>
              </a:r>
              <a:endParaRPr lang="ko-KR" altLang="en-US" sz="16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8D131A-65D2-40BB-A04A-19C1F9D268CD}"/>
                </a:ext>
              </a:extLst>
            </p:cNvPr>
            <p:cNvSpPr txBox="1"/>
            <p:nvPr/>
          </p:nvSpPr>
          <p:spPr>
            <a:xfrm>
              <a:off x="1064734" y="2241938"/>
              <a:ext cx="997785" cy="693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Keys[1]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1329A2-FAA7-4998-B724-2215E63DCDCE}"/>
                </a:ext>
              </a:extLst>
            </p:cNvPr>
            <p:cNvSpPr txBox="1"/>
            <p:nvPr/>
          </p:nvSpPr>
          <p:spPr>
            <a:xfrm>
              <a:off x="905681" y="4295535"/>
              <a:ext cx="1199154" cy="660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Keys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</a:t>
              </a:r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numKeys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41968E08-7E6F-4F3E-A5B8-9C3B82C4F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188857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152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44A7E707-2AB9-410D-911A-915349E11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17957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338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00A0346E-B6AF-46F7-88AC-C72DD2E80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47154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196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A4C5E712-F694-4CA1-A816-A832ECBD8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276255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382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6E3308A-32BB-4691-A1E5-87A740099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05355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241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0DCB439-7E42-4D9F-A56D-FC1E0B6E8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338836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427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A576D5FD-63EE-4279-ADD8-183320353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629841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9110EE33-DE91-43EB-B1E2-C7CA97BD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392181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285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A7AC6C3F-354E-42F3-A936-1B15D12AB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4212817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62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E0A63316-48FB-4EAF-8DEA-BDCA96B49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633" y="4503822"/>
              <a:ext cx="748876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algn="ctr"/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117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11BFA21-FA26-468E-AD0E-78C7161A3E03}"/>
                </a:ext>
              </a:extLst>
            </p:cNvPr>
            <p:cNvSpPr/>
            <p:nvPr/>
          </p:nvSpPr>
          <p:spPr>
            <a:xfrm>
              <a:off x="3419871" y="1524966"/>
              <a:ext cx="2047366" cy="4486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Int* </a:t>
              </a:r>
              <a:r>
                <a:rPr lang="en-US" altLang="ko-KR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endParaRPr lang="ko-KR" altLang="en-US" sz="16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91BB802-6CA0-4473-8C77-A08BC84A53BD}"/>
                </a:ext>
              </a:extLst>
            </p:cNvPr>
            <p:cNvSpPr txBox="1"/>
            <p:nvPr/>
          </p:nvSpPr>
          <p:spPr>
            <a:xfrm>
              <a:off x="4211961" y="1841021"/>
              <a:ext cx="1398395" cy="693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[0]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18089FC-C526-43BC-83FA-D94D0C2776ED}"/>
                </a:ext>
              </a:extLst>
            </p:cNvPr>
            <p:cNvSpPr txBox="1"/>
            <p:nvPr/>
          </p:nvSpPr>
          <p:spPr>
            <a:xfrm>
              <a:off x="4222874" y="2152732"/>
              <a:ext cx="1489954" cy="388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[1]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CCB206-FCBE-433C-B59B-42B83B5E6FF1}"/>
                </a:ext>
              </a:extLst>
            </p:cNvPr>
            <p:cNvSpPr txBox="1"/>
            <p:nvPr/>
          </p:nvSpPr>
          <p:spPr>
            <a:xfrm>
              <a:off x="4283965" y="4358319"/>
              <a:ext cx="1326391" cy="660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RecAddr</a:t>
              </a:r>
              <a:endParaRPr lang="en-US" altLang="ko-KR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</a:t>
              </a:r>
              <a:r>
                <a:rPr lang="en-US" altLang="ko-KR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numKeys</a:t>
              </a:r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883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2A046CC-A6D1-4877-8EBA-B62F2384E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Sequential search through the char** Keys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AD9F16-256D-49E9-85FF-E5358E7A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::Find()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3E7EBC-FF80-4101-A02F-DCD34650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DA07E7-6ACF-420E-9788-EB9EA7C955B5}"/>
              </a:ext>
            </a:extLst>
          </p:cNvPr>
          <p:cNvSpPr/>
          <p:nvPr/>
        </p:nvSpPr>
        <p:spPr>
          <a:xfrm>
            <a:off x="1187624" y="4991954"/>
            <a:ext cx="6678488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::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strcmp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key)==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key found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strcmp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key)&gt;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not found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not found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741B3359-C4EF-46E4-8D74-14DE6ECA180B}"/>
              </a:ext>
            </a:extLst>
          </p:cNvPr>
          <p:cNvSpPr>
            <a:spLocks/>
          </p:cNvSpPr>
          <p:nvPr/>
        </p:nvSpPr>
        <p:spPr bwMode="auto">
          <a:xfrm>
            <a:off x="3977179" y="2251543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ANG3795</a:t>
            </a:r>
            <a:endParaRPr lang="ko-KR" altLang="en-US" sz="1200" dirty="0">
              <a:solidFill>
                <a:srgbClr val="000000"/>
              </a:solidFill>
              <a:ea typeface="돋움" panose="020B0600000101010101" pitchFamily="50" charset="-127"/>
            </a:endParaRPr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64D8952B-8C2C-4214-B58C-4C3E6BC1E8FF}"/>
              </a:ext>
            </a:extLst>
          </p:cNvPr>
          <p:cNvSpPr>
            <a:spLocks/>
          </p:cNvSpPr>
          <p:nvPr/>
        </p:nvSpPr>
        <p:spPr bwMode="auto">
          <a:xfrm>
            <a:off x="3977179" y="2482042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COL31809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Freeform 13">
            <a:extLst>
              <a:ext uri="{FF2B5EF4-FFF2-40B4-BE49-F238E27FC236}">
                <a16:creationId xmlns:a16="http://schemas.microsoft.com/office/drawing/2014/main" id="{EC450CF1-DC91-4D1E-8F97-2543694F3ACA}"/>
              </a:ext>
            </a:extLst>
          </p:cNvPr>
          <p:cNvSpPr>
            <a:spLocks/>
          </p:cNvSpPr>
          <p:nvPr/>
        </p:nvSpPr>
        <p:spPr bwMode="auto">
          <a:xfrm>
            <a:off x="3977179" y="2713305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COL38358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196B29F7-76A9-40CD-9428-67FBBE1839E7}"/>
              </a:ext>
            </a:extLst>
          </p:cNvPr>
          <p:cNvSpPr>
            <a:spLocks/>
          </p:cNvSpPr>
          <p:nvPr/>
        </p:nvSpPr>
        <p:spPr bwMode="auto">
          <a:xfrm>
            <a:off x="3977179" y="2943804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lvl="0"/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DG139201</a:t>
            </a:r>
            <a:endParaRPr lang="ko-KR" altLang="en-US" sz="1200" dirty="0">
              <a:solidFill>
                <a:srgbClr val="000000"/>
              </a:solidFill>
              <a:ea typeface="돋움" panose="020B0600000101010101" pitchFamily="50" charset="-127"/>
            </a:endParaRPr>
          </a:p>
          <a:p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880DAA8C-A0D1-4A65-8316-8F7335BC705A}"/>
              </a:ext>
            </a:extLst>
          </p:cNvPr>
          <p:cNvSpPr>
            <a:spLocks/>
          </p:cNvSpPr>
          <p:nvPr/>
        </p:nvSpPr>
        <p:spPr bwMode="auto">
          <a:xfrm>
            <a:off x="3977179" y="3174302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DG18807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Freeform 13">
            <a:extLst>
              <a:ext uri="{FF2B5EF4-FFF2-40B4-BE49-F238E27FC236}">
                <a16:creationId xmlns:a16="http://schemas.microsoft.com/office/drawing/2014/main" id="{22A6DD0E-D563-4ADA-A87F-2F7406C80255}"/>
              </a:ext>
            </a:extLst>
          </p:cNvPr>
          <p:cNvSpPr>
            <a:spLocks/>
          </p:cNvSpPr>
          <p:nvPr/>
        </p:nvSpPr>
        <p:spPr bwMode="auto">
          <a:xfrm>
            <a:off x="3977179" y="3400265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FF245</a:t>
            </a:r>
            <a:endParaRPr lang="ko-KR" altLang="en-US" sz="1200" dirty="0">
              <a:solidFill>
                <a:srgbClr val="000000"/>
              </a:solidFill>
              <a:ea typeface="돋움" panose="020B0600000101010101" pitchFamily="50" charset="-127"/>
            </a:endParaRPr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2BE2C4AC-F643-4051-B15C-7D8D0CB67611}"/>
              </a:ext>
            </a:extLst>
          </p:cNvPr>
          <p:cNvSpPr>
            <a:spLocks/>
          </p:cNvSpPr>
          <p:nvPr/>
        </p:nvSpPr>
        <p:spPr bwMode="auto">
          <a:xfrm>
            <a:off x="3977179" y="3630764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LON2312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Freeform 13">
            <a:extLst>
              <a:ext uri="{FF2B5EF4-FFF2-40B4-BE49-F238E27FC236}">
                <a16:creationId xmlns:a16="http://schemas.microsoft.com/office/drawing/2014/main" id="{B371AE3B-9AA5-441E-B146-8651846612A3}"/>
              </a:ext>
            </a:extLst>
          </p:cNvPr>
          <p:cNvSpPr>
            <a:spLocks/>
          </p:cNvSpPr>
          <p:nvPr/>
        </p:nvSpPr>
        <p:spPr bwMode="auto">
          <a:xfrm>
            <a:off x="3977179" y="3862027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MER75016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13">
            <a:extLst>
              <a:ext uri="{FF2B5EF4-FFF2-40B4-BE49-F238E27FC236}">
                <a16:creationId xmlns:a16="http://schemas.microsoft.com/office/drawing/2014/main" id="{84DEC44A-E4AA-42FF-9F0B-773C5D0443C3}"/>
              </a:ext>
            </a:extLst>
          </p:cNvPr>
          <p:cNvSpPr>
            <a:spLocks/>
          </p:cNvSpPr>
          <p:nvPr/>
        </p:nvSpPr>
        <p:spPr bwMode="auto">
          <a:xfrm>
            <a:off x="3977179" y="4092526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lvl="0"/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RCA2626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Freeform 13">
            <a:extLst>
              <a:ext uri="{FF2B5EF4-FFF2-40B4-BE49-F238E27FC236}">
                <a16:creationId xmlns:a16="http://schemas.microsoft.com/office/drawing/2014/main" id="{C6D31622-E3E7-4871-88AE-AD9624278C4A}"/>
              </a:ext>
            </a:extLst>
          </p:cNvPr>
          <p:cNvSpPr>
            <a:spLocks/>
          </p:cNvSpPr>
          <p:nvPr/>
        </p:nvSpPr>
        <p:spPr bwMode="auto">
          <a:xfrm>
            <a:off x="3977179" y="4323024"/>
            <a:ext cx="101348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ea typeface="돋움" panose="020B0600000101010101" pitchFamily="50" charset="-127"/>
              </a:rPr>
              <a:t>WAR23699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1BDFA1-A020-4A87-8892-94450D244AD7}"/>
              </a:ext>
            </a:extLst>
          </p:cNvPr>
          <p:cNvSpPr txBox="1"/>
          <p:nvPr/>
        </p:nvSpPr>
        <p:spPr>
          <a:xfrm>
            <a:off x="3138134" y="2260368"/>
            <a:ext cx="843294" cy="5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Keys[0]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67ABC9F-8F34-4829-BA60-57D020D2097B}"/>
              </a:ext>
            </a:extLst>
          </p:cNvPr>
          <p:cNvSpPr/>
          <p:nvPr/>
        </p:nvSpPr>
        <p:spPr>
          <a:xfrm>
            <a:off x="3816554" y="1958621"/>
            <a:ext cx="1612012" cy="3553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char** Keys</a:t>
            </a:r>
            <a:endParaRPr lang="ko-KR" alt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FA0859-9E28-4A0A-894A-1D7D898F03CA}"/>
              </a:ext>
            </a:extLst>
          </p:cNvPr>
          <p:cNvSpPr txBox="1"/>
          <p:nvPr/>
        </p:nvSpPr>
        <p:spPr>
          <a:xfrm>
            <a:off x="3147359" y="2507266"/>
            <a:ext cx="843294" cy="5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Keys[1]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C40615-42B5-48F8-B591-D13789C8FFF4}"/>
              </a:ext>
            </a:extLst>
          </p:cNvPr>
          <p:cNvSpPr txBox="1"/>
          <p:nvPr/>
        </p:nvSpPr>
        <p:spPr>
          <a:xfrm>
            <a:off x="3109457" y="4339413"/>
            <a:ext cx="1013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Keys</a:t>
            </a:r>
          </a:p>
          <a:p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altLang="ko-K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numKeys</a:t>
            </a:r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5AACFD58-3A67-4F0C-9E4A-ED101C514608}"/>
              </a:ext>
            </a:extLst>
          </p:cNvPr>
          <p:cNvSpPr>
            <a:spLocks/>
          </p:cNvSpPr>
          <p:nvPr/>
        </p:nvSpPr>
        <p:spPr bwMode="auto">
          <a:xfrm>
            <a:off x="5182434" y="2227372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152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8CF91687-1B17-4D7F-8928-D535CA41FB72}"/>
              </a:ext>
            </a:extLst>
          </p:cNvPr>
          <p:cNvSpPr>
            <a:spLocks/>
          </p:cNvSpPr>
          <p:nvPr/>
        </p:nvSpPr>
        <p:spPr bwMode="auto">
          <a:xfrm>
            <a:off x="5182434" y="2457871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338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Freeform 11">
            <a:extLst>
              <a:ext uri="{FF2B5EF4-FFF2-40B4-BE49-F238E27FC236}">
                <a16:creationId xmlns:a16="http://schemas.microsoft.com/office/drawing/2014/main" id="{22ED2C48-A89C-41A0-8095-BA9B98D085AD}"/>
              </a:ext>
            </a:extLst>
          </p:cNvPr>
          <p:cNvSpPr>
            <a:spLocks/>
          </p:cNvSpPr>
          <p:nvPr/>
        </p:nvSpPr>
        <p:spPr bwMode="auto">
          <a:xfrm>
            <a:off x="5182434" y="2689134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196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Freeform 11">
            <a:extLst>
              <a:ext uri="{FF2B5EF4-FFF2-40B4-BE49-F238E27FC236}">
                <a16:creationId xmlns:a16="http://schemas.microsoft.com/office/drawing/2014/main" id="{B66CC41E-CE4F-489D-BEDA-7877C10D3EFB}"/>
              </a:ext>
            </a:extLst>
          </p:cNvPr>
          <p:cNvSpPr>
            <a:spLocks/>
          </p:cNvSpPr>
          <p:nvPr/>
        </p:nvSpPr>
        <p:spPr bwMode="auto">
          <a:xfrm>
            <a:off x="5182434" y="2919633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382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Freeform 11">
            <a:extLst>
              <a:ext uri="{FF2B5EF4-FFF2-40B4-BE49-F238E27FC236}">
                <a16:creationId xmlns:a16="http://schemas.microsoft.com/office/drawing/2014/main" id="{83AD4DCD-90BF-447F-B81E-E9F4630934CF}"/>
              </a:ext>
            </a:extLst>
          </p:cNvPr>
          <p:cNvSpPr>
            <a:spLocks/>
          </p:cNvSpPr>
          <p:nvPr/>
        </p:nvSpPr>
        <p:spPr bwMode="auto">
          <a:xfrm>
            <a:off x="5182434" y="3150131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241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B0B1CF74-D40D-444F-BD3C-0E7FB4B5BCB9}"/>
              </a:ext>
            </a:extLst>
          </p:cNvPr>
          <p:cNvSpPr>
            <a:spLocks/>
          </p:cNvSpPr>
          <p:nvPr/>
        </p:nvSpPr>
        <p:spPr bwMode="auto">
          <a:xfrm>
            <a:off x="5182434" y="3376094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427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E4305369-8BC3-4F2E-9136-BEFE7EE22C62}"/>
              </a:ext>
            </a:extLst>
          </p:cNvPr>
          <p:cNvSpPr>
            <a:spLocks/>
          </p:cNvSpPr>
          <p:nvPr/>
        </p:nvSpPr>
        <p:spPr bwMode="auto">
          <a:xfrm>
            <a:off x="5182434" y="3606593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5E49DABF-FBFB-4078-AB50-3F5593BF6443}"/>
              </a:ext>
            </a:extLst>
          </p:cNvPr>
          <p:cNvSpPr>
            <a:spLocks/>
          </p:cNvSpPr>
          <p:nvPr/>
        </p:nvSpPr>
        <p:spPr bwMode="auto">
          <a:xfrm>
            <a:off x="5182434" y="3837856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285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Freeform 11">
            <a:extLst>
              <a:ext uri="{FF2B5EF4-FFF2-40B4-BE49-F238E27FC236}">
                <a16:creationId xmlns:a16="http://schemas.microsoft.com/office/drawing/2014/main" id="{DC26F783-CAEE-4FF1-9F0E-DD414CED5151}"/>
              </a:ext>
            </a:extLst>
          </p:cNvPr>
          <p:cNvSpPr>
            <a:spLocks/>
          </p:cNvSpPr>
          <p:nvPr/>
        </p:nvSpPr>
        <p:spPr bwMode="auto">
          <a:xfrm>
            <a:off x="5182434" y="4068355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62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Freeform 11">
            <a:extLst>
              <a:ext uri="{FF2B5EF4-FFF2-40B4-BE49-F238E27FC236}">
                <a16:creationId xmlns:a16="http://schemas.microsoft.com/office/drawing/2014/main" id="{EE53AF7B-8849-4D11-AF1A-249B960D1337}"/>
              </a:ext>
            </a:extLst>
          </p:cNvPr>
          <p:cNvSpPr>
            <a:spLocks/>
          </p:cNvSpPr>
          <p:nvPr/>
        </p:nvSpPr>
        <p:spPr bwMode="auto">
          <a:xfrm>
            <a:off x="5182434" y="4298853"/>
            <a:ext cx="632924" cy="230498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117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3E60440-C4D0-4432-BD51-FD2B2B68A0AC}"/>
              </a:ext>
            </a:extLst>
          </p:cNvPr>
          <p:cNvSpPr/>
          <p:nvPr/>
        </p:nvSpPr>
        <p:spPr>
          <a:xfrm>
            <a:off x="5137841" y="1939369"/>
            <a:ext cx="1730364" cy="3553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Int* </a:t>
            </a: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RecAddr</a:t>
            </a:r>
            <a:endParaRPr lang="ko-KR" altLang="en-US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A1B14A-E54C-4F1F-84AB-3E1659BB7DC9}"/>
              </a:ext>
            </a:extLst>
          </p:cNvPr>
          <p:cNvSpPr txBox="1"/>
          <p:nvPr/>
        </p:nvSpPr>
        <p:spPr>
          <a:xfrm>
            <a:off x="5807288" y="2189709"/>
            <a:ext cx="1181876" cy="5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RecAddr</a:t>
            </a:r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[0]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A9DA60-B8FD-4C47-8FB9-DD1742C8D8F5}"/>
              </a:ext>
            </a:extLst>
          </p:cNvPr>
          <p:cNvSpPr txBox="1"/>
          <p:nvPr/>
        </p:nvSpPr>
        <p:spPr>
          <a:xfrm>
            <a:off x="5816512" y="2436608"/>
            <a:ext cx="1259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RecAddr</a:t>
            </a:r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[1]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3FB22F-828C-4F93-9043-5E5AD472B632}"/>
              </a:ext>
            </a:extLst>
          </p:cNvPr>
          <p:cNvSpPr txBox="1"/>
          <p:nvPr/>
        </p:nvSpPr>
        <p:spPr>
          <a:xfrm>
            <a:off x="5868144" y="4261191"/>
            <a:ext cx="1121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RecAddr</a:t>
            </a:r>
            <a:endParaRPr lang="en-US" altLang="ko-K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altLang="ko-K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numKeys</a:t>
            </a:r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F69C0E4-9042-41EF-AC3F-E7E7434818AB}"/>
              </a:ext>
            </a:extLst>
          </p:cNvPr>
          <p:cNvGrpSpPr/>
          <p:nvPr/>
        </p:nvGrpSpPr>
        <p:grpSpPr>
          <a:xfrm>
            <a:off x="1411206" y="2192427"/>
            <a:ext cx="1203230" cy="456461"/>
            <a:chOff x="1800028" y="2056064"/>
            <a:chExt cx="1203230" cy="456461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05650A7D-BCED-46D0-9EC0-B43A1E6C8FB8}"/>
                </a:ext>
              </a:extLst>
            </p:cNvPr>
            <p:cNvSpPr/>
            <p:nvPr/>
          </p:nvSpPr>
          <p:spPr>
            <a:xfrm>
              <a:off x="1800028" y="2056064"/>
              <a:ext cx="792088" cy="45646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key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2891A193-1B16-4F17-8B7D-3DA309B89AEF}"/>
                </a:ext>
              </a:extLst>
            </p:cNvPr>
            <p:cNvCxnSpPr>
              <a:cxnSpLocks/>
              <a:stCxn id="65" idx="6"/>
            </p:cNvCxnSpPr>
            <p:nvPr/>
          </p:nvCxnSpPr>
          <p:spPr>
            <a:xfrm flipV="1">
              <a:off x="2592116" y="2284294"/>
              <a:ext cx="411142" cy="1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036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96 -0.00602 L 0.07396 -0.00579 C 0.0717 -0.00486 0.0691 -0.00394 0.06701 -0.00208 C 0.06545 -0.0007 0.06198 0.00417 0.06076 0.00741 C 0.06042 0.00833 0.06024 0.00949 0.05989 0.01042 C 0.06024 0.01366 0.05989 0.0169 0.06076 0.01991 C 0.06111 0.02106 0.06233 0.02106 0.06302 0.02199 C 0.06371 0.02292 0.06389 0.0243 0.06458 0.025 C 0.06528 0.02569 0.06614 0.02569 0.06701 0.02616 C 0.06788 0.02662 0.0684 0.02778 0.06927 0.02824 C 0.07292 0.02986 0.0783 0.02917 0.08177 0.02917 L 0.08177 0.0294 L 0.07396 0.03542 C 0.07326 0.03611 0.07239 0.03704 0.0717 0.0375 C 0.06476 0.04282 0.07187 0.0368 0.06614 0.04167 C 0.06562 0.04282 0.06493 0.04375 0.06458 0.04491 C 0.06267 0.05093 0.06424 0.06157 0.06458 0.06574 C 0.06476 0.0669 0.06476 0.06805 0.06545 0.06875 C 0.06614 0.06991 0.06753 0.07037 0.06858 0.07083 C 0.06979 0.07153 0.07292 0.07268 0.07396 0.07292 C 0.07587 0.07338 0.07951 0.07407 0.07951 0.0743 L 0.07951 0.07407 C 0.07691 0.07616 0.0743 0.07847 0.0717 0.08032 C 0.06944 0.08171 0.06684 0.08218 0.06458 0.08333 C 0.06319 0.08426 0.06215 0.08565 0.06076 0.08657 C 0.04722 0.09606 0.05347 0.09005 0.0467 0.09699 C 0.04635 0.09792 0.04583 0.09907 0.04583 0.1 C 0.04583 0.1037 0.04757 0.10417 0.04983 0.10532 C 0.05208 0.10648 0.05434 0.10787 0.05677 0.10833 C 0.06632 0.11018 0.05885 0.10856 0.06545 0.11042 C 0.06667 0.11088 0.06805 0.11111 0.06927 0.11157 C 0.07083 0.11204 0.07396 0.11366 0.07396 0.11389 C 0.07448 0.11458 0.07535 0.11551 0.07552 0.11667 C 0.07569 0.11782 0.07517 0.11898 0.07483 0.11991 C 0.07326 0.12315 0.07135 0.12546 0.06927 0.12824 C 0.06858 0.13102 0.06788 0.1338 0.06701 0.13657 C 0.06649 0.13796 0.0658 0.13912 0.06545 0.14074 C 0.06233 0.15278 0.06701 0.13958 0.06302 0.15 C 0.06302 0.15023 0.06389 0.1581 0.06458 0.15949 C 0.06667 0.16273 0.07066 0.1618 0.07326 0.1625 C 0.07535 0.16319 0.07743 0.16389 0.07951 0.16458 C 0.07795 0.16643 0.07656 0.16852 0.07483 0.16991 C 0.0618 0.18055 0.07639 0.16528 0.06458 0.17708 C 0.06302 0.1787 0.06146 0.18032 0.05989 0.18241 C 0.05903 0.18356 0.05851 0.18518 0.05764 0.18657 C 0.05694 0.18773 0.05608 0.18866 0.05521 0.18958 C 0.05503 0.19097 0.05486 0.19259 0.05451 0.19375 C 0.05417 0.19491 0.0533 0.19583 0.05295 0.19699 C 0.05243 0.19884 0.05243 0.20116 0.05208 0.20324 C 0.05191 0.20463 0.05156 0.20602 0.05139 0.20741 C 0.05156 0.21018 0.05121 0.21319 0.05208 0.21574 C 0.05243 0.21667 0.05364 0.21667 0.05451 0.21667 C 0.06493 0.21736 0.07535 0.21736 0.08576 0.21782 C 0.08472 0.21875 0.08368 0.22014 0.08264 0.22083 C 0.07951 0.22315 0.07587 0.22454 0.07239 0.22616 C 0.07066 0.22778 0.06875 0.2294 0.06701 0.23125 C 0.06354 0.23472 0.06215 0.23727 0.05833 0.23958 C 0.05746 0.24028 0.05625 0.24028 0.05521 0.24074 C 0.05417 0.24213 0.0533 0.24375 0.05208 0.24491 C 0.05156 0.24537 0.05035 0.24514 0.04983 0.24583 C 0.04826 0.24838 0.04722 0.25139 0.04583 0.25417 C 0.04583 0.25486 0.04271 0.2669 0.04514 0.26875 C 0.04757 0.2706 0.05087 0.26944 0.05364 0.26991 L 0.06146 0.27083 L 0.07552 0.27292 C 0.07639 0.27361 0.07812 0.27384 0.07795 0.275 C 0.0776 0.27662 0.07587 0.27731 0.07483 0.27824 C 0.07344 0.27917 0.07031 0.28055 0.06858 0.28125 C 0.06753 0.28241 0.06632 0.2831 0.06545 0.28449 C 0.06163 0.29051 0.06632 0.2875 0.06146 0.28958 C 0.06094 0.29074 0.06059 0.2919 0.05989 0.29282 C 0.05851 0.29491 0.05521 0.29907 0.05521 0.2993 C 0.05486 0.30069 0.05364 0.30347 0.05521 0.30532 C 0.05712 0.30718 0.05955 0.30764 0.06146 0.30949 C 0.06233 0.31018 0.06302 0.31111 0.06389 0.31157 C 0.06562 0.31227 0.06753 0.3125 0.06927 0.3125 C 0.07239 0.31273 0.07552 0.3125 0.07864 0.3125 L 0.07864 0.31273 " pathEditMode="relative" rAng="0" ptsTypes="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" y="1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41645AD-90C6-4E59-915A-BBA6711AE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Search</a:t>
            </a:r>
          </a:p>
          <a:p>
            <a:pPr lvl="1"/>
            <a:r>
              <a:rPr lang="en-US" altLang="ko-KR" dirty="0"/>
              <a:t>Return the </a:t>
            </a:r>
            <a:r>
              <a:rPr lang="en-US" altLang="ko-KR" dirty="0" err="1"/>
              <a:t>RecAddrs</a:t>
            </a:r>
            <a:r>
              <a:rPr lang="en-US" altLang="ko-KR" dirty="0"/>
              <a:t> of key</a:t>
            </a:r>
          </a:p>
          <a:p>
            <a:pPr lvl="1"/>
            <a:r>
              <a:rPr lang="en-US" altLang="ko-KR" dirty="0"/>
              <a:t>Return -1 if not found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6FA7DE4-D668-4488-ADB0-B4A47904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::Search()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645B22-4419-4620-9725-F297CFBE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784983-EC10-41F8-A0D8-7C2DBE3C6BA7}"/>
              </a:ext>
            </a:extLst>
          </p:cNvPr>
          <p:cNvSpPr/>
          <p:nvPr/>
        </p:nvSpPr>
        <p:spPr>
          <a:xfrm>
            <a:off x="1043608" y="3140968"/>
            <a:ext cx="6678488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::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index =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(key);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(index &lt;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index;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[index];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5975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71111F-4E9F-4BD6-B1DF-D568FA5BA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Pseudo code</a:t>
            </a:r>
          </a:p>
          <a:p>
            <a:pPr lvl="1"/>
            <a:r>
              <a:rPr lang="en-US" altLang="ko-KR" dirty="0"/>
              <a:t>Get a location for the key by calling find()</a:t>
            </a:r>
          </a:p>
          <a:p>
            <a:pPr lvl="1"/>
            <a:r>
              <a:rPr lang="en-US" altLang="ko-KR" dirty="0"/>
              <a:t>For loop from num </a:t>
            </a:r>
            <a:r>
              <a:rPr lang="en-US" altLang="ko-KR" sz="2800" dirty="0">
                <a:solidFill>
                  <a:srgbClr val="000000"/>
                </a:solidFill>
                <a:latin typeface="Consolas" panose="020B0609020204030204" pitchFamily="49" charset="0"/>
              </a:rPr>
              <a:t>NumKeys-</a:t>
            </a:r>
            <a:r>
              <a:rPr lang="en-US" altLang="ko-KR" sz="2800" dirty="0">
                <a:solidFill>
                  <a:srgbClr val="098658"/>
                </a:solidFill>
                <a:latin typeface="Consolas" panose="020B0609020204030204" pitchFamily="49" charset="0"/>
              </a:rPr>
              <a:t>1 </a:t>
            </a:r>
            <a:r>
              <a:rPr lang="en-US" altLang="ko-KR" sz="2800" dirty="0">
                <a:latin typeface="Consolas" panose="020B0609020204030204" pitchFamily="49" charset="0"/>
              </a:rPr>
              <a:t>to</a:t>
            </a:r>
            <a:r>
              <a:rPr lang="en-US" altLang="ko-KR" sz="2800" dirty="0">
                <a:solidFill>
                  <a:srgbClr val="098658"/>
                </a:solidFill>
                <a:latin typeface="Consolas" panose="020B0609020204030204" pitchFamily="49" charset="0"/>
              </a:rPr>
              <a:t> 0</a:t>
            </a:r>
            <a:endParaRPr lang="en-US" altLang="ko-KR" dirty="0"/>
          </a:p>
          <a:p>
            <a:pPr lvl="2"/>
            <a:r>
              <a:rPr lang="en-US" altLang="ko-KR" dirty="0"/>
              <a:t> check the value pf </a:t>
            </a:r>
            <a:r>
              <a:rPr lang="en-US" altLang="ko-KR" dirty="0" err="1"/>
              <a:t>Strcmp</a:t>
            </a:r>
            <a:r>
              <a:rPr lang="en-US" altLang="ko-KR" dirty="0"/>
              <a:t>(key, Keys[</a:t>
            </a:r>
            <a:r>
              <a:rPr lang="en-US" altLang="ko-KR" dirty="0" err="1"/>
              <a:t>i</a:t>
            </a:r>
            <a:r>
              <a:rPr lang="en-US" altLang="ko-KR" dirty="0"/>
              <a:t>])</a:t>
            </a:r>
          </a:p>
          <a:p>
            <a:pPr lvl="3"/>
            <a:r>
              <a:rPr lang="en-US" altLang="ko-KR" dirty="0"/>
              <a:t>&gt;0  means  key comes after than Keys[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</a:p>
          <a:p>
            <a:pPr lvl="4"/>
            <a:r>
              <a:rPr lang="en-US" altLang="ko-KR" dirty="0"/>
              <a:t>i+1 is the location for the key</a:t>
            </a:r>
          </a:p>
          <a:p>
            <a:pPr lvl="3"/>
            <a:r>
              <a:rPr lang="en-US" altLang="ko-KR" dirty="0"/>
              <a:t>Else: Simply copy the </a:t>
            </a:r>
            <a:r>
              <a:rPr lang="en-US" altLang="ko-KR" sz="21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2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2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to </a:t>
            </a:r>
            <a:r>
              <a:rPr lang="en-US" altLang="ko-KR" sz="21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2100" dirty="0">
                <a:solidFill>
                  <a:srgbClr val="000000"/>
                </a:solidFill>
                <a:latin typeface="Consolas" panose="020B0609020204030204" pitchFamily="49" charset="0"/>
              </a:rPr>
              <a:t>[i+1]</a:t>
            </a:r>
          </a:p>
          <a:p>
            <a:pPr lvl="1"/>
            <a:r>
              <a:rPr lang="en-US" altLang="ko-KR" dirty="0"/>
              <a:t>Put the value at Keys[i+1]</a:t>
            </a:r>
          </a:p>
          <a:p>
            <a:pPr lvl="2"/>
            <a:r>
              <a:rPr lang="en-US" altLang="ko-KR" sz="20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strdup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(key);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3253FB-E3F6-48A6-8224-AA447E94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::Insert() (1/3)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4D038-55B9-40C4-9736-7E9BD19A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6350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41CA6A-507A-434C-B4E8-16F9F775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Insert</a:t>
            </a:r>
          </a:p>
          <a:p>
            <a:pPr lvl="1"/>
            <a:r>
              <a:rPr lang="en-US" altLang="ko-KR" dirty="0"/>
              <a:t>For loop by animation, key=“HM333”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72840F-BF56-417E-98E7-E81519F3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::Insert() (2/3)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FB10E-F983-4F5C-AD0A-A50411D4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5D3018D-3383-437F-B690-BBEBA13A3DB9}"/>
              </a:ext>
            </a:extLst>
          </p:cNvPr>
          <p:cNvSpPr>
            <a:spLocks/>
          </p:cNvSpPr>
          <p:nvPr/>
        </p:nvSpPr>
        <p:spPr bwMode="auto">
          <a:xfrm>
            <a:off x="1087931" y="2905906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ANG3795</a:t>
            </a:r>
            <a:endParaRPr lang="ko-KR" altLang="en-US" sz="1300" dirty="0">
              <a:solidFill>
                <a:srgbClr val="000000"/>
              </a:solidFill>
              <a:ea typeface="돋움" panose="020B0600000101010101" pitchFamily="50" charset="-127"/>
            </a:endParaRPr>
          </a:p>
        </p:txBody>
      </p:sp>
      <p:sp>
        <p:nvSpPr>
          <p:cNvPr id="6" name="Freeform 13">
            <a:extLst>
              <a:ext uri="{FF2B5EF4-FFF2-40B4-BE49-F238E27FC236}">
                <a16:creationId xmlns:a16="http://schemas.microsoft.com/office/drawing/2014/main" id="{8A480946-86EE-4FF7-A4CE-52229427BD82}"/>
              </a:ext>
            </a:extLst>
          </p:cNvPr>
          <p:cNvSpPr>
            <a:spLocks/>
          </p:cNvSpPr>
          <p:nvPr/>
        </p:nvSpPr>
        <p:spPr bwMode="auto">
          <a:xfrm>
            <a:off x="1087931" y="3196911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COL31809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7CD1557B-2A11-44EB-998D-1A518B9AF6E4}"/>
              </a:ext>
            </a:extLst>
          </p:cNvPr>
          <p:cNvSpPr>
            <a:spLocks/>
          </p:cNvSpPr>
          <p:nvPr/>
        </p:nvSpPr>
        <p:spPr bwMode="auto">
          <a:xfrm>
            <a:off x="1087931" y="3488882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COL38358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53DDED6B-31F8-4818-BDF1-D8A8A30CC608}"/>
              </a:ext>
            </a:extLst>
          </p:cNvPr>
          <p:cNvSpPr>
            <a:spLocks/>
          </p:cNvSpPr>
          <p:nvPr/>
        </p:nvSpPr>
        <p:spPr bwMode="auto">
          <a:xfrm>
            <a:off x="1087931" y="3779887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lvl="0"/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DG139201</a:t>
            </a:r>
            <a:endParaRPr lang="ko-KR" altLang="en-US" sz="1300" dirty="0">
              <a:solidFill>
                <a:srgbClr val="000000"/>
              </a:solidFill>
              <a:ea typeface="돋움" panose="020B0600000101010101" pitchFamily="50" charset="-127"/>
            </a:endParaRPr>
          </a:p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F8A23500-15F0-464C-B7B9-01FD2FF41AAC}"/>
              </a:ext>
            </a:extLst>
          </p:cNvPr>
          <p:cNvSpPr>
            <a:spLocks/>
          </p:cNvSpPr>
          <p:nvPr/>
        </p:nvSpPr>
        <p:spPr bwMode="auto">
          <a:xfrm>
            <a:off x="1087931" y="4070892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DG18807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FC02B8-B46A-4B1E-BFD8-A15CCE0781E2}"/>
              </a:ext>
            </a:extLst>
          </p:cNvPr>
          <p:cNvSpPr/>
          <p:nvPr/>
        </p:nvSpPr>
        <p:spPr>
          <a:xfrm>
            <a:off x="897880" y="2536091"/>
            <a:ext cx="1300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char** Keys</a:t>
            </a:r>
            <a:endParaRPr lang="ko-KR" altLang="en-US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FD2A3F04-BBF2-4801-BF84-91FA6BA196D3}"/>
              </a:ext>
            </a:extLst>
          </p:cNvPr>
          <p:cNvSpPr>
            <a:spLocks/>
          </p:cNvSpPr>
          <p:nvPr/>
        </p:nvSpPr>
        <p:spPr bwMode="auto">
          <a:xfrm>
            <a:off x="7366656" y="2734560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ANG3795</a:t>
            </a:r>
            <a:endParaRPr lang="ko-KR" altLang="en-US" sz="1300" dirty="0">
              <a:solidFill>
                <a:srgbClr val="000000"/>
              </a:solidFill>
              <a:ea typeface="돋움" panose="020B0600000101010101" pitchFamily="50" charset="-127"/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A345A688-1E27-4E56-9745-F0D3C49EE388}"/>
              </a:ext>
            </a:extLst>
          </p:cNvPr>
          <p:cNvSpPr>
            <a:spLocks/>
          </p:cNvSpPr>
          <p:nvPr/>
        </p:nvSpPr>
        <p:spPr bwMode="auto">
          <a:xfrm>
            <a:off x="7366656" y="3025565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COL31809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D11B3B4-ECF9-4DF1-94B5-0C00184E2BB2}"/>
              </a:ext>
            </a:extLst>
          </p:cNvPr>
          <p:cNvSpPr>
            <a:spLocks/>
          </p:cNvSpPr>
          <p:nvPr/>
        </p:nvSpPr>
        <p:spPr bwMode="auto">
          <a:xfrm>
            <a:off x="7366656" y="3317536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COL38358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DB40F38-5583-4ABE-9B91-1A28A7692406}"/>
              </a:ext>
            </a:extLst>
          </p:cNvPr>
          <p:cNvSpPr>
            <a:spLocks/>
          </p:cNvSpPr>
          <p:nvPr/>
        </p:nvSpPr>
        <p:spPr bwMode="auto">
          <a:xfrm>
            <a:off x="7366656" y="3608541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pPr lvl="0"/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DG139201</a:t>
            </a:r>
            <a:endParaRPr lang="ko-KR" altLang="en-US" sz="1300" dirty="0">
              <a:solidFill>
                <a:srgbClr val="000000"/>
              </a:solidFill>
              <a:ea typeface="돋움" panose="020B0600000101010101" pitchFamily="50" charset="-127"/>
            </a:endParaRPr>
          </a:p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B01CD5A7-AB74-4D97-9EA8-47231E7027EC}"/>
              </a:ext>
            </a:extLst>
          </p:cNvPr>
          <p:cNvSpPr>
            <a:spLocks/>
          </p:cNvSpPr>
          <p:nvPr/>
        </p:nvSpPr>
        <p:spPr bwMode="auto">
          <a:xfrm>
            <a:off x="7366656" y="3899546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DG18807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64755B-79F1-4E19-9231-010EC598788F}"/>
              </a:ext>
            </a:extLst>
          </p:cNvPr>
          <p:cNvSpPr/>
          <p:nvPr/>
        </p:nvSpPr>
        <p:spPr>
          <a:xfrm>
            <a:off x="7176605" y="2364745"/>
            <a:ext cx="1300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char** Keys</a:t>
            </a:r>
            <a:endParaRPr lang="ko-KR" altLang="en-US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1180090-7AAC-414C-82BB-E112C3BFBE83}"/>
              </a:ext>
            </a:extLst>
          </p:cNvPr>
          <p:cNvSpPr>
            <a:spLocks/>
          </p:cNvSpPr>
          <p:nvPr/>
        </p:nvSpPr>
        <p:spPr bwMode="auto">
          <a:xfrm>
            <a:off x="7366656" y="4194569"/>
            <a:ext cx="1199154" cy="291005"/>
          </a:xfrm>
          <a:custGeom>
            <a:avLst/>
            <a:gdLst>
              <a:gd name="T0" fmla="*/ 19944 w 20000"/>
              <a:gd name="T1" fmla="*/ 0 h 20000"/>
              <a:gd name="T2" fmla="*/ 19944 w 20000"/>
              <a:gd name="T3" fmla="*/ 19944 h 20000"/>
              <a:gd name="T4" fmla="*/ 0 w 20000"/>
              <a:gd name="T5" fmla="*/ 19944 h 20000"/>
              <a:gd name="T6" fmla="*/ 0 w 20000"/>
              <a:gd name="T7" fmla="*/ 0 h 20000"/>
              <a:gd name="T8" fmla="*/ 19944 w 20000"/>
              <a:gd name="T9" fmla="*/ 0 h 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00" h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B0604030504040204" pitchFamily="18" charset="-120"/>
                <a:cs typeface="+mn-cs"/>
              </a:defRPr>
            </a:lvl9pPr>
          </a:lstStyle>
          <a:p>
            <a:r>
              <a:rPr lang="en-US" altLang="ko-KR" sz="1300" dirty="0">
                <a:solidFill>
                  <a:srgbClr val="000000"/>
                </a:solidFill>
                <a:ea typeface="돋움" panose="020B0600000101010101" pitchFamily="50" charset="-127"/>
              </a:rPr>
              <a:t>FF245</a:t>
            </a:r>
            <a:endParaRPr lang="ko-KR" altLang="en-US" sz="1300" dirty="0">
              <a:solidFill>
                <a:srgbClr val="000000"/>
              </a:solidFill>
              <a:ea typeface="돋움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93987EA-AF86-4D23-A567-DDD61C6FEBEC}"/>
              </a:ext>
            </a:extLst>
          </p:cNvPr>
          <p:cNvGrpSpPr/>
          <p:nvPr/>
        </p:nvGrpSpPr>
        <p:grpSpPr>
          <a:xfrm>
            <a:off x="6319839" y="5641503"/>
            <a:ext cx="2245971" cy="307777"/>
            <a:chOff x="6553200" y="4583301"/>
            <a:chExt cx="2245971" cy="307777"/>
          </a:xfrm>
        </p:grpSpPr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85D2E7C-A2C1-461F-A0E9-8DB9D7141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017" y="460007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WAR23699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5D44F77-2C39-4FC2-AF30-7843D0D72786}"/>
                </a:ext>
              </a:extLst>
            </p:cNvPr>
            <p:cNvSpPr/>
            <p:nvPr/>
          </p:nvSpPr>
          <p:spPr>
            <a:xfrm>
              <a:off x="6553200" y="4583301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[10]</a:t>
              </a:r>
              <a:endParaRPr lang="ko-KR" altLang="en-US" sz="1400" dirty="0"/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459B499C-1A9F-458E-81EA-9DE149AAFC7D}"/>
              </a:ext>
            </a:extLst>
          </p:cNvPr>
          <p:cNvSpPr/>
          <p:nvPr/>
        </p:nvSpPr>
        <p:spPr>
          <a:xfrm>
            <a:off x="2692528" y="3587892"/>
            <a:ext cx="1332032" cy="45646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HM333</a:t>
            </a:r>
            <a:endParaRPr lang="ko-KR" altLang="en-US" sz="16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B3AC11B-E04C-48C0-810F-4D690056E3DB}"/>
              </a:ext>
            </a:extLst>
          </p:cNvPr>
          <p:cNvGrpSpPr/>
          <p:nvPr/>
        </p:nvGrpSpPr>
        <p:grpSpPr>
          <a:xfrm>
            <a:off x="6319838" y="5350496"/>
            <a:ext cx="2245972" cy="307779"/>
            <a:chOff x="6553199" y="4292294"/>
            <a:chExt cx="2245972" cy="307779"/>
          </a:xfrm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E7993AEE-A503-45D2-8DEE-09F55F940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017" y="4309068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RCA2626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7CF9845-65D4-41E7-A92E-1E0E4AAE6B1E}"/>
                </a:ext>
              </a:extLst>
            </p:cNvPr>
            <p:cNvSpPr/>
            <p:nvPr/>
          </p:nvSpPr>
          <p:spPr>
            <a:xfrm>
              <a:off x="6553199" y="4292294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[9]</a:t>
              </a:r>
              <a:endParaRPr lang="ko-KR" altLang="en-US" sz="14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241C82C-88A8-4184-9458-4B55E7D411E7}"/>
              </a:ext>
            </a:extLst>
          </p:cNvPr>
          <p:cNvGrpSpPr/>
          <p:nvPr/>
        </p:nvGrpSpPr>
        <p:grpSpPr>
          <a:xfrm>
            <a:off x="6307080" y="5052259"/>
            <a:ext cx="2258730" cy="315011"/>
            <a:chOff x="6540441" y="3994057"/>
            <a:chExt cx="2258730" cy="315011"/>
          </a:xfrm>
        </p:grpSpPr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F5F09D78-847E-4324-83B7-6BD785A2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017" y="4018063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MER75016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B5D3593-1BD1-4BD0-B36F-0FAB47F563B8}"/>
                </a:ext>
              </a:extLst>
            </p:cNvPr>
            <p:cNvSpPr/>
            <p:nvPr/>
          </p:nvSpPr>
          <p:spPr>
            <a:xfrm>
              <a:off x="6540441" y="3994057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[8]</a:t>
              </a:r>
              <a:endParaRPr lang="ko-KR" altLang="en-US" sz="14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912C519-BAB6-401A-B3DE-5EFF8062E2E2}"/>
              </a:ext>
            </a:extLst>
          </p:cNvPr>
          <p:cNvGrpSpPr/>
          <p:nvPr/>
        </p:nvGrpSpPr>
        <p:grpSpPr>
          <a:xfrm>
            <a:off x="6279693" y="4784294"/>
            <a:ext cx="2286117" cy="307777"/>
            <a:chOff x="6513054" y="3726092"/>
            <a:chExt cx="2286117" cy="307777"/>
          </a:xfrm>
        </p:grpSpPr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13CAFF39-B35C-4472-98CE-54C4B73D7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017" y="372609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AD8AD2B-8CF4-457B-9DAF-DD4D3B9214CC}"/>
                </a:ext>
              </a:extLst>
            </p:cNvPr>
            <p:cNvSpPr/>
            <p:nvPr/>
          </p:nvSpPr>
          <p:spPr>
            <a:xfrm>
              <a:off x="6513054" y="3726092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[7]</a:t>
              </a:r>
              <a:endParaRPr lang="ko-KR" altLang="en-US" sz="1400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F1C36B0-5C6D-4A12-85ED-D781D72C909F}"/>
              </a:ext>
            </a:extLst>
          </p:cNvPr>
          <p:cNvGrpSpPr/>
          <p:nvPr/>
        </p:nvGrpSpPr>
        <p:grpSpPr>
          <a:xfrm>
            <a:off x="153465" y="5473607"/>
            <a:ext cx="4615489" cy="369332"/>
            <a:chOff x="844921" y="4446182"/>
            <a:chExt cx="4615489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858CE06-562B-40EF-910C-77B337C193EA}"/>
                </a:ext>
              </a:extLst>
            </p:cNvPr>
            <p:cNvSpPr txBox="1"/>
            <p:nvPr/>
          </p:nvSpPr>
          <p:spPr>
            <a:xfrm>
              <a:off x="3096942" y="4446182"/>
              <a:ext cx="23634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Strcmp</a:t>
              </a: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(key, Keys[9]) &lt;0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69B0086-C585-4633-8A43-3624CEC7E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387" y="449373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WAR23699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E3B1557-7E52-44B6-B490-A8C0B10A51F8}"/>
                </a:ext>
              </a:extLst>
            </p:cNvPr>
            <p:cNvSpPr/>
            <p:nvPr/>
          </p:nvSpPr>
          <p:spPr>
            <a:xfrm>
              <a:off x="844921" y="4493732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[9]</a:t>
              </a:r>
              <a:endParaRPr lang="ko-KR" altLang="en-US" sz="14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6C4C3A7-85B8-4954-AD29-4596513AB78E}"/>
              </a:ext>
            </a:extLst>
          </p:cNvPr>
          <p:cNvGrpSpPr/>
          <p:nvPr/>
        </p:nvGrpSpPr>
        <p:grpSpPr>
          <a:xfrm>
            <a:off x="163731" y="5141686"/>
            <a:ext cx="4578901" cy="379471"/>
            <a:chOff x="855187" y="4114261"/>
            <a:chExt cx="4578901" cy="379471"/>
          </a:xfrm>
        </p:grpSpPr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DDC7D21A-D4BC-4263-B3D9-2C0462BE0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387" y="420272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pPr lvl="0"/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RCA2626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8EC2816-A2BB-4472-AD9F-E31E12C040B2}"/>
                </a:ext>
              </a:extLst>
            </p:cNvPr>
            <p:cNvSpPr txBox="1"/>
            <p:nvPr/>
          </p:nvSpPr>
          <p:spPr>
            <a:xfrm>
              <a:off x="3070620" y="4114261"/>
              <a:ext cx="2363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Strcmp</a:t>
              </a: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(key, Keys[8]) &lt;0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B6DAE79-9551-48DE-B508-D304403F4F99}"/>
                </a:ext>
              </a:extLst>
            </p:cNvPr>
            <p:cNvSpPr/>
            <p:nvPr/>
          </p:nvSpPr>
          <p:spPr>
            <a:xfrm>
              <a:off x="855187" y="4178166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[8]</a:t>
              </a:r>
              <a:endParaRPr lang="ko-KR" altLang="en-US" sz="14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712C5D1-FDE9-4E3F-86E3-148A09D2E541}"/>
              </a:ext>
            </a:extLst>
          </p:cNvPr>
          <p:cNvGrpSpPr/>
          <p:nvPr/>
        </p:nvGrpSpPr>
        <p:grpSpPr>
          <a:xfrm>
            <a:off x="169685" y="4859856"/>
            <a:ext cx="4583997" cy="370296"/>
            <a:chOff x="861141" y="3832431"/>
            <a:chExt cx="4583997" cy="370296"/>
          </a:xfrm>
        </p:grpSpPr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32E4CD3D-6FD6-495F-B772-8CD58B7F0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387" y="3911722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MER75016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F273AFF-F5BF-4074-BF3C-4E44B591D957}"/>
                </a:ext>
              </a:extLst>
            </p:cNvPr>
            <p:cNvSpPr/>
            <p:nvPr/>
          </p:nvSpPr>
          <p:spPr>
            <a:xfrm>
              <a:off x="861141" y="3879980"/>
              <a:ext cx="88036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[7]</a:t>
              </a:r>
              <a:endParaRPr lang="ko-KR" altLang="en-US" sz="1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4FA5E6F-9A52-4BAC-B3E2-56BE92F3FB01}"/>
                </a:ext>
              </a:extLst>
            </p:cNvPr>
            <p:cNvSpPr txBox="1"/>
            <p:nvPr/>
          </p:nvSpPr>
          <p:spPr>
            <a:xfrm>
              <a:off x="3081670" y="3832431"/>
              <a:ext cx="2363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Strcmp</a:t>
              </a: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(key, Keys[7]) &lt;0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EA4EFBA-6739-46E2-9280-295F32A45DB8}"/>
              </a:ext>
            </a:extLst>
          </p:cNvPr>
          <p:cNvGrpSpPr/>
          <p:nvPr/>
        </p:nvGrpSpPr>
        <p:grpSpPr>
          <a:xfrm>
            <a:off x="153465" y="4568850"/>
            <a:ext cx="4611267" cy="369332"/>
            <a:chOff x="844921" y="3541425"/>
            <a:chExt cx="4611267" cy="369332"/>
          </a:xfrm>
        </p:grpSpPr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3747C7E0-ED37-448A-A0C5-963B0E68C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387" y="3619751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385552A-0E10-459F-8F72-09BB65B7C551}"/>
                </a:ext>
              </a:extLst>
            </p:cNvPr>
            <p:cNvSpPr/>
            <p:nvPr/>
          </p:nvSpPr>
          <p:spPr>
            <a:xfrm>
              <a:off x="844921" y="3572203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[6]</a:t>
              </a:r>
              <a:endParaRPr lang="ko-KR" altLang="en-US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852E04-52C6-4FAB-BCB7-435C891CAAB5}"/>
                </a:ext>
              </a:extLst>
            </p:cNvPr>
            <p:cNvSpPr txBox="1"/>
            <p:nvPr/>
          </p:nvSpPr>
          <p:spPr>
            <a:xfrm>
              <a:off x="3092720" y="3541425"/>
              <a:ext cx="2363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Calibri" panose="020F0502020204030204" pitchFamily="34" charset="0"/>
                  <a:cs typeface="Calibri" panose="020F0502020204030204" pitchFamily="34" charset="0"/>
                </a:rPr>
                <a:t>Strcmp</a:t>
              </a: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(key, Keys[6]) &lt;0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A5CFC8A-BB67-4FB6-B13F-030663785B74}"/>
              </a:ext>
            </a:extLst>
          </p:cNvPr>
          <p:cNvGrpSpPr/>
          <p:nvPr/>
        </p:nvGrpSpPr>
        <p:grpSpPr>
          <a:xfrm>
            <a:off x="180513" y="4287020"/>
            <a:ext cx="4562119" cy="369332"/>
            <a:chOff x="871969" y="3259595"/>
            <a:chExt cx="4562119" cy="369332"/>
          </a:xfrm>
        </p:grpSpPr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3534A827-64C0-46EC-B856-8F313B507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387" y="3328746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FF245</a:t>
              </a:r>
              <a:endParaRPr lang="ko-KR" altLang="en-US" sz="13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97074C-F0E1-4F25-8A45-FBA1D620FA48}"/>
                </a:ext>
              </a:extLst>
            </p:cNvPr>
            <p:cNvSpPr txBox="1"/>
            <p:nvPr/>
          </p:nvSpPr>
          <p:spPr>
            <a:xfrm>
              <a:off x="3070620" y="3259595"/>
              <a:ext cx="2363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Strcmp</a:t>
              </a:r>
              <a:r>
                <a:rPr lang="en-US" altLang="ko-KR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(key, Keys[5]) &gt;0</a:t>
              </a:r>
              <a:endParaRPr lang="ko-KR" alt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DDC233F-3D33-497F-88D2-F9DD7B2628BA}"/>
                </a:ext>
              </a:extLst>
            </p:cNvPr>
            <p:cNvSpPr/>
            <p:nvPr/>
          </p:nvSpPr>
          <p:spPr>
            <a:xfrm>
              <a:off x="871969" y="3311974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[5]</a:t>
              </a:r>
              <a:endParaRPr lang="ko-KR" altLang="en-US" sz="1400" dirty="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24D6C2E-3EAA-4C14-A159-563006A053E6}"/>
              </a:ext>
            </a:extLst>
          </p:cNvPr>
          <p:cNvGrpSpPr/>
          <p:nvPr/>
        </p:nvGrpSpPr>
        <p:grpSpPr>
          <a:xfrm>
            <a:off x="5200551" y="4168740"/>
            <a:ext cx="3365259" cy="615554"/>
            <a:chOff x="5433912" y="3110538"/>
            <a:chExt cx="3365259" cy="615554"/>
          </a:xfrm>
        </p:grpSpPr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5C91C977-924A-4575-8779-AA274240E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017" y="3435087"/>
              <a:ext cx="1199154" cy="291005"/>
            </a:xfrm>
            <a:custGeom>
              <a:avLst/>
              <a:gdLst>
                <a:gd name="T0" fmla="*/ 19944 w 20000"/>
                <a:gd name="T1" fmla="*/ 0 h 20000"/>
                <a:gd name="T2" fmla="*/ 19944 w 20000"/>
                <a:gd name="T3" fmla="*/ 19944 h 20000"/>
                <a:gd name="T4" fmla="*/ 0 w 20000"/>
                <a:gd name="T5" fmla="*/ 19944 h 20000"/>
                <a:gd name="T6" fmla="*/ 0 w 20000"/>
                <a:gd name="T7" fmla="*/ 0 h 20000"/>
                <a:gd name="T8" fmla="*/ 19944 w 20000"/>
                <a:gd name="T9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00" h="20000">
                  <a:moveTo>
                    <a:pt x="19944" y="0"/>
                  </a:moveTo>
                  <a:lnTo>
                    <a:pt x="19944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FFC000"/>
            </a:solidFill>
            <a:ln w="317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B0604030504040204" pitchFamily="18" charset="-120"/>
                  <a:cs typeface="+mn-cs"/>
                </a:defRPr>
              </a:lvl9pPr>
            </a:lstStyle>
            <a:p>
              <a:r>
                <a:rPr lang="en-US" altLang="ko-KR" sz="1300" dirty="0">
                  <a:solidFill>
                    <a:srgbClr val="000000"/>
                  </a:solidFill>
                  <a:ea typeface="돋움" panose="020B0600000101010101" pitchFamily="50" charset="-127"/>
                </a:rPr>
                <a:t>LON2312</a:t>
              </a:r>
              <a:endParaRPr lang="ko-KR" altLang="en-US" sz="1300" dirty="0">
                <a:solidFill>
                  <a:srgbClr val="000000"/>
                </a:solidFill>
                <a:ea typeface="돋움" panose="020B0600000101010101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785B2CC-29F9-4B28-8178-F4A59AC7C9C3}"/>
                </a:ext>
              </a:extLst>
            </p:cNvPr>
            <p:cNvSpPr/>
            <p:nvPr/>
          </p:nvSpPr>
          <p:spPr>
            <a:xfrm>
              <a:off x="6476507" y="3418315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Keys</a:t>
              </a:r>
              <a:r>
                <a:rPr lang="en-US" altLang="ko-KR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[6]</a:t>
              </a:r>
              <a:endParaRPr lang="ko-KR" altLang="en-US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6762DE5-4856-44B1-A48E-27D43400F214}"/>
                </a:ext>
              </a:extLst>
            </p:cNvPr>
            <p:cNvSpPr txBox="1"/>
            <p:nvPr/>
          </p:nvSpPr>
          <p:spPr>
            <a:xfrm>
              <a:off x="5433912" y="3110538"/>
              <a:ext cx="1079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C00000"/>
                  </a:solidFill>
                  <a:latin typeface="Consolas" panose="020B0609020204030204" pitchFamily="49" charset="0"/>
                </a:rPr>
                <a:t>loc=i+1=6</a:t>
              </a:r>
              <a:endParaRPr lang="ko-KR" altLang="en-US" sz="1400" dirty="0">
                <a:solidFill>
                  <a:srgbClr val="C00000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1B3AE808-120C-4F05-8694-5A4D72167452}"/>
                </a:ext>
              </a:extLst>
            </p:cNvPr>
            <p:cNvCxnSpPr>
              <a:stCxn id="54" idx="3"/>
              <a:endCxn id="53" idx="0"/>
            </p:cNvCxnSpPr>
            <p:nvPr/>
          </p:nvCxnSpPr>
          <p:spPr>
            <a:xfrm>
              <a:off x="6513054" y="3264427"/>
              <a:ext cx="403638" cy="15388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D43BF624-0C25-4935-B738-1B73A12E0211}"/>
              </a:ext>
            </a:extLst>
          </p:cNvPr>
          <p:cNvSpPr/>
          <p:nvPr/>
        </p:nvSpPr>
        <p:spPr>
          <a:xfrm>
            <a:off x="4742632" y="3140968"/>
            <a:ext cx="886549" cy="6106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33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0E42A19-FF94-4CD1-A855-2D8BB20A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FD4D22-75D4-4682-BBB4-269C6616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::Insert() (3/3)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CC1F45-371C-42FD-BF8F-D533821D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17B98A-949C-4167-9918-C02FCC270B7C}"/>
              </a:ext>
            </a:extLst>
          </p:cNvPr>
          <p:cNvSpPr/>
          <p:nvPr/>
        </p:nvSpPr>
        <p:spPr>
          <a:xfrm>
            <a:off x="899592" y="2132856"/>
            <a:ext cx="7416824" cy="37548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::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index =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(key);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(Unique &amp;&amp; index &gt;=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key already in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//no room for another key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NumKeys-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&gt;=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--)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strcmp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(key,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])&gt;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insert into location i+1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strdup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(key);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++;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7172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B8EE4C1-808A-44F4-BC1D-2CB7CAE8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Pseudo code</a:t>
            </a:r>
          </a:p>
          <a:p>
            <a:pPr lvl="1"/>
            <a:r>
              <a:rPr lang="en-US" altLang="ko-KR" dirty="0"/>
              <a:t>Call the position for the key</a:t>
            </a:r>
          </a:p>
          <a:p>
            <a:pPr lvl="1"/>
            <a:r>
              <a:rPr lang="en-US" altLang="ko-KR" dirty="0"/>
              <a:t>If found, shrink the arrays after the position through the for loop</a:t>
            </a:r>
          </a:p>
          <a:p>
            <a:pPr lvl="2"/>
            <a:r>
              <a:rPr lang="en-US" altLang="ko-KR" dirty="0"/>
              <a:t>Copying </a:t>
            </a:r>
            <a:r>
              <a:rPr lang="en-US" altLang="ko-KR" sz="20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2400" dirty="0">
                <a:solidFill>
                  <a:srgbClr val="000000"/>
                </a:solidFill>
                <a:latin typeface="Consolas" panose="020B0609020204030204" pitchFamily="49" charset="0"/>
              </a:rPr>
              <a:t>to </a:t>
            </a:r>
            <a:r>
              <a:rPr lang="en-US" altLang="ko-KR" sz="2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A7A471-C824-4488-B34F-22132E7E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</a:t>
            </a:r>
            <a:r>
              <a:rPr lang="en-US" altLang="ko-KR" dirty="0"/>
              <a:t>::Remove()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4BBB9-0D6D-460E-9B54-A9712D81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571BDE-9633-425A-9C33-027BE7B49DCD}"/>
              </a:ext>
            </a:extLst>
          </p:cNvPr>
          <p:cNvSpPr/>
          <p:nvPr/>
        </p:nvSpPr>
        <p:spPr>
          <a:xfrm>
            <a:off x="755626" y="3734667"/>
            <a:ext cx="7416824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::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Remove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index =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(key);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(index &lt;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key not in 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index;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[i+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--;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9835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5659E76-3614-4BA3-8B50-B3D3299B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Retrieve a single record by key from a recording file</a:t>
            </a:r>
          </a:p>
          <a:p>
            <a:pPr lvl="1"/>
            <a:r>
              <a:rPr lang="en-US" altLang="ko-KR" dirty="0"/>
              <a:t>Get </a:t>
            </a:r>
            <a:r>
              <a:rPr lang="en-US" altLang="ko-KR" dirty="0" err="1"/>
              <a:t>recaddr</a:t>
            </a:r>
            <a:r>
              <a:rPr lang="en-US" altLang="ko-KR" dirty="0"/>
              <a:t> by </a:t>
            </a:r>
            <a:r>
              <a:rPr lang="en-US" altLang="ko-KR" dirty="0" err="1"/>
              <a:t>invokingl</a:t>
            </a:r>
            <a:r>
              <a:rPr lang="en-US" altLang="ko-KR" dirty="0"/>
              <a:t> </a:t>
            </a:r>
            <a:r>
              <a:rPr lang="en-US" altLang="ko-KR" dirty="0" err="1"/>
              <a:t>RecordIndex.Search</a:t>
            </a:r>
            <a:r>
              <a:rPr lang="en-US" altLang="ko-KR" dirty="0"/>
              <a:t>(key) </a:t>
            </a:r>
          </a:p>
          <a:p>
            <a:pPr lvl="1"/>
            <a:r>
              <a:rPr lang="en-US" altLang="ko-KR" dirty="0"/>
              <a:t>Call </a:t>
            </a:r>
            <a:r>
              <a:rPr lang="en-US" altLang="ko-KR" dirty="0" err="1"/>
              <a:t>RecordFile.Read</a:t>
            </a:r>
            <a:r>
              <a:rPr lang="en-US" altLang="ko-KR" dirty="0"/>
              <a:t>(</a:t>
            </a:r>
            <a:r>
              <a:rPr lang="en-US" altLang="ko-KR" dirty="0" err="1"/>
              <a:t>recaddr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/>
              <a:t>If found, unpack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2A8F4E8-937B-435A-AB7F-436CC62F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Retrieval with a Simple Index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54D36B-5E5B-4BF4-A1A0-692E6C2D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6C260E-B197-4E9E-89D3-79BADC5642DF}"/>
              </a:ext>
            </a:extLst>
          </p:cNvPr>
          <p:cNvSpPr/>
          <p:nvPr/>
        </p:nvSpPr>
        <p:spPr>
          <a:xfrm>
            <a:off x="755626" y="3799344"/>
            <a:ext cx="7416824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read and unpack the recording, return TRUE if succeeds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RetrieveRecording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BufferFile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</a:rPr>
              <a:t>"Retrieve 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&lt;&lt;key&lt;&lt;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</a:rPr>
              <a:t>" at 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</a:rPr>
              <a:t> “</a:t>
            </a:r>
          </a:p>
          <a:p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(key)&lt;&lt;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.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(key));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</a:rPr>
              <a:t>"read result: 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&lt;&lt;result&lt;&lt;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(result ==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FALSE;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GetBuffer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7538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80930D1-D736-4BFA-A92A-74BAD1FB4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97D2C8A-198C-48BE-BD10-A9D24BB8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Create an Index from File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D93BE-3C11-4789-ADCA-F94C6F77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23AF03-6E37-432B-8838-8D5892B57EC0}"/>
              </a:ext>
            </a:extLst>
          </p:cNvPr>
          <p:cNvSpPr/>
          <p:nvPr/>
        </p:nvSpPr>
        <p:spPr>
          <a:xfrm>
            <a:off x="0" y="856357"/>
            <a:ext cx="9227368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 make an index from a recording file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IndexRecordingFile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myfile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Recording rec;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DelimFieldBuffer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Buffer;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create a buffer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 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myfile,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::in);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(!result)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"Unable to open file 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loop until the read fails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read next record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(),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FF0000"/>
                </a:solidFill>
                <a:latin typeface="Consolas" panose="020B0609020204030204" pitchFamily="49" charset="0"/>
              </a:rPr>
              <a:t>\t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&lt;&lt;rec&lt;&lt;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.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RetrieveRecording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(rec, 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"LON2312"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RecordingFile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"Found record: 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&lt;&lt;rec;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7837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D01CC60-3646-4506-AAAF-F1D3B2F89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Don’t forget to add  #include “recfile.cpp” for template functions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F488BE4-C47C-4FA2-8E97-B7B0340F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SimpleIndex</a:t>
            </a:r>
            <a:r>
              <a:rPr lang="en-US" altLang="ko-KR" dirty="0"/>
              <a:t> test at makeidx.cpp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980873-9424-43ED-9A00-37C9A32B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26B5D-DF8A-4585-9C5F-D548DFF616DB}"/>
              </a:ext>
            </a:extLst>
          </p:cNvPr>
          <p:cNvSpPr/>
          <p:nvPr/>
        </p:nvSpPr>
        <p:spPr>
          <a:xfrm>
            <a:off x="437274" y="2492896"/>
            <a:ext cx="8550696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dirty="0" err="1">
                <a:solidFill>
                  <a:srgbClr val="001080"/>
                </a:solidFill>
                <a:latin typeface="Consolas" panose="020B0609020204030204" pitchFamily="49" charset="0"/>
              </a:rPr>
              <a:t>argv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**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dirty="0" err="1">
                <a:solidFill>
                  <a:srgbClr val="001080"/>
                </a:solidFill>
                <a:latin typeface="Consolas" panose="020B0609020204030204" pitchFamily="49" charset="0"/>
              </a:rPr>
              <a:t>argc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    // slightly modified function from ch5.3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</a:rPr>
              <a:t>RecordFile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CreateRecordingFile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    // first argument is the file name for the data 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dirty="0" err="1">
                <a:solidFill>
                  <a:srgbClr val="795E26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dirty="0" err="1">
                <a:solidFill>
                  <a:srgbClr val="795E26"/>
                </a:solidFill>
                <a:latin typeface="Consolas" panose="020B0609020204030204" pitchFamily="49" charset="0"/>
              </a:rPr>
              <a:t>IndexRecordingFile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</a:rPr>
              <a:t>"record.dat"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RecordingIndex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6324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FA8B4E-4542-4AE5-82BE-97FDC25D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7.1  What  is an Index?</a:t>
            </a:r>
          </a:p>
          <a:p>
            <a:r>
              <a:rPr lang="en-US" altLang="ko-KR" sz="2400" dirty="0"/>
              <a:t>7.2  A Simple Index for Entry-Sequenced Files</a:t>
            </a:r>
          </a:p>
          <a:p>
            <a:r>
              <a:rPr lang="en-US" altLang="ko-KR" sz="2400" dirty="0">
                <a:solidFill>
                  <a:srgbClr val="C00000"/>
                </a:solidFill>
              </a:rPr>
              <a:t>7.4  Object-Oriented Support for Indexed, Entry-  </a:t>
            </a:r>
            <a:br>
              <a:rPr lang="en-US" altLang="ko-KR" sz="2400" dirty="0">
                <a:solidFill>
                  <a:srgbClr val="C00000"/>
                </a:solidFill>
              </a:rPr>
            </a:br>
            <a:r>
              <a:rPr lang="en-US" altLang="ko-KR" sz="2400" dirty="0">
                <a:solidFill>
                  <a:srgbClr val="C00000"/>
                </a:solidFill>
              </a:rPr>
              <a:t>    Sequenced Files of Data Objects</a:t>
            </a:r>
          </a:p>
          <a:p>
            <a:r>
              <a:rPr lang="en-US" altLang="ko-KR" sz="2400" dirty="0"/>
              <a:t>7.5  Indexes That Are Too Large to Hold in  Memory</a:t>
            </a:r>
          </a:p>
          <a:p>
            <a:r>
              <a:rPr lang="en-US" altLang="ko-KR" sz="2400" dirty="0"/>
              <a:t>7.6   Indexing to Provide Access by Multiple Keys</a:t>
            </a:r>
          </a:p>
          <a:p>
            <a:r>
              <a:rPr lang="en-US" altLang="ko-KR" sz="2400" dirty="0"/>
              <a:t>7.7   Retrieval Using Combinations of Secondary  Keys</a:t>
            </a:r>
          </a:p>
          <a:p>
            <a:r>
              <a:rPr lang="en-US" altLang="ko-KR" sz="2400" dirty="0"/>
              <a:t>7.8   Improving the Secondary Index Structure: Inverted Lists</a:t>
            </a:r>
          </a:p>
          <a:p>
            <a:r>
              <a:rPr lang="en-US" altLang="ko-KR" sz="2400" dirty="0"/>
              <a:t>7.9   Selective Indexes</a:t>
            </a:r>
          </a:p>
          <a:p>
            <a:r>
              <a:rPr lang="en-US" altLang="ko-KR" sz="2400" dirty="0"/>
              <a:t>7.10  Binding</a:t>
            </a:r>
          </a:p>
          <a:p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7B1DEF-CCE9-4F7F-B590-06C654B3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AF304-E9B2-4EA9-8E0B-FD6EE7BD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1976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748420F-564C-4418-B151-0A6A4CFC9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Class </a:t>
            </a:r>
            <a:r>
              <a:rPr lang="en-US" altLang="ko-KR" sz="2800" dirty="0" err="1"/>
              <a:t>IndexedFile</a:t>
            </a:r>
            <a:endParaRPr lang="en-US" altLang="ko-KR" sz="2800" dirty="0"/>
          </a:p>
          <a:p>
            <a:pPr lvl="1"/>
            <a:r>
              <a:rPr lang="en-US" altLang="ko-KR" sz="2400" dirty="0"/>
              <a:t>add indexed access to the sequential access provided by class </a:t>
            </a:r>
            <a:r>
              <a:rPr lang="en-US" altLang="ko-KR" sz="2400" dirty="0" err="1"/>
              <a:t>RecordFile</a:t>
            </a:r>
            <a:endParaRPr lang="en-US" altLang="ko-KR" sz="2400" dirty="0"/>
          </a:p>
          <a:p>
            <a:pPr lvl="1"/>
            <a:r>
              <a:rPr lang="en-US" altLang="ko-KR" sz="2400" dirty="0"/>
              <a:t>extends </a:t>
            </a:r>
            <a:r>
              <a:rPr lang="en-US" altLang="ko-KR" sz="2400" dirty="0" err="1"/>
              <a:t>RecordFile</a:t>
            </a:r>
            <a:r>
              <a:rPr lang="en-US" altLang="ko-KR" sz="2400" dirty="0"/>
              <a:t> with Update, Append and Read method</a:t>
            </a:r>
          </a:p>
          <a:p>
            <a:pPr lvl="2"/>
            <a:r>
              <a:rPr lang="en-US" altLang="ko-KR" sz="2000" dirty="0"/>
              <a:t>Update &amp; Append : maintain a primary key index of data file</a:t>
            </a:r>
          </a:p>
          <a:p>
            <a:pPr lvl="2"/>
            <a:r>
              <a:rPr lang="en-US" altLang="ko-KR" sz="2000" dirty="0"/>
              <a:t>Read : supports access to object by key</a:t>
            </a:r>
          </a:p>
          <a:p>
            <a:pPr lvl="1"/>
            <a:r>
              <a:rPr lang="en-US" altLang="ko-KR" sz="2400" dirty="0" err="1"/>
              <a:t>TextIndex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RecordFile</a:t>
            </a:r>
            <a:r>
              <a:rPr lang="en-US" altLang="ko-KR" sz="2400" dirty="0"/>
              <a:t> 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en-US" altLang="ko-KR" sz="2400" dirty="0"/>
              <a:t> </a:t>
            </a:r>
            <a:r>
              <a:rPr lang="en-US" altLang="ko-KR" sz="2400" dirty="0" err="1"/>
              <a:t>IndexedFile</a:t>
            </a:r>
            <a:endParaRPr lang="en-US" altLang="ko-KR" sz="2400" dirty="0"/>
          </a:p>
          <a:p>
            <a:endParaRPr lang="en-US" altLang="ko-KR" sz="2800"/>
          </a:p>
          <a:p>
            <a:r>
              <a:rPr lang="en-US" altLang="ko-KR" sz="2800" dirty="0"/>
              <a:t>Issues of </a:t>
            </a:r>
            <a:r>
              <a:rPr lang="en-US" altLang="ko-KR" sz="2800" dirty="0" err="1"/>
              <a:t>IndexedFile</a:t>
            </a:r>
            <a:endParaRPr lang="en-US" altLang="ko-KR" sz="2800" dirty="0"/>
          </a:p>
          <a:p>
            <a:pPr lvl="1"/>
            <a:r>
              <a:rPr lang="en-US" altLang="ko-KR" sz="2400" dirty="0"/>
              <a:t>how to make a persistent index of a file</a:t>
            </a:r>
          </a:p>
          <a:p>
            <a:pPr lvl="1"/>
            <a:r>
              <a:rPr lang="en-US" altLang="ko-KR" sz="2400" dirty="0"/>
              <a:t>how to guarantee that the index is an accurate reflection of the contents of the data file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F5AB97B-DA60-4D4B-A4B6-C9688610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OO approach for  Indexed, Entry- Sequenced Files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1EB3B6-BFDC-4356-A98B-94A02BAB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0162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8C9082-6201-4F45-A145-3DFDB8A9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Required operations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Create</a:t>
            </a:r>
            <a:r>
              <a:rPr lang="en-US" altLang="ko-KR" sz="2400" dirty="0"/>
              <a:t> the original empty index and data files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Load</a:t>
            </a:r>
            <a:r>
              <a:rPr lang="en-US" altLang="ko-KR" sz="2400" dirty="0"/>
              <a:t> the index file into memory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Rewrite </a:t>
            </a:r>
            <a:r>
              <a:rPr lang="en-US" altLang="ko-KR" sz="2400" dirty="0"/>
              <a:t>the index file from memory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Add</a:t>
            </a:r>
            <a:r>
              <a:rPr lang="en-US" altLang="ko-KR" sz="2400" dirty="0"/>
              <a:t> records to the data file and index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Delete</a:t>
            </a:r>
            <a:r>
              <a:rPr lang="en-US" altLang="ko-KR" sz="2400" dirty="0"/>
              <a:t> records from the data file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Update </a:t>
            </a:r>
            <a:r>
              <a:rPr lang="en-US" altLang="ko-KR" sz="2400" dirty="0"/>
              <a:t>records in the data file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Update</a:t>
            </a:r>
            <a:r>
              <a:rPr lang="en-US" altLang="ko-KR" sz="2400" dirty="0"/>
              <a:t> the index to reflect changes in the data file </a:t>
            </a:r>
          </a:p>
          <a:p>
            <a:pPr lvl="1"/>
            <a:r>
              <a:rPr lang="en-US" altLang="ko-KR" sz="2400" dirty="0">
                <a:solidFill>
                  <a:srgbClr val="0070C0"/>
                </a:solidFill>
              </a:rPr>
              <a:t>Retrieve</a:t>
            </a:r>
            <a:r>
              <a:rPr lang="en-US" altLang="ko-KR" sz="2400" dirty="0"/>
              <a:t> a single record by key </a:t>
            </a:r>
          </a:p>
          <a:p>
            <a:r>
              <a:rPr lang="en-US" altLang="ko-KR" sz="2800" dirty="0"/>
              <a:t>The benefit of O0O approach</a:t>
            </a:r>
          </a:p>
          <a:p>
            <a:pPr lvl="1"/>
            <a:r>
              <a:rPr lang="en-US" altLang="ko-KR" sz="2400" dirty="0"/>
              <a:t>Already available in the methods of classes</a:t>
            </a:r>
          </a:p>
          <a:p>
            <a:pPr lvl="1"/>
            <a:r>
              <a:rPr lang="en-US" altLang="ko-KR" sz="2400" dirty="0"/>
              <a:t>Just need to </a:t>
            </a:r>
            <a:r>
              <a:rPr lang="en-US" altLang="ko-KR" sz="2400" dirty="0">
                <a:solidFill>
                  <a:srgbClr val="00B050"/>
                </a:solidFill>
              </a:rPr>
              <a:t>glue them together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7C2DFA-38B1-4D53-90FE-4C04DEDD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Operations of </a:t>
            </a:r>
            <a:r>
              <a:rPr lang="en-US" altLang="ko-KR" dirty="0" err="1"/>
              <a:t>IndexedFile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0740D0-25E1-4BB9-8D4C-04A36724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0206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18977-9AC1-4244-87D0-C8024116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B32E0-24EE-4C2A-B512-33E95A1D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Class Hierarchy for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TextIndexedFile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0" name="그림 199">
            <a:extLst>
              <a:ext uri="{FF2B5EF4-FFF2-40B4-BE49-F238E27FC236}">
                <a16:creationId xmlns:a16="http://schemas.microsoft.com/office/drawing/2014/main" id="{EDF08F63-FD95-4775-B6DB-C2C981D4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881" y="1628801"/>
            <a:ext cx="9030457" cy="50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18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E92998B-7CD8-4744-94D5-B19A8E7AD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36915"/>
            <a:ext cx="8229600" cy="3494010"/>
          </a:xfrm>
        </p:spPr>
        <p:txBody>
          <a:bodyPr/>
          <a:lstStyle/>
          <a:p>
            <a:r>
              <a:rPr lang="en-US" altLang="ko-KR" dirty="0"/>
              <a:t>Two files</a:t>
            </a:r>
          </a:p>
          <a:p>
            <a:pPr lvl="1"/>
            <a:r>
              <a:rPr lang="en-US" altLang="ko-KR" dirty="0"/>
              <a:t>created as empty files with header records</a:t>
            </a:r>
          </a:p>
          <a:p>
            <a:pPr lvl="2"/>
            <a:r>
              <a:rPr lang="en-US" altLang="ko-KR" dirty="0"/>
              <a:t>Create method in class </a:t>
            </a:r>
            <a:r>
              <a:rPr lang="en-US" altLang="ko-KR" dirty="0" err="1"/>
              <a:t>BufferFile</a:t>
            </a:r>
            <a:endParaRPr lang="en-US" altLang="ko-KR" dirty="0"/>
          </a:p>
          <a:p>
            <a:pPr lvl="1"/>
            <a:r>
              <a:rPr lang="en-US" altLang="ko-KR" dirty="0"/>
              <a:t>A data file to hold data objects</a:t>
            </a:r>
          </a:p>
          <a:p>
            <a:pPr lvl="2"/>
            <a:r>
              <a:rPr lang="en-US" altLang="ko-KR" dirty="0"/>
              <a:t>represented by an object of class </a:t>
            </a:r>
            <a:r>
              <a:rPr lang="en-US" altLang="ko-KR" dirty="0" err="1"/>
              <a:t>RecordFile</a:t>
            </a:r>
            <a:r>
              <a:rPr lang="en-US" altLang="ko-KR" dirty="0"/>
              <a:t> &lt;recording&gt;</a:t>
            </a:r>
          </a:p>
          <a:p>
            <a:pPr lvl="1"/>
            <a:r>
              <a:rPr lang="en-US" altLang="ko-KR" dirty="0"/>
              <a:t>An Index file hold the primary key index</a:t>
            </a:r>
          </a:p>
          <a:p>
            <a:pPr lvl="2"/>
            <a:r>
              <a:rPr lang="en-US" altLang="ko-KR" dirty="0"/>
              <a:t>a </a:t>
            </a:r>
            <a:r>
              <a:rPr lang="en-US" altLang="ko-KR" dirty="0" err="1"/>
              <a:t>BufferFile</a:t>
            </a:r>
            <a:r>
              <a:rPr lang="en-US" altLang="ko-KR" dirty="0"/>
              <a:t> of fixed-size records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0977792-344D-4FF9-883A-05D01C44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Creating the files  (1/2)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0B80E-A7EC-42BC-93DF-230491A1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F1710A2-15E0-41FB-8AB2-C6BB06E7C5FB}"/>
              </a:ext>
            </a:extLst>
          </p:cNvPr>
          <p:cNvSpPr/>
          <p:nvPr/>
        </p:nvSpPr>
        <p:spPr>
          <a:xfrm>
            <a:off x="4139952" y="1098203"/>
            <a:ext cx="4392488" cy="1295235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kern="0" dirty="0" err="1">
                <a:latin typeface="Consolas" panose="020B0609020204030204" pitchFamily="49" charset="0"/>
                <a:ea typeface="굴림"/>
              </a:rPr>
              <a:t>TextIndex</a:t>
            </a:r>
            <a:r>
              <a:rPr lang="en-US" altLang="ko-KR" sz="140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 Index;</a:t>
            </a:r>
          </a:p>
          <a:p>
            <a:r>
              <a:rPr lang="en-US" altLang="ko-KR" sz="1400" b="1" kern="0" dirty="0" err="1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BufferFile</a:t>
            </a:r>
            <a:r>
              <a:rPr lang="en-US" altLang="ko-KR" sz="1400" b="1" kern="0" dirty="0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IndexFile</a:t>
            </a:r>
            <a:r>
              <a:rPr lang="en-US" altLang="ko-KR" sz="140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</a:p>
          <a:p>
            <a:r>
              <a:rPr lang="en-US" altLang="ko-KR" sz="1400" kern="0" dirty="0" err="1">
                <a:latin typeface="Consolas" panose="020B0609020204030204" pitchFamily="49" charset="0"/>
                <a:ea typeface="굴림"/>
              </a:rPr>
              <a:t>TextIndexBuffer</a:t>
            </a:r>
            <a:r>
              <a:rPr lang="en-US" altLang="ko-KR" sz="1400" b="1" kern="0" dirty="0">
                <a:latin typeface="Consolas" panose="020B0609020204030204" pitchFamily="49" charset="0"/>
                <a:ea typeface="굴림"/>
              </a:rPr>
              <a:t> </a:t>
            </a:r>
            <a:r>
              <a:rPr lang="en-US" altLang="ko-KR" sz="1400" kern="0" dirty="0" err="1">
                <a:latin typeface="Consolas" panose="020B0609020204030204" pitchFamily="49" charset="0"/>
                <a:ea typeface="굴림"/>
              </a:rPr>
              <a:t>IndexBuffer</a:t>
            </a:r>
            <a:r>
              <a:rPr lang="en-US" altLang="ko-KR" sz="140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</a:p>
          <a:p>
            <a:r>
              <a:rPr lang="en-US" altLang="ko-KR" sz="1400" kern="0" dirty="0" err="1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RecordFile</a:t>
            </a:r>
            <a:r>
              <a:rPr lang="en-US" altLang="ko-KR" sz="1400" kern="0" dirty="0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&lt;</a:t>
            </a:r>
            <a:r>
              <a:rPr lang="en-US" altLang="ko-KR" sz="1400" kern="0" dirty="0" err="1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RecType</a:t>
            </a:r>
            <a:r>
              <a:rPr lang="en-US" altLang="ko-KR" sz="1400" kern="0" dirty="0">
                <a:solidFill>
                  <a:srgbClr val="7030A0"/>
                </a:solidFill>
                <a:latin typeface="Consolas" panose="020B0609020204030204" pitchFamily="49" charset="0"/>
                <a:ea typeface="굴림"/>
              </a:rPr>
              <a:t>&gt; </a:t>
            </a:r>
            <a:r>
              <a:rPr lang="en-US" altLang="ko-KR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DataFile</a:t>
            </a:r>
            <a:r>
              <a:rPr lang="en-US" altLang="ko-KR" sz="140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  <a:endParaRPr lang="ko-KR" altLang="en-US" sz="1400" kern="0" dirty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CD24776-4009-4B28-B83C-C9079643F15E}"/>
              </a:ext>
            </a:extLst>
          </p:cNvPr>
          <p:cNvSpPr/>
          <p:nvPr/>
        </p:nvSpPr>
        <p:spPr>
          <a:xfrm>
            <a:off x="2793014" y="1193353"/>
            <a:ext cx="2038298" cy="1104937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89FDC5-61EB-40F8-97C8-CA62EA01FF86}"/>
              </a:ext>
            </a:extLst>
          </p:cNvPr>
          <p:cNvSpPr/>
          <p:nvPr/>
        </p:nvSpPr>
        <p:spPr>
          <a:xfrm>
            <a:off x="2941095" y="1237343"/>
            <a:ext cx="1798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TextIndexedFile</a:t>
            </a:r>
            <a:endParaRPr lang="ko-KR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9BD9C3-6AB2-4BAE-9483-F56E4B9A0935}"/>
              </a:ext>
            </a:extLst>
          </p:cNvPr>
          <p:cNvCxnSpPr>
            <a:cxnSpLocks/>
          </p:cNvCxnSpPr>
          <p:nvPr/>
        </p:nvCxnSpPr>
        <p:spPr>
          <a:xfrm>
            <a:off x="2793014" y="1598449"/>
            <a:ext cx="203829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38CF93-367A-4BB9-86EF-A63AAF785594}"/>
              </a:ext>
            </a:extLst>
          </p:cNvPr>
          <p:cNvSpPr/>
          <p:nvPr/>
        </p:nvSpPr>
        <p:spPr>
          <a:xfrm>
            <a:off x="2899223" y="1569232"/>
            <a:ext cx="1882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Consolas" panose="020B0609020204030204" pitchFamily="49" charset="0"/>
              </a:rPr>
              <a:t>Open  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Create 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Close Rewind</a:t>
            </a:r>
          </a:p>
          <a:p>
            <a:r>
              <a:rPr lang="en-US" altLang="ko-KR" sz="1400" dirty="0">
                <a:latin typeface="Consolas" panose="020B0609020204030204" pitchFamily="49" charset="0"/>
              </a:rPr>
              <a:t>Read Write Append</a:t>
            </a:r>
          </a:p>
        </p:txBody>
      </p:sp>
    </p:spTree>
    <p:extLst>
      <p:ext uri="{BB962C8B-B14F-4D97-AF65-F5344CB8AC3E}">
        <p14:creationId xmlns:p14="http://schemas.microsoft.com/office/powerpoint/2010/main" val="474100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E444C85-424E-4D4F-8F24-F0B3C21B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CACC3D-1985-4998-937E-0CDA8A44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Creating the files  (2/2)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803EE1-5611-40E9-AB64-A814AB26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7B588B-F9F9-49C0-A213-61CFF5C11E65}"/>
              </a:ext>
            </a:extLst>
          </p:cNvPr>
          <p:cNvSpPr/>
          <p:nvPr/>
        </p:nvSpPr>
        <p:spPr>
          <a:xfrm>
            <a:off x="442421" y="1102578"/>
            <a:ext cx="7657971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TextIndexedFile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mode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*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*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SetFileName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"file names 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(result == -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mode);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(!result)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remove connection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out|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::in);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(!result)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DataFile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.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close the data file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remove connection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64B110-F6A3-46B6-A1E1-122483FC4691}"/>
              </a:ext>
            </a:extLst>
          </p:cNvPr>
          <p:cNvSpPr/>
          <p:nvPr/>
        </p:nvSpPr>
        <p:spPr>
          <a:xfrm>
            <a:off x="323528" y="3056740"/>
            <a:ext cx="8172450" cy="360040"/>
          </a:xfrm>
          <a:prstGeom prst="rect">
            <a:avLst/>
          </a:prstGeom>
          <a:noFill/>
          <a:ln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4616C7-FDA5-4ADD-8FFE-D6FAFBF814DF}"/>
              </a:ext>
            </a:extLst>
          </p:cNvPr>
          <p:cNvSpPr/>
          <p:nvPr/>
        </p:nvSpPr>
        <p:spPr>
          <a:xfrm>
            <a:off x="323993" y="4509120"/>
            <a:ext cx="8172450" cy="360040"/>
          </a:xfrm>
          <a:prstGeom prst="rect">
            <a:avLst/>
          </a:prstGeom>
          <a:noFill/>
          <a:ln>
            <a:solidFill>
              <a:srgbClr val="00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056EC7F-9F34-42BC-8005-A53D6AD72519}"/>
              </a:ext>
            </a:extLst>
          </p:cNvPr>
          <p:cNvGrpSpPr/>
          <p:nvPr/>
        </p:nvGrpSpPr>
        <p:grpSpPr>
          <a:xfrm>
            <a:off x="5076056" y="207830"/>
            <a:ext cx="4536504" cy="861043"/>
            <a:chOff x="5076056" y="207830"/>
            <a:chExt cx="4536504" cy="861043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36C400C-95A3-4B92-AFF0-807E357EDEC5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 Index;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16631B8-1710-4E00-BD85-B178FABF78A3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4CEA30F-D5A2-422F-A353-C013A1408226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CF00331-7923-41A4-96EB-ED061DFE251B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4C95F11-50DF-453F-935A-E06B462BBB0B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</a:t>
              </a:r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Create</a:t>
              </a:r>
              <a:r>
                <a:rPr lang="en-US" altLang="ko-KR" sz="1100" dirty="0">
                  <a:latin typeface="Consolas" panose="020B0609020204030204" pitchFamily="49" charset="0"/>
                </a:rPr>
                <a:t>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765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1CE0E8-C328-45A8-8462-48F9589E0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IOBuffer</a:t>
            </a:r>
            <a:r>
              <a:rPr lang="en-US" altLang="ko-KR" dirty="0"/>
              <a:t> class</a:t>
            </a:r>
          </a:p>
          <a:p>
            <a:pPr lvl="1"/>
            <a:r>
              <a:rPr lang="en-US" altLang="ko-KR" dirty="0"/>
              <a:t>Supports loading (reading) and storing (writing) objects</a:t>
            </a:r>
          </a:p>
          <a:p>
            <a:pPr lvl="1"/>
            <a:r>
              <a:rPr lang="en-US" altLang="ko-KR" dirty="0"/>
              <a:t>With these buffers, can </a:t>
            </a:r>
            <a:r>
              <a:rPr lang="en-US" altLang="ko-KR" dirty="0">
                <a:solidFill>
                  <a:srgbClr val="0070C0"/>
                </a:solidFill>
              </a:rPr>
              <a:t>make files of index objects</a:t>
            </a:r>
          </a:p>
          <a:p>
            <a:pPr lvl="2"/>
            <a:r>
              <a:rPr lang="en-US" altLang="ko-KR" dirty="0"/>
              <a:t>Storing the full index in a single object </a:t>
            </a:r>
          </a:p>
          <a:p>
            <a:pPr marL="693737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sym typeface="Wingdings" panose="05000000000000000000" pitchFamily="2" charset="2"/>
              </a:rPr>
              <a:t>index file needs only one record</a:t>
            </a:r>
            <a:endParaRPr lang="en-US" altLang="ko-KR" dirty="0">
              <a:solidFill>
                <a:srgbClr val="00B050"/>
              </a:solidFill>
            </a:endParaRPr>
          </a:p>
          <a:p>
            <a:pPr lvl="2"/>
            <a:endParaRPr lang="en-US" altLang="ko-KR" dirty="0">
              <a:solidFill>
                <a:srgbClr val="00B050"/>
              </a:solidFill>
            </a:endParaRPr>
          </a:p>
          <a:p>
            <a:r>
              <a:rPr lang="en-US" altLang="ko-KR" dirty="0"/>
              <a:t>Choose a buffer class to use the index file</a:t>
            </a:r>
          </a:p>
          <a:p>
            <a:pPr lvl="1"/>
            <a:r>
              <a:rPr lang="en-US" altLang="ko-KR" dirty="0"/>
              <a:t>Define </a:t>
            </a:r>
            <a:r>
              <a:rPr lang="en-US" altLang="ko-KR" dirty="0" err="1"/>
              <a:t>TextIndexBuffer</a:t>
            </a:r>
            <a:endParaRPr lang="en-US" altLang="ko-KR" dirty="0"/>
          </a:p>
          <a:p>
            <a:pPr lvl="2"/>
            <a:r>
              <a:rPr lang="en-US" altLang="ko-KR" dirty="0"/>
              <a:t>a derived class of </a:t>
            </a:r>
            <a:r>
              <a:rPr lang="en-US" altLang="ko-KR" dirty="0" err="1"/>
              <a:t>FixedFieldBuffer</a:t>
            </a:r>
            <a:endParaRPr lang="en-US" altLang="ko-KR" dirty="0"/>
          </a:p>
          <a:p>
            <a:pPr lvl="2"/>
            <a:r>
              <a:rPr lang="en-US" altLang="ko-KR" dirty="0"/>
              <a:t>include pack and unpack methods for index objects</a:t>
            </a:r>
          </a:p>
          <a:p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45D7558-5F93-4CAD-9C4F-EFFBDEF1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loading the index into memory(1/2)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B13D5B-E823-400C-AD04-9F97ABF6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0F8CAB1-E828-47A1-9682-ABDB0C809012}"/>
              </a:ext>
            </a:extLst>
          </p:cNvPr>
          <p:cNvGrpSpPr/>
          <p:nvPr/>
        </p:nvGrpSpPr>
        <p:grpSpPr>
          <a:xfrm>
            <a:off x="4074848" y="852942"/>
            <a:ext cx="4536504" cy="861043"/>
            <a:chOff x="4074848" y="852942"/>
            <a:chExt cx="4536504" cy="8610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9E02EB1-5A68-4859-AF7B-8BBCA930D494}"/>
                </a:ext>
              </a:extLst>
            </p:cNvPr>
            <p:cNvSpPr/>
            <p:nvPr/>
          </p:nvSpPr>
          <p:spPr>
            <a:xfrm>
              <a:off x="5220072" y="852942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 Index;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kern="0" dirty="0"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kern="0" dirty="0"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03C69CD-DC32-4238-A22E-613C09828F7F}"/>
                </a:ext>
              </a:extLst>
            </p:cNvPr>
            <p:cNvSpPr/>
            <p:nvPr/>
          </p:nvSpPr>
          <p:spPr>
            <a:xfrm>
              <a:off x="4074848" y="876720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2214FD-5815-4DD7-8122-6C4960A97306}"/>
                </a:ext>
              </a:extLst>
            </p:cNvPr>
            <p:cNvSpPr/>
            <p:nvPr/>
          </p:nvSpPr>
          <p:spPr>
            <a:xfrm>
              <a:off x="4179986" y="896387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73324B5-0DFE-4A71-989E-B756EB76182D}"/>
                </a:ext>
              </a:extLst>
            </p:cNvPr>
            <p:cNvCxnSpPr>
              <a:cxnSpLocks/>
            </p:cNvCxnSpPr>
            <p:nvPr/>
          </p:nvCxnSpPr>
          <p:spPr>
            <a:xfrm>
              <a:off x="4087602" y="1157788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484B7D7-109F-445D-AFA9-41C5909F74CD}"/>
                </a:ext>
              </a:extLst>
            </p:cNvPr>
            <p:cNvSpPr/>
            <p:nvPr/>
          </p:nvSpPr>
          <p:spPr>
            <a:xfrm>
              <a:off x="4179986" y="1113821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</a:t>
              </a:r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Create</a:t>
              </a:r>
              <a:r>
                <a:rPr lang="en-US" altLang="ko-KR" sz="1100" dirty="0">
                  <a:latin typeface="Consolas" panose="020B0609020204030204" pitchFamily="49" charset="0"/>
                </a:rPr>
                <a:t>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EE134E3-F15D-42C8-95A5-608A0E98194B}"/>
              </a:ext>
            </a:extLst>
          </p:cNvPr>
          <p:cNvGrpSpPr/>
          <p:nvPr/>
        </p:nvGrpSpPr>
        <p:grpSpPr>
          <a:xfrm>
            <a:off x="6084168" y="2861861"/>
            <a:ext cx="3479294" cy="2894350"/>
            <a:chOff x="6184946" y="2861861"/>
            <a:chExt cx="3479294" cy="289435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3A20EC2-BDFB-46FB-92D1-D39CD4846D54}"/>
                </a:ext>
              </a:extLst>
            </p:cNvPr>
            <p:cNvSpPr/>
            <p:nvPr/>
          </p:nvSpPr>
          <p:spPr>
            <a:xfrm>
              <a:off x="6184947" y="3429000"/>
              <a:ext cx="3267124" cy="1035444"/>
            </a:xfrm>
            <a:prstGeom prst="roundRect">
              <a:avLst/>
            </a:prstGeom>
            <a:solidFill>
              <a:srgbClr val="FFC000">
                <a:lumMod val="40000"/>
                <a:lumOff val="6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027EF42-FE22-4995-8F1D-1CB9F06E6763}"/>
                </a:ext>
              </a:extLst>
            </p:cNvPr>
            <p:cNvSpPr/>
            <p:nvPr/>
          </p:nvSpPr>
          <p:spPr>
            <a:xfrm>
              <a:off x="6184946" y="3477029"/>
              <a:ext cx="18604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ko-KR" dirty="0" err="1">
                  <a:solidFill>
                    <a:prstClr val="black"/>
                  </a:solidFill>
                  <a:latin typeface="Arial" panose="020B0604020202020204" pitchFamily="34" charset="0"/>
                  <a:ea typeface="맑은 고딕" panose="020B0503020000020004" pitchFamily="50" charset="-127"/>
                </a:rPr>
                <a:t>FixedFieldBuffer</a:t>
              </a:r>
              <a:endParaRPr lang="ko-KR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6ADCAA2-4F1B-4E66-99BE-336846DC87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4948" y="3837774"/>
              <a:ext cx="3267123" cy="1925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BBFCF7B-4005-4F03-80AC-BCA1E35255CC}"/>
                </a:ext>
              </a:extLst>
            </p:cNvPr>
            <p:cNvSpPr/>
            <p:nvPr/>
          </p:nvSpPr>
          <p:spPr>
            <a:xfrm>
              <a:off x="6374900" y="3772117"/>
              <a:ext cx="316750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Clear </a:t>
              </a:r>
              <a:r>
                <a:rPr lang="en-US" altLang="ko-KR" sz="140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NumberOfFields</a:t>
              </a:r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Read Write Pack </a:t>
              </a:r>
              <a:r>
                <a:rPr lang="en-US" altLang="ko-KR" sz="140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ReadHeader</a:t>
              </a:r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Unpack </a:t>
              </a:r>
              <a:r>
                <a:rPr lang="en-US" altLang="ko-KR" sz="140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WriteHeader</a:t>
              </a:r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40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AddField</a:t>
              </a:r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 operator=</a:t>
              </a:r>
              <a:endParaRPr lang="ko-KR" altLang="en-US" sz="1400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FE19E1F-E167-4F82-82F2-84CAF1DDE694}"/>
                </a:ext>
              </a:extLst>
            </p:cNvPr>
            <p:cNvSpPr/>
            <p:nvPr/>
          </p:nvSpPr>
          <p:spPr>
            <a:xfrm>
              <a:off x="7845021" y="2861861"/>
              <a:ext cx="1819219" cy="968277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int *</a:t>
              </a:r>
              <a:r>
                <a:rPr lang="en-US" altLang="ko-KR" sz="105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FieldSize</a:t>
              </a:r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int </a:t>
              </a:r>
              <a:r>
                <a:rPr lang="en-US" altLang="ko-KR" sz="105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MaxFields</a:t>
              </a:r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int </a:t>
              </a:r>
              <a:r>
                <a:rPr lang="en-US" altLang="ko-KR" sz="105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NumFields</a:t>
              </a:r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int </a:t>
              </a:r>
              <a:r>
                <a:rPr lang="en-US" altLang="ko-KR" sz="105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NextField</a:t>
              </a:r>
              <a:r>
                <a:rPr lang="en-US" altLang="ko-KR" sz="105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6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33BB6233-F458-44DA-81F4-995D60205391}"/>
                </a:ext>
              </a:extLst>
            </p:cNvPr>
            <p:cNvSpPr/>
            <p:nvPr/>
          </p:nvSpPr>
          <p:spPr>
            <a:xfrm>
              <a:off x="6983162" y="4972297"/>
              <a:ext cx="2086273" cy="783914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F2D5E07-B748-4B81-BA3C-A99041152636}"/>
                </a:ext>
              </a:extLst>
            </p:cNvPr>
            <p:cNvSpPr/>
            <p:nvPr/>
          </p:nvSpPr>
          <p:spPr>
            <a:xfrm>
              <a:off x="7070598" y="5019219"/>
              <a:ext cx="186888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dirty="0" err="1">
                  <a:solidFill>
                    <a:prstClr val="black"/>
                  </a:solidFill>
                  <a:latin typeface="Arial" panose="020B0604020202020204" pitchFamily="34" charset="0"/>
                  <a:ea typeface="맑은 고딕" panose="020B0503020000020004" pitchFamily="50" charset="-127"/>
                </a:rPr>
                <a:t>TextIndexBuffer</a:t>
              </a:r>
              <a:endParaRPr lang="ko-KR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9529AA4-9357-4845-9D52-5099FD6BE922}"/>
                </a:ext>
              </a:extLst>
            </p:cNvPr>
            <p:cNvCxnSpPr>
              <a:cxnSpLocks/>
              <a:endCxn id="27" idx="3"/>
            </p:cNvCxnSpPr>
            <p:nvPr/>
          </p:nvCxnSpPr>
          <p:spPr>
            <a:xfrm flipV="1">
              <a:off x="6983162" y="5364254"/>
              <a:ext cx="2086273" cy="1313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F759EEF-1DB3-4719-BE82-A7220373D23B}"/>
                </a:ext>
              </a:extLst>
            </p:cNvPr>
            <p:cNvSpPr/>
            <p:nvPr/>
          </p:nvSpPr>
          <p:spPr>
            <a:xfrm>
              <a:off x="7425857" y="5412353"/>
              <a:ext cx="1297446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70C0"/>
                  </a:solidFill>
                  <a:latin typeface="Consolas" panose="020B0609020204030204" pitchFamily="49" charset="0"/>
                </a:rPr>
                <a:t>Pack </a:t>
              </a:r>
              <a:r>
                <a:rPr lang="en-US" altLang="ko-KR" sz="1400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UnPack</a:t>
              </a:r>
              <a:endParaRPr lang="ko-KR" altLang="en-US" sz="1400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BC26C3C-E9CA-4712-BC0D-DBBF80E36A23}"/>
                </a:ext>
              </a:extLst>
            </p:cNvPr>
            <p:cNvCxnSpPr>
              <a:cxnSpLocks/>
              <a:stCxn id="22" idx="2"/>
              <a:endCxn id="27" idx="0"/>
            </p:cNvCxnSpPr>
            <p:nvPr/>
          </p:nvCxnSpPr>
          <p:spPr>
            <a:xfrm>
              <a:off x="7818509" y="4464444"/>
              <a:ext cx="207790" cy="50785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9310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5F883B0-155E-4427-AC74-5510FBF7E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Tindbuf.h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38DD78-E705-40A5-AEB3-04E09289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TextIndexBuffer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4C7589-48D6-415F-9083-B8F31D56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0586C8-998C-4AEF-B318-7FB5A5B522DE}"/>
              </a:ext>
            </a:extLst>
          </p:cNvPr>
          <p:cNvSpPr/>
          <p:nvPr/>
        </p:nvSpPr>
        <p:spPr>
          <a:xfrm>
            <a:off x="5792044" y="117008"/>
            <a:ext cx="3267124" cy="1035444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AFB344-B10D-4BF4-96BF-1066FF73B148}"/>
              </a:ext>
            </a:extLst>
          </p:cNvPr>
          <p:cNvSpPr/>
          <p:nvPr/>
        </p:nvSpPr>
        <p:spPr>
          <a:xfrm>
            <a:off x="5792043" y="165037"/>
            <a:ext cx="1860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0" lang="en-US" altLang="ko-KR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FixedFieldBuffer</a:t>
            </a:r>
            <a:endParaRPr lang="ko-KR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9247F1-C173-4FFD-B618-98ABE410C9CE}"/>
              </a:ext>
            </a:extLst>
          </p:cNvPr>
          <p:cNvCxnSpPr>
            <a:cxnSpLocks/>
          </p:cNvCxnSpPr>
          <p:nvPr/>
        </p:nvCxnSpPr>
        <p:spPr>
          <a:xfrm flipV="1">
            <a:off x="5792045" y="525782"/>
            <a:ext cx="3267123" cy="192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674795-AFB1-449F-A88A-4B3BBCA116CA}"/>
              </a:ext>
            </a:extLst>
          </p:cNvPr>
          <p:cNvSpPr/>
          <p:nvPr/>
        </p:nvSpPr>
        <p:spPr>
          <a:xfrm>
            <a:off x="5981997" y="460125"/>
            <a:ext cx="31675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Clear </a:t>
            </a:r>
            <a:r>
              <a:rPr lang="en-US" altLang="ko-KR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NumberOfFields</a:t>
            </a:r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 Read Write Pack </a:t>
            </a:r>
            <a:r>
              <a:rPr lang="en-US" altLang="ko-KR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ReadHeader</a:t>
            </a:r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 Unpack </a:t>
            </a:r>
            <a:r>
              <a:rPr lang="en-US" altLang="ko-KR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WriteHeader</a:t>
            </a:r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AddField</a:t>
            </a:r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 operator=</a:t>
            </a:r>
            <a:endParaRPr lang="ko-KR" altLang="en-US" sz="14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B90327E-65B5-4EC2-A8AF-1F5FBD6293AE}"/>
              </a:ext>
            </a:extLst>
          </p:cNvPr>
          <p:cNvSpPr/>
          <p:nvPr/>
        </p:nvSpPr>
        <p:spPr>
          <a:xfrm>
            <a:off x="4235135" y="231985"/>
            <a:ext cx="1819219" cy="968277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int *</a:t>
            </a:r>
            <a:r>
              <a:rPr lang="en-US" altLang="ko-KR" sz="105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FieldSize</a:t>
            </a:r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</a:p>
          <a:p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int </a:t>
            </a:r>
            <a:r>
              <a:rPr lang="en-US" altLang="ko-KR" sz="105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MaxFields</a:t>
            </a:r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</a:p>
          <a:p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int </a:t>
            </a:r>
            <a:r>
              <a:rPr lang="en-US" altLang="ko-KR" sz="105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NumFields</a:t>
            </a:r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</a:p>
          <a:p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int </a:t>
            </a:r>
            <a:r>
              <a:rPr lang="en-US" altLang="ko-KR" sz="1050" kern="0" dirty="0" err="1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NextField</a:t>
            </a:r>
            <a:r>
              <a:rPr lang="en-US" altLang="ko-KR" sz="1050" kern="0" dirty="0">
                <a:solidFill>
                  <a:srgbClr val="000000"/>
                </a:solidFill>
                <a:latin typeface="Consolas" panose="020B0609020204030204" pitchFamily="49" charset="0"/>
                <a:ea typeface="굴림"/>
              </a:rPr>
              <a:t>;</a:t>
            </a:r>
            <a:endParaRPr lang="ko-KR" altLang="en-US" sz="1600" kern="0" dirty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FE3FD26-93E7-41B3-BF7D-DA40F148064F}"/>
              </a:ext>
            </a:extLst>
          </p:cNvPr>
          <p:cNvSpPr/>
          <p:nvPr/>
        </p:nvSpPr>
        <p:spPr>
          <a:xfrm>
            <a:off x="6609352" y="1336277"/>
            <a:ext cx="2086273" cy="783914"/>
          </a:xfrm>
          <a:prstGeom prst="roundRect">
            <a:avLst/>
          </a:prstGeom>
          <a:solidFill>
            <a:srgbClr val="FFC000">
              <a:lumMod val="75000"/>
            </a:srgbClr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6BD7B5-1309-4E84-B627-4377084C979C}"/>
              </a:ext>
            </a:extLst>
          </p:cNvPr>
          <p:cNvSpPr/>
          <p:nvPr/>
        </p:nvSpPr>
        <p:spPr>
          <a:xfrm>
            <a:off x="6696788" y="1383199"/>
            <a:ext cx="1868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ko-KR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TextIndexBuffer</a:t>
            </a:r>
            <a:endParaRPr lang="ko-KR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F4E18A-BF2C-4BA5-A5C1-DBDE0FB19972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6609352" y="1728234"/>
            <a:ext cx="2086273" cy="1313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EB61F7-132F-4865-8EA7-2296C2D30B0A}"/>
              </a:ext>
            </a:extLst>
          </p:cNvPr>
          <p:cNvSpPr/>
          <p:nvPr/>
        </p:nvSpPr>
        <p:spPr>
          <a:xfrm>
            <a:off x="7052047" y="1776333"/>
            <a:ext cx="12974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Consolas" panose="020B0609020204030204" pitchFamily="49" charset="0"/>
              </a:rPr>
              <a:t>Pack </a:t>
            </a:r>
            <a:r>
              <a:rPr lang="en-US" altLang="ko-KR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UnPack</a:t>
            </a:r>
            <a:endParaRPr lang="ko-KR" altLang="en-US" sz="14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52304EE-53A9-4642-A63E-2FFD3F256D5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7425606" y="1152452"/>
            <a:ext cx="226883" cy="18382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tailEnd type="triangle"/>
          </a:ln>
          <a:effectLst/>
        </p:spPr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69FC5D-10FD-4A47-8BFD-DF889641F602}"/>
              </a:ext>
            </a:extLst>
          </p:cNvPr>
          <p:cNvSpPr/>
          <p:nvPr/>
        </p:nvSpPr>
        <p:spPr>
          <a:xfrm>
            <a:off x="539552" y="2482761"/>
            <a:ext cx="790611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extraFields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extraSize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extraSize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is included to allow derived classes to extend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the buffer with extra fields. 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Required because the buffer size is exact.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* Dummy;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space for dummy in pack and unpack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65672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AAD18C-A380-4D79-AB3E-E7665481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4D853E5-1F8D-4A5B-957D-33CCE6DE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TextIndexBuffer</a:t>
            </a:r>
            <a:r>
              <a:rPr lang="en-US" altLang="ko-KR" dirty="0"/>
              <a:t> - Constructor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554E0-0A61-49CD-90A5-0FE328F0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188D11-4EBC-49EC-B9B2-AAD108692427}"/>
              </a:ext>
            </a:extLst>
          </p:cNvPr>
          <p:cNvSpPr/>
          <p:nvPr/>
        </p:nvSpPr>
        <p:spPr>
          <a:xfrm>
            <a:off x="539552" y="2045657"/>
            <a:ext cx="8415848" cy="4185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buffer fields consist of 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  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, actual number of keys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   Keys [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] key fields size =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*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keySize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  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[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] record address fields size = 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(int)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              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extraFields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extraSpace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(1+2*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maxKeys+extraFields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)+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keySize+maxKeys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+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extraSpace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AddField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AddField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AddField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Dummy = </a:t>
            </a:r>
            <a:r>
              <a:rPr lang="en-US" altLang="ko-KR" sz="14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[keySize+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1613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C34DB70-C48C-45A7-9702-93F712F5D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85F6D1F-CA43-4DD3-AC88-3C710B2D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TextIndexBuffer</a:t>
            </a:r>
            <a:r>
              <a:rPr lang="en-US" altLang="ko-KR" dirty="0"/>
              <a:t> - Pack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ABED0-5DFE-4166-9F96-DDA2B642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14FDD6-52DD-4422-BCF1-249E6C575239}"/>
              </a:ext>
            </a:extLst>
          </p:cNvPr>
          <p:cNvSpPr/>
          <p:nvPr/>
        </p:nvSpPr>
        <p:spPr>
          <a:xfrm>
            <a:off x="395536" y="2060848"/>
            <a:ext cx="8229600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Clear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(&amp;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 note only pack the actual keys and 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recaddrs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j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j&lt;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 pack dummy values for other fields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(Dummy);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(Dummy);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6348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619E2EB-2AE3-4FED-95DE-852B1086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107D16-B9CD-4D6C-A84B-907D7560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TextIndexBuffer</a:t>
            </a:r>
            <a:r>
              <a:rPr lang="en-US" altLang="ko-KR" dirty="0"/>
              <a:t> - </a:t>
            </a:r>
            <a:r>
              <a:rPr lang="en-US" altLang="ko-KR" dirty="0" err="1"/>
              <a:t>UnPack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EE188F-53F9-4518-B3C3-BF128F67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E5198-B886-4529-B96C-49554847DBF4}"/>
              </a:ext>
            </a:extLst>
          </p:cNvPr>
          <p:cNvSpPr/>
          <p:nvPr/>
        </p:nvSpPr>
        <p:spPr>
          <a:xfrm>
            <a:off x="395536" y="2060848"/>
            <a:ext cx="8229600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 note only pack the actual keys and 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recaddrs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KeySize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just to be safe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j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j&lt;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// pack dummy values for other fields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(Dummy);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result = result &amp;&amp;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FixedFieldBuffer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(Dummy);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881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3D69AA-27EF-44EE-9C51-C0DF335A8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Where and How?</a:t>
            </a:r>
          </a:p>
          <a:p>
            <a:pPr lvl="1"/>
            <a:r>
              <a:rPr lang="en-US" altLang="ko-KR" sz="2800" dirty="0"/>
              <a:t>part of the Close operation on an </a:t>
            </a:r>
            <a:r>
              <a:rPr lang="en-US" altLang="ko-KR" sz="2800" dirty="0" err="1"/>
              <a:t>IndexedFile</a:t>
            </a:r>
            <a:r>
              <a:rPr lang="en-US" altLang="ko-KR" sz="2800" dirty="0"/>
              <a:t> </a:t>
            </a:r>
          </a:p>
          <a:p>
            <a:pPr lvl="1"/>
            <a:r>
              <a:rPr lang="en-US" altLang="ko-KR" sz="2800" dirty="0"/>
              <a:t>write back index object (memory) to the index file </a:t>
            </a:r>
          </a:p>
          <a:p>
            <a:pPr lvl="1"/>
            <a:r>
              <a:rPr lang="en-US" altLang="ko-KR" sz="2800" dirty="0"/>
              <a:t>Rewind and Write operations of class </a:t>
            </a:r>
            <a:r>
              <a:rPr lang="en-US" altLang="ko-KR" sz="2800" dirty="0" err="1"/>
              <a:t>BufferFile</a:t>
            </a:r>
            <a:r>
              <a:rPr lang="en-US" altLang="ko-KR" sz="2800" dirty="0"/>
              <a:t> </a:t>
            </a:r>
          </a:p>
          <a:p>
            <a:r>
              <a:rPr lang="en-US" altLang="ko-KR" sz="3200" dirty="0"/>
              <a:t>Why?</a:t>
            </a:r>
          </a:p>
          <a:p>
            <a:pPr lvl="1"/>
            <a:r>
              <a:rPr lang="en-US" altLang="ko-KR" dirty="0"/>
              <a:t>if rewriting of the index does not take place, or takes place incompletely</a:t>
            </a:r>
          </a:p>
          <a:p>
            <a:pPr lvl="2"/>
            <a:r>
              <a:rPr lang="en-US" altLang="ko-KR" dirty="0"/>
              <a:t>the copy of the index on disk will be out of date and incorrect if the program is interrupted</a:t>
            </a:r>
          </a:p>
          <a:p>
            <a:pPr lvl="3"/>
            <a:r>
              <a:rPr lang="en-US" altLang="ko-KR" dirty="0"/>
              <a:t>dangers associated with writing an index out when the program is over</a:t>
            </a:r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E833577-2A89-4A91-BCBA-50314C5D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Rewriting the index file from memory (1/3)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E0C110-A6F7-41B7-B910-6F59B49F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E369A6-D846-498D-98AF-F3C2F6756F81}"/>
              </a:ext>
            </a:extLst>
          </p:cNvPr>
          <p:cNvGrpSpPr/>
          <p:nvPr/>
        </p:nvGrpSpPr>
        <p:grpSpPr>
          <a:xfrm>
            <a:off x="4644008" y="838238"/>
            <a:ext cx="4536504" cy="861043"/>
            <a:chOff x="5076056" y="207830"/>
            <a:chExt cx="4536504" cy="8610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357B51B-6B2E-475C-9627-1A84998D222A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 Index;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9832E97-2586-4097-80F8-CA6824161B64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50C70DD-549D-4FCF-AF76-C1842CCED626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E6E1FA2-94D4-493F-9AF3-FA9920A8690D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D0AA41E-1CC2-4948-B781-303881890E1D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Close</a:t>
              </a:r>
              <a:r>
                <a:rPr lang="en-US" altLang="ko-KR" sz="1100" dirty="0">
                  <a:latin typeface="Consolas" panose="020B0609020204030204" pitchFamily="49" charset="0"/>
                </a:rPr>
                <a:t>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465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6721A1-C4BC-4A0B-BCED-6907DB6E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two safeguards to protect against this errors</a:t>
            </a:r>
            <a:endParaRPr lang="ko-KR" altLang="ko-KR" dirty="0"/>
          </a:p>
          <a:p>
            <a:pPr lvl="1"/>
            <a:r>
              <a:rPr lang="en-US" altLang="ko-KR" dirty="0"/>
              <a:t>1) know when the index is out of date</a:t>
            </a:r>
            <a:endParaRPr lang="ko-KR" altLang="ko-KR" dirty="0"/>
          </a:p>
          <a:p>
            <a:pPr lvl="2"/>
            <a:r>
              <a:rPr lang="en-US" altLang="ko-KR" dirty="0"/>
              <a:t>Use a status flag as soon as the copy of the index in memory is changed</a:t>
            </a:r>
            <a:endParaRPr lang="ko-KR" altLang="ko-KR" dirty="0"/>
          </a:p>
          <a:p>
            <a:pPr lvl="2"/>
            <a:r>
              <a:rPr lang="en-US" altLang="ko-KR" dirty="0"/>
              <a:t>check the status flag before using an index</a:t>
            </a:r>
            <a:endParaRPr lang="ko-KR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2) if an index is out of date (if the program is interrupted)</a:t>
            </a:r>
          </a:p>
          <a:p>
            <a:pPr lvl="2"/>
            <a:r>
              <a:rPr lang="en-US" altLang="ko-KR" sz="2500" dirty="0"/>
              <a:t>reconstruct the index when out-of-date 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0FDB0E-34D2-43E4-B469-2C6E67E7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Rewriting the index file from memory (2/3)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7E51D6-1743-46B7-8397-6FB50D39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9534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12A39E-6139-48F6-A75F-210D8FC0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84981BE-AF9E-468C-9FCD-3FCF805C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Rewriting the index file from memory (3/3)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39C6DA-D95B-4EDA-83BF-EF2CD570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D2B299-8A4E-4DDD-A0CB-2A70AFDD13FA}"/>
              </a:ext>
            </a:extLst>
          </p:cNvPr>
          <p:cNvGrpSpPr/>
          <p:nvPr/>
        </p:nvGrpSpPr>
        <p:grpSpPr>
          <a:xfrm>
            <a:off x="4427984" y="838238"/>
            <a:ext cx="4536504" cy="861043"/>
            <a:chOff x="5076056" y="207830"/>
            <a:chExt cx="4536504" cy="8610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B47EDC2-912D-481F-AF21-5E2051DE15B9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 Index;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0EC9E24-44EB-461C-96CB-C7E7513F19DD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127240A-5D3C-4C55-BD59-D2478F04CF85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DC43228-F925-41AC-9F15-E7F12F92D9E7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54254A2-3A48-4BC3-9CBC-EBF3778710DF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Close</a:t>
              </a:r>
              <a:r>
                <a:rPr lang="en-US" altLang="ko-KR" sz="1100" dirty="0">
                  <a:latin typeface="Consolas" panose="020B0609020204030204" pitchFamily="49" charset="0"/>
                </a:rPr>
                <a:t>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169CBA-3CEB-47F8-974F-E8DCEEB0BECE}"/>
              </a:ext>
            </a:extLst>
          </p:cNvPr>
          <p:cNvSpPr/>
          <p:nvPr/>
        </p:nvSpPr>
        <p:spPr>
          <a:xfrm>
            <a:off x="457200" y="2440841"/>
            <a:ext cx="6048672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TextIndexedFile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(!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already closed!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Rewind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IndexBuffer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(Index);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result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 of index write: 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&lt;&lt;result&lt;&lt;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A97C3-6A3B-425E-B709-7DBB13899485}"/>
              </a:ext>
            </a:extLst>
          </p:cNvPr>
          <p:cNvSpPr txBox="1"/>
          <p:nvPr/>
        </p:nvSpPr>
        <p:spPr>
          <a:xfrm>
            <a:off x="5573208" y="3558872"/>
            <a:ext cx="288983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IndexBuffer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is filled with </a:t>
            </a: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        memory objects (Index)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7C707-9AD8-44C0-AD52-B283B74658E6}"/>
              </a:ext>
            </a:extLst>
          </p:cNvPr>
          <p:cNvSpPr txBox="1"/>
          <p:nvPr/>
        </p:nvSpPr>
        <p:spPr>
          <a:xfrm>
            <a:off x="6156176" y="4218974"/>
            <a:ext cx="304846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IndexBuffer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is written into disk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14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8D86917-3699-4787-B38A-8340261A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61048"/>
            <a:ext cx="8229600" cy="2269877"/>
          </a:xfrm>
        </p:spPr>
        <p:txBody>
          <a:bodyPr/>
          <a:lstStyle/>
          <a:p>
            <a:r>
              <a:rPr lang="en-US" altLang="ko-KR" dirty="0"/>
              <a:t>the index file is kept in sorted order by key</a:t>
            </a:r>
          </a:p>
          <a:p>
            <a:pPr lvl="1"/>
            <a:r>
              <a:rPr lang="en-US" altLang="ko-KR" dirty="0"/>
              <a:t>insertion of the new index record requires rearrangement of the index</a:t>
            </a:r>
          </a:p>
          <a:p>
            <a:pPr lvl="1"/>
            <a:r>
              <a:rPr lang="en-US" altLang="ko-KR" dirty="0"/>
              <a:t>all of the index rearrangement can be done without any file access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C85D541-476C-4A1F-9C6E-B1A8A632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Record Addition (to the data file) (1/2)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CDDEC4-6AB9-4F41-8810-66148C1E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6BA2CC-2EC9-49FB-A09B-AEB2C7CDE354}"/>
              </a:ext>
            </a:extLst>
          </p:cNvPr>
          <p:cNvGrpSpPr/>
          <p:nvPr/>
        </p:nvGrpSpPr>
        <p:grpSpPr>
          <a:xfrm>
            <a:off x="102692" y="1319676"/>
            <a:ext cx="4104456" cy="1019686"/>
            <a:chOff x="102692" y="1319676"/>
            <a:chExt cx="4104456" cy="101968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2D6DCC5-23A8-4AD2-B099-CD4C3F415A61}"/>
                </a:ext>
              </a:extLst>
            </p:cNvPr>
            <p:cNvSpPr/>
            <p:nvPr/>
          </p:nvSpPr>
          <p:spPr>
            <a:xfrm>
              <a:off x="102692" y="1319676"/>
              <a:ext cx="4104456" cy="369332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latinLnBrk="0" hangingPunct="1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ea typeface="돋움" panose="020B0600000101010101" pitchFamily="50" charset="-127"/>
                  <a:cs typeface="Calibri" panose="020F0502020204030204" pitchFamily="34" charset="0"/>
                </a:rPr>
                <a:t>Add a new record to data file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67B86DF-B536-4142-BA46-AB7667F87D24}"/>
                </a:ext>
              </a:extLst>
            </p:cNvPr>
            <p:cNvSpPr/>
            <p:nvPr/>
          </p:nvSpPr>
          <p:spPr>
            <a:xfrm>
              <a:off x="107504" y="1693031"/>
              <a:ext cx="409250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latin typeface="Consolas" panose="020B0609020204030204" pitchFamily="49" charset="0"/>
                </a:rPr>
                <a:t>using </a:t>
              </a:r>
            </a:p>
            <a:p>
              <a:r>
                <a:rPr lang="en-US" altLang="ko-KR" dirty="0">
                  <a:latin typeface="Consolas" panose="020B0609020204030204" pitchFamily="49" charset="0"/>
                </a:rPr>
                <a:t>  </a:t>
              </a:r>
              <a:r>
                <a:rPr lang="en-US" altLang="ko-KR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RecordFile</a:t>
              </a:r>
              <a:r>
                <a:rPr lang="en-US" altLang="ko-KR" dirty="0">
                  <a:solidFill>
                    <a:srgbClr val="0070C0"/>
                  </a:solidFill>
                  <a:latin typeface="Consolas" panose="020B0609020204030204" pitchFamily="49" charset="0"/>
                </a:rPr>
                <a:t>&lt;Recording&gt;::Write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FB6EF6-5A31-449D-80A0-166E37D71B6C}"/>
              </a:ext>
            </a:extLst>
          </p:cNvPr>
          <p:cNvGrpSpPr/>
          <p:nvPr/>
        </p:nvGrpSpPr>
        <p:grpSpPr>
          <a:xfrm>
            <a:off x="3704976" y="2467862"/>
            <a:ext cx="4901618" cy="1296685"/>
            <a:chOff x="3704976" y="2467862"/>
            <a:chExt cx="4901618" cy="129668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116AD10-E0DB-4FD2-A47D-B18C8AD2945D}"/>
                </a:ext>
              </a:extLst>
            </p:cNvPr>
            <p:cNvSpPr/>
            <p:nvPr/>
          </p:nvSpPr>
          <p:spPr>
            <a:xfrm>
              <a:off x="4502138" y="2467862"/>
              <a:ext cx="4104456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latinLnBrk="0" hangingPunct="1"/>
              <a:r>
                <a:rPr lang="en-US" altLang="ko-KR" dirty="0">
                  <a:solidFill>
                    <a:srgbClr val="C00000"/>
                  </a:solidFill>
                  <a:latin typeface="Calibri" panose="020F0502020204030204" pitchFamily="34" charset="0"/>
                  <a:ea typeface="돋움" panose="020B0600000101010101" pitchFamily="50" charset="-127"/>
                  <a:cs typeface="Calibri" panose="020F0502020204030204" pitchFamily="34" charset="0"/>
                </a:rPr>
                <a:t>Add an entry to the index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BFE6E0D-4EED-4724-8030-281872816DE6}"/>
                </a:ext>
              </a:extLst>
            </p:cNvPr>
            <p:cNvSpPr/>
            <p:nvPr/>
          </p:nvSpPr>
          <p:spPr>
            <a:xfrm>
              <a:off x="4502138" y="2841217"/>
              <a:ext cx="4097312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latinLnBrk="0" hangingPunct="1"/>
              <a:r>
                <a:rPr lang="en-US" altLang="ko-KR" dirty="0">
                  <a:latin typeface="Arial" panose="020B0604020202020204" pitchFamily="34" charset="0"/>
                  <a:ea typeface="돋움" panose="020B0600000101010101" pitchFamily="50" charset="-127"/>
                </a:rPr>
                <a:t>Requires rearrangement if in memory, no file access </a:t>
              </a:r>
            </a:p>
            <a:p>
              <a:pPr eaLnBrk="1" latinLnBrk="0" hangingPunct="1"/>
              <a:r>
                <a:rPr lang="en-US" altLang="ko-KR" dirty="0">
                  <a:latin typeface="Consolas" panose="020B0609020204030204" pitchFamily="49" charset="0"/>
                </a:rPr>
                <a:t>using </a:t>
              </a:r>
              <a:r>
                <a:rPr lang="en-US" altLang="ko-KR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TextIndex.Insert</a:t>
              </a:r>
              <a:endParaRPr lang="en-US" altLang="ko-KR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더하기 기호 15">
              <a:extLst>
                <a:ext uri="{FF2B5EF4-FFF2-40B4-BE49-F238E27FC236}">
                  <a16:creationId xmlns:a16="http://schemas.microsoft.com/office/drawing/2014/main" id="{ED79F640-564A-4C2F-A797-4A8798513333}"/>
                </a:ext>
              </a:extLst>
            </p:cNvPr>
            <p:cNvSpPr/>
            <p:nvPr/>
          </p:nvSpPr>
          <p:spPr>
            <a:xfrm>
              <a:off x="3704976" y="2538610"/>
              <a:ext cx="720081" cy="646331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B5C36E9-2D0F-4C2D-A78A-E5244E602E5A}"/>
              </a:ext>
            </a:extLst>
          </p:cNvPr>
          <p:cNvGrpSpPr/>
          <p:nvPr/>
        </p:nvGrpSpPr>
        <p:grpSpPr>
          <a:xfrm>
            <a:off x="4644008" y="838238"/>
            <a:ext cx="4536504" cy="861043"/>
            <a:chOff x="5076056" y="207830"/>
            <a:chExt cx="4536504" cy="861043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E1AD75B-65C0-4C72-AFDF-2451C1F3E197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9031AE1-53BB-426F-8F43-77D62A3F193F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17FDB23-E9D0-4047-8F13-8F7EF52EF28E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82E5B46-2ADD-41EB-8738-C80AC55F636D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9091F1B-1C5B-4B49-8AA0-8E8ED4C0EC1F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</a:t>
              </a:r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376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17DAA8B-5094-452B-BE02-29F621E28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21E5B02-CA7A-4BA7-8EA0-78704D8D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Record Addition (to the data file) (2/2)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D2085-2496-48B8-A453-19B300AE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EA966D-6185-435D-B4E8-F1D2ED9F0B79}"/>
              </a:ext>
            </a:extLst>
          </p:cNvPr>
          <p:cNvSpPr/>
          <p:nvPr/>
        </p:nvSpPr>
        <p:spPr>
          <a:xfrm>
            <a:off x="611560" y="2628043"/>
            <a:ext cx="7167438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TextIndexedFile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* key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ref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(key);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(ref != -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 key already in file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ref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DataFile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(record);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result = </a:t>
            </a:r>
            <a:r>
              <a:rPr lang="en-US" altLang="ko-K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(key, ref);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ref;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F8DEBF-779D-42CF-AA71-1354C04F1C6C}"/>
              </a:ext>
            </a:extLst>
          </p:cNvPr>
          <p:cNvGrpSpPr/>
          <p:nvPr/>
        </p:nvGrpSpPr>
        <p:grpSpPr>
          <a:xfrm>
            <a:off x="4427984" y="1293412"/>
            <a:ext cx="4536504" cy="861043"/>
            <a:chOff x="5076056" y="207830"/>
            <a:chExt cx="4536504" cy="86104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AF7E51D-172E-4CDC-A1F9-A147FD01E08C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2F115BD-F2DD-45EF-9B8C-834BEC0AF996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F7F7555-CC60-4842-971C-34D2FFF15777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4308418-4C02-47D1-9D9C-081B3F8FD7E6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5479072-AE11-40EF-A722-3B19AED54B3F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</a:t>
              </a:r>
              <a:r>
                <a:rPr lang="en-US" altLang="ko-KR" sz="11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97592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290E9F-04DA-4FD6-A168-929F886A7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file</a:t>
            </a:r>
          </a:p>
          <a:p>
            <a:pPr lvl="1"/>
            <a:r>
              <a:rPr lang="en-US" altLang="ko-KR" dirty="0"/>
              <a:t>the records need not be moved</a:t>
            </a:r>
          </a:p>
          <a:p>
            <a:r>
              <a:rPr lang="en-US" altLang="ko-KR" dirty="0"/>
              <a:t>Index</a:t>
            </a:r>
          </a:p>
          <a:p>
            <a:pPr lvl="1"/>
            <a:r>
              <a:rPr lang="en-US" altLang="ko-KR" dirty="0"/>
              <a:t>delete entry really or just mark it</a:t>
            </a:r>
          </a:p>
          <a:p>
            <a:endParaRPr lang="en-US" altLang="ko-KR" dirty="0"/>
          </a:p>
          <a:p>
            <a:r>
              <a:rPr lang="en-US" altLang="ko-KR" dirty="0"/>
              <a:t>using </a:t>
            </a:r>
            <a:r>
              <a:rPr lang="en-US" altLang="ko-KR" dirty="0" err="1"/>
              <a:t>TextIndex</a:t>
            </a:r>
            <a:r>
              <a:rPr lang="en-US" altLang="ko-KR" dirty="0"/>
              <a:t>::Delete</a:t>
            </a:r>
          </a:p>
          <a:p>
            <a:pPr lvl="1"/>
            <a:r>
              <a:rPr lang="en-US" altLang="ko-KR" dirty="0"/>
              <a:t>Maybe homework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FC9C956-08B5-4E20-9A98-F24994E5B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Record Deletion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9A7E4-9ABB-4BB7-A46C-E7014890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F1C1E0-FA1A-4E51-9576-DC56A55576FE}"/>
              </a:ext>
            </a:extLst>
          </p:cNvPr>
          <p:cNvGrpSpPr/>
          <p:nvPr/>
        </p:nvGrpSpPr>
        <p:grpSpPr>
          <a:xfrm>
            <a:off x="4427984" y="908720"/>
            <a:ext cx="4536504" cy="861043"/>
            <a:chOff x="5076056" y="207830"/>
            <a:chExt cx="4536504" cy="8610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8490E52-8C39-4FA3-B15D-CF8184BD4303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F5D24E2-9CD8-4EBE-BC8B-69A4F5EBDE34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640A0FD-D2C5-4115-AC74-B7A59F0E2083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4D9DFD4-E1AF-4CF4-8392-4812E5405DDC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AEF2D56-DF7A-49A6-AEDE-14FA3246F8D6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036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DDB29BC-427F-4E9B-AB0B-6AED1BA4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 categories</a:t>
            </a:r>
          </a:p>
          <a:p>
            <a:pPr lvl="1"/>
            <a:r>
              <a:rPr lang="en-US" altLang="ko-KR" dirty="0"/>
              <a:t>the update changes the value of the key field </a:t>
            </a:r>
          </a:p>
          <a:p>
            <a:pPr lvl="2"/>
            <a:r>
              <a:rPr lang="en-US" altLang="ko-KR" dirty="0"/>
              <a:t>delete/add approach </a:t>
            </a:r>
          </a:p>
          <a:p>
            <a:pPr lvl="2"/>
            <a:r>
              <a:rPr lang="en-US" altLang="ko-KR" dirty="0"/>
              <a:t>reorder both the index and the data file 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 update does not affect the key field </a:t>
            </a:r>
          </a:p>
          <a:p>
            <a:pPr lvl="2"/>
            <a:r>
              <a:rPr lang="en-US" altLang="ko-KR" dirty="0"/>
              <a:t>no rearrangement of the index file </a:t>
            </a:r>
          </a:p>
          <a:p>
            <a:pPr lvl="2"/>
            <a:r>
              <a:rPr lang="en-US" altLang="ko-KR" dirty="0"/>
              <a:t>may need to reconstruct the data file 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616772C-8E48-473D-B5D4-30E9B485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Record Updating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68F0F-622F-45D5-B610-A79942AB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9071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162B67D-A7B8-4C16-A18A-ED501C727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Protected members</a:t>
            </a:r>
          </a:p>
          <a:p>
            <a:pPr lvl="1"/>
            <a:r>
              <a:rPr lang="en-US" altLang="ko-KR" dirty="0"/>
              <a:t>the index in memory (Index), the index file (</a:t>
            </a:r>
            <a:r>
              <a:rPr lang="en-US" altLang="ko-KR" dirty="0" err="1"/>
              <a:t>IndexFile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the data file (</a:t>
            </a:r>
            <a:r>
              <a:rPr lang="en-US" altLang="ko-KR" dirty="0" err="1"/>
              <a:t>DataFile</a:t>
            </a:r>
            <a:r>
              <a:rPr lang="en-US" altLang="ko-KR" dirty="0"/>
              <a:t>) 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01C172-C0E8-4ECA-BD36-3D73A8DC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Class </a:t>
            </a:r>
            <a:r>
              <a:rPr lang="en-US" altLang="ko-KR" dirty="0" err="1"/>
              <a:t>TextIndexedFile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EBEE31-88D1-4BFA-9B12-3E165DFD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F165F-3BCA-447D-8D00-54E54508E90B}"/>
              </a:ext>
            </a:extLst>
          </p:cNvPr>
          <p:cNvSpPr/>
          <p:nvPr/>
        </p:nvSpPr>
        <p:spPr>
          <a:xfrm>
            <a:off x="2796900" y="2627615"/>
            <a:ext cx="6248015" cy="4185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TextIndexedFile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read next record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Read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read by key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Update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oldKey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record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|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Open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|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ios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ko-KR" sz="1400" dirty="0">
                <a:solidFill>
                  <a:srgbClr val="267F99"/>
                </a:solidFill>
                <a:latin typeface="Consolas" panose="020B0609020204030204" pitchFamily="49" charset="0"/>
              </a:rPr>
              <a:t>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Close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…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TextIndex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Index;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TextIndexBuffer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IndexBuffer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RecType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DataFile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base file name for file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…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D25BF0-A6C8-41E3-80C1-974B3968A409}"/>
              </a:ext>
            </a:extLst>
          </p:cNvPr>
          <p:cNvGrpSpPr/>
          <p:nvPr/>
        </p:nvGrpSpPr>
        <p:grpSpPr>
          <a:xfrm>
            <a:off x="4427984" y="838238"/>
            <a:ext cx="4536504" cy="861043"/>
            <a:chOff x="5076056" y="207830"/>
            <a:chExt cx="4536504" cy="861043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BF8C1BD-BD10-4E74-A384-E24224238766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314E45D-5EB2-4E60-BC78-7291AAC4DE3E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0A1718-B8CF-4B33-A8D3-A860EF2E995A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D13775D-ECFD-4D67-BF95-9917CE27B0DF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9F02A5-C2C0-4450-8D12-2AA494445D5D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9826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F3FEB6B-B45A-4205-BFB2-14BC4E45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Four approaches</a:t>
            </a:r>
          </a:p>
          <a:p>
            <a:pPr lvl="1"/>
            <a:r>
              <a:rPr lang="en-US" altLang="ko-KR" dirty="0"/>
              <a:t>Other types of keys</a:t>
            </a:r>
          </a:p>
          <a:p>
            <a:pPr lvl="1"/>
            <a:r>
              <a:rPr lang="en-US" altLang="ko-KR" dirty="0"/>
              <a:t>Data object class hierarchies</a:t>
            </a:r>
          </a:p>
          <a:p>
            <a:pPr lvl="1"/>
            <a:r>
              <a:rPr lang="en-US" altLang="ko-KR" dirty="0" err="1"/>
              <a:t>Multirecord</a:t>
            </a:r>
            <a:r>
              <a:rPr lang="en-US" altLang="ko-KR" dirty="0"/>
              <a:t> index files</a:t>
            </a:r>
            <a:endParaRPr lang="ko-KR" altLang="ko-KR" dirty="0"/>
          </a:p>
          <a:p>
            <a:pPr lvl="1"/>
            <a:r>
              <a:rPr lang="en-US" altLang="ko-KR" dirty="0"/>
              <a:t>Optimization of Operations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5C1A4E-E410-4906-B589-43FE442E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Enhancements to </a:t>
            </a:r>
            <a:r>
              <a:rPr lang="en-US" altLang="ko-KR" dirty="0" err="1"/>
              <a:t>TextIndexedFile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6CD03D-04DE-4BEF-A2D3-6283C561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6144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FDDE36-AAB2-4F03-842C-EC05E9BEA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TextIndexedFile’s</a:t>
            </a:r>
            <a:r>
              <a:rPr lang="en-US" altLang="ko-KR" dirty="0"/>
              <a:t> limitation</a:t>
            </a:r>
          </a:p>
          <a:p>
            <a:pPr lvl="1"/>
            <a:r>
              <a:rPr lang="en-US" altLang="ko-KR" dirty="0"/>
              <a:t>restrict the key to string (char *)</a:t>
            </a:r>
          </a:p>
          <a:p>
            <a:pPr lvl="2"/>
            <a:r>
              <a:rPr lang="en-US" altLang="ko-KR" dirty="0"/>
              <a:t>key is string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solution</a:t>
            </a:r>
          </a:p>
          <a:p>
            <a:pPr lvl="2"/>
            <a:r>
              <a:rPr lang="en-US" altLang="ko-KR" dirty="0"/>
              <a:t>add a template parameter</a:t>
            </a:r>
          </a:p>
          <a:p>
            <a:pPr lvl="3"/>
            <a:r>
              <a:rPr lang="en-US" altLang="ko-KR" dirty="0"/>
              <a:t>replace char * by </a:t>
            </a:r>
            <a:r>
              <a:rPr lang="en-US" altLang="ko-KR" dirty="0" err="1"/>
              <a:t>KeyType</a:t>
            </a:r>
            <a:endParaRPr lang="en-US" altLang="ko-KR" dirty="0"/>
          </a:p>
          <a:p>
            <a:pPr lvl="2"/>
            <a:r>
              <a:rPr lang="en-US" altLang="ko-KR" dirty="0"/>
              <a:t>produce a template class </a:t>
            </a:r>
            <a:r>
              <a:rPr lang="en-US" altLang="ko-KR" dirty="0" err="1"/>
              <a:t>SimpleIndex</a:t>
            </a:r>
            <a:r>
              <a:rPr lang="en-US" altLang="ko-KR" dirty="0"/>
              <a:t> with a parameter for the </a:t>
            </a:r>
            <a:r>
              <a:rPr lang="en-US" altLang="ko-KR" dirty="0" err="1"/>
              <a:t>KeyType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E4FC67-A680-4217-90D2-3854D176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(1) Other types of keys (1/3)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13EDB-FC8F-4EF4-A683-9EBD40CD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1764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91AA751-04BE-4C50-BD45-11EA12FC5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SimpleIndex</a:t>
            </a:r>
            <a:r>
              <a:rPr lang="en-US" altLang="ko-KR" dirty="0"/>
              <a:t> </a:t>
            </a:r>
            <a:r>
              <a:rPr lang="en-US" altLang="ko-KR"/>
              <a:t>used for B-tree at Ch9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99E55A-B220-45F1-9568-23644174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(1) Other types of keys (2/3)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7B834-F5BC-4F39-BF2B-F1DAB381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6FD79B-9649-4566-A264-AB88FA6F7995}"/>
              </a:ext>
            </a:extLst>
          </p:cNvPr>
          <p:cNvSpPr/>
          <p:nvPr/>
        </p:nvSpPr>
        <p:spPr>
          <a:xfrm>
            <a:off x="611560" y="1988840"/>
            <a:ext cx="6514132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SimpleIndex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SimpleIndex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unique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~</a:t>
            </a:r>
            <a:r>
              <a:rPr lang="en-US" altLang="ko-KR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SimpleIndex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Clear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();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remove all keys from index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Remove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exact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…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MaxKeys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NumKeys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 * Keys;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*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RecAddrs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keyType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recAddr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-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400" dirty="0">
                <a:solidFill>
                  <a:srgbClr val="001080"/>
                </a:solidFill>
                <a:latin typeface="Consolas" panose="020B0609020204030204" pitchFamily="49" charset="0"/>
              </a:rPr>
              <a:t>exact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…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40428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DF5BF33-7392-41A5-879B-45930B68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a template index class for string keys</a:t>
            </a:r>
          </a:p>
          <a:p>
            <a:pPr lvl="1"/>
            <a:r>
              <a:rPr lang="en-US" altLang="ko-KR" dirty="0"/>
              <a:t>a class String is needed</a:t>
            </a:r>
          </a:p>
          <a:p>
            <a:pPr lvl="2"/>
            <a:r>
              <a:rPr lang="en-US" altLang="ko-KR" dirty="0"/>
              <a:t>construct a temporary String object using the char * constructor</a:t>
            </a:r>
          </a:p>
          <a:p>
            <a:pPr lvl="2"/>
            <a:r>
              <a:rPr lang="en-US" altLang="ko-KR" dirty="0"/>
              <a:t>use the conversion operator from the class String to convert the String object to a simple C string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8DC93F-7283-470D-8D3F-6D094F18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(1) Other types of keys (3/3)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2AFD-019A-4534-A1FE-AFD798DE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01B1DE-73AF-43A7-8F96-780FC293F7DB}"/>
              </a:ext>
            </a:extLst>
          </p:cNvPr>
          <p:cNvSpPr/>
          <p:nvPr/>
        </p:nvSpPr>
        <p:spPr>
          <a:xfrm>
            <a:off x="827584" y="4509120"/>
            <a:ext cx="6514132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Char * </a:t>
            </a:r>
            <a:r>
              <a:rPr lang="en-US" altLang="ko-KR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strArray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4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strArray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 	//uses String::String(char *)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StrArray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</a:rPr>
              <a:t>;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</a:rPr>
              <a:t>//uses String::operator char * ();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770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FEA8104-1D0B-4BB8-8DD3-BB38D06DF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RecordFile</a:t>
            </a:r>
            <a:r>
              <a:rPr lang="en-US" altLang="ko-KR" dirty="0"/>
              <a:t> &lt;</a:t>
            </a:r>
            <a:r>
              <a:rPr lang="en-US" altLang="ko-KR" dirty="0" err="1"/>
              <a:t>RecType</a:t>
            </a:r>
            <a:r>
              <a:rPr lang="en-US" altLang="ko-KR" dirty="0"/>
              <a:t>&gt; </a:t>
            </a:r>
            <a:r>
              <a:rPr lang="en-US" altLang="ko-KR" dirty="0" err="1"/>
              <a:t>DataFile</a:t>
            </a:r>
            <a:r>
              <a:rPr lang="en-US" altLang="ko-KR" dirty="0"/>
              <a:t>;</a:t>
            </a:r>
          </a:p>
          <a:p>
            <a:pPr lvl="1"/>
            <a:r>
              <a:rPr lang="en-US" altLang="ko-KR" dirty="0"/>
              <a:t>Every object stored in a </a:t>
            </a:r>
            <a:r>
              <a:rPr lang="en-US" altLang="ko-KR" dirty="0" err="1"/>
              <a:t>RecordFile</a:t>
            </a:r>
            <a:r>
              <a:rPr lang="en-US" altLang="ko-KR" dirty="0"/>
              <a:t> must be of the same type</a:t>
            </a:r>
          </a:p>
          <a:p>
            <a:r>
              <a:rPr lang="en-US" altLang="ko-KR" dirty="0"/>
              <a:t>Can the I/O classes support objects that are of a variety of types but all from the same type hierarchy?</a:t>
            </a:r>
          </a:p>
          <a:p>
            <a:pPr lvl="1"/>
            <a:r>
              <a:rPr lang="en-US" altLang="ko-KR" dirty="0"/>
              <a:t>For </a:t>
            </a:r>
            <a:r>
              <a:rPr lang="en-US" altLang="ko-KR" dirty="0" err="1"/>
              <a:t>RecType</a:t>
            </a:r>
            <a:r>
              <a:rPr lang="en-US" altLang="ko-KR" dirty="0"/>
              <a:t> = </a:t>
            </a:r>
            <a:r>
              <a:rPr lang="en-US" altLang="ko-KR" dirty="0" err="1"/>
              <a:t>BaseClass</a:t>
            </a:r>
            <a:r>
              <a:rPr lang="en-US" altLang="ko-KR" dirty="0"/>
              <a:t>, what about subclasses?</a:t>
            </a:r>
          </a:p>
          <a:p>
            <a:pPr lvl="1"/>
            <a:r>
              <a:rPr lang="en-US" altLang="ko-KR" dirty="0"/>
              <a:t>if </a:t>
            </a:r>
            <a:r>
              <a:rPr lang="en-US" altLang="ko-KR" dirty="0" err="1"/>
              <a:t>BaseClass</a:t>
            </a:r>
            <a:r>
              <a:rPr lang="en-US" altLang="ko-KR" dirty="0"/>
              <a:t> supports Pack, Unpack, and Key (virtual functions)</a:t>
            </a:r>
          </a:p>
          <a:p>
            <a:pPr lvl="2"/>
            <a:r>
              <a:rPr lang="en-US" altLang="ko-KR" dirty="0"/>
              <a:t>the class </a:t>
            </a:r>
            <a:r>
              <a:rPr lang="en-US" altLang="ko-KR" dirty="0" err="1"/>
              <a:t>TextIndexedFile</a:t>
            </a:r>
            <a:r>
              <a:rPr lang="en-US" altLang="ko-KR" dirty="0"/>
              <a:t>&lt;</a:t>
            </a:r>
            <a:r>
              <a:rPr lang="en-US" altLang="ko-KR" dirty="0" err="1"/>
              <a:t>BaseClass</a:t>
            </a:r>
            <a:r>
              <a:rPr lang="en-US" altLang="ko-KR" dirty="0"/>
              <a:t>&gt; will correctly output objects derived from </a:t>
            </a:r>
            <a:r>
              <a:rPr lang="en-US" altLang="ko-KR" dirty="0" err="1"/>
              <a:t>BaseClass</a:t>
            </a:r>
            <a:r>
              <a:rPr lang="en-US" altLang="ko-KR" dirty="0"/>
              <a:t> ?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C9AAC2-5CA8-4739-A06D-32E8481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 Data object class hierarchies (1/3)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66597-25E0-4A1F-A6D1-58829499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5880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6660CC-DD75-423F-ABAF-38B70D74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about Read( )?</a:t>
            </a:r>
          </a:p>
          <a:p>
            <a:pPr lvl="1"/>
            <a:r>
              <a:rPr lang="en-US" altLang="ko-KR" dirty="0"/>
              <a:t>In a virtual function call, the type of the calling object determines which method to call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The type of the object referenced by Obj (*Obj) determines which Pack and Unpack are called</a:t>
            </a:r>
          </a:p>
          <a:p>
            <a:pPr lvl="1"/>
            <a:r>
              <a:rPr lang="en-US" altLang="ko-KR" dirty="0"/>
              <a:t>Pack()</a:t>
            </a:r>
          </a:p>
          <a:p>
            <a:pPr lvl="2"/>
            <a:r>
              <a:rPr lang="en-US" altLang="ko-KR" dirty="0"/>
              <a:t>Information from *Obj, of type Subclass1, is transferred to Buffer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96F2DA-9A22-4C6F-AA14-FC912C2E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 Data object class hierarchies (2/3)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176EA-232E-410B-877B-160640D6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05B427-C2FE-4287-9193-55D674F1AA80}"/>
              </a:ext>
            </a:extLst>
          </p:cNvPr>
          <p:cNvSpPr/>
          <p:nvPr/>
        </p:nvSpPr>
        <p:spPr>
          <a:xfrm>
            <a:off x="971600" y="2708920"/>
            <a:ext cx="6514132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* obj =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subclass1;</a:t>
            </a:r>
          </a:p>
          <a:p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	//virtual function calls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	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//virtual function calls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622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18845F4-86CF-4239-BC85-4965C2D50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What about Read( )?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Unpack()</a:t>
            </a:r>
          </a:p>
          <a:p>
            <a:pPr lvl="2"/>
            <a:r>
              <a:rPr lang="en-US" altLang="ko-KR" dirty="0"/>
              <a:t>Buffer is sent to *Obj</a:t>
            </a:r>
          </a:p>
          <a:p>
            <a:pPr lvl="2"/>
            <a:r>
              <a:rPr lang="en-US" altLang="ko-KR" dirty="0"/>
              <a:t>If Buffer is Subclass2, or </a:t>
            </a:r>
            <a:r>
              <a:rPr lang="en-US" altLang="ko-KR" dirty="0" err="1"/>
              <a:t>BaseClass</a:t>
            </a:r>
            <a:r>
              <a:rPr lang="en-US" altLang="ko-KR" dirty="0"/>
              <a:t>, incorrectly work</a:t>
            </a:r>
          </a:p>
          <a:p>
            <a:pPr lvl="3"/>
            <a:r>
              <a:rPr lang="en-US" altLang="ko-KR" dirty="0"/>
              <a:t>Why? </a:t>
            </a:r>
            <a:r>
              <a:rPr lang="en-US" altLang="ko-KR" dirty="0">
                <a:solidFill>
                  <a:srgbClr val="0070C0"/>
                </a:solidFill>
              </a:rPr>
              <a:t>The source of information (contents of buffer) determines the type of the object in the Unpack</a:t>
            </a:r>
            <a:r>
              <a:rPr lang="en-US" altLang="ko-KR" dirty="0"/>
              <a:t>, not the memory object(Obj)</a:t>
            </a:r>
          </a:p>
          <a:p>
            <a:pPr lvl="1"/>
            <a:r>
              <a:rPr lang="en-US" altLang="ko-KR" dirty="0"/>
              <a:t>Solution</a:t>
            </a:r>
          </a:p>
          <a:p>
            <a:pPr lvl="2"/>
            <a:r>
              <a:rPr lang="en-US" altLang="ko-KR" sz="2000" dirty="0"/>
              <a:t>The read () should determine reliably the type of the target object</a:t>
            </a:r>
          </a:p>
          <a:p>
            <a:pPr lvl="3"/>
            <a:r>
              <a:rPr lang="en-US" altLang="ko-KR" sz="1800" dirty="0">
                <a:solidFill>
                  <a:srgbClr val="0070C0"/>
                </a:solidFill>
              </a:rPr>
              <a:t>idea: add record headers</a:t>
            </a:r>
          </a:p>
          <a:p>
            <a:pPr lvl="3"/>
            <a:r>
              <a:rPr lang="en-US" altLang="ko-KR" sz="1800" dirty="0"/>
              <a:t>No support in C++ for guaranteeing accurate type identification of memory objects</a:t>
            </a:r>
          </a:p>
          <a:p>
            <a:pPr lvl="2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CA03A08-A711-41F6-A0F1-16587F7A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 Data object class hierarchies (3/3)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0FD6CA-8627-4588-AADD-45B4198F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BA01A0-AE7A-47D2-AF50-D3ACB29615D4}"/>
              </a:ext>
            </a:extLst>
          </p:cNvPr>
          <p:cNvSpPr/>
          <p:nvPr/>
        </p:nvSpPr>
        <p:spPr>
          <a:xfrm>
            <a:off x="1057759" y="1772816"/>
            <a:ext cx="6514132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* obj = </a:t>
            </a:r>
            <a:r>
              <a:rPr lang="en-US" altLang="ko-KR" sz="16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subclass1;</a:t>
            </a:r>
          </a:p>
          <a:p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 	//virtual function calls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altLang="ko-KR" sz="1600" dirty="0">
                <a:solidFill>
                  <a:srgbClr val="795E26"/>
                </a:solidFill>
                <a:latin typeface="Consolas" panose="020B0609020204030204" pitchFamily="49" charset="0"/>
              </a:rPr>
              <a:t>Unpack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(Buffer);	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</a:rPr>
              <a:t> //virtual function calls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19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611881-405F-42B5-AB93-600B313D4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class </a:t>
            </a:r>
            <a:r>
              <a:rPr lang="en-US" altLang="ko-KR" dirty="0" err="1"/>
              <a:t>TextIndexedFile</a:t>
            </a:r>
            <a:endParaRPr lang="en-US" altLang="ko-KR" dirty="0"/>
          </a:p>
          <a:p>
            <a:pPr lvl="1"/>
            <a:r>
              <a:rPr lang="en-US" altLang="ko-KR" dirty="0"/>
              <a:t>The entire index fits in a single record Protected:</a:t>
            </a:r>
          </a:p>
          <a:p>
            <a:pPr lvl="2"/>
            <a:r>
              <a:rPr lang="en-US" altLang="ko-KR" dirty="0"/>
              <a:t>The max # of records in the file is fixed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Modify class </a:t>
            </a:r>
            <a:r>
              <a:rPr lang="en-US" altLang="ko-KR" dirty="0" err="1"/>
              <a:t>TextIndexedFile</a:t>
            </a:r>
            <a:r>
              <a:rPr lang="en-US" altLang="ko-KR" dirty="0"/>
              <a:t> to allow the index to be an array of </a:t>
            </a:r>
            <a:r>
              <a:rPr lang="en-US" altLang="ko-KR" dirty="0" err="1"/>
              <a:t>TextIndex</a:t>
            </a:r>
            <a:r>
              <a:rPr lang="en-US" altLang="ko-KR" dirty="0"/>
              <a:t> objects</a:t>
            </a:r>
          </a:p>
          <a:p>
            <a:pPr lvl="1"/>
            <a:r>
              <a:rPr lang="en-US" altLang="ko-KR" dirty="0"/>
              <a:t>A sorted array of index records does not provide a very satisfactory index for larger files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D80D9E-9BBC-4DF7-8073-5CEF4F31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(3) </a:t>
            </a:r>
            <a:r>
              <a:rPr lang="en-US" altLang="ko-KR" dirty="0" err="1"/>
              <a:t>Multirecord</a:t>
            </a:r>
            <a:r>
              <a:rPr lang="en-US" altLang="ko-KR" dirty="0"/>
              <a:t> index files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857B6C-CFFA-4EE8-A746-4530ED50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5C89881-D1B3-4B6A-8FE5-654CF8B5FE0B}"/>
              </a:ext>
            </a:extLst>
          </p:cNvPr>
          <p:cNvGrpSpPr/>
          <p:nvPr/>
        </p:nvGrpSpPr>
        <p:grpSpPr>
          <a:xfrm>
            <a:off x="3203848" y="3068960"/>
            <a:ext cx="4536504" cy="861043"/>
            <a:chOff x="5076056" y="207830"/>
            <a:chExt cx="4536504" cy="8610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2F5D590-1931-411E-B12E-1CCF97529012}"/>
                </a:ext>
              </a:extLst>
            </p:cNvPr>
            <p:cNvSpPr/>
            <p:nvPr/>
          </p:nvSpPr>
          <p:spPr>
            <a:xfrm>
              <a:off x="6221280" y="207830"/>
              <a:ext cx="3391280" cy="831636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</a:t>
              </a:r>
              <a:r>
                <a:rPr lang="en-US" altLang="ko-KR" sz="1100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BufferFile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IndexFile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TextIndexBuffer</a:t>
              </a:r>
              <a:r>
                <a:rPr lang="en-US" altLang="ko-KR" sz="1100" b="1" kern="0" dirty="0">
                  <a:latin typeface="Consolas" panose="020B0609020204030204" pitchFamily="49" charset="0"/>
                  <a:ea typeface="굴림"/>
                </a:rPr>
                <a:t> </a:t>
              </a:r>
              <a:r>
                <a:rPr lang="en-US" altLang="ko-KR" sz="1100" kern="0" dirty="0" err="1">
                  <a:latin typeface="Consolas" panose="020B0609020204030204" pitchFamily="49" charset="0"/>
                  <a:ea typeface="굴림"/>
                </a:rPr>
                <a:t>IndexBuffer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</a:p>
            <a:p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RecordFile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&lt;</a:t>
              </a:r>
              <a:r>
                <a:rPr lang="en-US" altLang="ko-KR" sz="1100" b="1" kern="0" dirty="0" err="1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RecType</a:t>
              </a:r>
              <a:r>
                <a:rPr lang="en-US" altLang="ko-KR" sz="1100" b="1" kern="0" dirty="0">
                  <a:solidFill>
                    <a:srgbClr val="7030A0"/>
                  </a:solidFill>
                  <a:latin typeface="Consolas" panose="020B0609020204030204" pitchFamily="49" charset="0"/>
                  <a:ea typeface="굴림"/>
                </a:rPr>
                <a:t>&gt; </a:t>
              </a:r>
              <a:r>
                <a:rPr lang="en-US" altLang="ko-KR" sz="11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DataFile</a:t>
              </a:r>
              <a:r>
                <a:rPr lang="en-US" altLang="ko-KR" sz="1100" kern="0" dirty="0">
                  <a:solidFill>
                    <a:srgbClr val="000000"/>
                  </a:solidFill>
                  <a:latin typeface="Consolas" panose="020B0609020204030204" pitchFamily="49" charset="0"/>
                  <a:ea typeface="굴림"/>
                </a:rPr>
                <a:t>;</a:t>
              </a:r>
              <a:endParaRPr lang="ko-KR" altLang="en-US" sz="1100" kern="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E41739B-3254-4F00-A6A7-354763793370}"/>
                </a:ext>
              </a:extLst>
            </p:cNvPr>
            <p:cNvSpPr/>
            <p:nvPr/>
          </p:nvSpPr>
          <p:spPr>
            <a:xfrm>
              <a:off x="5076056" y="231608"/>
              <a:ext cx="1572553" cy="792281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3C3BCE-B90A-4E53-AB60-2489F3978090}"/>
                </a:ext>
              </a:extLst>
            </p:cNvPr>
            <p:cNvSpPr/>
            <p:nvPr/>
          </p:nvSpPr>
          <p:spPr>
            <a:xfrm>
              <a:off x="5181194" y="251275"/>
              <a:ext cx="1387786" cy="6244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TextIndexedFile</a:t>
              </a:r>
              <a:endParaRPr lang="ko-KR" alt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AD0E93D-A749-4134-BD0B-FC92D25F6C0F}"/>
                </a:ext>
              </a:extLst>
            </p:cNvPr>
            <p:cNvCxnSpPr>
              <a:cxnSpLocks/>
            </p:cNvCxnSpPr>
            <p:nvPr/>
          </p:nvCxnSpPr>
          <p:spPr>
            <a:xfrm>
              <a:off x="5088810" y="512676"/>
              <a:ext cx="1572553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11A827-3B94-4821-9A47-2165944C411F}"/>
                </a:ext>
              </a:extLst>
            </p:cNvPr>
            <p:cNvSpPr/>
            <p:nvPr/>
          </p:nvSpPr>
          <p:spPr>
            <a:xfrm>
              <a:off x="5181194" y="468709"/>
              <a:ext cx="17552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latin typeface="Consolas" panose="020B0609020204030204" pitchFamily="49" charset="0"/>
                </a:rPr>
                <a:t>Open  Create 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Close Rewind</a:t>
              </a:r>
            </a:p>
            <a:p>
              <a:r>
                <a:rPr lang="en-US" altLang="ko-KR" sz="1100" dirty="0">
                  <a:latin typeface="Consolas" panose="020B0609020204030204" pitchFamily="49" charset="0"/>
                </a:rPr>
                <a:t>Read Write Append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355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324F9B-4D82-4FF7-A6B0-41F37BC6A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binary search</a:t>
            </a:r>
          </a:p>
          <a:p>
            <a:pPr lvl="1"/>
            <a:r>
              <a:rPr lang="en-US" altLang="ko-KR" dirty="0"/>
              <a:t>In the Find method which is used by Search, Insert and Remove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Avoid writing the index record back to the index file when it has not been changed</a:t>
            </a:r>
          </a:p>
          <a:p>
            <a:pPr lvl="1"/>
            <a:r>
              <a:rPr lang="en-US" altLang="ko-KR" dirty="0"/>
              <a:t>Add a flag to index object to signal when it has been changed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00C1E4-472B-46CF-ACA7-A0768976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(4) Optimization of Operations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10511-6018-4F9E-BB61-B94202BA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9590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내용 개체 틀 1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86251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2531" name="제목 2"/>
          <p:cNvSpPr>
            <a:spLocks noGrp="1"/>
          </p:cNvSpPr>
          <p:nvPr>
            <p:ph type="title"/>
          </p:nvPr>
        </p:nvSpPr>
        <p:spPr>
          <a:xfrm>
            <a:off x="457200" y="44450"/>
            <a:ext cx="7715250" cy="936625"/>
          </a:xfrm>
        </p:spPr>
        <p:txBody>
          <a:bodyPr/>
          <a:lstStyle/>
          <a:p>
            <a:r>
              <a:rPr lang="en-US" altLang="ko-KR"/>
              <a:t>Q&amp;A</a:t>
            </a:r>
            <a:endParaRPr/>
          </a:p>
        </p:txBody>
      </p:sp>
      <p:pic>
        <p:nvPicPr>
          <p:cNvPr id="22532" name="Picture 4" descr="https://cf1-codefear.netdna-ssl.com/wp-content/content/2013/07/q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133600"/>
            <a:ext cx="52387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BCD234-693A-4FAF-855E-0F004E131F1D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봄의 수채화">
  <a:themeElements>
    <a:clrScheme name="봄의 수채화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봄의 수채화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봄의 수채화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봄의 수채화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봄의 수채화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3279</TotalTime>
  <Words>5980</Words>
  <Application>Microsoft Office PowerPoint</Application>
  <PresentationFormat>화면 슬라이드 쇼(4:3)</PresentationFormat>
  <Paragraphs>974</Paragraphs>
  <Slides>51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2" baseType="lpstr">
      <vt:lpstr>굴림</vt:lpstr>
      <vt:lpstr>맑은 고딕</vt:lpstr>
      <vt:lpstr>Arial</vt:lpstr>
      <vt:lpstr>Book Antiqua</vt:lpstr>
      <vt:lpstr>Calibri</vt:lpstr>
      <vt:lpstr>Calibri Bold</vt:lpstr>
      <vt:lpstr>Cambria Math</vt:lpstr>
      <vt:lpstr>Consolas</vt:lpstr>
      <vt:lpstr>Jokerman</vt:lpstr>
      <vt:lpstr>Wingdings</vt:lpstr>
      <vt:lpstr>봄의 수채화</vt:lpstr>
      <vt:lpstr>File Structures 07. Indexing – Part1</vt:lpstr>
      <vt:lpstr>Outline</vt:lpstr>
      <vt:lpstr>Index (1/3)</vt:lpstr>
      <vt:lpstr>Index (2/3)</vt:lpstr>
      <vt:lpstr>Index (3/3)</vt:lpstr>
      <vt:lpstr>Roles of Index</vt:lpstr>
      <vt:lpstr>Outline</vt:lpstr>
      <vt:lpstr>Recording class (1/2)</vt:lpstr>
      <vt:lpstr>Recording class (2/2)</vt:lpstr>
      <vt:lpstr>Simple Index </vt:lpstr>
      <vt:lpstr>Simple index for a recording file</vt:lpstr>
      <vt:lpstr>The structure of a simple Index (1/2)</vt:lpstr>
      <vt:lpstr>The structure of a simple Index (2/2)</vt:lpstr>
      <vt:lpstr>TextIndex::Find()</vt:lpstr>
      <vt:lpstr>TextIndex::Search()</vt:lpstr>
      <vt:lpstr>TextIndex::Insert() (1/3)</vt:lpstr>
      <vt:lpstr>TextIndex::Insert() (2/3)</vt:lpstr>
      <vt:lpstr>TextIndex::Insert() (3/3)</vt:lpstr>
      <vt:lpstr>TextIndex::Remove()</vt:lpstr>
      <vt:lpstr>Retrieval with a Simple Index</vt:lpstr>
      <vt:lpstr>Create an Index from File</vt:lpstr>
      <vt:lpstr>SimpleIndex test at makeidx.cpp</vt:lpstr>
      <vt:lpstr>Outline</vt:lpstr>
      <vt:lpstr>OO approach for  Indexed, Entry- Sequenced Files </vt:lpstr>
      <vt:lpstr>Basic Operations of IndexedFile</vt:lpstr>
      <vt:lpstr>Class Hierarchy for TextIndexedFile</vt:lpstr>
      <vt:lpstr>Creating the files  (1/2)</vt:lpstr>
      <vt:lpstr>Creating the files  (2/2)</vt:lpstr>
      <vt:lpstr>loading the index into memory(1/2)</vt:lpstr>
      <vt:lpstr>TextIndexBuffer</vt:lpstr>
      <vt:lpstr>TextIndexBuffer - Constructor</vt:lpstr>
      <vt:lpstr>TextIndexBuffer - Pack</vt:lpstr>
      <vt:lpstr>TextIndexBuffer - UnPack</vt:lpstr>
      <vt:lpstr>Rewriting the index file from memory (1/3)</vt:lpstr>
      <vt:lpstr>Rewriting the index file from memory (2/3)</vt:lpstr>
      <vt:lpstr>Rewriting the index file from memory (3/3)</vt:lpstr>
      <vt:lpstr>Record Addition (to the data file) (1/2)</vt:lpstr>
      <vt:lpstr>Record Addition (to the data file) (2/2)</vt:lpstr>
      <vt:lpstr>Record Deletion</vt:lpstr>
      <vt:lpstr>Record Updating</vt:lpstr>
      <vt:lpstr>Class TextIndexedFile</vt:lpstr>
      <vt:lpstr>Enhancements to TextIndexedFile</vt:lpstr>
      <vt:lpstr>(1) Other types of keys (1/3)</vt:lpstr>
      <vt:lpstr>(1) Other types of keys (2/3)</vt:lpstr>
      <vt:lpstr>(1) Other types of keys (3/3)</vt:lpstr>
      <vt:lpstr>(2) Data object class hierarchies (1/3)</vt:lpstr>
      <vt:lpstr>(2) Data object class hierarchies (2/3)</vt:lpstr>
      <vt:lpstr>(2) Data object class hierarchies (3/3)</vt:lpstr>
      <vt:lpstr>(3) Multirecord index files</vt:lpstr>
      <vt:lpstr>(4) Optimization of Operations</vt:lpstr>
      <vt:lpstr>Q&amp;A</vt:lpstr>
    </vt:vector>
  </TitlesOfParts>
  <Company>RockForever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07. Indexing – Part1</dc:title>
  <dc:creator>bluerain</dc:creator>
  <cp:lastModifiedBy>Joonho Kwon</cp:lastModifiedBy>
  <cp:revision>228</cp:revision>
  <dcterms:created xsi:type="dcterms:W3CDTF">2006-04-11T05:12:43Z</dcterms:created>
  <dcterms:modified xsi:type="dcterms:W3CDTF">2020-05-11T01:18:32Z</dcterms:modified>
</cp:coreProperties>
</file>