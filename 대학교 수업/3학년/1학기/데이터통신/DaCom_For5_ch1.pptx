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256" r:id="rId2"/>
    <p:sldId id="429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8" r:id="rId11"/>
    <p:sldId id="459" r:id="rId12"/>
    <p:sldId id="460" r:id="rId13"/>
    <p:sldId id="461" r:id="rId14"/>
    <p:sldId id="456" r:id="rId15"/>
    <p:sldId id="462" r:id="rId16"/>
    <p:sldId id="463" r:id="rId17"/>
    <p:sldId id="464" r:id="rId18"/>
    <p:sldId id="465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31" r:id="rId28"/>
    <p:sldId id="475" r:id="rId29"/>
    <p:sldId id="476" r:id="rId30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9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000"/>
    <a:srgbClr val="7B84C6"/>
    <a:srgbClr val="FF8C3C"/>
    <a:srgbClr val="C66B5A"/>
    <a:srgbClr val="315263"/>
    <a:srgbClr val="001E4A"/>
    <a:srgbClr val="CC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018" autoAdjust="0"/>
    <p:restoredTop sz="94591" autoAdjust="0"/>
  </p:normalViewPr>
  <p:slideViewPr>
    <p:cSldViewPr snapToGrid="0">
      <p:cViewPr varScale="1">
        <p:scale>
          <a:sx n="109" d="100"/>
          <a:sy n="109" d="100"/>
        </p:scale>
        <p:origin x="1296" y="60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anose="02020603050405020304" pitchFamily="18" charset="0"/>
              </a:defRPr>
            </a:lvl1pPr>
          </a:lstStyle>
          <a:p>
            <a:fld id="{CB611F8C-7D0A-421E-80AA-003B88F2505B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anose="02020603050405020304" pitchFamily="18" charset="0"/>
              </a:defRPr>
            </a:lvl1pPr>
          </a:lstStyle>
          <a:p>
            <a:fld id="{2FE4D1EA-D3A0-467E-846F-ABD2C07EE0F2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400" i="0" smtClean="0">
                <a:latin typeface="Times New Roman" panose="02020603050405020304" pitchFamily="18" charset="0"/>
              </a:rPr>
              <a:t>EE141</a:t>
            </a:r>
            <a:endParaRPr lang="en-US" altLang="ko-KR" sz="1400" i="0" smtClean="0">
              <a:latin typeface="Times New Roman" panose="02020603050405020304" pitchFamily="18" charset="0"/>
            </a:endParaRP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38D58857-2C87-472D-9EC5-2F10B3D3F066}" type="slidenum">
              <a:rPr lang="ko-KR" altLang="en-US" sz="1400" i="0">
                <a:latin typeface="Times New Roman" panose="02020603050405020304" pitchFamily="18" charset="0"/>
              </a:rPr>
              <a:pPr/>
              <a:t>1</a:t>
            </a:fld>
            <a:endParaRPr lang="en-US" altLang="ko-KR" sz="1400" i="0">
              <a:latin typeface="Times New Roman" panose="02020603050405020304" pitchFamily="18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400" i="0" smtClean="0">
                <a:latin typeface="Times New Roman" panose="02020603050405020304" pitchFamily="18" charset="0"/>
              </a:rPr>
              <a:t>EE141</a:t>
            </a:r>
            <a:endParaRPr lang="en-US" altLang="ko-KR" sz="1400" i="0" smtClean="0">
              <a:latin typeface="Times New Roman" panose="02020603050405020304" pitchFamily="18" charset="0"/>
            </a:endParaRPr>
          </a:p>
        </p:txBody>
      </p:sp>
      <p:sp>
        <p:nvSpPr>
          <p:cNvPr id="4710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1E2A2550-1E51-45A1-A39B-554CB1A518DF}" type="slidenum">
              <a:rPr lang="ko-KR" altLang="en-US" sz="1400" i="0">
                <a:latin typeface="Times New Roman" panose="02020603050405020304" pitchFamily="18" charset="0"/>
              </a:rPr>
              <a:pPr/>
              <a:t>27</a:t>
            </a:fld>
            <a:endParaRPr lang="en-US" altLang="ko-KR" sz="1400" i="0">
              <a:latin typeface="Times New Roman" panose="02020603050405020304" pitchFamily="18" charset="0"/>
            </a:endParaRPr>
          </a:p>
        </p:txBody>
      </p:sp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kumimoji="1" lang="ko-KR" altLang="en-US" sz="1800" b="1" i="0">
              <a:solidFill>
                <a:schemeClr val="bg1"/>
              </a:solidFill>
              <a:ea typeface="HY헤드라인M" panose="02030600000101010101" pitchFamily="18" charset="-127"/>
              <a:sym typeface="Wingdings 2" panose="05020102010507070707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1735138" y="2217738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1735138" y="2565400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380288" y="2217738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r>
              <a:rPr kumimoji="1" lang="en-US" altLang="ko-KR" sz="1600" b="1">
                <a:solidFill>
                  <a:schemeClr val="bg1"/>
                </a:solidFill>
                <a:ea typeface="돋움" panose="020B0600000101010101" pitchFamily="50" charset="-127"/>
              </a:rPr>
              <a:t>Pusan National University </a:t>
            </a:r>
            <a:endParaRPr kumimoji="1" lang="en-US" altLang="ko-KR" sz="1000" b="1" i="0">
              <a:solidFill>
                <a:schemeClr val="bg1"/>
              </a:solidFill>
              <a:ea typeface="돋움" panose="020B0600000101010101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1781175" y="2565400"/>
            <a:ext cx="26574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kumimoji="1" lang="ko-KR" altLang="en-US" sz="1600" b="1">
              <a:solidFill>
                <a:srgbClr val="777777"/>
              </a:solidFill>
              <a:ea typeface="돋움" panose="020B0600000101010101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901825"/>
            <a:ext cx="885825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790700" y="1957388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781175" y="2781300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47387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871907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7968818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44429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1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61220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6537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6282740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6818847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61909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26622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49086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9316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kumimoji="1" lang="ko-KR" altLang="en-US" sz="1800" b="1" i="0">
              <a:solidFill>
                <a:schemeClr val="bg1"/>
              </a:solidFill>
              <a:ea typeface="돋움" panose="020B0600000101010101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ko-KR" altLang="en-US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anose="05020102010507070707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fld id="{88CE4DC4-966B-4394-8BFE-2A3D70B733D8}" type="slidenum">
              <a:rPr kumimoji="1" lang="ko-KR" altLang="en-US" sz="1200" b="1" i="0">
                <a:solidFill>
                  <a:schemeClr val="bg1"/>
                </a:solidFill>
                <a:latin typeface="Verdana" panose="020B0604030504040204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>
              <a:solidFill>
                <a:schemeClr val="bg1"/>
              </a:solidFill>
              <a:latin typeface="Verdana" panose="020B0604030504040204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51.png"/><Relationship Id="rId5" Type="http://schemas.openxmlformats.org/officeDocument/2006/relationships/image" Target="../media/image50.emf"/><Relationship Id="rId4" Type="http://schemas.openxmlformats.org/officeDocument/2006/relationships/image" Target="../media/image49.emf"/><Relationship Id="rId9" Type="http://schemas.openxmlformats.org/officeDocument/2006/relationships/image" Target="../media/image54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903288" y="4678363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anose="02020603050405020304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anose="02020603050405020304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anose="02020603050405020304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smtClean="0">
              <a:latin typeface="Times New Roman" panose="02020603050405020304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952500" y="3543300"/>
            <a:ext cx="4014788" cy="106521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2800" i="1" dirty="0" smtClean="0">
                <a:solidFill>
                  <a:srgbClr val="C00000"/>
                </a:solidFill>
                <a:latin typeface="+mj-lt"/>
              </a:rPr>
              <a:t>Chapter  1</a:t>
            </a:r>
            <a:r>
              <a:rPr lang="en-US" altLang="ko-KR" sz="2800" b="0" dirty="0" smtClean="0">
                <a:solidFill>
                  <a:srgbClr val="0070C0"/>
                </a:solidFill>
              </a:rPr>
              <a:t>  </a:t>
            </a:r>
            <a:r>
              <a:rPr lang="en-US" altLang="ko-KR" sz="2800" i="1" dirty="0" smtClean="0">
                <a:latin typeface="+mj-lt"/>
              </a:rPr>
              <a:t>Introduction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13" y="2882900"/>
            <a:ext cx="2949575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40932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1: 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ko-KR" sz="36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1.1</a:t>
            </a:r>
            <a:r>
              <a:rPr lang="en-US" altLang="ko-KR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   </a:t>
            </a:r>
            <a:r>
              <a:rPr lang="en-US" altLang="ko-KR" sz="36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Data Communications</a:t>
            </a:r>
          </a:p>
          <a:p>
            <a:pPr marL="0" indent="0" algn="just">
              <a:lnSpc>
                <a:spcPct val="150000"/>
              </a:lnSpc>
              <a:buFontTx/>
              <a:buNone/>
              <a:defRPr/>
            </a:pPr>
            <a:r>
              <a:rPr lang="en-US" altLang="ko-KR" sz="36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1.2</a:t>
            </a:r>
            <a:r>
              <a:rPr lang="en-US" altLang="ko-KR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   </a:t>
            </a:r>
            <a:r>
              <a:rPr lang="en-US" altLang="ko-KR" sz="3600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Networks</a:t>
            </a:r>
          </a:p>
          <a:p>
            <a:pPr marL="0" indent="0" algn="just">
              <a:lnSpc>
                <a:spcPct val="150000"/>
              </a:lnSpc>
              <a:buFontTx/>
              <a:buNone/>
              <a:defRPr/>
            </a:pPr>
            <a:r>
              <a:rPr lang="en-US" altLang="ko-KR" sz="36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1.3</a:t>
            </a:r>
            <a:r>
              <a:rPr lang="en-US" altLang="ko-KR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   </a:t>
            </a:r>
            <a:r>
              <a:rPr lang="en-US" altLang="ko-KR" sz="36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Network Types</a:t>
            </a:r>
          </a:p>
          <a:p>
            <a:pPr marL="0" indent="0" algn="just">
              <a:lnSpc>
                <a:spcPct val="150000"/>
              </a:lnSpc>
              <a:buFontTx/>
              <a:buNone/>
              <a:defRPr/>
            </a:pPr>
            <a:r>
              <a:rPr lang="en-US" altLang="ko-KR" sz="36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1.4</a:t>
            </a:r>
            <a:r>
              <a:rPr lang="en-US" altLang="ko-KR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   </a:t>
            </a:r>
            <a:r>
              <a:rPr lang="en-US" altLang="ko-KR" sz="36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Internet History</a:t>
            </a:r>
          </a:p>
          <a:p>
            <a:pPr marL="0" indent="0" algn="just">
              <a:lnSpc>
                <a:spcPct val="150000"/>
              </a:lnSpc>
              <a:buFontTx/>
              <a:buNone/>
              <a:defRPr/>
            </a:pPr>
            <a:r>
              <a:rPr lang="en-US" altLang="ko-KR" sz="36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1.5</a:t>
            </a:r>
            <a:r>
              <a:rPr lang="en-US" altLang="ko-KR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   </a:t>
            </a:r>
            <a:r>
              <a:rPr lang="en-US" altLang="ko-KR" sz="36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</a:rPr>
              <a:t>Standards and Administration </a:t>
            </a:r>
            <a:endParaRPr lang="en-US" altLang="ko-KR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</p:txBody>
      </p:sp>
    </p:spTree>
  </p:cSld>
  <p:clrMapOvr>
    <a:masterClrMapping/>
  </p:clrMapOvr>
  <p:transition spd="med" advTm="67579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1.1   </a:t>
            </a:r>
            <a:r>
              <a:rPr lang="en-US" altLang="ko-KR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DATA COMMUNICATIONS</a:t>
            </a: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 Data Communications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communicate, we are sharing information. This sharing can be local or remote. The term </a:t>
            </a: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includes telephony, telegraph, and television, means communication at a distance</a:t>
            </a:r>
            <a:r>
              <a:rPr lang="en-US" altLang="ko-KR" dirty="0" smtClean="0">
                <a:latin typeface="Times-Roman"/>
              </a:rPr>
              <a:t>. </a:t>
            </a:r>
          </a:p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exchange of data between two devices via some form of transmission media.</a:t>
            </a:r>
          </a:p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data communications system depends on</a:t>
            </a:r>
          </a:p>
          <a:p>
            <a:pPr lvl="1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</a:p>
          <a:p>
            <a:pPr lvl="1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lvl="1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Timeliness (real-time communication)</a:t>
            </a:r>
          </a:p>
          <a:p>
            <a:pPr lvl="1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Jitter</a:t>
            </a:r>
          </a:p>
        </p:txBody>
      </p:sp>
    </p:spTree>
  </p:cSld>
  <p:clrMapOvr>
    <a:masterClrMapping/>
  </p:clrMapOvr>
  <p:transition spd="med" advTm="171779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1.1   </a:t>
            </a:r>
            <a:r>
              <a:rPr lang="en-US" altLang="ko-KR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DATA COMMUNICATIONS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1.1.1  Components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Sender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: device that send the message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Receiver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: device that receive the message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Transmission medium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: physical path for message sending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Message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: information to be communicated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: a set of rules that govern data communications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3" y="4133850"/>
            <a:ext cx="1628775" cy="113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3" y="4178300"/>
            <a:ext cx="1636712" cy="113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3" y="4879975"/>
            <a:ext cx="2243137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463" y="5597525"/>
            <a:ext cx="947737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5905500"/>
            <a:ext cx="4443413" cy="31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3" y="5597525"/>
            <a:ext cx="9493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315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1.1   </a:t>
            </a:r>
            <a:r>
              <a:rPr lang="en-US" altLang="ko-KR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DATA COMMUNICATIONS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1.1.2  Data Representation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Text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Unicode, ASCII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Numbers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(Appendix B)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Images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JPEG, GIF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Audio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PCM(8bits, 8kHz), CD(16bits, 44.1kHz), SACD(24bits, 2.82MHz) 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Video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MPEG, H.264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 advTm="12278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1.1   </a:t>
            </a:r>
            <a:r>
              <a:rPr lang="en-US" altLang="ko-KR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DATA COMMUNICATIONS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1.1.2  Data Flow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3246438"/>
            <a:ext cx="6283325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958975"/>
            <a:ext cx="6419850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275" y="5095875"/>
            <a:ext cx="62833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039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4754" x="3803650" y="5200650"/>
          <p14:tracePt t="14890" x="3810000" y="5200650"/>
          <p14:tracePt t="14994" x="3803650" y="5200650"/>
          <p14:tracePt t="15002" x="3790950" y="5200650"/>
          <p14:tracePt t="15010" x="3790950" y="5207000"/>
          <p14:tracePt t="15034" x="3790950" y="5213350"/>
          <p14:tracePt t="15049" x="3797300" y="5219700"/>
          <p14:tracePt t="15058" x="3803650" y="5226050"/>
          <p14:tracePt t="15193" x="3810000" y="5219700"/>
          <p14:tracePt t="15210" x="3810000" y="5213350"/>
          <p14:tracePt t="15218" x="3810000" y="5207000"/>
          <p14:tracePt t="15242" x="3810000" y="5175250"/>
          <p14:tracePt t="15250" x="3803650" y="5137150"/>
          <p14:tracePt t="15258" x="3790950" y="5086350"/>
          <p14:tracePt t="15267" x="3733800" y="5041900"/>
          <p14:tracePt t="15283" x="3651250" y="4870450"/>
          <p14:tracePt t="15300" x="3625850" y="4768850"/>
          <p14:tracePt t="15317" x="3613150" y="4724400"/>
          <p14:tracePt t="15334" x="3536950" y="4540250"/>
          <p14:tracePt t="15350" x="3505200" y="4445000"/>
          <p14:tracePt t="15367" x="3397250" y="4222750"/>
          <p14:tracePt t="15384" x="3340100" y="4121150"/>
          <p14:tracePt t="15400" x="3276600" y="4006850"/>
          <p14:tracePt t="15417" x="3175000" y="3848100"/>
          <p14:tracePt t="15433" x="3098800" y="3727450"/>
          <p14:tracePt t="15450" x="3022600" y="3594100"/>
          <p14:tracePt t="15467" x="2984500" y="3524250"/>
          <p14:tracePt t="15483" x="2965450" y="3486150"/>
          <p14:tracePt t="15500" x="2940050" y="3409950"/>
          <p14:tracePt t="15517" x="2914650" y="3365500"/>
          <p14:tracePt t="15533" x="2895600" y="3308350"/>
          <p14:tracePt t="15550" x="2806700" y="3200400"/>
          <p14:tracePt t="15567" x="2774950" y="3143250"/>
          <p14:tracePt t="15583" x="2768600" y="3130550"/>
          <p14:tracePt t="15600" x="2717800" y="3041650"/>
          <p14:tracePt t="15617" x="2692400" y="3009900"/>
          <p14:tracePt t="15633" x="2641600" y="2927350"/>
          <p14:tracePt t="15650" x="2635250" y="2921000"/>
          <p14:tracePt t="15667" x="2628900" y="2908300"/>
          <p14:tracePt t="15683" x="2622550" y="2901950"/>
          <p14:tracePt t="15881" x="2616200" y="2901950"/>
          <p14:tracePt t="15897" x="2609850" y="2901950"/>
          <p14:tracePt t="15921" x="2609850" y="2908300"/>
          <p14:tracePt t="15946" x="2609850" y="2914650"/>
          <p14:tracePt t="15969" x="2603500" y="2921000"/>
          <p14:tracePt t="16002" x="2603500" y="2927350"/>
          <p14:tracePt t="16010" x="2597150" y="2933700"/>
          <p14:tracePt t="16026" x="2597150" y="2940050"/>
          <p14:tracePt t="16050" x="2597150" y="2952750"/>
          <p14:tracePt t="16058" x="2578100" y="2952750"/>
          <p14:tracePt t="16106" x="2578100" y="2959100"/>
          <p14:tracePt t="16114" x="2571750" y="2959100"/>
          <p14:tracePt t="16122" x="2571750" y="2965450"/>
          <p14:tracePt t="16133" x="2571750" y="2971800"/>
          <p14:tracePt t="16154" x="2565400" y="2971800"/>
          <p14:tracePt t="16170" x="2565400" y="2978150"/>
          <p14:tracePt t="16201" x="2559050" y="2984500"/>
          <p14:tracePt t="16226" x="2552700" y="2990850"/>
          <p14:tracePt t="16242" x="2552700" y="2997200"/>
          <p14:tracePt t="16282" x="2540000" y="3003550"/>
          <p14:tracePt t="16314" x="2527300" y="3009900"/>
          <p14:tracePt t="16322" x="2520950" y="3016250"/>
          <p14:tracePt t="16346" x="2514600" y="3016250"/>
          <p14:tracePt t="16362" x="2501900" y="3028950"/>
          <p14:tracePt t="16370" x="2489200" y="3035300"/>
          <p14:tracePt t="16383" x="2482850" y="3035300"/>
          <p14:tracePt t="16400" x="2476500" y="3041650"/>
          <p14:tracePt t="16417" x="2463800" y="3048000"/>
          <p14:tracePt t="16433" x="2438400" y="3067050"/>
          <p14:tracePt t="16450" x="2413000" y="3079750"/>
          <p14:tracePt t="16467" x="2400300" y="3092450"/>
          <p14:tracePt t="16484" x="2393950" y="3092450"/>
          <p14:tracePt t="16500" x="2374900" y="3092450"/>
          <p14:tracePt t="16517" x="2355850" y="3105150"/>
          <p14:tracePt t="16534" x="2336800" y="3105150"/>
          <p14:tracePt t="16537" x="2324100" y="3111500"/>
          <p14:tracePt t="16550" x="2298700" y="3111500"/>
          <p14:tracePt t="16566" x="2292350" y="3111500"/>
          <p14:tracePt t="16583" x="2241550" y="3111500"/>
          <p14:tracePt t="16600" x="2216150" y="3111500"/>
          <p14:tracePt t="16617" x="2139950" y="3098800"/>
          <p14:tracePt t="16634" x="2082800" y="3073400"/>
          <p14:tracePt t="16650" x="2012950" y="3054350"/>
          <p14:tracePt t="16667" x="1974850" y="3041650"/>
          <p14:tracePt t="16683" x="1943100" y="3041650"/>
          <p14:tracePt t="16700" x="1892300" y="3028950"/>
          <p14:tracePt t="16717" x="1873250" y="3016250"/>
          <p14:tracePt t="16734" x="1847850" y="3009900"/>
          <p14:tracePt t="16750" x="1822450" y="2990850"/>
          <p14:tracePt t="16767" x="1809750" y="2971800"/>
          <p14:tracePt t="16783" x="1797050" y="2952750"/>
          <p14:tracePt t="16800" x="1778000" y="2927350"/>
          <p14:tracePt t="16817" x="1765300" y="2889250"/>
          <p14:tracePt t="16833" x="1727200" y="2825750"/>
          <p14:tracePt t="16850" x="1708150" y="2787650"/>
          <p14:tracePt t="16867" x="1695450" y="2743200"/>
          <p14:tracePt t="16884" x="1676400" y="2660650"/>
          <p14:tracePt t="16900" x="1670050" y="2603500"/>
          <p14:tracePt t="16917" x="1657350" y="2584450"/>
          <p14:tracePt t="16934" x="1657350" y="2540000"/>
          <p14:tracePt t="16950" x="1651000" y="2514600"/>
          <p14:tracePt t="16967" x="1651000" y="2495550"/>
          <p14:tracePt t="16983" x="1651000" y="2482850"/>
          <p14:tracePt t="17000" x="1651000" y="2457450"/>
          <p14:tracePt t="17017" x="1657350" y="2444750"/>
          <p14:tracePt t="17033" x="1663700" y="2406650"/>
          <p14:tracePt t="17050" x="1670050" y="2406650"/>
          <p14:tracePt t="17067" x="1676400" y="2387600"/>
          <p14:tracePt t="17084" x="1695450" y="2349500"/>
          <p14:tracePt t="17100" x="1708150" y="2330450"/>
          <p14:tracePt t="17117" x="1714500" y="2292350"/>
          <p14:tracePt t="17133" x="1720850" y="2279650"/>
          <p14:tracePt t="17150" x="1752600" y="2241550"/>
          <p14:tracePt t="17167" x="1771650" y="2222500"/>
          <p14:tracePt t="17183" x="1790700" y="2190750"/>
          <p14:tracePt t="17200" x="1828800" y="2152650"/>
          <p14:tracePt t="17217" x="1860550" y="2127250"/>
          <p14:tracePt t="17233" x="1885950" y="2101850"/>
          <p14:tracePt t="17250" x="1917700" y="2082800"/>
          <p14:tracePt t="17267" x="1949450" y="2063750"/>
          <p14:tracePt t="17283" x="1981200" y="2051050"/>
          <p14:tracePt t="17300" x="2012950" y="2032000"/>
          <p14:tracePt t="17317" x="2038350" y="2032000"/>
          <p14:tracePt t="17333" x="2051050" y="2032000"/>
          <p14:tracePt t="17350" x="2070100" y="2025650"/>
          <p14:tracePt t="17367" x="2101850" y="2019300"/>
          <p14:tracePt t="17383" x="2120900" y="2019300"/>
          <p14:tracePt t="17400" x="2139950" y="2019300"/>
          <p14:tracePt t="17417" x="2159000" y="2019300"/>
          <p14:tracePt t="17433" x="2171700" y="2019300"/>
          <p14:tracePt t="17450" x="2184400" y="2032000"/>
          <p14:tracePt t="17467" x="2209800" y="2044700"/>
          <p14:tracePt t="17483" x="2254250" y="2076450"/>
          <p14:tracePt t="17500" x="2260600" y="2082800"/>
          <p14:tracePt t="17517" x="2279650" y="2120900"/>
          <p14:tracePt t="17533" x="2311400" y="2159000"/>
          <p14:tracePt t="17550" x="2324100" y="2171700"/>
          <p14:tracePt t="17567" x="2349500" y="2203450"/>
          <p14:tracePt t="17583" x="2362200" y="2222500"/>
          <p14:tracePt t="17600" x="2368550" y="2235200"/>
          <p14:tracePt t="17617" x="2381250" y="2254250"/>
          <p14:tracePt t="17633" x="2413000" y="2298700"/>
          <p14:tracePt t="17650" x="2419350" y="2317750"/>
          <p14:tracePt t="17667" x="2457450" y="2355850"/>
          <p14:tracePt t="17683" x="2470150" y="2368550"/>
          <p14:tracePt t="17700" x="2470150" y="2381250"/>
          <p14:tracePt t="17717" x="2482850" y="2419350"/>
          <p14:tracePt t="17734" x="2482850" y="2444750"/>
          <p14:tracePt t="17750" x="2482850" y="2476500"/>
          <p14:tracePt t="17767" x="2482850" y="2495550"/>
          <p14:tracePt t="17783" x="2489200" y="2571750"/>
          <p14:tracePt t="17800" x="2489200" y="2609850"/>
          <p14:tracePt t="17817" x="2489200" y="2660650"/>
          <p14:tracePt t="17834" x="2489200" y="2686050"/>
          <p14:tracePt t="17850" x="2489200" y="2692400"/>
          <p14:tracePt t="17884" x="2495550" y="2705100"/>
          <p14:tracePt t="17986" x="2501900" y="2705100"/>
          <p14:tracePt t="17994" x="2501900" y="2711450"/>
          <p14:tracePt t="18010" x="2501900" y="2717800"/>
          <p14:tracePt t="18018" x="2508250" y="2717800"/>
          <p14:tracePt t="18033" x="2533650" y="2724150"/>
          <p14:tracePt t="18050" x="2552700" y="2736850"/>
          <p14:tracePt t="18067" x="2584450" y="2755900"/>
          <p14:tracePt t="18083" x="2628900" y="2768600"/>
          <p14:tracePt t="18100" x="2673350" y="2781300"/>
          <p14:tracePt t="18117" x="2768600" y="2825750"/>
          <p14:tracePt t="18133" x="2857500" y="2857500"/>
          <p14:tracePt t="18150" x="3073400" y="2927350"/>
          <p14:tracePt t="18167" x="3130550" y="2933700"/>
          <p14:tracePt t="18184" x="3238500" y="2952750"/>
          <p14:tracePt t="18200" x="3384550" y="2984500"/>
          <p14:tracePt t="18217" x="3562350" y="3060700"/>
          <p14:tracePt t="18233" x="4121150" y="3130550"/>
          <p14:tracePt t="18250" x="4660900" y="3219450"/>
          <p14:tracePt t="18267" x="5041900" y="3257550"/>
          <p14:tracePt t="18283" x="5448300" y="3302000"/>
          <p14:tracePt t="18300" x="6076950" y="3321050"/>
          <p14:tracePt t="18317" x="6356350" y="3321050"/>
          <p14:tracePt t="18334" x="6464300" y="3314700"/>
          <p14:tracePt t="18350" x="6661150" y="3308350"/>
          <p14:tracePt t="18367" x="7023100" y="3308350"/>
          <p14:tracePt t="18383" x="7207250" y="3295650"/>
          <p14:tracePt t="18400" x="7378700" y="3289300"/>
          <p14:tracePt t="18417" x="7600950" y="3282950"/>
          <p14:tracePt t="18433" x="7708900" y="3289300"/>
          <p14:tracePt t="18450" x="7874000" y="3295650"/>
          <p14:tracePt t="18467" x="7956550" y="3302000"/>
          <p14:tracePt t="18483" x="8026400" y="3314700"/>
          <p14:tracePt t="18500" x="8172450" y="3314700"/>
          <p14:tracePt t="18517" x="8216900" y="3314700"/>
          <p14:tracePt t="18533" x="8324850" y="3314700"/>
          <p14:tracePt t="18550" x="8413750" y="3314700"/>
          <p14:tracePt t="18567" x="8553450" y="3295650"/>
          <p14:tracePt t="18583" x="8604250" y="3270250"/>
          <p14:tracePt t="18600" x="8623300" y="3257550"/>
          <p14:tracePt t="18617" x="8661400" y="3232150"/>
          <p14:tracePt t="18633" x="8724900" y="3213100"/>
          <p14:tracePt t="18650" x="8813800" y="3194050"/>
          <p14:tracePt t="18666" x="8896350" y="3168650"/>
          <p14:tracePt t="18683" x="8921750" y="3155950"/>
          <p14:tracePt t="18700" x="8934450" y="3143250"/>
          <p14:tracePt t="18717" x="8953500" y="3117850"/>
          <p14:tracePt t="18733" x="8953500" y="3092450"/>
          <p14:tracePt t="18750" x="8959850" y="3073400"/>
          <p14:tracePt t="18767" x="8985250" y="3054350"/>
          <p14:tracePt t="18783" x="8985250" y="3035300"/>
          <p14:tracePt t="18800" x="8985250" y="3028950"/>
          <p14:tracePt t="18819" x="8985250" y="3022600"/>
          <p14:tracePt t="18834" x="8966200" y="3022600"/>
          <p14:tracePt t="18850" x="8953500" y="3028950"/>
          <p14:tracePt t="18867" x="8909050" y="3054350"/>
          <p14:tracePt t="18884" x="8858250" y="3086100"/>
          <p14:tracePt t="18900" x="8851900" y="3092450"/>
          <p14:tracePt t="18917" x="8801100" y="3124200"/>
          <p14:tracePt t="18933" x="8788400" y="3130550"/>
          <p14:tracePt t="18950" x="8756650" y="3143250"/>
          <p14:tracePt t="18967" x="8699500" y="3149600"/>
          <p14:tracePt t="18983" x="8693150" y="3149600"/>
          <p14:tracePt t="19000" x="8636000" y="3149600"/>
          <p14:tracePt t="19017" x="8553450" y="3143250"/>
          <p14:tracePt t="19033" x="8445500" y="3124200"/>
          <p14:tracePt t="19050" x="8356600" y="3105150"/>
          <p14:tracePt t="19067" x="8261350" y="3092450"/>
          <p14:tracePt t="19083" x="8185150" y="3079750"/>
          <p14:tracePt t="19100" x="8121650" y="3067050"/>
          <p14:tracePt t="19117" x="8026400" y="3048000"/>
          <p14:tracePt t="19133" x="7962900" y="3028950"/>
          <p14:tracePt t="19150" x="7924800" y="3022600"/>
          <p14:tracePt t="19167" x="7854950" y="2997200"/>
          <p14:tracePt t="19183" x="7804150" y="2978150"/>
          <p14:tracePt t="19200" x="7766050" y="2965450"/>
          <p14:tracePt t="19217" x="7702550" y="2940050"/>
          <p14:tracePt t="19233" x="7639050" y="2914650"/>
          <p14:tracePt t="19250" x="7588250" y="2895600"/>
          <p14:tracePt t="19267" x="7543800" y="2889250"/>
          <p14:tracePt t="19283" x="7512050" y="2870200"/>
          <p14:tracePt t="19300" x="7454900" y="2851150"/>
          <p14:tracePt t="19317" x="7429500" y="2825750"/>
          <p14:tracePt t="19333" x="7416800" y="2813050"/>
          <p14:tracePt t="19350" x="7359650" y="2762250"/>
          <p14:tracePt t="19367" x="7315200" y="2730500"/>
          <p14:tracePt t="19384" x="7289800" y="2692400"/>
          <p14:tracePt t="19400" x="7258050" y="2603500"/>
          <p14:tracePt t="19417" x="7245350" y="2540000"/>
          <p14:tracePt t="19433" x="7245350" y="2413000"/>
          <p14:tracePt t="19450" x="7245350" y="2349500"/>
          <p14:tracePt t="19467" x="7245350" y="2311400"/>
          <p14:tracePt t="19484" x="7251700" y="2266950"/>
          <p14:tracePt t="19500" x="7264400" y="2241550"/>
          <p14:tracePt t="19517" x="7283450" y="2235200"/>
          <p14:tracePt t="19533" x="7283450" y="2222500"/>
          <p14:tracePt t="19550" x="7302500" y="2216150"/>
          <p14:tracePt t="19567" x="7321550" y="2209800"/>
          <p14:tracePt t="19584" x="7346950" y="2190750"/>
          <p14:tracePt t="19600" x="7372350" y="2178050"/>
          <p14:tracePt t="19617" x="7429500" y="2146300"/>
          <p14:tracePt t="19633" x="7461250" y="2139950"/>
          <p14:tracePt t="19650" x="7505700" y="2133600"/>
          <p14:tracePt t="19667" x="7600950" y="2139950"/>
          <p14:tracePt t="19683" x="7677150" y="2152650"/>
          <p14:tracePt t="19700" x="7759700" y="2171700"/>
          <p14:tracePt t="19717" x="7778750" y="2178050"/>
          <p14:tracePt t="19733" x="7886700" y="2209800"/>
          <p14:tracePt t="19750" x="7931150" y="2228850"/>
          <p14:tracePt t="19767" x="8007350" y="2279650"/>
          <p14:tracePt t="19783" x="8026400" y="2317750"/>
          <p14:tracePt t="19800" x="8039100" y="2330450"/>
          <p14:tracePt t="19817" x="8108950" y="2406650"/>
          <p14:tracePt t="19834" x="8140700" y="2451100"/>
          <p14:tracePt t="19850" x="8185150" y="2514600"/>
          <p14:tracePt t="19867" x="8191500" y="2527300"/>
          <p14:tracePt t="19883" x="8197850" y="2546350"/>
          <p14:tracePt t="19900" x="8210550" y="2552700"/>
          <p14:tracePt t="19917" x="8210550" y="2565400"/>
          <p14:tracePt t="19954" x="8210550" y="2571750"/>
          <p14:tracePt t="19986" x="8210550" y="2578100"/>
          <p14:tracePt t="19993" x="8204200" y="2584450"/>
          <p14:tracePt t="20002" x="8191500" y="2603500"/>
          <p14:tracePt t="20017" x="8147050" y="2635250"/>
          <p14:tracePt t="20033" x="7854950" y="2730500"/>
          <p14:tracePt t="20050" x="7772400" y="2736850"/>
          <p14:tracePt t="20067" x="7600950" y="2749550"/>
          <p14:tracePt t="20084" x="6985000" y="2749550"/>
          <p14:tracePt t="20100" x="6565900" y="2705100"/>
          <p14:tracePt t="20117" x="5956300" y="2597150"/>
          <p14:tracePt t="20134" x="5791200" y="2565400"/>
          <p14:tracePt t="20150" x="5473700" y="2520950"/>
          <p14:tracePt t="20167" x="5308600" y="2489200"/>
          <p14:tracePt t="20183" x="5099050" y="2451100"/>
          <p14:tracePt t="20200" x="5003800" y="2438400"/>
          <p14:tracePt t="20217" x="4965700" y="2438400"/>
          <p14:tracePt t="20234" x="4775200" y="2438400"/>
          <p14:tracePt t="20250" x="4699000" y="2438400"/>
          <p14:tracePt t="20267" x="4527550" y="2463800"/>
          <p14:tracePt t="20283" x="4406900" y="2482850"/>
          <p14:tracePt t="20300" x="4349750" y="2482850"/>
          <p14:tracePt t="20317" x="4191000" y="2489200"/>
          <p14:tracePt t="20333" x="4102100" y="2495550"/>
          <p14:tracePt t="20350" x="4019550" y="2495550"/>
          <p14:tracePt t="20367" x="3841750" y="2501900"/>
          <p14:tracePt t="20384" x="3746500" y="2501900"/>
          <p14:tracePt t="20400" x="3670300" y="2501900"/>
          <p14:tracePt t="20417" x="3390900" y="2501900"/>
          <p14:tracePt t="20433" x="3130550" y="2508250"/>
          <p14:tracePt t="20450" x="2851150" y="2520950"/>
          <p14:tracePt t="20467" x="2724150" y="2527300"/>
          <p14:tracePt t="20483" x="2660650" y="2527300"/>
          <p14:tracePt t="20500" x="2495550" y="2527300"/>
          <p14:tracePt t="20517" x="2438400" y="2533650"/>
          <p14:tracePt t="20533" x="2400300" y="2533650"/>
          <p14:tracePt t="20550" x="2349500" y="2533650"/>
          <p14:tracePt t="20567" x="2324100" y="2533650"/>
          <p14:tracePt t="20600" x="2305050" y="2527300"/>
          <p14:tracePt t="20633" x="2286000" y="2527300"/>
          <p14:tracePt t="20650" x="2266950" y="2527300"/>
          <p14:tracePt t="20667" x="2228850" y="2527300"/>
          <p14:tracePt t="20683" x="2203450" y="2533650"/>
          <p14:tracePt t="20700" x="2159000" y="2533650"/>
          <p14:tracePt t="20717" x="2133600" y="2533650"/>
          <p14:tracePt t="20733" x="2120900" y="2546350"/>
          <p14:tracePt t="20750" x="2095500" y="2546350"/>
          <p14:tracePt t="20994" x="2101850" y="2546350"/>
          <p14:tracePt t="21002" x="2108200" y="2546350"/>
          <p14:tracePt t="21010" x="2114550" y="2546350"/>
          <p14:tracePt t="21034" x="2120900" y="2546350"/>
          <p14:tracePt t="21042" x="2127250" y="2546350"/>
          <p14:tracePt t="21050" x="2146300" y="2546350"/>
          <p14:tracePt t="21067" x="2165350" y="2546350"/>
          <p14:tracePt t="21083" x="2222500" y="2546350"/>
          <p14:tracePt t="21100" x="2241550" y="2546350"/>
          <p14:tracePt t="21117" x="2279650" y="2546350"/>
          <p14:tracePt t="21134" x="2336800" y="2552700"/>
          <p14:tracePt t="21150" x="2400300" y="2559050"/>
          <p14:tracePt t="21167" x="2476500" y="2559050"/>
          <p14:tracePt t="21183" x="2546350" y="2559050"/>
          <p14:tracePt t="21200" x="2584450" y="2559050"/>
          <p14:tracePt t="21217" x="2635250" y="2559050"/>
          <p14:tracePt t="21233" x="2749550" y="2559050"/>
          <p14:tracePt t="21250" x="2794000" y="2559050"/>
          <p14:tracePt t="21267" x="2838450" y="2559050"/>
          <p14:tracePt t="21283" x="2889250" y="2559050"/>
          <p14:tracePt t="21300" x="2927350" y="2559050"/>
          <p14:tracePt t="21317" x="2971800" y="2559050"/>
          <p14:tracePt t="21333" x="3022600" y="2559050"/>
          <p14:tracePt t="21350" x="3054350" y="2559050"/>
          <p14:tracePt t="21366" x="3079750" y="2559050"/>
          <p14:tracePt t="21383" x="3098800" y="2559050"/>
          <p14:tracePt t="21400" x="3117850" y="2565400"/>
          <p14:tracePt t="21417" x="3162300" y="2565400"/>
          <p14:tracePt t="21433" x="3232150" y="2578100"/>
          <p14:tracePt t="21450" x="3282950" y="2578100"/>
          <p14:tracePt t="21467" x="3302000" y="2584450"/>
          <p14:tracePt t="21484" x="3371850" y="2590800"/>
          <p14:tracePt t="21500" x="3409950" y="2590800"/>
          <p14:tracePt t="21517" x="3460750" y="2590800"/>
          <p14:tracePt t="21533" x="3530600" y="2597150"/>
          <p14:tracePt t="21536" x="3543300" y="2597150"/>
          <p14:tracePt t="21567" x="3562350" y="2597150"/>
          <p14:tracePt t="21583" x="3638550" y="2616200"/>
          <p14:tracePt t="21600" x="3676650" y="2622550"/>
          <p14:tracePt t="21617" x="3721100" y="2622550"/>
          <p14:tracePt t="21633" x="3829050" y="2622550"/>
          <p14:tracePt t="21650" x="3841750" y="2622550"/>
          <p14:tracePt t="21667" x="3873500" y="2622550"/>
          <p14:tracePt t="21683" x="3905250" y="2622550"/>
          <p14:tracePt t="21700" x="3949700" y="2616200"/>
          <p14:tracePt t="21717" x="3994150" y="2616200"/>
          <p14:tracePt t="21733" x="4051300" y="2616200"/>
          <p14:tracePt t="21750" x="4076700" y="2616200"/>
          <p14:tracePt t="21767" x="4133850" y="2622550"/>
          <p14:tracePt t="21783" x="4152900" y="2628900"/>
          <p14:tracePt t="21800" x="4248150" y="2635250"/>
          <p14:tracePt t="21817" x="4305300" y="2635250"/>
          <p14:tracePt t="21833" x="4337050" y="2635250"/>
          <p14:tracePt t="21850" x="4406900" y="2628900"/>
          <p14:tracePt t="21867" x="4451350" y="2628900"/>
          <p14:tracePt t="21883" x="4476750" y="2628900"/>
          <p14:tracePt t="21900" x="4540250" y="2628900"/>
          <p14:tracePt t="21917" x="4578350" y="2628900"/>
          <p14:tracePt t="21934" x="4591050" y="2628900"/>
          <p14:tracePt t="21950" x="4648200" y="2622550"/>
          <p14:tracePt t="21967" x="4673600" y="2622550"/>
          <p14:tracePt t="21983" x="4692650" y="2622550"/>
          <p14:tracePt t="22000" x="4762500" y="2622550"/>
          <p14:tracePt t="22017" x="4781550" y="2622550"/>
          <p14:tracePt t="22033" x="4832350" y="2622550"/>
          <p14:tracePt t="22050" x="4921250" y="2622550"/>
          <p14:tracePt t="22067" x="4946650" y="2622550"/>
          <p14:tracePt t="22083" x="4984750" y="2622550"/>
          <p14:tracePt t="22100" x="5003800" y="2616200"/>
          <p14:tracePt t="22117" x="5060950" y="2616200"/>
          <p14:tracePt t="22133" x="5124450" y="2616200"/>
          <p14:tracePt t="22150" x="5175250" y="2616200"/>
          <p14:tracePt t="22167" x="5232400" y="2616200"/>
          <p14:tracePt t="22183" x="5270500" y="2609850"/>
          <p14:tracePt t="22200" x="5295900" y="2609850"/>
          <p14:tracePt t="22217" x="5334000" y="2609850"/>
          <p14:tracePt t="22233" x="5416550" y="2609850"/>
          <p14:tracePt t="22250" x="5454650" y="2603500"/>
          <p14:tracePt t="22267" x="5511800" y="2603500"/>
          <p14:tracePt t="22283" x="5530850" y="2603500"/>
          <p14:tracePt t="22300" x="5581650" y="2603500"/>
          <p14:tracePt t="22317" x="5619750" y="2603500"/>
          <p14:tracePt t="22333" x="5715000" y="2603500"/>
          <p14:tracePt t="22350" x="5784850" y="2603500"/>
          <p14:tracePt t="22367" x="5842000" y="2603500"/>
          <p14:tracePt t="22384" x="5880100" y="2603500"/>
          <p14:tracePt t="22400" x="5981700" y="2603500"/>
          <p14:tracePt t="22417" x="6038850" y="2603500"/>
          <p14:tracePt t="22433" x="6184900" y="2603500"/>
          <p14:tracePt t="22450" x="6229350" y="2603500"/>
          <p14:tracePt t="22467" x="6248400" y="2609850"/>
          <p14:tracePt t="22483" x="6305550" y="2609850"/>
          <p14:tracePt t="22500" x="6394450" y="2609850"/>
          <p14:tracePt t="22517" x="6445250" y="2609850"/>
          <p14:tracePt t="22533" x="6483350" y="2609850"/>
          <p14:tracePt t="22537" x="6515100" y="2609850"/>
          <p14:tracePt t="22550" x="6534150" y="2609850"/>
          <p14:tracePt t="22567" x="6572250" y="2609850"/>
          <p14:tracePt t="22583" x="6610350" y="2616200"/>
          <p14:tracePt t="22600" x="6661150" y="2622550"/>
          <p14:tracePt t="22617" x="6718300" y="2628900"/>
          <p14:tracePt t="22634" x="6769100" y="2635250"/>
          <p14:tracePt t="22650" x="6775450" y="2641600"/>
          <p14:tracePt t="22667" x="6838950" y="2647950"/>
          <p14:tracePt t="22683" x="6870700" y="2647950"/>
          <p14:tracePt t="22700" x="6902450" y="2647950"/>
          <p14:tracePt t="22716" x="6965950" y="2654300"/>
          <p14:tracePt t="22733" x="6972300" y="2660650"/>
          <p14:tracePt t="22750" x="7004050" y="2660650"/>
          <p14:tracePt t="22766" x="7035800" y="2667000"/>
          <p14:tracePt t="22783" x="7054850" y="2667000"/>
          <p14:tracePt t="22800" x="7092950" y="2673350"/>
          <p14:tracePt t="22817" x="7105650" y="2679700"/>
          <p14:tracePt t="22833" x="7118350" y="2679700"/>
          <p14:tracePt t="22850" x="7137400" y="2686050"/>
          <p14:tracePt t="22883" x="7156450" y="2686050"/>
          <p14:tracePt t="22917" x="7175500" y="2686050"/>
          <p14:tracePt t="22933" x="7181850" y="2686050"/>
          <p14:tracePt t="22950" x="7200900" y="2686050"/>
          <p14:tracePt t="22967" x="7213600" y="2686050"/>
          <p14:tracePt t="22983" x="7232650" y="2692400"/>
          <p14:tracePt t="23000" x="7270750" y="2692400"/>
          <p14:tracePt t="23017" x="7296150" y="2692400"/>
          <p14:tracePt t="23033" x="7340600" y="2692400"/>
          <p14:tracePt t="23050" x="7366000" y="2692400"/>
          <p14:tracePt t="23067" x="7397750" y="2692400"/>
          <p14:tracePt t="23084" x="7448550" y="2692400"/>
          <p14:tracePt t="23100" x="7486650" y="2692400"/>
          <p14:tracePt t="23117" x="7505700" y="2692400"/>
          <p14:tracePt t="23133" x="7537450" y="2698750"/>
          <p14:tracePt t="23150" x="7543800" y="2698750"/>
          <p14:tracePt t="23167" x="7556500" y="2698750"/>
          <p14:tracePt t="23314" x="7562850" y="2698750"/>
          <p14:tracePt t="23322" x="7569200" y="2698750"/>
          <p14:tracePt t="23333" x="7575550" y="2698750"/>
          <p14:tracePt t="23350" x="7607300" y="2698750"/>
          <p14:tracePt t="23367" x="7677150" y="2698750"/>
          <p14:tracePt t="23383" x="7785100" y="2679700"/>
          <p14:tracePt t="23400" x="7886700" y="2667000"/>
          <p14:tracePt t="23417" x="8032750" y="2647950"/>
          <p14:tracePt t="23433" x="8343900" y="2647950"/>
          <p14:tracePt t="23450" x="8439150" y="2654300"/>
          <p14:tracePt t="23466" x="8502650" y="2660650"/>
          <p14:tracePt t="23483" x="8540750" y="2673350"/>
          <p14:tracePt t="23500" x="8553450" y="2673350"/>
          <p14:tracePt t="24026" x="8559800" y="2679700"/>
          <p14:tracePt t="24066" x="8566150" y="2686050"/>
          <p14:tracePt t="24090" x="8566150" y="2692400"/>
          <p14:tracePt t="26066" x="8566150" y="2679700"/>
          <p14:tracePt t="26074" x="8553450" y="2679700"/>
          <p14:tracePt t="26083" x="8553450" y="2673350"/>
          <p14:tracePt t="26100" x="8553450" y="2667000"/>
          <p14:tracePt t="26116" x="8540750" y="2660650"/>
          <p14:tracePt t="26134" x="8515350" y="2628900"/>
          <p14:tracePt t="26150" x="8305800" y="2514600"/>
          <p14:tracePt t="26167" x="7950200" y="2368550"/>
          <p14:tracePt t="26183" x="7632700" y="2254250"/>
          <p14:tracePt t="26200" x="6254750" y="1911350"/>
          <p14:tracePt t="26217" x="5105400" y="1752600"/>
          <p14:tracePt t="26233" x="2698750" y="1403350"/>
          <p14:tracePt t="26250" x="1581150" y="1263650"/>
          <p14:tracePt t="26267" x="1060450" y="1181100"/>
          <p14:tracePt t="30450" x="190500" y="2032000"/>
          <p14:tracePt t="30467" x="279400" y="2133600"/>
          <p14:tracePt t="30483" x="419100" y="2292350"/>
          <p14:tracePt t="30500" x="520700" y="2349500"/>
          <p14:tracePt t="30517" x="552450" y="2368550"/>
          <p14:tracePt t="30533" x="622300" y="2438400"/>
          <p14:tracePt t="30550" x="730250" y="2533650"/>
          <p14:tracePt t="30567" x="800100" y="2578100"/>
          <p14:tracePt t="30583" x="882650" y="2628900"/>
          <p14:tracePt t="30600" x="990600" y="2692400"/>
          <p14:tracePt t="30617" x="1028700" y="2711450"/>
          <p14:tracePt t="30633" x="1200150" y="2800350"/>
          <p14:tracePt t="30650" x="1314450" y="2857500"/>
          <p14:tracePt t="30667" x="1498600" y="2921000"/>
          <p14:tracePt t="30683" x="1625600" y="2971800"/>
          <p14:tracePt t="30700" x="1708150" y="2997200"/>
          <p14:tracePt t="30717" x="1962150" y="3079750"/>
          <p14:tracePt t="30733" x="2114550" y="3130550"/>
          <p14:tracePt t="30750" x="2228850" y="3149600"/>
          <p14:tracePt t="30767" x="2400300" y="3187700"/>
          <p14:tracePt t="30783" x="2444750" y="3200400"/>
          <p14:tracePt t="30800" x="2527300" y="3232150"/>
          <p14:tracePt t="30817" x="2622550" y="3263900"/>
          <p14:tracePt t="30833" x="2724150" y="3282950"/>
          <p14:tracePt t="30850" x="2768600" y="3295650"/>
          <p14:tracePt t="30867" x="2851150" y="3314700"/>
          <p14:tracePt t="30883" x="2889250" y="3333750"/>
          <p14:tracePt t="30900" x="2940050" y="3346450"/>
          <p14:tracePt t="30917" x="2984500" y="3365500"/>
          <p14:tracePt t="30933" x="3009900" y="3371850"/>
          <p14:tracePt t="30950" x="3028950" y="3384550"/>
          <p14:tracePt t="30966" x="3028950" y="3390900"/>
          <p14:tracePt t="30983" x="3041650" y="3390900"/>
          <p14:tracePt t="31000" x="3048000" y="3409950"/>
          <p14:tracePt t="31017" x="3054350" y="3409950"/>
          <p14:tracePt t="31043" x="3054350" y="3416300"/>
          <p14:tracePt t="31050" x="3060700" y="3416300"/>
          <p14:tracePt t="31066" x="3060700" y="3422650"/>
          <p14:tracePt t="31098" x="3060700" y="3429000"/>
          <p14:tracePt t="31106" x="3060700" y="3435350"/>
          <p14:tracePt t="31138" x="3060700" y="3441700"/>
          <p14:tracePt t="31154" x="3067050" y="3441700"/>
          <p14:tracePt t="31161" x="3073400" y="3454400"/>
          <p14:tracePt t="31170" x="3073400" y="3460750"/>
          <p14:tracePt t="31183" x="3079750" y="3467100"/>
          <p14:tracePt t="31200" x="3092450" y="3486150"/>
          <p14:tracePt t="31217" x="3111500" y="3543300"/>
          <p14:tracePt t="31233" x="3130550" y="3575050"/>
          <p14:tracePt t="31250" x="3181350" y="3632200"/>
          <p14:tracePt t="31267" x="3187700" y="3657600"/>
          <p14:tracePt t="31283" x="3200400" y="3689350"/>
          <p14:tracePt t="31300" x="3213100" y="3702050"/>
          <p14:tracePt t="31317" x="3213100" y="3708400"/>
          <p14:tracePt t="31333" x="3225800" y="3714750"/>
          <p14:tracePt t="31350" x="3225800" y="3721100"/>
          <p14:tracePt t="31383" x="3225800" y="3727450"/>
          <p14:tracePt t="31400" x="3225800" y="3733800"/>
          <p14:tracePt t="31417" x="3225800" y="3746500"/>
          <p14:tracePt t="31433" x="3225800" y="3778250"/>
          <p14:tracePt t="31450" x="3219450" y="3790950"/>
          <p14:tracePt t="31467" x="3213100" y="3816350"/>
          <p14:tracePt t="31483" x="3187700" y="3829050"/>
          <p14:tracePt t="31500" x="3187700" y="3841750"/>
          <p14:tracePt t="31517" x="3162300" y="3867150"/>
          <p14:tracePt t="31533" x="3124200" y="3898900"/>
          <p14:tracePt t="31550" x="3022600" y="3949700"/>
          <p14:tracePt t="31567" x="2984500" y="3962400"/>
          <p14:tracePt t="31583" x="2965450" y="3981450"/>
          <p14:tracePt t="31600" x="2908300" y="4000500"/>
          <p14:tracePt t="31617" x="2876550" y="4000500"/>
          <p14:tracePt t="31633" x="2857500" y="4006850"/>
          <p14:tracePt t="31658" x="2851150" y="4006850"/>
          <p14:tracePt t="31666" x="2844800" y="4006850"/>
          <p14:tracePt t="31683" x="2844800" y="4013200"/>
          <p14:tracePt t="31722" x="2838450" y="4013200"/>
          <p14:tracePt t="31866" x="2851150" y="4019550"/>
          <p14:tracePt t="31881" x="2863850" y="4025900"/>
          <p14:tracePt t="31898" x="2876550" y="4025900"/>
          <p14:tracePt t="31922" x="2882900" y="4025900"/>
          <p14:tracePt t="31930" x="2895600" y="4032250"/>
          <p14:tracePt t="31945" x="2901950" y="4032250"/>
          <p14:tracePt t="31954" x="2908300" y="4038600"/>
          <p14:tracePt t="32186" x="2901950" y="4044950"/>
          <p14:tracePt t="32202" x="2889250" y="4051300"/>
          <p14:tracePt t="32210" x="2882900" y="4051300"/>
          <p14:tracePt t="32233" x="2870200" y="4057650"/>
          <p14:tracePt t="32242" x="2863850" y="4064000"/>
          <p14:tracePt t="32250" x="2857500" y="4064000"/>
          <p14:tracePt t="32266" x="2844800" y="4064000"/>
          <p14:tracePt t="32283" x="2832100" y="4076700"/>
          <p14:tracePt t="32300" x="2825750" y="4076700"/>
          <p14:tracePt t="32316" x="2813050" y="4076700"/>
          <p14:tracePt t="32333" x="2813050" y="4083050"/>
          <p14:tracePt t="32350" x="2806700" y="4083050"/>
          <p14:tracePt t="32367" x="2800350" y="4095750"/>
          <p14:tracePt t="32393" x="2794000" y="4095750"/>
          <p14:tracePt t="32426" x="2781300" y="4102100"/>
          <p14:tracePt t="32466" x="2774950" y="4102100"/>
          <p14:tracePt t="32513" x="2774950" y="4108450"/>
          <p14:tracePt t="32538" x="2768600" y="4108450"/>
          <p14:tracePt t="32562" x="2755900" y="4108450"/>
          <p14:tracePt t="32586" x="2749550" y="4114800"/>
          <p14:tracePt t="32610" x="2743200" y="4121150"/>
          <p14:tracePt t="32618" x="2736850" y="4121150"/>
          <p14:tracePt t="32626" x="2724150" y="4127500"/>
          <p14:tracePt t="32634" x="2717800" y="4127500"/>
          <p14:tracePt t="32650" x="2717800" y="4133850"/>
          <p14:tracePt t="32738" x="2705100" y="4140200"/>
          <p14:tracePt t="32762" x="2705100" y="4146550"/>
          <p14:tracePt t="32802" x="2698750" y="4146550"/>
          <p14:tracePt t="32866" x="2698750" y="4152900"/>
          <p14:tracePt t="32889" x="2698750" y="4159250"/>
          <p14:tracePt t="32913" x="2698750" y="4165600"/>
          <p14:tracePt t="32937" x="2705100" y="4165600"/>
          <p14:tracePt t="32961" x="2705100" y="4171950"/>
          <p14:tracePt t="33043" x="2705100" y="4165600"/>
          <p14:tracePt t="33105" x="2698750" y="4165600"/>
          <p14:tracePt t="33129" x="2667000" y="4165600"/>
          <p14:tracePt t="33138" x="2660650" y="4165600"/>
          <p14:tracePt t="33145" x="2641600" y="4165600"/>
          <p14:tracePt t="33154" x="2628900" y="4165600"/>
          <p14:tracePt t="33166" x="2622550" y="4165600"/>
          <p14:tracePt t="33183" x="2590800" y="4171950"/>
          <p14:tracePt t="33200" x="2578100" y="4171950"/>
          <p14:tracePt t="33217" x="2571750" y="4178300"/>
          <p14:tracePt t="33233" x="2552700" y="4191000"/>
          <p14:tracePt t="33266" x="2540000" y="4197350"/>
          <p14:tracePt t="33283" x="2533650" y="4197350"/>
          <p14:tracePt t="33314" x="2527300" y="4203700"/>
          <p14:tracePt t="33329" x="2520950" y="4210050"/>
          <p14:tracePt t="33354" x="2514600" y="4210050"/>
          <p14:tracePt t="33370" x="2508250" y="4216400"/>
          <p14:tracePt t="33393" x="2495550" y="4216400"/>
          <p14:tracePt t="33417" x="2476500" y="4222750"/>
          <p14:tracePt t="33441" x="2470150" y="4222750"/>
          <p14:tracePt t="33449" x="2451100" y="4222750"/>
          <p14:tracePt t="33458" x="2425700" y="4235450"/>
          <p14:tracePt t="33466" x="2419350" y="4235450"/>
          <p14:tracePt t="33483" x="2362200" y="4235450"/>
          <p14:tracePt t="33500" x="2349500" y="4235450"/>
          <p14:tracePt t="33517" x="2305050" y="4235450"/>
          <p14:tracePt t="33533" x="2216150" y="4222750"/>
          <p14:tracePt t="33537" x="2197100" y="4216400"/>
          <p14:tracePt t="33550" x="2171700" y="4216400"/>
          <p14:tracePt t="33567" x="2120900" y="4210050"/>
          <p14:tracePt t="33583" x="2012950" y="4184650"/>
          <p14:tracePt t="33600" x="1974850" y="4184650"/>
          <p14:tracePt t="33617" x="1949450" y="4171950"/>
          <p14:tracePt t="33633" x="1892300" y="4159250"/>
          <p14:tracePt t="33650" x="1879600" y="4146550"/>
          <p14:tracePt t="33667" x="1860550" y="4133850"/>
          <p14:tracePt t="33683" x="1860550" y="4127500"/>
          <p14:tracePt t="33700" x="1847850" y="4108450"/>
          <p14:tracePt t="33717" x="1822450" y="4076700"/>
          <p14:tracePt t="33733" x="1809750" y="4038600"/>
          <p14:tracePt t="33750" x="1784350" y="3994150"/>
          <p14:tracePt t="33767" x="1771650" y="3981450"/>
          <p14:tracePt t="33783" x="1765300" y="3956050"/>
          <p14:tracePt t="33800" x="1739900" y="3917950"/>
          <p14:tracePt t="33817" x="1733550" y="3892550"/>
          <p14:tracePt t="33833" x="1727200" y="3854450"/>
          <p14:tracePt t="33850" x="1727200" y="3822700"/>
          <p14:tracePt t="33867" x="1720850" y="3797300"/>
          <p14:tracePt t="33883" x="1720850" y="3759200"/>
          <p14:tracePt t="33900" x="1714500" y="3727450"/>
          <p14:tracePt t="33917" x="1714500" y="3702050"/>
          <p14:tracePt t="33933" x="1720850" y="3676650"/>
          <p14:tracePt t="33950" x="1727200" y="3657600"/>
          <p14:tracePt t="33967" x="1758950" y="3613150"/>
          <p14:tracePt t="33983" x="1765300" y="3581400"/>
          <p14:tracePt t="34000" x="1797050" y="3517900"/>
          <p14:tracePt t="34017" x="1816100" y="3492500"/>
          <p14:tracePt t="34033" x="1841500" y="3467100"/>
          <p14:tracePt t="34050" x="1885950" y="3422650"/>
          <p14:tracePt t="34067" x="1911350" y="3390900"/>
          <p14:tracePt t="34083" x="1943100" y="3378200"/>
          <p14:tracePt t="34100" x="1974850" y="3359150"/>
          <p14:tracePt t="34117" x="1981200" y="3352800"/>
          <p14:tracePt t="34133" x="2000250" y="3352800"/>
          <p14:tracePt t="34150" x="2006600" y="3352800"/>
          <p14:tracePt t="34167" x="2025650" y="3352800"/>
          <p14:tracePt t="34183" x="2044700" y="3352800"/>
          <p14:tracePt t="34200" x="2057400" y="3359150"/>
          <p14:tracePt t="34217" x="2076450" y="3359150"/>
          <p14:tracePt t="34233" x="2101850" y="3384550"/>
          <p14:tracePt t="34250" x="2114550" y="3397250"/>
          <p14:tracePt t="34267" x="2139950" y="3403600"/>
          <p14:tracePt t="34283" x="2159000" y="3422650"/>
          <p14:tracePt t="34300" x="2171700" y="3435350"/>
          <p14:tracePt t="34317" x="2178050" y="3448050"/>
          <p14:tracePt t="34333" x="2190750" y="3460750"/>
          <p14:tracePt t="34350" x="2203450" y="3486150"/>
          <p14:tracePt t="34367" x="2209800" y="3505200"/>
          <p14:tracePt t="34383" x="2235200" y="3562350"/>
          <p14:tracePt t="34400" x="2247900" y="3581400"/>
          <p14:tracePt t="34417" x="2254250" y="3606800"/>
          <p14:tracePt t="34433" x="2279650" y="3657600"/>
          <p14:tracePt t="34450" x="2292350" y="3676650"/>
          <p14:tracePt t="34467" x="2305050" y="3708400"/>
          <p14:tracePt t="34483" x="2305050" y="3714750"/>
          <p14:tracePt t="34500" x="2305050" y="3721100"/>
          <p14:tracePt t="34517" x="2311400" y="3740150"/>
          <p14:tracePt t="34533" x="2317750" y="3771900"/>
          <p14:tracePt t="34550" x="2317750" y="3784600"/>
          <p14:tracePt t="34567" x="2317750" y="3803650"/>
          <p14:tracePt t="34583" x="2317750" y="3816350"/>
          <p14:tracePt t="34600" x="2330450" y="3835400"/>
          <p14:tracePt t="34617" x="2330450" y="3841750"/>
          <p14:tracePt t="34633" x="2336800" y="3854450"/>
          <p14:tracePt t="34650" x="2355850" y="3873500"/>
          <p14:tracePt t="34667" x="2374900" y="3886200"/>
          <p14:tracePt t="34683" x="2393950" y="3898900"/>
          <p14:tracePt t="34700" x="2470150" y="3937000"/>
          <p14:tracePt t="34717" x="2520950" y="3956050"/>
          <p14:tracePt t="34733" x="2571750" y="3975100"/>
          <p14:tracePt t="34750" x="2717800" y="4006850"/>
          <p14:tracePt t="34767" x="2794000" y="4025900"/>
          <p14:tracePt t="34783" x="2889250" y="4038600"/>
          <p14:tracePt t="34800" x="3073400" y="4076700"/>
          <p14:tracePt t="34817" x="3149600" y="4083050"/>
          <p14:tracePt t="34833" x="3359150" y="4114800"/>
          <p14:tracePt t="34850" x="3917950" y="4197350"/>
          <p14:tracePt t="34867" x="4413250" y="4260850"/>
          <p14:tracePt t="34883" x="5054600" y="4362450"/>
          <p14:tracePt t="34900" x="5949950" y="4483100"/>
          <p14:tracePt t="34917" x="6800850" y="4559300"/>
          <p14:tracePt t="34934" x="7708900" y="4641850"/>
          <p14:tracePt t="34950" x="8870950" y="4654550"/>
          <p14:tracePt t="35546" x="9131300" y="4203700"/>
          <p14:tracePt t="35554" x="9112250" y="4197350"/>
          <p14:tracePt t="35561" x="9099550" y="4184650"/>
          <p14:tracePt t="35570" x="9055100" y="4152900"/>
          <p14:tracePt t="35583" x="9023350" y="4146550"/>
          <p14:tracePt t="35600" x="8997950" y="4127500"/>
          <p14:tracePt t="35616" x="8959850" y="4114800"/>
          <p14:tracePt t="35633" x="8858250" y="4044950"/>
          <p14:tracePt t="35650" x="8820150" y="4025900"/>
          <p14:tracePt t="35667" x="8712200" y="3956050"/>
          <p14:tracePt t="35683" x="8680450" y="3924300"/>
          <p14:tracePt t="35700" x="8648700" y="3905250"/>
          <p14:tracePt t="35717" x="8585200" y="3848100"/>
          <p14:tracePt t="35733" x="8559800" y="3829050"/>
          <p14:tracePt t="35750" x="8489950" y="3771900"/>
          <p14:tracePt t="35766" x="8458200" y="3740150"/>
          <p14:tracePt t="35783" x="8432800" y="3727450"/>
          <p14:tracePt t="35800" x="8369300" y="3695700"/>
          <p14:tracePt t="35817" x="8343900" y="3676650"/>
          <p14:tracePt t="35833" x="8312150" y="3651250"/>
          <p14:tracePt t="35850" x="8299450" y="3638550"/>
          <p14:tracePt t="35867" x="8293100" y="3638550"/>
          <p14:tracePt t="35883" x="8242300" y="3606800"/>
          <p14:tracePt t="35900" x="8223250" y="3606800"/>
          <p14:tracePt t="35917" x="8159750" y="3587750"/>
          <p14:tracePt t="35933" x="8064500" y="3568700"/>
          <p14:tracePt t="35950" x="8032750" y="3562350"/>
          <p14:tracePt t="35983" x="7981950" y="3556000"/>
          <p14:tracePt t="36000" x="7905750" y="3549650"/>
          <p14:tracePt t="36017" x="7880350" y="3536950"/>
          <p14:tracePt t="36033" x="7835900" y="3505200"/>
          <p14:tracePt t="36057" x="7823200" y="3498850"/>
          <p14:tracePt t="36066" x="7797800" y="3498850"/>
          <p14:tracePt t="36083" x="7785100" y="3492500"/>
          <p14:tracePt t="36100" x="7766050" y="3492500"/>
          <p14:tracePt t="36116" x="7740650" y="3505200"/>
          <p14:tracePt t="36133" x="7727950" y="3511550"/>
          <p14:tracePt t="36149" x="7702550" y="3530600"/>
          <p14:tracePt t="36167" x="7639050" y="3562350"/>
          <p14:tracePt t="36183" x="7620000" y="3575050"/>
          <p14:tracePt t="36200" x="7575550" y="3600450"/>
          <p14:tracePt t="36217" x="7562850" y="3606800"/>
          <p14:tracePt t="36233" x="7518400" y="3644900"/>
          <p14:tracePt t="36250" x="7505700" y="3663950"/>
          <p14:tracePt t="36267" x="7505700" y="3695700"/>
          <p14:tracePt t="36283" x="7512050" y="3721100"/>
          <p14:tracePt t="36300" x="7505700" y="3752850"/>
          <p14:tracePt t="36316" x="7499350" y="3790950"/>
          <p14:tracePt t="36333" x="7499350" y="3835400"/>
          <p14:tracePt t="36350" x="7505700" y="3879850"/>
          <p14:tracePt t="36367" x="7518400" y="3911600"/>
          <p14:tracePt t="36383" x="7550150" y="3949700"/>
          <p14:tracePt t="36400" x="7613650" y="3994150"/>
          <p14:tracePt t="36417" x="7670800" y="4019550"/>
          <p14:tracePt t="36433" x="7848600" y="4057650"/>
          <p14:tracePt t="36450" x="7905750" y="4064000"/>
          <p14:tracePt t="36467" x="7937500" y="4064000"/>
          <p14:tracePt t="36483" x="8108950" y="4025900"/>
          <p14:tracePt t="36500" x="8178800" y="3987800"/>
          <p14:tracePt t="36516" x="8274050" y="3937000"/>
          <p14:tracePt t="36533" x="8350250" y="3860800"/>
          <p14:tracePt t="36550" x="8369300" y="3829050"/>
          <p14:tracePt t="36566" x="8394700" y="3797300"/>
          <p14:tracePt t="36583" x="8413750" y="3733800"/>
          <p14:tracePt t="36599" x="8413750" y="3714750"/>
          <p14:tracePt t="36617" x="8413750" y="3676650"/>
          <p14:tracePt t="36633" x="8407400" y="3632200"/>
          <p14:tracePt t="36650" x="8382000" y="3581400"/>
          <p14:tracePt t="36667" x="8267700" y="3505200"/>
          <p14:tracePt t="36683" x="8191500" y="3460750"/>
          <p14:tracePt t="36700" x="8083550" y="3429000"/>
          <p14:tracePt t="36717" x="7956550" y="3397250"/>
          <p14:tracePt t="36733" x="7931150" y="3390900"/>
          <p14:tracePt t="36750" x="7854950" y="3390900"/>
          <p14:tracePt t="36767" x="7759700" y="3403600"/>
          <p14:tracePt t="36783" x="7702550" y="3422650"/>
          <p14:tracePt t="36800" x="7664450" y="3448050"/>
          <p14:tracePt t="36817" x="7620000" y="3486150"/>
          <p14:tracePt t="36833" x="7588250" y="3505200"/>
          <p14:tracePt t="36850" x="7556500" y="3543300"/>
          <p14:tracePt t="36867" x="7537450" y="3556000"/>
          <p14:tracePt t="36883" x="7512050" y="3575050"/>
          <p14:tracePt t="36900" x="7499350" y="3587750"/>
          <p14:tracePt t="36917" x="7480300" y="3606800"/>
          <p14:tracePt t="36933" x="7454900" y="3638550"/>
          <p14:tracePt t="36950" x="7448550" y="3663950"/>
          <p14:tracePt t="36967" x="7435850" y="3683000"/>
          <p14:tracePt t="36983" x="7423150" y="3740150"/>
          <p14:tracePt t="37000" x="7410450" y="3784600"/>
          <p14:tracePt t="37017" x="7391400" y="3841750"/>
          <p14:tracePt t="37033" x="7454900" y="3956050"/>
          <p14:tracePt t="37050" x="7512050" y="3994150"/>
          <p14:tracePt t="37066" x="7556500" y="4057650"/>
          <p14:tracePt t="37083" x="7620000" y="4102100"/>
          <p14:tracePt t="37100" x="7721600" y="4133850"/>
          <p14:tracePt t="37117" x="7835900" y="4152900"/>
          <p14:tracePt t="37133" x="7912100" y="4146550"/>
          <p14:tracePt t="37150" x="7956550" y="4133850"/>
          <p14:tracePt t="37167" x="8026400" y="4083050"/>
          <p14:tracePt t="37183" x="8064500" y="4057650"/>
          <p14:tracePt t="37200" x="8121650" y="4000500"/>
          <p14:tracePt t="37217" x="8178800" y="3911600"/>
          <p14:tracePt t="37233" x="8197850" y="3867150"/>
          <p14:tracePt t="37250" x="8223250" y="3803650"/>
          <p14:tracePt t="37267" x="8223250" y="3727450"/>
          <p14:tracePt t="37283" x="8223250" y="3689350"/>
          <p14:tracePt t="37300" x="8197850" y="3632200"/>
          <p14:tracePt t="37317" x="8166100" y="3594100"/>
          <p14:tracePt t="37333" x="8108950" y="3530600"/>
          <p14:tracePt t="37350" x="8026400" y="3486150"/>
          <p14:tracePt t="37367" x="7810500" y="3435350"/>
          <p14:tracePt t="37383" x="7702550" y="3441700"/>
          <p14:tracePt t="37400" x="7645400" y="3454400"/>
          <p14:tracePt t="37417" x="7518400" y="3505200"/>
          <p14:tracePt t="37433" x="7410450" y="3587750"/>
          <p14:tracePt t="37450" x="7353300" y="3657600"/>
          <p14:tracePt t="37467" x="7327900" y="3689350"/>
          <p14:tracePt t="37483" x="7296150" y="3733800"/>
          <p14:tracePt t="37500" x="7296150" y="3752850"/>
          <p14:tracePt t="37516" x="7270750" y="3778250"/>
          <p14:tracePt t="37533" x="7270750" y="3803650"/>
          <p14:tracePt t="37550" x="7277100" y="3803650"/>
          <p14:tracePt t="37570" x="7296150" y="3803650"/>
          <p14:tracePt t="37583" x="7289800" y="3803650"/>
          <p14:tracePt t="37690" x="7283450" y="3803650"/>
          <p14:tracePt t="37713" x="7277100" y="3797300"/>
          <p14:tracePt t="37722" x="7277100" y="3790950"/>
          <p14:tracePt t="37738" x="7245350" y="3778250"/>
          <p14:tracePt t="37746" x="7232650" y="3765550"/>
          <p14:tracePt t="37754" x="7194550" y="3746500"/>
          <p14:tracePt t="37766" x="7181850" y="3740150"/>
          <p14:tracePt t="37783" x="7137400" y="3721100"/>
          <p14:tracePt t="37800" x="7118350" y="3714750"/>
          <p14:tracePt t="37816" x="7105650" y="3714750"/>
          <p14:tracePt t="37833" x="7092950" y="3708400"/>
          <p14:tracePt t="37850" x="7073900" y="3708400"/>
          <p14:tracePt t="37866" x="7054850" y="3702050"/>
          <p14:tracePt t="37883" x="7042150" y="3702050"/>
          <p14:tracePt t="37900" x="6997700" y="3702050"/>
          <p14:tracePt t="37916" x="6877050" y="3676650"/>
          <p14:tracePt t="37933" x="6743700" y="3663950"/>
          <p14:tracePt t="37950" x="6337300" y="3613150"/>
          <p14:tracePt t="37967" x="6178550" y="3606800"/>
          <p14:tracePt t="37983" x="5835650" y="3568700"/>
          <p14:tracePt t="38000" x="5429250" y="3536950"/>
          <p14:tracePt t="38017" x="4641850" y="3536950"/>
          <p14:tracePt t="38033" x="4076700" y="3549650"/>
          <p14:tracePt t="38050" x="3898900" y="3568700"/>
          <p14:tracePt t="38067" x="3346450" y="3663950"/>
          <p14:tracePt t="38083" x="3136900" y="3721100"/>
          <p14:tracePt t="38100" x="2901950" y="3797300"/>
          <p14:tracePt t="38117" x="2794000" y="3835400"/>
          <p14:tracePt t="38134" x="2755900" y="3848100"/>
          <p14:tracePt t="38150" x="2609850" y="3898900"/>
          <p14:tracePt t="38167" x="2501900" y="3924300"/>
          <p14:tracePt t="38183" x="2317750" y="3962400"/>
          <p14:tracePt t="38200" x="2222500" y="3975100"/>
          <p14:tracePt t="38217" x="2159000" y="3987800"/>
          <p14:tracePt t="38233" x="1993900" y="4019550"/>
          <p14:tracePt t="38250" x="1765300" y="4070350"/>
          <p14:tracePt t="38267" x="1644650" y="4114800"/>
          <p14:tracePt t="38283" x="1612900" y="4121150"/>
          <p14:tracePt t="38300" x="1466850" y="4184650"/>
          <p14:tracePt t="38316" x="1397000" y="4229100"/>
          <p14:tracePt t="38333" x="1358900" y="4248150"/>
          <p14:tracePt t="38350" x="1327150" y="4273550"/>
          <p14:tracePt t="38366" x="1301750" y="4279900"/>
          <p14:tracePt t="38383" x="1270000" y="4305300"/>
          <p14:tracePt t="38400" x="1263650" y="4324350"/>
          <p14:tracePt t="38442" x="1257300" y="4330700"/>
          <p14:tracePt t="38465" x="1250950" y="4330700"/>
          <p14:tracePt t="38545" x="1257300" y="4330700"/>
          <p14:tracePt t="38561" x="1263650" y="4337050"/>
          <p14:tracePt t="38570" x="1270000" y="4337050"/>
          <p14:tracePt t="38577" x="1301750" y="4330700"/>
          <p14:tracePt t="38586" x="1339850" y="4330700"/>
          <p14:tracePt t="38600" x="1409700" y="4311650"/>
          <p14:tracePt t="38617" x="1651000" y="4267200"/>
          <p14:tracePt t="38633" x="1790700" y="4222750"/>
          <p14:tracePt t="38650" x="1974850" y="4178300"/>
          <p14:tracePt t="38666" x="2184400" y="4108450"/>
          <p14:tracePt t="38683" x="2254250" y="4083050"/>
          <p14:tracePt t="38700" x="2305050" y="4070350"/>
          <p14:tracePt t="38716" x="2311400" y="4070350"/>
          <p14:tracePt t="38733" x="2324100" y="4070350"/>
          <p14:tracePt t="38750" x="2324100" y="4064000"/>
          <p14:tracePt t="38786" x="2330450" y="4057650"/>
          <p14:tracePt t="38818" x="2343150" y="4051300"/>
          <p14:tracePt t="38826" x="2355850" y="4051300"/>
          <p14:tracePt t="38841" x="2362200" y="4044950"/>
          <p14:tracePt t="38850" x="2368550" y="4038600"/>
          <p14:tracePt t="38866" x="2508250" y="4006850"/>
          <p14:tracePt t="38883" x="2616200" y="3981450"/>
          <p14:tracePt t="38900" x="2717800" y="3956050"/>
          <p14:tracePt t="38917" x="2844800" y="3930650"/>
          <p14:tracePt t="38933" x="2851150" y="3924300"/>
          <p14:tracePt t="39018" x="2844800" y="3924300"/>
          <p14:tracePt t="39043" x="2832100" y="3924300"/>
          <p14:tracePt t="39066" x="2825750" y="3924300"/>
          <p14:tracePt t="39081" x="2813050" y="3924300"/>
          <p14:tracePt t="39097" x="2806700" y="3930650"/>
          <p14:tracePt t="39105" x="2800350" y="3930650"/>
          <p14:tracePt t="39116" x="2787650" y="3930650"/>
          <p14:tracePt t="39137" x="2781300" y="3937000"/>
          <p14:tracePt t="39154" x="2774950" y="3949700"/>
          <p14:tracePt t="39166" x="2762250" y="3949700"/>
          <p14:tracePt t="39183" x="2755900" y="3949700"/>
          <p14:tracePt t="39200" x="2736850" y="3949700"/>
          <p14:tracePt t="39217" x="2724150" y="3956050"/>
          <p14:tracePt t="39233" x="2679700" y="3962400"/>
          <p14:tracePt t="39250" x="2654300" y="3962400"/>
          <p14:tracePt t="39267" x="2597150" y="3962400"/>
          <p14:tracePt t="39283" x="2565400" y="3968750"/>
          <p14:tracePt t="39300" x="2540000" y="3975100"/>
          <p14:tracePt t="39317" x="2451100" y="3975100"/>
          <p14:tracePt t="39333" x="2419350" y="3975100"/>
          <p14:tracePt t="39350" x="2406650" y="3975100"/>
          <p14:tracePt t="39367" x="2368550" y="3975100"/>
          <p14:tracePt t="39383" x="2286000" y="3962400"/>
          <p14:tracePt t="39400" x="2241550" y="3956050"/>
          <p14:tracePt t="39417" x="2209800" y="3943350"/>
          <p14:tracePt t="39433" x="2127250" y="3937000"/>
          <p14:tracePt t="39450" x="2082800" y="3917950"/>
          <p14:tracePt t="39467" x="2038350" y="3886200"/>
          <p14:tracePt t="39483" x="1987550" y="3867150"/>
          <p14:tracePt t="39500" x="1962150" y="3848100"/>
          <p14:tracePt t="39517" x="1930400" y="3829050"/>
          <p14:tracePt t="39533" x="1911350" y="3810000"/>
          <p14:tracePt t="39550" x="1866900" y="3784600"/>
          <p14:tracePt t="39567" x="1847850" y="3765550"/>
          <p14:tracePt t="39583" x="1841500" y="3759200"/>
          <p14:tracePt t="39600" x="1809750" y="3714750"/>
          <p14:tracePt t="39633" x="1803400" y="3676650"/>
          <p14:tracePt t="39650" x="1803400" y="3651250"/>
          <p14:tracePt t="39666" x="1803400" y="3625850"/>
          <p14:tracePt t="39683" x="1778000" y="3587750"/>
          <p14:tracePt t="39700" x="1758950" y="3581400"/>
          <p14:tracePt t="39716" x="1746250" y="3568700"/>
          <p14:tracePt t="39733" x="1746250" y="3543300"/>
          <p14:tracePt t="39749" x="1758950" y="3511550"/>
          <p14:tracePt t="39767" x="1771650" y="3492500"/>
          <p14:tracePt t="39783" x="1790700" y="3460750"/>
          <p14:tracePt t="39800" x="1803400" y="3454400"/>
          <p14:tracePt t="39817" x="1809750" y="3435350"/>
          <p14:tracePt t="39833" x="1866900" y="3403600"/>
          <p14:tracePt t="39850" x="1892300" y="3384550"/>
          <p14:tracePt t="39867" x="1930400" y="3365500"/>
          <p14:tracePt t="39883" x="1943100" y="3352800"/>
          <p14:tracePt t="39900" x="1981200" y="3340100"/>
          <p14:tracePt t="39917" x="2006600" y="3327400"/>
          <p14:tracePt t="39933" x="2044700" y="3327400"/>
          <p14:tracePt t="39950" x="2063750" y="3321050"/>
          <p14:tracePt t="39967" x="2089150" y="3321050"/>
          <p14:tracePt t="39983" x="2108200" y="3321050"/>
          <p14:tracePt t="40000" x="2133600" y="3321050"/>
          <p14:tracePt t="40017" x="2146300" y="3321050"/>
          <p14:tracePt t="40033" x="2178050" y="3327400"/>
          <p14:tracePt t="40050" x="2184400" y="3333750"/>
          <p14:tracePt t="40067" x="2197100" y="3333750"/>
          <p14:tracePt t="40083" x="2209800" y="3340100"/>
          <p14:tracePt t="40100" x="2222500" y="3346450"/>
          <p14:tracePt t="40117" x="2247900" y="3352800"/>
          <p14:tracePt t="40133" x="2260600" y="3359150"/>
          <p14:tracePt t="40150" x="2273300" y="3359150"/>
          <p14:tracePt t="40167" x="2286000" y="3371850"/>
          <p14:tracePt t="40183" x="2292350" y="3371850"/>
          <p14:tracePt t="40200" x="2305050" y="3378200"/>
          <p14:tracePt t="40217" x="2311400" y="3384550"/>
          <p14:tracePt t="40233" x="2324100" y="3390900"/>
          <p14:tracePt t="40250" x="2324100" y="3409950"/>
          <p14:tracePt t="40267" x="2336800" y="3416300"/>
          <p14:tracePt t="40283" x="2349500" y="3448050"/>
          <p14:tracePt t="40300" x="2349500" y="3454400"/>
          <p14:tracePt t="40316" x="2349500" y="3467100"/>
          <p14:tracePt t="40333" x="2362200" y="3486150"/>
          <p14:tracePt t="40350" x="2362200" y="3505200"/>
          <p14:tracePt t="40367" x="2362200" y="3524250"/>
          <p14:tracePt t="40383" x="2368550" y="3549650"/>
          <p14:tracePt t="40400" x="2368550" y="3581400"/>
          <p14:tracePt t="40417" x="2368550" y="3606800"/>
          <p14:tracePt t="40433" x="2374900" y="3683000"/>
          <p14:tracePt t="40450" x="2368550" y="3721100"/>
          <p14:tracePt t="40467" x="2368550" y="3733800"/>
          <p14:tracePt t="40483" x="2368550" y="3740150"/>
          <p14:tracePt t="40500" x="2368550" y="3746500"/>
          <p14:tracePt t="40517" x="2368550" y="3752850"/>
          <p14:tracePt t="40533" x="2368550" y="3765550"/>
          <p14:tracePt t="40550" x="2368550" y="3771900"/>
          <p14:tracePt t="40566" x="2368550" y="3778250"/>
          <p14:tracePt t="40583" x="2355850" y="3810000"/>
          <p14:tracePt t="40600" x="2349500" y="3829050"/>
          <p14:tracePt t="40617" x="2336800" y="3848100"/>
          <p14:tracePt t="40633" x="2336800" y="3879850"/>
          <p14:tracePt t="40650" x="2330450" y="3905250"/>
          <p14:tracePt t="40667" x="2324100" y="3917950"/>
          <p14:tracePt t="40683" x="2311400" y="3930650"/>
          <p14:tracePt t="40700" x="2292350" y="3956050"/>
          <p14:tracePt t="40716" x="2279650" y="3962400"/>
          <p14:tracePt t="40733" x="2273300" y="3968750"/>
          <p14:tracePt t="40750" x="2247900" y="3975100"/>
          <p14:tracePt t="40766" x="2235200" y="3981450"/>
          <p14:tracePt t="40783" x="2203450" y="3987800"/>
          <p14:tracePt t="40800" x="2190750" y="3987800"/>
          <p14:tracePt t="40817" x="2165350" y="3994150"/>
          <p14:tracePt t="40833" x="2120900" y="3994150"/>
          <p14:tracePt t="40850" x="2044700" y="3981450"/>
          <p14:tracePt t="40867" x="2012950" y="3968750"/>
          <p14:tracePt t="40883" x="2006600" y="3962400"/>
          <p14:tracePt t="40900" x="1936750" y="3930650"/>
          <p14:tracePt t="40917" x="1892300" y="3917950"/>
          <p14:tracePt t="40933" x="1885950" y="3905250"/>
          <p14:tracePt t="40950" x="1879600" y="3886200"/>
          <p14:tracePt t="40966" x="1873250" y="3879850"/>
          <p14:tracePt t="40983" x="1854200" y="3829050"/>
          <p14:tracePt t="41000" x="1854200" y="3816350"/>
          <p14:tracePt t="41017" x="1841500" y="3797300"/>
          <p14:tracePt t="41033" x="1841500" y="3746500"/>
          <p14:tracePt t="41050" x="1841500" y="3727450"/>
          <p14:tracePt t="41067" x="1841500" y="3714750"/>
          <p14:tracePt t="41083" x="1854200" y="3695700"/>
          <p14:tracePt t="41100" x="1854200" y="3683000"/>
          <p14:tracePt t="41117" x="1860550" y="3663950"/>
          <p14:tracePt t="41133" x="1879600" y="3644900"/>
          <p14:tracePt t="41150" x="1905000" y="3632200"/>
          <p14:tracePt t="41183" x="1917700" y="3619500"/>
          <p14:tracePt t="41200" x="1962150" y="3600450"/>
          <p14:tracePt t="41216" x="1974850" y="3594100"/>
          <p14:tracePt t="41233" x="1981200" y="3587750"/>
          <p14:tracePt t="41250" x="1993900" y="3581400"/>
          <p14:tracePt t="41298" x="2000250" y="3581400"/>
          <p14:tracePt t="41330" x="2012950" y="3581400"/>
          <p14:tracePt t="41353" x="2019300" y="3581400"/>
          <p14:tracePt t="41361" x="2025650" y="3581400"/>
          <p14:tracePt t="41370" x="2032000" y="3581400"/>
          <p14:tracePt t="41383" x="2038350" y="3587750"/>
          <p14:tracePt t="41400" x="2051050" y="3587750"/>
          <p14:tracePt t="41417" x="2057400" y="3587750"/>
          <p14:tracePt t="41433" x="2089150" y="3587750"/>
          <p14:tracePt t="41450" x="2108200" y="3587750"/>
          <p14:tracePt t="41466" x="2146300" y="3594100"/>
          <p14:tracePt t="41483" x="2197100" y="3600450"/>
          <p14:tracePt t="41500" x="2209800" y="3600450"/>
          <p14:tracePt t="41517" x="2247900" y="3606800"/>
          <p14:tracePt t="41533" x="2286000" y="3606800"/>
          <p14:tracePt t="41550" x="2292350" y="3606800"/>
          <p14:tracePt t="41566" x="2305050" y="3606800"/>
          <p14:tracePt t="41834" x="2311400" y="3606800"/>
          <p14:tracePt t="41850" x="2317750" y="3606800"/>
          <p14:tracePt t="41865" x="2324100" y="3606800"/>
          <p14:tracePt t="41874" x="2336800" y="3606800"/>
          <p14:tracePt t="41883" x="2349500" y="3613150"/>
          <p14:tracePt t="41900" x="2393950" y="3619500"/>
          <p14:tracePt t="41916" x="2451100" y="3625850"/>
          <p14:tracePt t="41933" x="2533650" y="3638550"/>
          <p14:tracePt t="41950" x="2546350" y="3638550"/>
          <p14:tracePt t="41966" x="2590800" y="3644900"/>
          <p14:tracePt t="41983" x="2686050" y="3657600"/>
          <p14:tracePt t="42000" x="2711450" y="3657600"/>
          <p14:tracePt t="42017" x="2730500" y="3663950"/>
          <p14:tracePt t="42033" x="2774950" y="3670300"/>
          <p14:tracePt t="42050" x="2800350" y="3670300"/>
          <p14:tracePt t="42067" x="2813050" y="3676650"/>
          <p14:tracePt t="42083" x="2832100" y="3676650"/>
          <p14:tracePt t="42100" x="2870200" y="3683000"/>
          <p14:tracePt t="42116" x="2901950" y="3683000"/>
          <p14:tracePt t="42133" x="2914650" y="3683000"/>
          <p14:tracePt t="42150" x="2946400" y="3689350"/>
          <p14:tracePt t="42167" x="2990850" y="3695700"/>
          <p14:tracePt t="42183" x="3028950" y="3695700"/>
          <p14:tracePt t="42200" x="3048000" y="3695700"/>
          <p14:tracePt t="42217" x="3092450" y="3695700"/>
          <p14:tracePt t="42233" x="3130550" y="3695700"/>
          <p14:tracePt t="42250" x="3162300" y="3695700"/>
          <p14:tracePt t="42266" x="3187700" y="3689350"/>
          <p14:tracePt t="42283" x="3232150" y="3689350"/>
          <p14:tracePt t="42299" x="3244850" y="3689350"/>
          <p14:tracePt t="42317" x="3257550" y="3689350"/>
          <p14:tracePt t="42333" x="3308350" y="3689350"/>
          <p14:tracePt t="42350" x="3359150" y="3689350"/>
          <p14:tracePt t="42367" x="3397250" y="3683000"/>
          <p14:tracePt t="42383" x="3467100" y="3683000"/>
          <p14:tracePt t="42400" x="3492500" y="3683000"/>
          <p14:tracePt t="42417" x="3556000" y="3683000"/>
          <p14:tracePt t="42433" x="3651250" y="3683000"/>
          <p14:tracePt t="42450" x="3721100" y="3683000"/>
          <p14:tracePt t="42466" x="3765550" y="3683000"/>
          <p14:tracePt t="42483" x="3790950" y="3689350"/>
          <p14:tracePt t="42500" x="3860800" y="3689350"/>
          <p14:tracePt t="42517" x="3924300" y="3689350"/>
          <p14:tracePt t="42533" x="3962400" y="3689350"/>
          <p14:tracePt t="42550" x="4006850" y="3689350"/>
          <p14:tracePt t="42567" x="4051300" y="3689350"/>
          <p14:tracePt t="42583" x="4064000" y="3689350"/>
          <p14:tracePt t="42599" x="4089400" y="3689350"/>
          <p14:tracePt t="42616" x="4133850" y="3683000"/>
          <p14:tracePt t="42633" x="4171950" y="3676650"/>
          <p14:tracePt t="42650" x="4197350" y="3676650"/>
          <p14:tracePt t="42667" x="4235450" y="3676650"/>
          <p14:tracePt t="42683" x="4273550" y="3676650"/>
          <p14:tracePt t="42700" x="4305300" y="3676650"/>
          <p14:tracePt t="42717" x="4330700" y="3676650"/>
          <p14:tracePt t="42733" x="4349750" y="3676650"/>
          <p14:tracePt t="42750" x="4387850" y="3663950"/>
          <p14:tracePt t="42766" x="4413250" y="3663950"/>
          <p14:tracePt t="42783" x="4425950" y="3663950"/>
          <p14:tracePt t="42800" x="4476750" y="3663950"/>
          <p14:tracePt t="42817" x="4495800" y="3663950"/>
          <p14:tracePt t="42833" x="4527550" y="3663950"/>
          <p14:tracePt t="42850" x="4540250" y="3657600"/>
          <p14:tracePt t="42883" x="4559300" y="3651250"/>
          <p14:tracePt t="42916" x="4584700" y="3651250"/>
          <p14:tracePt t="42933" x="4603750" y="3651250"/>
          <p14:tracePt t="42950" x="4622800" y="3644900"/>
          <p14:tracePt t="42966" x="4654550" y="3638550"/>
          <p14:tracePt t="42983" x="4673600" y="3632200"/>
          <p14:tracePt t="43000" x="4686300" y="3625850"/>
          <p14:tracePt t="43106" x="4686300" y="3619500"/>
          <p14:tracePt t="43130" x="4686300" y="3613150"/>
          <p14:tracePt t="43713" x="4667250" y="3613150"/>
          <p14:tracePt t="43721" x="4616450" y="3619500"/>
          <p14:tracePt t="43733" x="4584700" y="3625850"/>
          <p14:tracePt t="43749" x="4521200" y="3638550"/>
          <p14:tracePt t="43766" x="4203700" y="3663950"/>
          <p14:tracePt t="43783" x="4025900" y="3663950"/>
          <p14:tracePt t="43800" x="3797300" y="3670300"/>
          <p14:tracePt t="43817" x="3365500" y="3670300"/>
          <p14:tracePt t="43833" x="3238500" y="3670300"/>
          <p14:tracePt t="43850" x="3117850" y="3657600"/>
          <p14:tracePt t="43866" x="3092450" y="3651250"/>
          <p14:tracePt t="43883" x="3054350" y="3651250"/>
          <p14:tracePt t="43900" x="3022600" y="3638550"/>
          <p14:tracePt t="43917" x="3016250" y="3638550"/>
          <p14:tracePt t="43933" x="2997200" y="3638550"/>
          <p14:tracePt t="43950" x="2965450" y="3638550"/>
          <p14:tracePt t="43967" x="2908300" y="3638550"/>
          <p14:tracePt t="43983" x="2895600" y="3638550"/>
          <p14:tracePt t="44000" x="2863850" y="3638550"/>
          <p14:tracePt t="44017" x="2806700" y="3644900"/>
          <p14:tracePt t="44033" x="2743200" y="3657600"/>
          <p14:tracePt t="44050" x="2635250" y="3670300"/>
          <p14:tracePt t="44066" x="2584450" y="3676650"/>
          <p14:tracePt t="44083" x="2559050" y="3676650"/>
          <p14:tracePt t="44100" x="2552700" y="3676650"/>
          <p14:tracePt t="44117" x="2533650" y="3676650"/>
          <p14:tracePt t="44150" x="2527300" y="3676650"/>
          <p14:tracePt t="44305" x="2540000" y="3676650"/>
          <p14:tracePt t="44337" x="2559050" y="3670300"/>
          <p14:tracePt t="44345" x="2597150" y="3663950"/>
          <p14:tracePt t="44354" x="2616200" y="3663950"/>
          <p14:tracePt t="44367" x="2654300" y="3663950"/>
          <p14:tracePt t="44383" x="2711450" y="3657600"/>
          <p14:tracePt t="44400" x="2844800" y="3657600"/>
          <p14:tracePt t="44416" x="2921000" y="3657600"/>
          <p14:tracePt t="44433" x="3035300" y="3651250"/>
          <p14:tracePt t="44450" x="3244850" y="3644900"/>
          <p14:tracePt t="44466" x="3346450" y="3644900"/>
          <p14:tracePt t="44483" x="3467100" y="3638550"/>
          <p14:tracePt t="44499" x="3683000" y="3632200"/>
          <p14:tracePt t="44516" x="3733800" y="3632200"/>
          <p14:tracePt t="44533" x="3829050" y="3632200"/>
          <p14:tracePt t="44550" x="3962400" y="3625850"/>
          <p14:tracePt t="44567" x="4006850" y="3619500"/>
          <p14:tracePt t="44583" x="4057650" y="3619500"/>
          <p14:tracePt t="44600" x="4165600" y="3606800"/>
          <p14:tracePt t="44617" x="4191000" y="3600450"/>
          <p14:tracePt t="44633" x="4267200" y="3594100"/>
          <p14:tracePt t="44650" x="4311650" y="3587750"/>
          <p14:tracePt t="44667" x="4400550" y="3587750"/>
          <p14:tracePt t="44683" x="4432300" y="3587750"/>
          <p14:tracePt t="44700" x="4438650" y="3581400"/>
          <p14:tracePt t="44716" x="4483100" y="3581400"/>
          <p14:tracePt t="44733" x="4508500" y="3581400"/>
          <p14:tracePt t="44750" x="4514850" y="3581400"/>
          <p14:tracePt t="44767" x="4540250" y="3581400"/>
          <p14:tracePt t="44783" x="4578350" y="3581400"/>
          <p14:tracePt t="44800" x="4622800" y="3581400"/>
          <p14:tracePt t="44816" x="4660900" y="3581400"/>
          <p14:tracePt t="44833" x="4699000" y="3581400"/>
          <p14:tracePt t="44850" x="4724400" y="3581400"/>
          <p14:tracePt t="44866" x="4730750" y="3581400"/>
          <p14:tracePt t="45217" x="4730750" y="3587750"/>
          <p14:tracePt t="45241" x="4737100" y="3587750"/>
          <p14:tracePt t="45281" x="4737100" y="3594100"/>
          <p14:tracePt t="45386" x="4743450" y="3594100"/>
          <p14:tracePt t="45969" x="4737100" y="3587750"/>
          <p14:tracePt t="45986" x="4730750" y="3581400"/>
          <p14:tracePt t="45993" x="4730750" y="3575050"/>
          <p14:tracePt t="46202" x="4737100" y="3575050"/>
          <p14:tracePt t="46209" x="4737100" y="3581400"/>
          <p14:tracePt t="46402" x="4743450" y="3581400"/>
          <p14:tracePt t="46425" x="4749800" y="3581400"/>
          <p14:tracePt t="46433" x="4749800" y="3587750"/>
          <p14:tracePt t="46442" x="4756150" y="3587750"/>
          <p14:tracePt t="46449" x="4762500" y="3594100"/>
          <p14:tracePt t="46466" x="4768850" y="3619500"/>
          <p14:tracePt t="46483" x="4775200" y="3651250"/>
          <p14:tracePt t="46499" x="4826000" y="3790950"/>
          <p14:tracePt t="46516" x="4832350" y="3860800"/>
          <p14:tracePt t="46533" x="4832350" y="3898900"/>
          <p14:tracePt t="46745" x="4832350" y="3892550"/>
          <p14:tracePt t="46761" x="4832350" y="3886200"/>
          <p14:tracePt t="46770" x="4838700" y="3879850"/>
          <p14:tracePt t="46777" x="4851400" y="3873500"/>
          <p14:tracePt t="46785" x="4870450" y="3867150"/>
          <p14:tracePt t="46799" x="4908550" y="3841750"/>
          <p14:tracePt t="46816" x="4914900" y="3841750"/>
          <p14:tracePt t="46834" x="4921250" y="3841750"/>
          <p14:tracePt t="46850" x="4946650" y="3841750"/>
          <p14:tracePt t="46866" x="4984750" y="3886200"/>
          <p14:tracePt t="46883" x="4991100" y="3898900"/>
          <p14:tracePt t="46900" x="5041900" y="3943350"/>
          <p14:tracePt t="46916" x="5226050" y="4038600"/>
          <p14:tracePt t="46933" x="5321300" y="4095750"/>
          <p14:tracePt t="46950" x="5524500" y="4171950"/>
          <p14:tracePt t="46966" x="5988050" y="4298950"/>
          <p14:tracePt t="46983" x="6121400" y="4324350"/>
          <p14:tracePt t="47000" x="6451600" y="4375150"/>
          <p14:tracePt t="47017" x="6807200" y="4406900"/>
          <p14:tracePt t="47033" x="7048500" y="4381500"/>
          <p14:tracePt t="47050" x="7264400" y="4324350"/>
          <p14:tracePt t="47067" x="7321550" y="4305300"/>
          <p14:tracePt t="47083" x="7397750" y="4267200"/>
          <p14:tracePt t="47100" x="7512050" y="4210050"/>
          <p14:tracePt t="47117" x="7562850" y="4184650"/>
          <p14:tracePt t="47133" x="7645400" y="4146550"/>
          <p14:tracePt t="47150" x="7708900" y="4127500"/>
          <p14:tracePt t="47166" x="7810500" y="4102100"/>
          <p14:tracePt t="47183" x="7886700" y="4095750"/>
          <p14:tracePt t="47200" x="7969250" y="4095750"/>
          <p14:tracePt t="47217" x="8089900" y="4095750"/>
          <p14:tracePt t="47233" x="8134350" y="4089400"/>
          <p14:tracePt t="47250" x="8178800" y="4070350"/>
          <p14:tracePt t="47266" x="8223250" y="4051300"/>
          <p14:tracePt t="47283" x="8242300" y="4044950"/>
          <p14:tracePt t="47299" x="8267700" y="4019550"/>
          <p14:tracePt t="47316" x="8305800" y="3987800"/>
          <p14:tracePt t="47333" x="8312150" y="3981450"/>
          <p14:tracePt t="47350" x="8337550" y="3943350"/>
          <p14:tracePt t="47366" x="8350250" y="3917950"/>
          <p14:tracePt t="47383" x="8382000" y="3879850"/>
          <p14:tracePt t="47399" x="8407400" y="3803650"/>
          <p14:tracePt t="47416" x="8413750" y="3771900"/>
          <p14:tracePt t="47433" x="8426450" y="3695700"/>
          <p14:tracePt t="47450" x="8451850" y="3625850"/>
          <p14:tracePt t="47466" x="8451850" y="3581400"/>
          <p14:tracePt t="47483" x="8458200" y="3562350"/>
          <p14:tracePt t="47500" x="8458200" y="3543300"/>
          <p14:tracePt t="47516" x="8445500" y="3498850"/>
          <p14:tracePt t="47533" x="8432800" y="3467100"/>
          <p14:tracePt t="47550" x="8375650" y="3416300"/>
          <p14:tracePt t="47566" x="8362950" y="3384550"/>
          <p14:tracePt t="47583" x="8331200" y="3359150"/>
          <p14:tracePt t="47600" x="8318500" y="3346450"/>
          <p14:tracePt t="47617" x="8293100" y="3327400"/>
          <p14:tracePt t="47633" x="8223250" y="3289300"/>
          <p14:tracePt t="47650" x="8185150" y="3270250"/>
          <p14:tracePt t="47666" x="8128000" y="3244850"/>
          <p14:tracePt t="47683" x="8058150" y="3213100"/>
          <p14:tracePt t="47700" x="7975600" y="3200400"/>
          <p14:tracePt t="47716" x="7924800" y="3187700"/>
          <p14:tracePt t="47733" x="7829550" y="3181350"/>
          <p14:tracePt t="47750" x="7791450" y="3181350"/>
          <p14:tracePt t="47766" x="7772400" y="3181350"/>
          <p14:tracePt t="47783" x="7727950" y="3187700"/>
          <p14:tracePt t="47800" x="7651750" y="3219450"/>
          <p14:tracePt t="47817" x="7613650" y="3244850"/>
          <p14:tracePt t="47833" x="7467600" y="3321050"/>
          <p14:tracePt t="47850" x="7435850" y="3346450"/>
          <p14:tracePt t="47867" x="7366000" y="3397250"/>
          <p14:tracePt t="47883" x="7270750" y="3486150"/>
          <p14:tracePt t="47900" x="7219950" y="3536950"/>
          <p14:tracePt t="47916" x="7162800" y="3619500"/>
          <p14:tracePt t="47933" x="7156450" y="3638550"/>
          <p14:tracePt t="47950" x="7131050" y="3670300"/>
          <p14:tracePt t="47966" x="7092950" y="3759200"/>
          <p14:tracePt t="47983" x="7073900" y="3803650"/>
          <p14:tracePt t="48000" x="7061200" y="3841750"/>
          <p14:tracePt t="48017" x="7048500" y="3905250"/>
          <p14:tracePt t="48033" x="7042150" y="3956050"/>
          <p14:tracePt t="48050" x="7042150" y="3981450"/>
          <p14:tracePt t="48066" x="7042150" y="4032250"/>
          <p14:tracePt t="48083" x="7042150" y="4057650"/>
          <p14:tracePt t="48100" x="7054850" y="4076700"/>
          <p14:tracePt t="48117" x="7061200" y="4102100"/>
          <p14:tracePt t="48133" x="7067550" y="4108450"/>
          <p14:tracePt t="48150" x="7073900" y="4121150"/>
          <p14:tracePt t="48167" x="7080250" y="4127500"/>
          <p14:tracePt t="48183" x="7080250" y="4133850"/>
          <p14:tracePt t="48200" x="7092950" y="4140200"/>
          <p14:tracePt t="48217" x="7112000" y="4146550"/>
          <p14:tracePt t="48233" x="7169150" y="4159250"/>
          <p14:tracePt t="48250" x="7213600" y="4159250"/>
          <p14:tracePt t="48267" x="7219950" y="4159250"/>
          <p14:tracePt t="48283" x="7283450" y="4152900"/>
          <p14:tracePt t="48300" x="7321550" y="4146550"/>
          <p14:tracePt t="48317" x="7366000" y="4121150"/>
          <p14:tracePt t="48333" x="7423150" y="4095750"/>
          <p14:tracePt t="48350" x="7473950" y="4064000"/>
          <p14:tracePt t="48366" x="7480300" y="4057650"/>
          <p14:tracePt t="48383" x="7562850" y="4013200"/>
          <p14:tracePt t="48400" x="7639050" y="3975100"/>
          <p14:tracePt t="48416" x="7683500" y="3956050"/>
          <p14:tracePt t="48433" x="7727950" y="3949700"/>
          <p14:tracePt t="48449" x="7740650" y="3937000"/>
          <p14:tracePt t="48466" x="7766050" y="3937000"/>
          <p14:tracePt t="48483" x="7804150" y="3917950"/>
          <p14:tracePt t="48516" x="7835900" y="3905250"/>
          <p14:tracePt t="48533" x="7842250" y="3892550"/>
          <p14:tracePt t="48549" x="7854950" y="3886200"/>
          <p14:tracePt t="48566" x="7861300" y="3873500"/>
          <p14:tracePt t="48583" x="7867650" y="3854450"/>
          <p14:tracePt t="48600" x="7880350" y="3816350"/>
          <p14:tracePt t="48617" x="7886700" y="3790950"/>
          <p14:tracePt t="48633" x="7899400" y="3727450"/>
          <p14:tracePt t="48650" x="7905750" y="3708400"/>
          <p14:tracePt t="48667" x="7905750" y="3683000"/>
          <p14:tracePt t="48683" x="7899400" y="3651250"/>
          <p14:tracePt t="48700" x="7893050" y="3644900"/>
          <p14:tracePt t="48716" x="7867650" y="3632200"/>
          <p14:tracePt t="48733" x="7854950" y="3638550"/>
          <p14:tracePt t="48750" x="7842250" y="3651250"/>
          <p14:tracePt t="48766" x="7759700" y="3765550"/>
          <p14:tracePt t="48783" x="7715250" y="3848100"/>
          <p14:tracePt t="48800" x="7639050" y="3975100"/>
          <p14:tracePt t="48816" x="7607300" y="4032250"/>
          <p14:tracePt t="48833" x="7594600" y="4057650"/>
          <p14:tracePt t="49129" x="7594600" y="4051300"/>
          <p14:tracePt t="49145" x="7588250" y="4038600"/>
          <p14:tracePt t="49161" x="7581900" y="4038600"/>
          <p14:tracePt t="49169" x="7581900" y="4025900"/>
          <p14:tracePt t="49177" x="7581900" y="4019550"/>
          <p14:tracePt t="49193" x="7581900" y="4013200"/>
          <p14:tracePt t="49202" x="7581900" y="4006850"/>
          <p14:tracePt t="49216" x="7581900" y="3994150"/>
          <p14:tracePt t="49233" x="7581900" y="3975100"/>
          <p14:tracePt t="49266" x="7575550" y="3968750"/>
          <p14:tracePt t="49283" x="7575550" y="3962400"/>
          <p14:tracePt t="49299" x="7562850" y="3962400"/>
          <p14:tracePt t="49316" x="7543800" y="3956050"/>
          <p14:tracePt t="49333" x="7505700" y="3949700"/>
          <p14:tracePt t="49350" x="7467600" y="3949700"/>
          <p14:tracePt t="49366" x="7423150" y="3949700"/>
          <p14:tracePt t="49383" x="7315200" y="3949700"/>
          <p14:tracePt t="49400" x="7251700" y="3949700"/>
          <p14:tracePt t="49417" x="7200900" y="3949700"/>
          <p14:tracePt t="49433" x="7150100" y="3949700"/>
          <p14:tracePt t="49450" x="7086600" y="3949700"/>
          <p14:tracePt t="49466" x="7010400" y="3949700"/>
          <p14:tracePt t="49483" x="6965950" y="3949700"/>
          <p14:tracePt t="49500" x="6921500" y="3949700"/>
          <p14:tracePt t="49516" x="6819900" y="3949700"/>
          <p14:tracePt t="49533" x="6775450" y="3949700"/>
          <p14:tracePt t="49550" x="6731000" y="3949700"/>
          <p14:tracePt t="49566" x="6604000" y="3956050"/>
          <p14:tracePt t="49583" x="6502400" y="3968750"/>
          <p14:tracePt t="49600" x="6394450" y="3968750"/>
          <p14:tracePt t="49617" x="6350000" y="3975100"/>
          <p14:tracePt t="49633" x="6184900" y="3981450"/>
          <p14:tracePt t="49650" x="5930900" y="3981450"/>
          <p14:tracePt t="49666" x="5784850" y="3987800"/>
          <p14:tracePt t="49683" x="5676900" y="3987800"/>
          <p14:tracePt t="49700" x="5473700" y="3987800"/>
          <p14:tracePt t="49717" x="5334000" y="3987800"/>
          <p14:tracePt t="49733" x="5219700" y="3987800"/>
          <p14:tracePt t="49750" x="5099050" y="3987800"/>
          <p14:tracePt t="49767" x="5041900" y="3981450"/>
          <p14:tracePt t="49783" x="5029200" y="3981450"/>
          <p14:tracePt t="49800" x="5016500" y="3975100"/>
          <p14:tracePt t="49816" x="4997450" y="3975100"/>
          <p14:tracePt t="49833" x="4991100" y="3975100"/>
          <p14:tracePt t="50121" x="4978400" y="3981450"/>
          <p14:tracePt t="50329" x="4991100" y="3981450"/>
          <p14:tracePt t="50346" x="4984750" y="3981450"/>
          <p14:tracePt t="50394" x="4991100" y="3981450"/>
          <p14:tracePt t="50409" x="4984750" y="3981450"/>
          <p14:tracePt t="50642" x="4972050" y="3981450"/>
          <p14:tracePt t="50657" x="4965700" y="3981450"/>
          <p14:tracePt t="50666" x="4946650" y="3975100"/>
          <p14:tracePt t="50673" x="4895850" y="3975100"/>
          <p14:tracePt t="50683" x="4851400" y="3975100"/>
          <p14:tracePt t="50700" x="4743450" y="3968750"/>
          <p14:tracePt t="50716" x="4559300" y="3968750"/>
          <p14:tracePt t="50750" x="4527550" y="3975100"/>
          <p14:tracePt t="50766" x="4457700" y="4000500"/>
          <p14:tracePt t="50783" x="4292600" y="4044950"/>
          <p14:tracePt t="50800" x="4254500" y="4051300"/>
          <p14:tracePt t="50817" x="4165600" y="4083050"/>
          <p14:tracePt t="50833" x="4000500" y="4133850"/>
          <p14:tracePt t="50850" x="3860800" y="4159250"/>
          <p14:tracePt t="50867" x="3651250" y="4197350"/>
          <p14:tracePt t="50883" x="3632200" y="4197350"/>
          <p14:tracePt t="50900" x="3536950" y="4216400"/>
          <p14:tracePt t="50917" x="3365500" y="4241800"/>
          <p14:tracePt t="50933" x="3321050" y="4248150"/>
          <p14:tracePt t="50950" x="3302000" y="4248150"/>
          <p14:tracePt t="50966" x="3257550" y="4254500"/>
          <p14:tracePt t="50983" x="3244850" y="4267200"/>
          <p14:tracePt t="51000" x="3213100" y="4273550"/>
          <p14:tracePt t="51016" x="3206750" y="4279900"/>
          <p14:tracePt t="51121" x="3200400" y="4279900"/>
          <p14:tracePt t="51242" x="3206750" y="4279900"/>
          <p14:tracePt t="51289" x="3200400" y="4279900"/>
          <p14:tracePt t="51329" x="3206750" y="4279900"/>
          <p14:tracePt t="51338" x="3200400" y="4279900"/>
          <p14:tracePt t="51354" x="3187700" y="4279900"/>
          <p14:tracePt t="51393" x="3181350" y="4279900"/>
          <p14:tracePt t="51409" x="3181350" y="4273550"/>
          <p14:tracePt t="51417" x="3175000" y="4273550"/>
          <p14:tracePt t="51441" x="3168650" y="4273550"/>
          <p14:tracePt t="51449" x="3168650" y="4260850"/>
          <p14:tracePt t="51457" x="3149600" y="4254500"/>
          <p14:tracePt t="51466" x="3136900" y="4248150"/>
          <p14:tracePt t="51483" x="3111500" y="4229100"/>
          <p14:tracePt t="51500" x="3009900" y="4152900"/>
          <p14:tracePt t="51517" x="2959100" y="4108450"/>
          <p14:tracePt t="51533" x="2838450" y="4044950"/>
          <p14:tracePt t="51550" x="2774950" y="4013200"/>
          <p14:tracePt t="51566" x="2749550" y="3987800"/>
          <p14:tracePt t="51583" x="2705100" y="3975100"/>
          <p14:tracePt t="51600" x="2635250" y="3937000"/>
          <p14:tracePt t="51617" x="2590800" y="3917950"/>
          <p14:tracePt t="51633" x="2559050" y="3905250"/>
          <p14:tracePt t="51650" x="2533650" y="3898900"/>
          <p14:tracePt t="51666" x="2514600" y="3892550"/>
          <p14:tracePt t="51683" x="2489200" y="3879850"/>
          <p14:tracePt t="51699" x="2425700" y="3873500"/>
          <p14:tracePt t="51716" x="2419350" y="3867150"/>
          <p14:tracePt t="51733" x="2387600" y="3848100"/>
          <p14:tracePt t="51750" x="2311400" y="3835400"/>
          <p14:tracePt t="51766" x="2279650" y="3829050"/>
          <p14:tracePt t="51783" x="2247900" y="3829050"/>
          <p14:tracePt t="51800" x="2241550" y="3822700"/>
          <p14:tracePt t="51817" x="2222500" y="3822700"/>
          <p14:tracePt t="51833" x="2197100" y="3822700"/>
          <p14:tracePt t="51850" x="2222500" y="3822700"/>
          <p14:tracePt t="51866" x="2216150" y="3822700"/>
          <p14:tracePt t="51883" x="2209800" y="3822700"/>
          <p14:tracePt t="52049" x="2216150" y="3797300"/>
          <p14:tracePt t="52057" x="2216150" y="3784600"/>
          <p14:tracePt t="52074" x="2241550" y="3771900"/>
          <p14:tracePt t="52083" x="2241550" y="3752850"/>
          <p14:tracePt t="52099" x="2260600" y="3683000"/>
          <p14:tracePt t="52116" x="2279650" y="3581400"/>
          <p14:tracePt t="52133" x="2279650" y="3536950"/>
          <p14:tracePt t="52149" x="2273300" y="3498850"/>
          <p14:tracePt t="52167" x="2260600" y="3448050"/>
          <p14:tracePt t="52183" x="2235200" y="3422650"/>
          <p14:tracePt t="52200" x="2216150" y="3409950"/>
          <p14:tracePt t="52217" x="2165350" y="3397250"/>
          <p14:tracePt t="52233" x="2133600" y="3397250"/>
          <p14:tracePt t="52250" x="2101850" y="3403600"/>
          <p14:tracePt t="52266" x="2082800" y="3409950"/>
          <p14:tracePt t="52283" x="2057400" y="3422650"/>
          <p14:tracePt t="52300" x="2032000" y="3422650"/>
          <p14:tracePt t="52316" x="2019300" y="3429000"/>
          <p14:tracePt t="52333" x="2006600" y="3441700"/>
          <p14:tracePt t="52350" x="1987550" y="3454400"/>
          <p14:tracePt t="52366" x="1981200" y="3467100"/>
          <p14:tracePt t="52383" x="1974850" y="3479800"/>
          <p14:tracePt t="52400" x="1955800" y="3498850"/>
          <p14:tracePt t="52416" x="1936750" y="3543300"/>
          <p14:tracePt t="52433" x="1930400" y="3575050"/>
          <p14:tracePt t="52450" x="1911350" y="3683000"/>
          <p14:tracePt t="52466" x="1911350" y="3752850"/>
          <p14:tracePt t="52483" x="1949450" y="3835400"/>
          <p14:tracePt t="52500" x="2000250" y="3962400"/>
          <p14:tracePt t="52516" x="2012950" y="3981450"/>
          <p14:tracePt t="52533" x="2038350" y="4032250"/>
          <p14:tracePt t="52537" x="2051050" y="4038600"/>
          <p14:tracePt t="52550" x="2063750" y="4044950"/>
          <p14:tracePt t="52567" x="2095500" y="4070350"/>
          <p14:tracePt t="52583" x="2114550" y="4076700"/>
          <p14:tracePt t="52600" x="2127250" y="4083050"/>
          <p14:tracePt t="52616" x="2146300" y="4083050"/>
          <p14:tracePt t="52633" x="2235200" y="4076700"/>
          <p14:tracePt t="52650" x="2305050" y="4064000"/>
          <p14:tracePt t="52666" x="2381250" y="4051300"/>
          <p14:tracePt t="52683" x="2413000" y="4044950"/>
          <p14:tracePt t="52700" x="2578100" y="4019550"/>
          <p14:tracePt t="52716" x="2667000" y="4000500"/>
          <p14:tracePt t="52733" x="2698750" y="3981450"/>
          <p14:tracePt t="52749" x="2736850" y="3949700"/>
          <p14:tracePt t="52766" x="2743200" y="3930650"/>
          <p14:tracePt t="52783" x="2743200" y="3924300"/>
          <p14:tracePt t="52799" x="2736850" y="3886200"/>
          <p14:tracePt t="52816" x="2736850" y="3854450"/>
          <p14:tracePt t="52833" x="2724150" y="3829050"/>
          <p14:tracePt t="52850" x="2724150" y="3822700"/>
          <p14:tracePt t="52883" x="2717800" y="3822700"/>
          <p14:tracePt t="52913" x="2711450" y="3822700"/>
          <p14:tracePt t="52930" x="2692400" y="3816350"/>
          <p14:tracePt t="52938" x="2686050" y="3816350"/>
          <p14:tracePt t="52950" x="2679700" y="3810000"/>
          <p14:tracePt t="52966" x="2673350" y="3810000"/>
          <p14:tracePt t="52983" x="2654300" y="3803650"/>
          <p14:tracePt t="53000" x="2622550" y="3790950"/>
          <p14:tracePt t="53016" x="2559050" y="3771900"/>
          <p14:tracePt t="53033" x="2520950" y="3759200"/>
          <p14:tracePt t="53050" x="2501900" y="3759200"/>
          <p14:tracePt t="53066" x="2476500" y="3752850"/>
          <p14:tracePt t="53083" x="2470150" y="3752850"/>
          <p14:tracePt t="53209" x="2470150" y="3746500"/>
          <p14:tracePt t="53218" x="2463800" y="3746500"/>
          <p14:tracePt t="53233" x="2463800" y="3740150"/>
          <p14:tracePt t="53242" x="2482850" y="3733800"/>
          <p14:tracePt t="53250" x="2489200" y="3721100"/>
          <p14:tracePt t="53266" x="2603500" y="3676650"/>
          <p14:tracePt t="53283" x="2673350" y="3651250"/>
          <p14:tracePt t="53300" x="2730500" y="3632200"/>
          <p14:tracePt t="53316" x="2800350" y="3619500"/>
          <p14:tracePt t="53333" x="2889250" y="3606800"/>
          <p14:tracePt t="53350" x="2959100" y="3600450"/>
          <p14:tracePt t="53366" x="3041650" y="3600450"/>
          <p14:tracePt t="53383" x="3136900" y="3594100"/>
          <p14:tracePt t="53400" x="3359150" y="3594100"/>
          <p14:tracePt t="53417" x="3409950" y="3594100"/>
          <p14:tracePt t="53433" x="3530600" y="3600450"/>
          <p14:tracePt t="53450" x="3727450" y="3613150"/>
          <p14:tracePt t="53466" x="3822700" y="3613150"/>
          <p14:tracePt t="53483" x="3917950" y="3619500"/>
          <p14:tracePt t="53499" x="3981450" y="3619500"/>
          <p14:tracePt t="53516" x="4121150" y="3625850"/>
          <p14:tracePt t="53533" x="4197350" y="3632200"/>
          <p14:tracePt t="53550" x="4318000" y="3638550"/>
          <p14:tracePt t="53567" x="4425950" y="3638550"/>
          <p14:tracePt t="53583" x="4489450" y="3638550"/>
          <p14:tracePt t="53600" x="4527550" y="3638550"/>
          <p14:tracePt t="53617" x="4572000" y="3638550"/>
          <p14:tracePt t="53633" x="4622800" y="3638550"/>
          <p14:tracePt t="53650" x="4654550" y="3638550"/>
          <p14:tracePt t="53666" x="4737100" y="3657600"/>
          <p14:tracePt t="53683" x="4781550" y="3657600"/>
          <p14:tracePt t="53700" x="4870450" y="3676650"/>
          <p14:tracePt t="53716" x="4997450" y="3708400"/>
          <p14:tracePt t="53733" x="5067300" y="3721100"/>
          <p14:tracePt t="53750" x="5295900" y="3765550"/>
          <p14:tracePt t="53766" x="5511800" y="3803650"/>
          <p14:tracePt t="53783" x="5607050" y="3822700"/>
          <p14:tracePt t="53800" x="5797550" y="3841750"/>
          <p14:tracePt t="53817" x="6502400" y="3962400"/>
          <p14:tracePt t="53833" x="7010400" y="4019550"/>
          <p14:tracePt t="53850" x="7454900" y="4070350"/>
          <p14:tracePt t="53866" x="7613650" y="4070350"/>
          <p14:tracePt t="53883" x="7880350" y="4070350"/>
          <p14:tracePt t="53900" x="8102600" y="4051300"/>
          <p14:tracePt t="53917" x="8369300" y="4025900"/>
          <p14:tracePt t="53933" x="8458200" y="4013200"/>
          <p14:tracePt t="53950" x="8477250" y="4013200"/>
          <p14:tracePt t="53966" x="8528050" y="4000500"/>
          <p14:tracePt t="53983" x="8553450" y="3987800"/>
          <p14:tracePt t="54000" x="8540750" y="3987800"/>
          <p14:tracePt t="54017" x="8534400" y="3981450"/>
          <p14:tracePt t="54033" x="8515350" y="3981450"/>
          <p14:tracePt t="54121" x="8515350" y="3968750"/>
          <p14:tracePt t="54145" x="8515350" y="3956050"/>
          <p14:tracePt t="54185" x="8509000" y="3949700"/>
          <p14:tracePt t="54217" x="8496300" y="3949700"/>
          <p14:tracePt t="54233" x="8483600" y="3943350"/>
          <p14:tracePt t="54242" x="8464550" y="3943350"/>
          <p14:tracePt t="54258" x="8401050" y="3930650"/>
          <p14:tracePt t="54274" x="8362950" y="3924300"/>
          <p14:tracePt t="54283" x="8337550" y="3917950"/>
          <p14:tracePt t="54300" x="8235950" y="3905250"/>
          <p14:tracePt t="54316" x="8083550" y="3886200"/>
          <p14:tracePt t="54333" x="7988300" y="3873500"/>
          <p14:tracePt t="54350" x="7874000" y="3873500"/>
          <p14:tracePt t="54367" x="7721600" y="3860800"/>
          <p14:tracePt t="54383" x="7594600" y="3860800"/>
          <p14:tracePt t="54400" x="7454900" y="3860800"/>
          <p14:tracePt t="54416" x="7181850" y="3860800"/>
          <p14:tracePt t="54433" x="6985000" y="3854450"/>
          <p14:tracePt t="54450" x="6934200" y="3854450"/>
          <p14:tracePt t="54467" x="6743700" y="3822700"/>
          <p14:tracePt t="54483" x="6654800" y="3810000"/>
          <p14:tracePt t="54500" x="6438900" y="3803650"/>
          <p14:tracePt t="54516" x="6305550" y="3810000"/>
          <p14:tracePt t="54533" x="6197600" y="3810000"/>
          <p14:tracePt t="54549" x="6140450" y="3816350"/>
          <p14:tracePt t="54566" x="5930900" y="3822700"/>
          <p14:tracePt t="54583" x="5861050" y="3822700"/>
          <p14:tracePt t="54599" x="5765800" y="3829050"/>
          <p14:tracePt t="54616" x="5746750" y="3835400"/>
          <p14:tracePt t="55202" x="5746750" y="3841750"/>
          <p14:tracePt t="55273" x="5746750" y="3854450"/>
          <p14:tracePt t="55289" x="5746750" y="3860800"/>
          <p14:tracePt t="55313" x="5746750" y="3867150"/>
          <p14:tracePt t="55321" x="5734050" y="3873500"/>
          <p14:tracePt t="55329" x="5715000" y="3879850"/>
          <p14:tracePt t="55338" x="5715000" y="3898900"/>
          <p14:tracePt t="55350" x="5708650" y="3937000"/>
          <p14:tracePt t="55366" x="5670550" y="4000500"/>
          <p14:tracePt t="55383" x="5664200" y="4019550"/>
          <p14:tracePt t="55400" x="5626100" y="4057650"/>
          <p14:tracePt t="55489" x="5626100" y="4064000"/>
          <p14:tracePt t="55497" x="5626100" y="4070350"/>
          <p14:tracePt t="55561" x="5626100" y="4076700"/>
          <p14:tracePt t="55570" x="5626100" y="4089400"/>
          <p14:tracePt t="55586" x="5651500" y="4057650"/>
          <p14:tracePt t="55593" x="5632450" y="4038600"/>
          <p14:tracePt t="55601" x="5626100" y="4025900"/>
          <p14:tracePt t="55618" x="5626100" y="4019550"/>
          <p14:tracePt t="55634" x="5613400" y="4013200"/>
          <p14:tracePt t="55650" x="5600700" y="4006850"/>
          <p14:tracePt t="55666" x="5556250" y="3994150"/>
          <p14:tracePt t="55683" x="5511800" y="3994150"/>
          <p14:tracePt t="55700" x="5429250" y="3981450"/>
          <p14:tracePt t="55716" x="5384800" y="3975100"/>
          <p14:tracePt t="55733" x="5149850" y="3937000"/>
          <p14:tracePt t="55750" x="4978400" y="3911600"/>
          <p14:tracePt t="55766" x="4629150" y="3854450"/>
          <p14:tracePt t="55783" x="4425950" y="3829050"/>
          <p14:tracePt t="55800" x="3930650" y="3765550"/>
          <p14:tracePt t="55817" x="3803650" y="3752850"/>
          <p14:tracePt t="55833" x="3536950" y="3714750"/>
          <p14:tracePt t="55850" x="3181350" y="3683000"/>
          <p14:tracePt t="55866" x="3028950" y="3670300"/>
          <p14:tracePt t="55883" x="2800350" y="3663950"/>
          <p14:tracePt t="55900" x="2736850" y="3663950"/>
          <p14:tracePt t="55917" x="2628900" y="3663950"/>
          <p14:tracePt t="55933" x="2552700" y="3663950"/>
          <p14:tracePt t="55950" x="2476500" y="3663950"/>
          <p14:tracePt t="55966" x="2444750" y="3657600"/>
          <p14:tracePt t="55983" x="2406650" y="3657600"/>
          <p14:tracePt t="56000" x="2343150" y="3657600"/>
          <p14:tracePt t="56017" x="2298700" y="3657600"/>
          <p14:tracePt t="56033" x="2152650" y="3663950"/>
          <p14:tracePt t="56049" x="2089150" y="3663950"/>
          <p14:tracePt t="56066" x="2070100" y="3663950"/>
          <p14:tracePt t="56083" x="2019300" y="3663950"/>
          <p14:tracePt t="56100" x="1949450" y="3670300"/>
          <p14:tracePt t="56116" x="1911350" y="3670300"/>
          <p14:tracePt t="56133" x="1898650" y="3670300"/>
          <p14:tracePt t="56337" x="1905000" y="3670300"/>
          <p14:tracePt t="56354" x="1924050" y="3676650"/>
          <p14:tracePt t="56362" x="1930400" y="3676650"/>
          <p14:tracePt t="56370" x="1949450" y="3676650"/>
          <p14:tracePt t="56383" x="1955800" y="3676650"/>
          <p14:tracePt t="56399" x="1981200" y="3676650"/>
          <p14:tracePt t="56416" x="2095500" y="3676650"/>
          <p14:tracePt t="56433" x="2159000" y="3683000"/>
          <p14:tracePt t="56449" x="2197100" y="3689350"/>
          <p14:tracePt t="56466" x="2222500" y="3695700"/>
          <p14:tracePt t="56483" x="2228850" y="3695700"/>
          <p14:tracePt t="56499" x="2235200" y="3695700"/>
          <p14:tracePt t="56533" x="2247900" y="3695700"/>
          <p14:tracePt t="56554" x="2260600" y="3695700"/>
          <p14:tracePt t="56570" x="2273300" y="3695700"/>
          <p14:tracePt t="56583" x="2279650" y="3695700"/>
          <p14:tracePt t="56600" x="2292350" y="3695700"/>
          <p14:tracePt t="56616" x="2311400" y="3695700"/>
          <p14:tracePt t="56633" x="2330450" y="3695700"/>
          <p14:tracePt t="56650" x="2374900" y="3695700"/>
          <p14:tracePt t="56666" x="2444750" y="3689350"/>
          <p14:tracePt t="56683" x="2463800" y="3689350"/>
          <p14:tracePt t="56700" x="2527300" y="3689350"/>
          <p14:tracePt t="56716" x="2590800" y="3683000"/>
          <p14:tracePt t="56733" x="2641600" y="3683000"/>
          <p14:tracePt t="56750" x="2686050" y="3676650"/>
          <p14:tracePt t="56766" x="2730500" y="3676650"/>
          <p14:tracePt t="56783" x="2743200" y="3670300"/>
          <p14:tracePt t="56799" x="2774950" y="3663950"/>
          <p14:tracePt t="56816" x="2794000" y="3657600"/>
          <p14:tracePt t="56833" x="2825750" y="3651250"/>
          <p14:tracePt t="56850" x="2838450" y="3644900"/>
          <p14:tracePt t="56866" x="2844800" y="3644900"/>
          <p14:tracePt t="56883" x="2870200" y="3638550"/>
          <p14:tracePt t="56900" x="2889250" y="3632200"/>
          <p14:tracePt t="56916" x="2901950" y="3632200"/>
          <p14:tracePt t="56933" x="2921000" y="3632200"/>
          <p14:tracePt t="56950" x="2927350" y="3632200"/>
          <p14:tracePt t="56967" x="2952750" y="3625850"/>
          <p14:tracePt t="56983" x="2984500" y="3625850"/>
          <p14:tracePt t="57000" x="3003550" y="3625850"/>
          <p14:tracePt t="57016" x="3028950" y="3625850"/>
          <p14:tracePt t="57033" x="3060700" y="3619500"/>
          <p14:tracePt t="57050" x="3105150" y="3619500"/>
          <p14:tracePt t="57066" x="3117850" y="3619500"/>
          <p14:tracePt t="57083" x="3149600" y="3619500"/>
          <p14:tracePt t="57100" x="3181350" y="3619500"/>
          <p14:tracePt t="57116" x="3194050" y="3619500"/>
          <p14:tracePt t="57133" x="3232150" y="3619500"/>
          <p14:tracePt t="57150" x="3257550" y="3619500"/>
          <p14:tracePt t="57166" x="3276600" y="3625850"/>
          <p14:tracePt t="57183" x="3289300" y="3625850"/>
          <p14:tracePt t="57200" x="3371850" y="3644900"/>
          <p14:tracePt t="57217" x="3390900" y="3644900"/>
          <p14:tracePt t="57233" x="3416300" y="3644900"/>
          <p14:tracePt t="57250" x="3498850" y="3651250"/>
          <p14:tracePt t="57266" x="3511550" y="3651250"/>
          <p14:tracePt t="57283" x="3556000" y="3657600"/>
          <p14:tracePt t="57300" x="3562350" y="3657600"/>
          <p14:tracePt t="57316" x="3587750" y="3657600"/>
          <p14:tracePt t="57333" x="3625850" y="3657600"/>
          <p14:tracePt t="57350" x="3657600" y="3657600"/>
          <p14:tracePt t="57366" x="3683000" y="3657600"/>
          <p14:tracePt t="57383" x="3695700" y="3657600"/>
          <p14:tracePt t="57400" x="3727450" y="3657600"/>
          <p14:tracePt t="57417" x="3740150" y="3657600"/>
          <p14:tracePt t="57433" x="3778250" y="3657600"/>
          <p14:tracePt t="57450" x="3829050" y="3651250"/>
          <p14:tracePt t="57466" x="3867150" y="3651250"/>
          <p14:tracePt t="57483" x="3905250" y="3651250"/>
          <p14:tracePt t="57500" x="3937000" y="3651250"/>
          <p14:tracePt t="57516" x="3994150" y="3651250"/>
          <p14:tracePt t="57533" x="4044950" y="3657600"/>
          <p14:tracePt t="57549" x="4095750" y="3657600"/>
          <p14:tracePt t="57566" x="4171950" y="3657600"/>
          <p14:tracePt t="57583" x="4210050" y="3657600"/>
          <p14:tracePt t="57600" x="4279900" y="3657600"/>
          <p14:tracePt t="57616" x="4311650" y="3657600"/>
          <p14:tracePt t="57633" x="4330700" y="3657600"/>
          <p14:tracePt t="57650" x="4400550" y="3663950"/>
          <p14:tracePt t="57667" x="4425950" y="3663950"/>
          <p14:tracePt t="57683" x="4457700" y="3663950"/>
          <p14:tracePt t="57700" x="4527550" y="3670300"/>
          <p14:tracePt t="57716" x="4565650" y="3670300"/>
          <p14:tracePt t="57733" x="4610100" y="3670300"/>
          <p14:tracePt t="57750" x="4692650" y="3683000"/>
          <p14:tracePt t="57766" x="4737100" y="3689350"/>
          <p14:tracePt t="57783" x="4800600" y="3695700"/>
          <p14:tracePt t="57800" x="4864100" y="3695700"/>
          <p14:tracePt t="57817" x="4933950" y="3695700"/>
          <p14:tracePt t="57833" x="5035550" y="3695700"/>
          <p14:tracePt t="57850" x="5067300" y="3702050"/>
          <p14:tracePt t="57866" x="5175250" y="3714750"/>
          <p14:tracePt t="57883" x="5238750" y="3714750"/>
          <p14:tracePt t="57900" x="5276850" y="3714750"/>
          <p14:tracePt t="57916" x="5346700" y="3714750"/>
          <p14:tracePt t="57933" x="5397500" y="3714750"/>
          <p14:tracePt t="57950" x="5448300" y="3714750"/>
          <p14:tracePt t="57966" x="5524500" y="3714750"/>
          <p14:tracePt t="57983" x="5581650" y="3714750"/>
          <p14:tracePt t="58000" x="5607050" y="3714750"/>
          <p14:tracePt t="58017" x="5638800" y="3714750"/>
          <p14:tracePt t="58033" x="5727700" y="3714750"/>
          <p14:tracePt t="58050" x="5746750" y="3708400"/>
          <p14:tracePt t="58066" x="5784850" y="3708400"/>
          <p14:tracePt t="58083" x="5835650" y="3708400"/>
          <p14:tracePt t="58100" x="5854700" y="3708400"/>
          <p14:tracePt t="58117" x="5886450" y="3708400"/>
          <p14:tracePt t="58133" x="5930900" y="3714750"/>
          <p14:tracePt t="58150" x="5981700" y="3721100"/>
          <p14:tracePt t="58166" x="6038850" y="3721100"/>
          <p14:tracePt t="58183" x="6057900" y="3721100"/>
          <p14:tracePt t="58200" x="6165850" y="3721100"/>
          <p14:tracePt t="58216" x="6216650" y="3721100"/>
          <p14:tracePt t="58233" x="6343650" y="3721100"/>
          <p14:tracePt t="58250" x="6419850" y="3721100"/>
          <p14:tracePt t="58266" x="6483350" y="3714750"/>
          <p14:tracePt t="58283" x="6515100" y="3714750"/>
          <p14:tracePt t="58300" x="6629400" y="3714750"/>
          <p14:tracePt t="58316" x="6692900" y="3714750"/>
          <p14:tracePt t="58333" x="6750050" y="3714750"/>
          <p14:tracePt t="58350" x="6851650" y="3714750"/>
          <p14:tracePt t="58366" x="6883400" y="3708400"/>
          <p14:tracePt t="58383" x="6959600" y="3708400"/>
          <p14:tracePt t="58400" x="6991350" y="3708400"/>
          <p14:tracePt t="58417" x="7105650" y="3702050"/>
          <p14:tracePt t="58433" x="7169150" y="3695700"/>
          <p14:tracePt t="58450" x="7232650" y="3695700"/>
          <p14:tracePt t="58466" x="7245350" y="3695700"/>
          <p14:tracePt t="58483" x="7302500" y="3689350"/>
          <p14:tracePt t="58499" x="7346950" y="3689350"/>
          <p14:tracePt t="58516" x="7404100" y="3683000"/>
          <p14:tracePt t="58533" x="7429500" y="3683000"/>
          <p14:tracePt t="58550" x="7493000" y="3683000"/>
          <p14:tracePt t="58566" x="7505700" y="3683000"/>
          <p14:tracePt t="58583" x="7537450" y="3683000"/>
          <p14:tracePt t="58600" x="7607300" y="3689350"/>
          <p14:tracePt t="58616" x="7626350" y="3689350"/>
          <p14:tracePt t="58633" x="7683500" y="3695700"/>
          <p14:tracePt t="58649" x="7708900" y="3695700"/>
          <p14:tracePt t="58666" x="7727950" y="3695700"/>
          <p14:tracePt t="58683" x="7759700" y="3702050"/>
          <p14:tracePt t="58700" x="7785100" y="3708400"/>
          <p14:tracePt t="58716" x="7804150" y="3708400"/>
          <p14:tracePt t="58733" x="7810500" y="3708400"/>
          <p14:tracePt t="58749" x="7823200" y="3708400"/>
          <p14:tracePt t="58766" x="7823200" y="3721100"/>
          <p14:tracePt t="58800" x="7829550" y="3752850"/>
          <p14:tracePt t="58817" x="7778750" y="3829050"/>
          <p14:tracePt t="58833" x="7766050" y="3841750"/>
          <p14:tracePt t="59177" x="7766050" y="3835400"/>
          <p14:tracePt t="59193" x="7766050" y="3829050"/>
          <p14:tracePt t="59201" x="7766050" y="3822700"/>
          <p14:tracePt t="59218" x="7766050" y="3810000"/>
          <p14:tracePt t="59225" x="7778750" y="3797300"/>
          <p14:tracePt t="59274" x="7785100" y="3797300"/>
          <p14:tracePt t="59281" x="7791450" y="3797300"/>
          <p14:tracePt t="59313" x="7797800" y="3797300"/>
          <p14:tracePt t="59457" x="7804150" y="3797300"/>
          <p14:tracePt t="59523" x="7810500" y="3797300"/>
          <p14:tracePt t="59689" x="7810500" y="3790950"/>
          <p14:tracePt t="59697" x="7810500" y="3784600"/>
          <p14:tracePt t="59705" x="7810500" y="3778250"/>
          <p14:tracePt t="59716" x="7797800" y="3778250"/>
          <p14:tracePt t="59733" x="7797800" y="3765550"/>
          <p14:tracePt t="59749" x="7753350" y="3689350"/>
          <p14:tracePt t="59766" x="7670800" y="3587750"/>
          <p14:tracePt t="59783" x="7448550" y="3384550"/>
          <p14:tracePt t="59800" x="7340600" y="3314700"/>
          <p14:tracePt t="59816" x="7245350" y="3270250"/>
          <p14:tracePt t="59833" x="6718300" y="3086100"/>
          <p14:tracePt t="59849" x="6483350" y="3035300"/>
          <p14:tracePt t="59866" x="6134100" y="2965450"/>
          <p14:tracePt t="59883" x="5981700" y="2952750"/>
          <p14:tracePt t="59899" x="5937250" y="2946400"/>
          <p14:tracePt t="59916" x="5721350" y="2927350"/>
          <p14:tracePt t="59933" x="5607050" y="2921000"/>
          <p14:tracePt t="59950" x="5524500" y="2914650"/>
          <p14:tracePt t="59966" x="5245100" y="2914650"/>
          <p14:tracePt t="59983" x="5226050" y="2914650"/>
          <p14:tracePt t="60000" x="5130800" y="2921000"/>
          <p14:tracePt t="60016" x="4991100" y="2946400"/>
          <p14:tracePt t="60033" x="4775200" y="3022600"/>
          <p14:tracePt t="60050" x="4584700" y="3086100"/>
          <p14:tracePt t="60066" x="4521200" y="3105150"/>
          <p14:tracePt t="60083" x="4375150" y="3149600"/>
          <p14:tracePt t="60100" x="4152900" y="3225800"/>
          <p14:tracePt t="60116" x="4025900" y="3295650"/>
          <p14:tracePt t="60133" x="3841750" y="3384550"/>
          <p14:tracePt t="60149" x="3759200" y="3429000"/>
          <p14:tracePt t="60166" x="3625850" y="3511550"/>
          <p14:tracePt t="60183" x="3422650" y="3663950"/>
          <p14:tracePt t="60200" x="3359150" y="3708400"/>
          <p14:tracePt t="60216" x="3257550" y="3784600"/>
          <p14:tracePt t="60233" x="3200400" y="3816350"/>
          <p14:tracePt t="60250" x="3194050" y="3816350"/>
          <p14:tracePt t="60266" x="3181350" y="3816350"/>
          <p14:tracePt t="60283" x="3168650" y="3822700"/>
          <p14:tracePt t="60300" x="3149600" y="3829050"/>
          <p14:tracePt t="60316" x="3136900" y="3829050"/>
          <p14:tracePt t="60333" x="3130550" y="3829050"/>
          <p14:tracePt t="60366" x="3086100" y="3829050"/>
          <p14:tracePt t="60383" x="3016250" y="3810000"/>
          <p14:tracePt t="60400" x="2844800" y="3803650"/>
          <p14:tracePt t="60417" x="2800350" y="3803650"/>
          <p14:tracePt t="60433" x="2508250" y="3829050"/>
          <p14:tracePt t="60449" x="2438400" y="3841750"/>
          <p14:tracePt t="60467" x="2387600" y="3854450"/>
          <p14:tracePt t="60483" x="2362200" y="3860800"/>
          <p14:tracePt t="60545" x="2349500" y="3867150"/>
          <p14:tracePt t="60554" x="2343150" y="3873500"/>
          <p14:tracePt t="60577" x="2336800" y="3873500"/>
          <p14:tracePt t="60602" x="2324100" y="3879850"/>
          <p14:tracePt t="60625" x="2311400" y="3879850"/>
          <p14:tracePt t="60658" x="2298700" y="3886200"/>
          <p14:tracePt t="60681" x="2305050" y="3892550"/>
          <p14:tracePt t="60713" x="2298700" y="3892550"/>
          <p14:tracePt t="60825" x="2298700" y="3886200"/>
          <p14:tracePt t="60865" x="2298700" y="3873500"/>
          <p14:tracePt t="60889" x="2298700" y="3860800"/>
          <p14:tracePt t="60913" x="2305050" y="3860800"/>
          <p14:tracePt t="60930" x="2305050" y="3854450"/>
          <p14:tracePt t="60937" x="2311400" y="3854450"/>
          <p14:tracePt t="60949" x="2311400" y="3848100"/>
          <p14:tracePt t="60966" x="2343150" y="3841750"/>
          <p14:tracePt t="60983" x="2343150" y="3835400"/>
          <p14:tracePt t="60999" x="2355850" y="3822700"/>
          <p14:tracePt t="61016" x="2362200" y="3822700"/>
          <p14:tracePt t="61034" x="2374900" y="3816350"/>
          <p14:tracePt t="61073" x="2374900" y="3810000"/>
          <p14:tracePt t="61097" x="2400300" y="3810000"/>
          <p14:tracePt t="61105" x="2406650" y="3810000"/>
          <p14:tracePt t="61116" x="2432050" y="3810000"/>
          <p14:tracePt t="61133" x="2495550" y="3816350"/>
          <p14:tracePt t="61150" x="2546350" y="3822700"/>
          <p14:tracePt t="61166" x="2711450" y="3848100"/>
          <p14:tracePt t="61183" x="2844800" y="3873500"/>
          <p14:tracePt t="61200" x="3092450" y="3905250"/>
          <p14:tracePt t="61216" x="3238500" y="3917950"/>
          <p14:tracePt t="61233" x="3371850" y="3930650"/>
          <p14:tracePt t="61250" x="3517900" y="3930650"/>
          <p14:tracePt t="61266" x="3524250" y="3930650"/>
          <p14:tracePt t="61353" x="3530600" y="3930650"/>
          <p14:tracePt t="61361" x="3543300" y="3924300"/>
          <p14:tracePt t="61369" x="3556000" y="3917950"/>
          <p14:tracePt t="61383" x="3600450" y="3905250"/>
          <p14:tracePt t="61400" x="3702050" y="3886200"/>
          <p14:tracePt t="61416" x="3790950" y="3860800"/>
          <p14:tracePt t="61433" x="4305300" y="3829050"/>
          <p14:tracePt t="61450" x="4603750" y="3816350"/>
          <p14:tracePt t="61467" x="5441950" y="3816350"/>
          <p14:tracePt t="61483" x="6134100" y="3854450"/>
          <p14:tracePt t="61500" x="6496050" y="3867150"/>
          <p14:tracePt t="61516" x="7143750" y="3905250"/>
          <p14:tracePt t="61533" x="7645400" y="3930650"/>
          <p14:tracePt t="61549" x="8147050" y="3911600"/>
          <p14:tracePt t="61566" x="8204200" y="3905250"/>
          <p14:tracePt t="61583" x="8210550" y="3905250"/>
          <p14:tracePt t="61600" x="8210550" y="3886200"/>
          <p14:tracePt t="61617" x="8210550" y="3873500"/>
          <p14:tracePt t="61633" x="8204200" y="3867150"/>
          <p14:tracePt t="61649" x="8204200" y="3860800"/>
          <p14:tracePt t="61745" x="8210550" y="3854450"/>
          <p14:tracePt t="61754" x="8229600" y="3848100"/>
          <p14:tracePt t="61761" x="8242300" y="3835400"/>
          <p14:tracePt t="61769" x="8255000" y="3829050"/>
          <p14:tracePt t="61786" x="8280400" y="3810000"/>
          <p14:tracePt t="61799" x="8305800" y="3771900"/>
          <p14:tracePt t="61816" x="8350250" y="3733800"/>
          <p14:tracePt t="61833" x="8375650" y="3670300"/>
          <p14:tracePt t="61850" x="8375650" y="3651250"/>
          <p14:tracePt t="61866" x="8375650" y="3644900"/>
          <p14:tracePt t="61883" x="8375650" y="3632200"/>
          <p14:tracePt t="61900" x="8375650" y="3619500"/>
          <p14:tracePt t="61916" x="8331200" y="3587750"/>
          <p14:tracePt t="61933" x="8318500" y="3568700"/>
          <p14:tracePt t="61950" x="8261350" y="3543300"/>
          <p14:tracePt t="61966" x="8153400" y="3479800"/>
          <p14:tracePt t="61983" x="8058150" y="3448050"/>
          <p14:tracePt t="62000" x="7988300" y="3422650"/>
          <p14:tracePt t="62017" x="7893050" y="3397250"/>
          <p14:tracePt t="62033" x="7804150" y="3390900"/>
          <p14:tracePt t="62050" x="7785100" y="3390900"/>
          <p14:tracePt t="62066" x="7727950" y="3397250"/>
          <p14:tracePt t="62083" x="7702550" y="3409950"/>
          <p14:tracePt t="62100" x="7645400" y="3454400"/>
          <p14:tracePt t="62116" x="7588250" y="3473450"/>
          <p14:tracePt t="62133" x="7556500" y="3492500"/>
          <p14:tracePt t="62150" x="7486650" y="3556000"/>
          <p14:tracePt t="62166" x="7467600" y="3606800"/>
          <p14:tracePt t="62183" x="7448550" y="3663950"/>
          <p14:tracePt t="62200" x="7442200" y="3784600"/>
          <p14:tracePt t="62216" x="7448550" y="3829050"/>
          <p14:tracePt t="62233" x="7524750" y="3949700"/>
          <p14:tracePt t="62250" x="7569200" y="3975100"/>
          <p14:tracePt t="62266" x="7594600" y="3981450"/>
          <p14:tracePt t="62283" x="7658100" y="3981450"/>
          <p14:tracePt t="62300" x="7696200" y="3962400"/>
          <p14:tracePt t="62316" x="7785100" y="3905250"/>
          <p14:tracePt t="62333" x="7874000" y="3835400"/>
          <p14:tracePt t="62350" x="8032750" y="3683000"/>
          <p14:tracePt t="62367" x="8083550" y="3606800"/>
          <p14:tracePt t="62383" x="8096250" y="3543300"/>
          <p14:tracePt t="62400" x="8089900" y="3486150"/>
          <p14:tracePt t="62417" x="8039100" y="3454400"/>
          <p14:tracePt t="62433" x="7524750" y="3416300"/>
          <p14:tracePt t="62450" x="7048500" y="3467100"/>
          <p14:tracePt t="62466" x="6673850" y="3530600"/>
          <p14:tracePt t="62483" x="5651500" y="3638550"/>
          <p14:tracePt t="62500" x="5099050" y="3708400"/>
          <p14:tracePt t="62516" x="4076700" y="3778250"/>
          <p14:tracePt t="62533" x="3619500" y="3810000"/>
          <p14:tracePt t="62536" x="3448050" y="3810000"/>
          <p14:tracePt t="62566" x="2971800" y="3829050"/>
          <p14:tracePt t="62583" x="2844800" y="3848100"/>
          <p14:tracePt t="62600" x="2559050" y="3879850"/>
          <p14:tracePt t="62616" x="2489200" y="3892550"/>
          <p14:tracePt t="62633" x="2400300" y="3911600"/>
          <p14:tracePt t="62650" x="2305050" y="3937000"/>
          <p14:tracePt t="62667" x="2216150" y="3956050"/>
          <p14:tracePt t="62683" x="2076450" y="3968750"/>
          <p14:tracePt t="62700" x="1917700" y="3975100"/>
          <p14:tracePt t="62716" x="1879600" y="3975100"/>
          <p14:tracePt t="62733" x="1765300" y="3975100"/>
          <p14:tracePt t="62750" x="1555750" y="3937000"/>
          <p14:tracePt t="62766" x="1460500" y="3905250"/>
          <p14:tracePt t="62783" x="1371600" y="3835400"/>
          <p14:tracePt t="62800" x="1314450" y="3810000"/>
          <p14:tracePt t="62816" x="1282700" y="3797300"/>
          <p14:tracePt t="62833" x="1238250" y="3759200"/>
          <p14:tracePt t="62866" x="1244600" y="3759200"/>
          <p14:tracePt t="62921" x="1250950" y="3759200"/>
          <p14:tracePt t="62929" x="1257300" y="3759200"/>
          <p14:tracePt t="62937" x="1263650" y="3759200"/>
          <p14:tracePt t="62950" x="1276350" y="3759200"/>
          <p14:tracePt t="62966" x="1339850" y="3740150"/>
          <p14:tracePt t="62983" x="1377950" y="3727450"/>
          <p14:tracePt t="63000" x="1441450" y="3714750"/>
          <p14:tracePt t="63016" x="1524000" y="3702050"/>
          <p14:tracePt t="63033" x="1574800" y="3695700"/>
          <p14:tracePt t="63049" x="1638300" y="3695700"/>
          <p14:tracePt t="63066" x="1638300" y="3689350"/>
          <p14:tracePt t="63083" x="1644650" y="3689350"/>
          <p14:tracePt t="63100" x="1644650" y="3676650"/>
          <p14:tracePt t="63133" x="1651000" y="3676650"/>
          <p14:tracePt t="63150" x="1651000" y="3683000"/>
          <p14:tracePt t="63166" x="1657350" y="3689350"/>
          <p14:tracePt t="63183" x="1676400" y="3708400"/>
          <p14:tracePt t="63200" x="1733550" y="3740150"/>
          <p14:tracePt t="63216" x="1790700" y="3771900"/>
          <p14:tracePt t="63233" x="1847850" y="3790950"/>
          <p14:tracePt t="63250" x="2012950" y="3803650"/>
          <p14:tracePt t="63266" x="2076450" y="3797300"/>
          <p14:tracePt t="63283" x="2152650" y="3790950"/>
          <p14:tracePt t="63300" x="2190750" y="3759200"/>
          <p14:tracePt t="63333" x="2197100" y="3752850"/>
          <p14:tracePt t="63377" x="2209800" y="3765550"/>
          <p14:tracePt t="63385" x="2216150" y="3771900"/>
          <p14:tracePt t="63402" x="2228850" y="3797300"/>
          <p14:tracePt t="63409" x="2292350" y="3886200"/>
          <p14:tracePt t="63418" x="2305050" y="3943350"/>
          <p14:tracePt t="63433" x="2406650" y="4057650"/>
          <p14:tracePt t="63450" x="2647950" y="4248150"/>
          <p14:tracePt t="63466" x="2914650" y="4381500"/>
          <p14:tracePt t="63483" x="3035300" y="4413250"/>
          <p14:tracePt t="63500" x="3460750" y="4495800"/>
          <p14:tracePt t="63516" x="3746500" y="4514850"/>
          <p14:tracePt t="63533" x="4019550" y="4483100"/>
          <p14:tracePt t="63549" x="4445000" y="4387850"/>
          <p14:tracePt t="63566" x="4552950" y="4343400"/>
          <p14:tracePt t="63583" x="4660900" y="4298950"/>
          <p14:tracePt t="63600" x="4806950" y="4203700"/>
          <p14:tracePt t="63617" x="4857750" y="4165600"/>
          <p14:tracePt t="63633" x="4914900" y="4114800"/>
          <p14:tracePt t="63650" x="4914900" y="4108450"/>
          <p14:tracePt t="63666" x="4914900" y="4095750"/>
          <p14:tracePt t="63683" x="4908550" y="4083050"/>
          <p14:tracePt t="63699" x="4895850" y="4057650"/>
          <p14:tracePt t="63716" x="4845050" y="3975100"/>
          <p14:tracePt t="63733" x="4794250" y="3905250"/>
          <p14:tracePt t="63750" x="4756150" y="3879850"/>
          <p14:tracePt t="63766" x="4597400" y="3797300"/>
          <p14:tracePt t="63783" x="4502150" y="3759200"/>
          <p14:tracePt t="63800" x="4292600" y="3702050"/>
          <p14:tracePt t="63817" x="4216400" y="3695700"/>
          <p14:tracePt t="63833" x="4140200" y="3676650"/>
          <p14:tracePt t="63850" x="4076700" y="3676650"/>
          <p14:tracePt t="63867" x="4051300" y="3676650"/>
          <p14:tracePt t="63883" x="4019550" y="3695700"/>
          <p14:tracePt t="63900" x="4000500" y="3746500"/>
          <p14:tracePt t="63916" x="3987800" y="3784600"/>
          <p14:tracePt t="63933" x="3994150" y="3829050"/>
          <p14:tracePt t="63950" x="4006850" y="3930650"/>
          <p14:tracePt t="63966" x="4013200" y="3949700"/>
          <p14:tracePt t="63983" x="4083050" y="4013200"/>
          <p14:tracePt t="64000" x="4102100" y="4025900"/>
          <p14:tracePt t="64016" x="4197350" y="4044950"/>
          <p14:tracePt t="64033" x="4502150" y="4006850"/>
          <p14:tracePt t="64050" x="4629150" y="3962400"/>
          <p14:tracePt t="64066" x="4781550" y="3886200"/>
          <p14:tracePt t="64083" x="4978400" y="3790950"/>
          <p14:tracePt t="64100" x="5111750" y="3733800"/>
          <p14:tracePt t="64116" x="5226050" y="3676650"/>
          <p14:tracePt t="64133" x="5314950" y="3600450"/>
          <p14:tracePt t="64150" x="5327650" y="3581400"/>
          <p14:tracePt t="64166" x="5334000" y="3562350"/>
          <p14:tracePt t="64183" x="5334000" y="3536950"/>
          <p14:tracePt t="64200" x="5334000" y="3517900"/>
          <p14:tracePt t="64216" x="5327650" y="3498850"/>
          <p14:tracePt t="64233" x="5295900" y="3479800"/>
          <p14:tracePt t="64250" x="5270500" y="3460750"/>
          <p14:tracePt t="64266" x="5251450" y="3460750"/>
          <p14:tracePt t="64283" x="5162550" y="3460750"/>
          <p14:tracePt t="64300" x="5092700" y="3492500"/>
          <p14:tracePt t="64316" x="4984750" y="3543300"/>
          <p14:tracePt t="64333" x="4921250" y="3575050"/>
          <p14:tracePt t="64350" x="4870450" y="3606800"/>
          <p14:tracePt t="64366" x="4826000" y="3663950"/>
          <p14:tracePt t="64383" x="4819650" y="3721100"/>
          <p14:tracePt t="64400" x="4813300" y="3771900"/>
          <p14:tracePt t="64416" x="4838700" y="3860800"/>
          <p14:tracePt t="64433" x="4864100" y="3911600"/>
          <p14:tracePt t="64450" x="4921250" y="3975100"/>
          <p14:tracePt t="64466" x="5067300" y="4025900"/>
          <p14:tracePt t="64483" x="5111750" y="4032250"/>
          <p14:tracePt t="64500" x="5219700" y="4000500"/>
          <p14:tracePt t="64516" x="5232400" y="3987800"/>
          <p14:tracePt t="64533" x="5302250" y="3937000"/>
          <p14:tracePt t="64536" x="5334000" y="3911600"/>
          <p14:tracePt t="64549" x="5353050" y="3879850"/>
          <p14:tracePt t="64566" x="5378450" y="3784600"/>
          <p14:tracePt t="64583" x="5403850" y="3714750"/>
          <p14:tracePt t="64600" x="5403850" y="3663950"/>
          <p14:tracePt t="64617" x="5403850" y="3644900"/>
          <p14:tracePt t="64633" x="5365750" y="3568700"/>
          <p14:tracePt t="64650" x="5321300" y="3549650"/>
          <p14:tracePt t="64667" x="5207000" y="3536950"/>
          <p14:tracePt t="64683" x="5156200" y="3543300"/>
          <p14:tracePt t="64700" x="5048250" y="3575050"/>
          <p14:tracePt t="64716" x="4845050" y="3663950"/>
          <p14:tracePt t="64733" x="4718050" y="3721100"/>
          <p14:tracePt t="64750" x="4610100" y="3810000"/>
          <p14:tracePt t="64766" x="4578350" y="3867150"/>
          <p14:tracePt t="64783" x="4572000" y="3886200"/>
          <p14:tracePt t="64800" x="4591050" y="4000500"/>
          <p14:tracePt t="64816" x="4597400" y="4051300"/>
          <p14:tracePt t="64833" x="4686300" y="4165600"/>
          <p14:tracePt t="64850" x="4737100" y="4191000"/>
          <p14:tracePt t="64866" x="4838700" y="4216400"/>
          <p14:tracePt t="64883" x="4940300" y="4222750"/>
          <p14:tracePt t="64899" x="5149850" y="4121150"/>
          <p14:tracePt t="64916" x="5270500" y="4019550"/>
          <p14:tracePt t="64933" x="5410200" y="3841750"/>
          <p14:tracePt t="64949" x="5429250" y="3778250"/>
          <p14:tracePt t="64966" x="5473700" y="3638550"/>
          <p14:tracePt t="64983" x="5486400" y="3505200"/>
          <p14:tracePt t="65000" x="5454650" y="3346450"/>
          <p14:tracePt t="65016" x="5410200" y="3289300"/>
          <p14:tracePt t="65033" x="5276850" y="3238500"/>
          <p14:tracePt t="65050" x="5124450" y="3244850"/>
          <p14:tracePt t="65066" x="4826000" y="3359150"/>
          <p14:tracePt t="65083" x="4305300" y="3619500"/>
          <p14:tracePt t="65100" x="4000500" y="3803650"/>
          <p14:tracePt t="65117" x="3683000" y="4038600"/>
          <p14:tracePt t="65133" x="3587750" y="4127500"/>
          <p14:tracePt t="65150" x="3536950" y="4203700"/>
          <p14:tracePt t="65166" x="3530600" y="4292600"/>
          <p14:tracePt t="65183" x="3543300" y="4318000"/>
          <p14:tracePt t="65200" x="3568700" y="4330700"/>
          <p14:tracePt t="65216" x="3670300" y="4368800"/>
          <p14:tracePt t="65233" x="3829050" y="4400550"/>
          <p14:tracePt t="65250" x="3867150" y="4400550"/>
          <p14:tracePt t="65266" x="4089400" y="4356100"/>
          <p14:tracePt t="65283" x="4159250" y="4330700"/>
          <p14:tracePt t="65300" x="4298950" y="4279900"/>
          <p14:tracePt t="65316" x="4445000" y="4197350"/>
          <p14:tracePt t="65333" x="4572000" y="4032250"/>
          <p14:tracePt t="65350" x="4603750" y="3975100"/>
          <p14:tracePt t="65367" x="4610100" y="3943350"/>
          <p14:tracePt t="65383" x="4597400" y="3835400"/>
          <p14:tracePt t="65400" x="4572000" y="3797300"/>
          <p14:tracePt t="65416" x="4533900" y="3759200"/>
          <p14:tracePt t="65433" x="4445000" y="3733800"/>
          <p14:tracePt t="65450" x="4419600" y="3740150"/>
          <p14:tracePt t="65466" x="4381500" y="3765550"/>
          <p14:tracePt t="65483" x="4305300" y="3860800"/>
          <p14:tracePt t="65500" x="4273550" y="3924300"/>
          <p14:tracePt t="65516" x="4248150" y="4025900"/>
          <p14:tracePt t="65533" x="4248150" y="4044950"/>
          <p14:tracePt t="65549" x="4273550" y="4076700"/>
          <p14:tracePt t="65566" x="4343400" y="4140200"/>
          <p14:tracePt t="65583" x="4419600" y="4165600"/>
          <p14:tracePt t="65600" x="4502150" y="4184650"/>
          <p14:tracePt t="65617" x="4781550" y="4140200"/>
          <p14:tracePt t="65633" x="4902200" y="4089400"/>
          <p14:tracePt t="65650" x="5022850" y="4013200"/>
          <p14:tracePt t="65667" x="5207000" y="3835400"/>
          <p14:tracePt t="65683" x="5257800" y="3733800"/>
          <p14:tracePt t="65700" x="5302250" y="3644900"/>
          <p14:tracePt t="65716" x="5321300" y="3549650"/>
          <p14:tracePt t="65733" x="5314950" y="3492500"/>
          <p14:tracePt t="65749" x="5302250" y="3460750"/>
          <p14:tracePt t="65766" x="5270500" y="3441700"/>
          <p14:tracePt t="65783" x="5251450" y="3435350"/>
          <p14:tracePt t="65799" x="5213350" y="3448050"/>
          <p14:tracePt t="65816" x="5162550" y="3486150"/>
          <p14:tracePt t="65833" x="5092700" y="3556000"/>
          <p14:tracePt t="65850" x="5086350" y="3568700"/>
          <p14:tracePt t="65883" x="5086350" y="3575050"/>
          <p14:tracePt t="66353" x="5086350" y="3587750"/>
          <p14:tracePt t="66377" x="5086350" y="3613150"/>
          <p14:tracePt t="66385" x="5086350" y="3638550"/>
          <p14:tracePt t="66393" x="5092700" y="3657600"/>
          <p14:tracePt t="66401" x="5092700" y="3689350"/>
          <p14:tracePt t="66416" x="5092700" y="3727450"/>
          <p14:tracePt t="66433" x="5105400" y="3886200"/>
          <p14:tracePt t="66449" x="5124450" y="3975100"/>
          <p14:tracePt t="66466" x="5124450" y="4095750"/>
          <p14:tracePt t="66483" x="5105400" y="4298950"/>
          <p14:tracePt t="66499" x="5092700" y="4387850"/>
          <p14:tracePt t="66516" x="5092700" y="4432300"/>
          <p14:tracePt t="66533" x="5099050" y="4502150"/>
          <p14:tracePt t="66549" x="5099050" y="4514850"/>
          <p14:tracePt t="66566" x="5092700" y="4533900"/>
          <p14:tracePt t="66583" x="5086350" y="4546600"/>
          <p14:tracePt t="66600" x="5073650" y="4546600"/>
          <p14:tracePt t="66616" x="5073650" y="4559300"/>
          <p14:tracePt t="66633" x="5048250" y="4584700"/>
          <p14:tracePt t="66650" x="5010150" y="4629150"/>
          <p14:tracePt t="66666" x="4972050" y="4673600"/>
          <p14:tracePt t="66683" x="4959350" y="4679950"/>
          <p14:tracePt t="66699" x="4902200" y="4737100"/>
          <p14:tracePt t="66716" x="4870450" y="4749800"/>
          <p14:tracePt t="66733" x="4794250" y="4775200"/>
          <p14:tracePt t="66750" x="4756150" y="4775200"/>
          <p14:tracePt t="66766" x="4724400" y="4775200"/>
          <p14:tracePt t="66783" x="4686300" y="4762500"/>
          <p14:tracePt t="66800" x="4533900" y="4711700"/>
          <p14:tracePt t="66816" x="4457700" y="4679950"/>
          <p14:tracePt t="66833" x="4318000" y="4635500"/>
          <p14:tracePt t="66850" x="4305300" y="4629150"/>
          <p14:tracePt t="66866" x="4254500" y="4622800"/>
          <p14:tracePt t="66883" x="4235450" y="4622800"/>
          <p14:tracePt t="66899" x="4229100" y="4622800"/>
          <p14:tracePt t="67129" x="4235450" y="4622800"/>
          <p14:tracePt t="67145" x="4254500" y="4622800"/>
          <p14:tracePt t="67154" x="4260850" y="4622800"/>
          <p14:tracePt t="67170" x="4260850" y="4616450"/>
          <p14:tracePt t="67177" x="4267200" y="4616450"/>
          <p14:tracePt t="67185" x="4279900" y="4610100"/>
          <p14:tracePt t="67199" x="4292600" y="4610100"/>
          <p14:tracePt t="67225" x="4305300" y="4597400"/>
          <p14:tracePt t="67305" x="4318000" y="4591050"/>
          <p14:tracePt t="67329" x="4324350" y="4591050"/>
          <p14:tracePt t="68001" x="4330700" y="4584700"/>
          <p14:tracePt t="68345" x="4337050" y="4584700"/>
          <p14:tracePt t="68353" x="4343400" y="4584700"/>
          <p14:tracePt t="68361" x="4356100" y="4578350"/>
          <p14:tracePt t="68369" x="4387850" y="4578350"/>
          <p14:tracePt t="68385" x="4413250" y="4578350"/>
          <p14:tracePt t="68399" x="4432300" y="4572000"/>
          <p14:tracePt t="68416" x="4521200" y="4565650"/>
          <p14:tracePt t="68433" x="4654550" y="4546600"/>
          <p14:tracePt t="68450" x="4775200" y="4533900"/>
          <p14:tracePt t="68466" x="4819650" y="4527550"/>
          <p14:tracePt t="68483" x="4953000" y="4508500"/>
          <p14:tracePt t="68500" x="5003800" y="4508500"/>
          <p14:tracePt t="68516" x="5067300" y="4508500"/>
          <p14:tracePt t="68533" x="5149850" y="4508500"/>
          <p14:tracePt t="68550" x="5175250" y="4508500"/>
          <p14:tracePt t="68566" x="5200650" y="4508500"/>
          <p14:tracePt t="68583" x="5251450" y="4508500"/>
          <p14:tracePt t="68600" x="5302250" y="4495800"/>
          <p14:tracePt t="68616" x="5321300" y="4489450"/>
          <p14:tracePt t="68633" x="5340350" y="4489450"/>
          <p14:tracePt t="68650" x="5359400" y="4483100"/>
          <p14:tracePt t="68666" x="5372100" y="4483100"/>
          <p14:tracePt t="68700" x="5397500" y="4483100"/>
          <p14:tracePt t="68716" x="5416550" y="4483100"/>
          <p14:tracePt t="68733" x="5435600" y="4489450"/>
          <p14:tracePt t="68750" x="5467350" y="4489450"/>
          <p14:tracePt t="68766" x="5486400" y="4495800"/>
          <p14:tracePt t="68783" x="5549900" y="4495800"/>
          <p14:tracePt t="68800" x="5581650" y="4495800"/>
          <p14:tracePt t="68816" x="5619750" y="4495800"/>
          <p14:tracePt t="68833" x="5670550" y="4495800"/>
          <p14:tracePt t="68850" x="5695950" y="4495800"/>
          <p14:tracePt t="68866" x="5727700" y="4495800"/>
          <p14:tracePt t="68883" x="5784850" y="4495800"/>
          <p14:tracePt t="68900" x="5803900" y="4495800"/>
          <p14:tracePt t="68916" x="5829300" y="4495800"/>
          <p14:tracePt t="68933" x="5873750" y="4495800"/>
          <p14:tracePt t="68950" x="5943600" y="4502150"/>
          <p14:tracePt t="68966" x="5969000" y="4514850"/>
          <p14:tracePt t="68983" x="6064250" y="4527550"/>
          <p14:tracePt t="68999" x="6089650" y="4540250"/>
          <p14:tracePt t="69016" x="6108700" y="4546600"/>
          <p14:tracePt t="69033" x="6172200" y="4552950"/>
          <p14:tracePt t="69049" x="6216650" y="4559300"/>
          <p14:tracePt t="69066" x="6248400" y="4565650"/>
          <p14:tracePt t="69083" x="6261100" y="4565650"/>
          <p14:tracePt t="69100" x="6267450" y="4565650"/>
          <p14:tracePt t="69116" x="6280150" y="4565650"/>
          <p14:tracePt t="69593" x="6280150" y="4572000"/>
          <p14:tracePt t="69945" x="6273800" y="4572000"/>
          <p14:tracePt t="69953" x="6267450" y="4552950"/>
          <p14:tracePt t="69961" x="6235700" y="4521200"/>
          <p14:tracePt t="69977" x="6178550" y="4470400"/>
          <p14:tracePt t="69985" x="6089650" y="4381500"/>
          <p14:tracePt t="69999" x="5956300" y="4248150"/>
          <p14:tracePt t="70016" x="5213350" y="3708400"/>
          <p14:tracePt t="70033" x="4381500" y="3327400"/>
          <p14:tracePt t="70049" x="3670300" y="2990850"/>
          <p14:tracePt t="70066" x="3327400" y="2844800"/>
          <p14:tracePt t="70083" x="3009900" y="2660650"/>
          <p14:tracePt t="70100" x="2476500" y="2286000"/>
          <p14:tracePt t="70116" x="2051050" y="2032000"/>
          <p14:tracePt t="70133" x="1670050" y="1771650"/>
          <p14:tracePt t="70150" x="1111250" y="1460500"/>
          <p14:tracePt t="70167" x="768350" y="1244600"/>
          <p14:tracePt t="70183" x="577850" y="1123950"/>
          <p14:tracePt t="70200" x="171450" y="869950"/>
          <p14:tracePt t="70217" x="31750" y="781050"/>
          <p14:tracePt t="72433" x="247650" y="2787650"/>
          <p14:tracePt t="72450" x="635000" y="3111500"/>
          <p14:tracePt t="72467" x="1073150" y="3429000"/>
          <p14:tracePt t="72483" x="1352550" y="3644900"/>
          <p14:tracePt t="72500" x="1657350" y="3829050"/>
          <p14:tracePt t="72517" x="2032000" y="3987800"/>
          <p14:tracePt t="72533" x="2698750" y="4241800"/>
          <p14:tracePt t="72538" x="2819400" y="4286250"/>
          <p14:tracePt t="72550" x="2946400" y="4330700"/>
          <p14:tracePt t="72567" x="3282950" y="4451350"/>
          <p14:tracePt t="72584" x="3422650" y="4495800"/>
          <p14:tracePt t="72601" x="3886200" y="4622800"/>
          <p14:tracePt t="72617" x="4089400" y="4667250"/>
          <p14:tracePt t="72634" x="4470400" y="4737100"/>
          <p14:tracePt t="72650" x="4584700" y="4756150"/>
          <p14:tracePt t="72667" x="4819650" y="4787900"/>
          <p14:tracePt t="72684" x="4914900" y="4800600"/>
          <p14:tracePt t="72700" x="5041900" y="4806950"/>
          <p14:tracePt t="72717" x="5226050" y="4813300"/>
          <p14:tracePt t="72733" x="5295900" y="4819650"/>
          <p14:tracePt t="72750" x="5365750" y="4819650"/>
          <p14:tracePt t="72767" x="5467350" y="4819650"/>
          <p14:tracePt t="72784" x="5594350" y="4819650"/>
          <p14:tracePt t="72800" x="5613400" y="4819650"/>
          <p14:tracePt t="72817" x="5651500" y="4819650"/>
          <p14:tracePt t="72834" x="5689600" y="4819650"/>
          <p14:tracePt t="72850" x="5727700" y="4819650"/>
          <p14:tracePt t="72867" x="5746750" y="4819650"/>
          <p14:tracePt t="72883" x="5746750" y="4813300"/>
          <p14:tracePt t="72917" x="5765800" y="4806950"/>
          <p14:tracePt t="73000" x="5772150" y="4806950"/>
          <p14:tracePt t="73183" x="5778500" y="4806950"/>
          <p14:tracePt t="73200" x="5803900" y="4806950"/>
          <p14:tracePt t="73217" x="5816600" y="4806950"/>
          <p14:tracePt t="73234" x="5873750" y="4813300"/>
          <p14:tracePt t="73250" x="5880100" y="4813300"/>
          <p14:tracePt t="73267" x="5962650" y="4826000"/>
          <p14:tracePt t="73283" x="5988050" y="4832350"/>
          <p14:tracePt t="73300" x="6038850" y="4838700"/>
          <p14:tracePt t="73317" x="6134100" y="4851400"/>
          <p14:tracePt t="73333" x="6216650" y="4870450"/>
          <p14:tracePt t="73350" x="6254750" y="4876800"/>
          <p14:tracePt t="73367" x="6343650" y="4902200"/>
          <p14:tracePt t="73383" x="6432550" y="4927600"/>
          <p14:tracePt t="73400" x="6515100" y="4953000"/>
          <p14:tracePt t="73417" x="6667500" y="4997450"/>
          <p14:tracePt t="73433" x="6762750" y="5022850"/>
          <p14:tracePt t="73450" x="6832600" y="5048250"/>
          <p14:tracePt t="73467" x="6959600" y="5086350"/>
          <p14:tracePt t="73483" x="7029450" y="5118100"/>
          <p14:tracePt t="73500" x="7175500" y="5162550"/>
          <p14:tracePt t="73517" x="7188200" y="5168900"/>
          <p14:tracePt t="73533" x="7245350" y="5194300"/>
          <p14:tracePt t="73538" x="7308850" y="5213350"/>
          <p14:tracePt t="73550" x="7334250" y="5232400"/>
          <p14:tracePt t="73567" x="7404100" y="5257800"/>
          <p14:tracePt t="73583" x="7461250" y="5276850"/>
          <p14:tracePt t="73600" x="7607300" y="5327650"/>
          <p14:tracePt t="73617" x="7651750" y="5340350"/>
          <p14:tracePt t="73633" x="7893050" y="5422900"/>
          <p14:tracePt t="73650" x="7962900" y="5448300"/>
          <p14:tracePt t="73666" x="8007350" y="5461000"/>
          <p14:tracePt t="73683" x="8089900" y="5480050"/>
          <p14:tracePt t="73700" x="8102600" y="5486400"/>
          <p14:tracePt t="73716" x="8115300" y="5486400"/>
          <p14:tracePt t="73733" x="8121650" y="5486400"/>
          <p14:tracePt t="73750" x="8128000" y="5492750"/>
          <p14:tracePt t="73783" x="8140700" y="5499100"/>
          <p14:tracePt t="73800" x="8185150" y="5543550"/>
          <p14:tracePt t="73816" x="8197850" y="5575300"/>
          <p14:tracePt t="73833" x="8134350" y="5721350"/>
          <p14:tracePt t="73850" x="8128000" y="5727700"/>
          <p14:tracePt t="74097" x="8121650" y="5715000"/>
          <p14:tracePt t="74105" x="8096250" y="5683250"/>
          <p14:tracePt t="74116" x="8089900" y="5664200"/>
          <p14:tracePt t="74133" x="8089900" y="5619750"/>
          <p14:tracePt t="74149" x="8089900" y="5613400"/>
          <p14:tracePt t="74481" x="8089900" y="5600700"/>
          <p14:tracePt t="74489" x="8077200" y="5594350"/>
          <p14:tracePt t="74499" x="8058150" y="5575300"/>
          <p14:tracePt t="74516" x="7893050" y="5486400"/>
          <p14:tracePt t="74533" x="7442200" y="5194300"/>
          <p14:tracePt t="74549" x="7302500" y="5137150"/>
          <p14:tracePt t="74566" x="7258050" y="5124450"/>
          <p14:tracePt t="74583" x="7004050" y="5054600"/>
          <p14:tracePt t="74599" x="6870700" y="5022850"/>
          <p14:tracePt t="74616" x="6629400" y="4978400"/>
          <p14:tracePt t="74633" x="6464300" y="4953000"/>
          <p14:tracePt t="74650" x="6400800" y="4946650"/>
          <p14:tracePt t="74666" x="6216650" y="4927600"/>
          <p14:tracePt t="74683" x="6134100" y="4927600"/>
          <p14:tracePt t="74699" x="5969000" y="4959350"/>
          <p14:tracePt t="74716" x="5924550" y="4972050"/>
          <p14:tracePt t="74733" x="5918200" y="4978400"/>
          <p14:tracePt t="74750" x="5854700" y="5010150"/>
          <p14:tracePt t="74766" x="5822950" y="5022850"/>
          <p14:tracePt t="74783" x="5810250" y="5035550"/>
          <p14:tracePt t="74800" x="5759450" y="5073650"/>
          <p14:tracePt t="74816" x="5759450" y="5080000"/>
          <p14:tracePt t="74833" x="5721350" y="5105400"/>
          <p14:tracePt t="74866" x="5721350" y="5130800"/>
          <p14:tracePt t="74883" x="5702300" y="5143500"/>
          <p14:tracePt t="74899" x="5689600" y="5175250"/>
          <p14:tracePt t="74916" x="5670550" y="5200650"/>
          <p14:tracePt t="74933" x="5664200" y="5213350"/>
          <p14:tracePt t="74949" x="5607050" y="5295900"/>
          <p14:tracePt t="74966" x="5594350" y="5353050"/>
          <p14:tracePt t="74983" x="5556250" y="5410200"/>
          <p14:tracePt t="74999" x="5530850" y="5511800"/>
          <p14:tracePt t="75016" x="5530850" y="5518150"/>
          <p14:tracePt t="75033" x="5499100" y="5632450"/>
          <p14:tracePt t="75050" x="5492750" y="5657850"/>
          <p14:tracePt t="75066" x="5486400" y="5695950"/>
          <p14:tracePt t="75083" x="5486400" y="5727700"/>
          <p14:tracePt t="75100" x="5486400" y="5740400"/>
          <p14:tracePt t="75116" x="5486400" y="5746750"/>
          <p14:tracePt t="75133" x="5480050" y="5753100"/>
          <p14:tracePt t="75149" x="5480050" y="5765800"/>
          <p14:tracePt t="75166" x="5473700" y="5772150"/>
          <p14:tracePt t="75183" x="5454650" y="5778500"/>
          <p14:tracePt t="75200" x="5435600" y="5797550"/>
          <p14:tracePt t="75216" x="5422900" y="5797550"/>
          <p14:tracePt t="75233" x="5295900" y="5861050"/>
          <p14:tracePt t="75250" x="5238750" y="5886450"/>
          <p14:tracePt t="75267" x="5054600" y="5956300"/>
          <p14:tracePt t="75283" x="5003800" y="5969000"/>
          <p14:tracePt t="75299" x="4895850" y="6019800"/>
          <p14:tracePt t="75316" x="4851400" y="6051550"/>
          <p14:tracePt t="75333" x="4806950" y="6076950"/>
          <p14:tracePt t="75350" x="4768850" y="6102350"/>
          <p14:tracePt t="75366" x="4756150" y="6121400"/>
          <p14:tracePt t="75383" x="4743450" y="6127750"/>
          <p14:tracePt t="75400" x="4737100" y="6140450"/>
          <p14:tracePt t="75433" x="4730750" y="6146800"/>
          <p14:tracePt t="75489" x="4730750" y="6153150"/>
          <p14:tracePt t="75721" x="4737100" y="6153150"/>
          <p14:tracePt t="75729" x="4737100" y="6146800"/>
          <p14:tracePt t="75737" x="4743450" y="6127750"/>
          <p14:tracePt t="75749" x="4743450" y="6051550"/>
          <p14:tracePt t="75766" x="4730750" y="5969000"/>
          <p14:tracePt t="75783" x="4699000" y="5867400"/>
          <p14:tracePt t="75799" x="4699000" y="5695950"/>
          <p14:tracePt t="75816" x="4692650" y="5588000"/>
          <p14:tracePt t="75833" x="4641850" y="5359400"/>
          <p14:tracePt t="75849" x="4622800" y="5321300"/>
          <p14:tracePt t="75866" x="4603750" y="5302250"/>
          <p14:tracePt t="75883" x="4597400" y="5295900"/>
          <p14:tracePt t="75916" x="4584700" y="5295900"/>
          <p14:tracePt t="75937" x="4578350" y="5295900"/>
          <p14:tracePt t="75949" x="4565650" y="5308600"/>
          <p14:tracePt t="75966" x="4597400" y="5321300"/>
          <p14:tracePt t="75982" x="4546600" y="5346700"/>
          <p14:tracePt t="75999" x="4489450" y="5384800"/>
          <p14:tracePt t="76016" x="4470400" y="5403850"/>
          <p14:tracePt t="76033" x="4311650" y="5524500"/>
          <p14:tracePt t="76049" x="4267200" y="5562600"/>
          <p14:tracePt t="76066" x="4178300" y="5632450"/>
          <p14:tracePt t="76083" x="4152900" y="5657850"/>
          <p14:tracePt t="76099" x="4133850" y="5689600"/>
          <p14:tracePt t="76116" x="4108450" y="5708650"/>
          <p14:tracePt t="76133" x="4108450" y="5727700"/>
          <p14:tracePt t="76149" x="4057650" y="5753100"/>
          <p14:tracePt t="76166" x="4038600" y="5759450"/>
          <p14:tracePt t="76183" x="4032250" y="5772150"/>
          <p14:tracePt t="76199" x="3981450" y="5803900"/>
          <p14:tracePt t="76216" x="3943350" y="5822950"/>
          <p14:tracePt t="76233" x="3854450" y="5848350"/>
          <p14:tracePt t="76250" x="3810000" y="5848350"/>
          <p14:tracePt t="76266" x="3771900" y="5842000"/>
          <p14:tracePt t="76283" x="3600450" y="5791200"/>
          <p14:tracePt t="76299" x="3492500" y="5727700"/>
          <p14:tracePt t="76316" x="3390900" y="5670550"/>
          <p14:tracePt t="76333" x="3238500" y="5562600"/>
          <p14:tracePt t="76350" x="3194050" y="5530850"/>
          <p14:tracePt t="76366" x="3086100" y="5473700"/>
          <p14:tracePt t="76383" x="2889250" y="5384800"/>
          <p14:tracePt t="76399" x="2813050" y="5359400"/>
          <p14:tracePt t="76416" x="2628900" y="5327650"/>
          <p14:tracePt t="76432" x="2559050" y="5314950"/>
          <p14:tracePt t="76449" x="2495550" y="5295900"/>
          <p14:tracePt t="76466" x="2400300" y="5283200"/>
          <p14:tracePt t="76483" x="2362200" y="5276850"/>
          <p14:tracePt t="76499" x="2317750" y="5276850"/>
          <p14:tracePt t="76516" x="2266950" y="5276850"/>
          <p14:tracePt t="76532" x="2228850" y="5276850"/>
          <p14:tracePt t="76549" x="2165350" y="5276850"/>
          <p14:tracePt t="76566" x="2108200" y="5276850"/>
          <p14:tracePt t="76582" x="2057400" y="5283200"/>
          <p14:tracePt t="76599" x="2025650" y="5289550"/>
          <p14:tracePt t="76616" x="1987550" y="5302250"/>
          <p14:tracePt t="76633" x="1930400" y="5308600"/>
          <p14:tracePt t="76649" x="1892300" y="5314950"/>
          <p14:tracePt t="76683" x="1879600" y="5314950"/>
          <p14:tracePt t="76699" x="1879600" y="5321300"/>
          <p14:tracePt t="76721" x="1873250" y="5321300"/>
          <p14:tracePt t="76737" x="1873250" y="5327650"/>
          <p14:tracePt t="76760" x="1885950" y="5327650"/>
          <p14:tracePt t="76792" x="1879600" y="5327650"/>
          <p14:tracePt t="76801" x="1892300" y="5321300"/>
          <p14:tracePt t="76809" x="1905000" y="5321300"/>
          <p14:tracePt t="76825" x="1911350" y="5314950"/>
          <p14:tracePt t="76841" x="1917700" y="5308600"/>
          <p14:tracePt t="76849" x="1930400" y="5308600"/>
          <p14:tracePt t="76866" x="1955800" y="5289550"/>
          <p14:tracePt t="76883" x="1968500" y="5283200"/>
          <p14:tracePt t="76899" x="1981200" y="5283200"/>
          <p14:tracePt t="76916" x="2006600" y="5270500"/>
          <p14:tracePt t="76933" x="2025650" y="5270500"/>
          <p14:tracePt t="76949" x="2051050" y="5264150"/>
          <p14:tracePt t="76966" x="2070100" y="5264150"/>
          <p14:tracePt t="76983" x="2076450" y="5264150"/>
          <p14:tracePt t="76999" x="2089150" y="5264150"/>
          <p14:tracePt t="77016" x="2101850" y="5264150"/>
          <p14:tracePt t="77033" x="2127250" y="5264150"/>
          <p14:tracePt t="77049" x="2133600" y="5264150"/>
          <p14:tracePt t="77066" x="2139950" y="5264150"/>
          <p14:tracePt t="77083" x="2146300" y="5264150"/>
          <p14:tracePt t="77100" x="2159000" y="5251450"/>
          <p14:tracePt t="77121" x="2165350" y="5251450"/>
          <p14:tracePt t="77177" x="2171700" y="5245100"/>
          <p14:tracePt t="77281" x="2171700" y="5238750"/>
          <p14:tracePt t="77297" x="2165350" y="5238750"/>
          <p14:tracePt t="77313" x="2146300" y="5238750"/>
          <p14:tracePt t="77321" x="2133600" y="5238750"/>
          <p14:tracePt t="77338" x="2127250" y="5245100"/>
          <p14:tracePt t="77350" x="2120900" y="5245100"/>
          <p14:tracePt t="77366" x="2101850" y="5251450"/>
          <p14:tracePt t="77383" x="2095500" y="5251450"/>
          <p14:tracePt t="77400" x="2082800" y="5257800"/>
          <p14:tracePt t="77416" x="2063750" y="5264150"/>
          <p14:tracePt t="77433" x="2044700" y="5276850"/>
          <p14:tracePt t="77449" x="2032000" y="5289550"/>
          <p14:tracePt t="77466" x="2032000" y="5295900"/>
          <p14:tracePt t="77483" x="2025650" y="5302250"/>
          <p14:tracePt t="77499" x="2006600" y="5314950"/>
          <p14:tracePt t="77516" x="1993900" y="5334000"/>
          <p14:tracePt t="77533" x="1987550" y="5353050"/>
          <p14:tracePt t="77550" x="1987550" y="5359400"/>
          <p14:tracePt t="77566" x="1974850" y="5403850"/>
          <p14:tracePt t="77583" x="1968500" y="5429250"/>
          <p14:tracePt t="77599" x="1955800" y="5461000"/>
          <p14:tracePt t="77616" x="1949450" y="5543550"/>
          <p14:tracePt t="77633" x="1955800" y="5581650"/>
          <p14:tracePt t="77649" x="1955800" y="5626100"/>
          <p14:tracePt t="77666" x="1968500" y="5683250"/>
          <p14:tracePt t="77683" x="2012950" y="5708650"/>
          <p14:tracePt t="77700" x="2012950" y="5734050"/>
          <p14:tracePt t="77716" x="2025650" y="5746750"/>
          <p14:tracePt t="77750" x="2038350" y="5759450"/>
          <p14:tracePt t="77766" x="2044700" y="5778500"/>
          <p14:tracePt t="77783" x="2070100" y="5791200"/>
          <p14:tracePt t="77799" x="2101850" y="5822950"/>
          <p14:tracePt t="77816" x="2108200" y="5822950"/>
          <p14:tracePt t="77833" x="2152650" y="5848350"/>
          <p14:tracePt t="77850" x="2184400" y="5886450"/>
          <p14:tracePt t="77866" x="2209800" y="5892800"/>
          <p14:tracePt t="77883" x="2228850" y="5905500"/>
          <p14:tracePt t="77899" x="2241550" y="5911850"/>
          <p14:tracePt t="77916" x="2279650" y="5911850"/>
          <p14:tracePt t="77933" x="2305050" y="5911850"/>
          <p14:tracePt t="77950" x="2349500" y="5911850"/>
          <p14:tracePt t="77966" x="2413000" y="5911850"/>
          <p14:tracePt t="77983" x="2451100" y="5911850"/>
          <p14:tracePt t="77999" x="2470150" y="5899150"/>
          <p14:tracePt t="78016" x="2501900" y="5873750"/>
          <p14:tracePt t="78033" x="2622550" y="5816600"/>
          <p14:tracePt t="78049" x="2654300" y="5784850"/>
          <p14:tracePt t="78066" x="2679700" y="5759450"/>
          <p14:tracePt t="78083" x="2730500" y="5708650"/>
          <p14:tracePt t="78100" x="2743200" y="5670550"/>
          <p14:tracePt t="78116" x="2743200" y="5638800"/>
          <p14:tracePt t="78133" x="2755900" y="5543550"/>
          <p14:tracePt t="78150" x="2755900" y="5524500"/>
          <p14:tracePt t="78166" x="2755900" y="5473700"/>
          <p14:tracePt t="78183" x="2736850" y="5403850"/>
          <p14:tracePt t="78199" x="2717800" y="5353050"/>
          <p14:tracePt t="78216" x="2705100" y="5327650"/>
          <p14:tracePt t="78233" x="2673350" y="5270500"/>
          <p14:tracePt t="78250" x="2654300" y="5245100"/>
          <p14:tracePt t="78266" x="2635250" y="5207000"/>
          <p14:tracePt t="78283" x="2603500" y="5194300"/>
          <p14:tracePt t="78299" x="2578100" y="5181600"/>
          <p14:tracePt t="78316" x="2489200" y="5149850"/>
          <p14:tracePt t="78333" x="2463800" y="5143500"/>
          <p14:tracePt t="78350" x="2381250" y="5130800"/>
          <p14:tracePt t="78367" x="2260600" y="5118100"/>
          <p14:tracePt t="78383" x="2178050" y="5118100"/>
          <p14:tracePt t="78400" x="2108200" y="5130800"/>
          <p14:tracePt t="78416" x="2038350" y="5143500"/>
          <p14:tracePt t="78433" x="1968500" y="5181600"/>
          <p14:tracePt t="78450" x="1898650" y="5245100"/>
          <p14:tracePt t="78466" x="1860550" y="5264150"/>
          <p14:tracePt t="78483" x="1828800" y="5289550"/>
          <p14:tracePt t="78499" x="1809750" y="5321300"/>
          <p14:tracePt t="78516" x="1809750" y="5340350"/>
          <p14:tracePt t="78533" x="1803400" y="5372100"/>
          <p14:tracePt t="78549" x="1790700" y="5403850"/>
          <p14:tracePt t="78566" x="1784350" y="5435600"/>
          <p14:tracePt t="78583" x="1771650" y="5480050"/>
          <p14:tracePt t="78599" x="1790700" y="5537200"/>
          <p14:tracePt t="78616" x="1835150" y="5619750"/>
          <p14:tracePt t="78633" x="1936750" y="5676900"/>
          <p14:tracePt t="78649" x="2006600" y="5702300"/>
          <p14:tracePt t="78666" x="2222500" y="5740400"/>
          <p14:tracePt t="78683" x="2552700" y="5740400"/>
          <p14:tracePt t="78700" x="2952750" y="5740400"/>
          <p14:tracePt t="78716" x="3797300" y="5734050"/>
          <p14:tracePt t="78733" x="4019550" y="5734050"/>
          <p14:tracePt t="78749" x="4813300" y="5721350"/>
          <p14:tracePt t="78766" x="6115050" y="5721350"/>
          <p14:tracePt t="78783" x="6902450" y="5721350"/>
          <p14:tracePt t="78799" x="7696200" y="5708650"/>
          <p14:tracePt t="78816" x="8610600" y="5657850"/>
          <p14:tracePt t="78833" x="9017000" y="5607050"/>
          <p14:tracePt t="79393" x="9105900" y="4908550"/>
          <p14:tracePt t="79401" x="9067800" y="4908550"/>
          <p14:tracePt t="79409" x="9023350" y="4908550"/>
          <p14:tracePt t="79418" x="8972550" y="4908550"/>
          <p14:tracePt t="79433" x="8820150" y="4908550"/>
          <p14:tracePt t="79449" x="8724900" y="4908550"/>
          <p14:tracePt t="79466" x="8642350" y="4908550"/>
          <p14:tracePt t="79483" x="8578850" y="4895850"/>
          <p14:tracePt t="79499" x="8439150" y="4889500"/>
          <p14:tracePt t="79516" x="8356600" y="4889500"/>
          <p14:tracePt t="79533" x="8210550" y="4889500"/>
          <p14:tracePt t="79549" x="8178800" y="4895850"/>
          <p14:tracePt t="79566" x="8096250" y="4914900"/>
          <p14:tracePt t="79583" x="7931150" y="4997450"/>
          <p14:tracePt t="79600" x="7886700" y="5054600"/>
          <p14:tracePt t="79616" x="7829550" y="5099050"/>
          <p14:tracePt t="79633" x="7816850" y="5124450"/>
          <p14:tracePt t="79809" x="7810500" y="5130800"/>
          <p14:tracePt t="79818" x="7791450" y="5137150"/>
          <p14:tracePt t="79825" x="7785100" y="5143500"/>
          <p14:tracePt t="79833" x="7785100" y="5156200"/>
          <p14:tracePt t="79849" x="7753350" y="5194300"/>
          <p14:tracePt t="79866" x="7721600" y="5213350"/>
          <p14:tracePt t="79883" x="7683500" y="5238750"/>
          <p14:tracePt t="79899" x="7632700" y="5276850"/>
          <p14:tracePt t="79916" x="7607300" y="5302250"/>
          <p14:tracePt t="79933" x="7575550" y="5359400"/>
          <p14:tracePt t="79949" x="7569200" y="5378450"/>
          <p14:tracePt t="79966" x="7556500" y="5422900"/>
          <p14:tracePt t="79982" x="7556500" y="5537200"/>
          <p14:tracePt t="80000" x="7556500" y="5607050"/>
          <p14:tracePt t="80016" x="7569200" y="5657850"/>
          <p14:tracePt t="80033" x="7594600" y="5740400"/>
          <p14:tracePt t="80049" x="7626350" y="5778500"/>
          <p14:tracePt t="80066" x="7639050" y="5791200"/>
          <p14:tracePt t="80082" x="7664450" y="5797550"/>
          <p14:tracePt t="80099" x="7683500" y="5803900"/>
          <p14:tracePt t="80116" x="7689850" y="5803900"/>
          <p14:tracePt t="80133" x="7702550" y="5803900"/>
          <p14:tracePt t="80149" x="7734300" y="5797550"/>
          <p14:tracePt t="80166" x="7766050" y="5784850"/>
          <p14:tracePt t="80183" x="7829550" y="5772150"/>
          <p14:tracePt t="80200" x="7893050" y="5772150"/>
          <p14:tracePt t="80216" x="7918450" y="5772150"/>
          <p14:tracePt t="80233" x="8077200" y="5765800"/>
          <p14:tracePt t="80250" x="8166100" y="5759450"/>
          <p14:tracePt t="80266" x="8280400" y="5746750"/>
          <p14:tracePt t="80283" x="8350250" y="5734050"/>
          <p14:tracePt t="80299" x="8407400" y="5727700"/>
          <p14:tracePt t="80316" x="8439150" y="5721350"/>
          <p14:tracePt t="80333" x="8470900" y="5702300"/>
          <p14:tracePt t="80350" x="8489950" y="5695950"/>
          <p14:tracePt t="80366" x="8515350" y="5664200"/>
          <p14:tracePt t="80383" x="8534400" y="5613400"/>
          <p14:tracePt t="80400" x="8553450" y="5575300"/>
          <p14:tracePt t="80416" x="8559800" y="5435600"/>
          <p14:tracePt t="80433" x="8553450" y="5283200"/>
          <p14:tracePt t="80450" x="8483600" y="5149850"/>
          <p14:tracePt t="80466" x="8407400" y="5099050"/>
          <p14:tracePt t="80483" x="8362950" y="5080000"/>
          <p14:tracePt t="80500" x="8115300" y="5086350"/>
          <p14:tracePt t="80516" x="7943850" y="5149850"/>
          <p14:tracePt t="80533" x="7651750" y="5289550"/>
          <p14:tracePt t="80536" x="7346950" y="5454650"/>
          <p14:tracePt t="80549" x="7207250" y="5562600"/>
          <p14:tracePt t="80566" x="7067550" y="5651500"/>
          <p14:tracePt t="80583" x="6781800" y="5861050"/>
          <p14:tracePt t="80600" x="6654800" y="5962650"/>
          <p14:tracePt t="80616" x="6553200" y="6045200"/>
          <p14:tracePt t="80633" x="6521450" y="6064250"/>
          <p14:tracePt t="80650" x="6502400" y="6076950"/>
          <p14:tracePt t="80666" x="6496050" y="6083300"/>
          <p14:tracePt t="80683" x="6483350" y="6083300"/>
          <p14:tracePt t="80700" x="6464300" y="6096000"/>
          <p14:tracePt t="80716" x="6381750" y="6096000"/>
          <p14:tracePt t="80733" x="6286500" y="6089650"/>
          <p14:tracePt t="80750" x="6146800" y="6076950"/>
          <p14:tracePt t="80766" x="5765800" y="6076950"/>
          <p14:tracePt t="80783" x="5670550" y="6076950"/>
          <p14:tracePt t="80800" x="5403850" y="6064250"/>
          <p14:tracePt t="80816" x="4953000" y="6089650"/>
          <p14:tracePt t="80833" x="4667250" y="6108700"/>
          <p14:tracePt t="80850" x="4508500" y="6083300"/>
          <p14:tracePt t="80866" x="4451350" y="6076950"/>
          <p14:tracePt t="80883" x="4349750" y="6051550"/>
          <p14:tracePt t="80900" x="4191000" y="5994400"/>
          <p14:tracePt t="80916" x="4108450" y="5969000"/>
          <p14:tracePt t="80933" x="4000500" y="5937250"/>
          <p14:tracePt t="80949" x="3937000" y="5911850"/>
          <p14:tracePt t="80966" x="3898900" y="5899150"/>
          <p14:tracePt t="80983" x="3746500" y="5873750"/>
          <p14:tracePt t="80999" x="3683000" y="5861050"/>
          <p14:tracePt t="81016" x="3575050" y="5842000"/>
          <p14:tracePt t="81033" x="3409950" y="5816600"/>
          <p14:tracePt t="81050" x="3384550" y="5810250"/>
          <p14:tracePt t="81066" x="3295650" y="5797550"/>
          <p14:tracePt t="81083" x="3175000" y="5778500"/>
          <p14:tracePt t="81099" x="3098800" y="5765800"/>
          <p14:tracePt t="81116" x="2933700" y="5740400"/>
          <p14:tracePt t="81133" x="2908300" y="5734050"/>
          <p14:tracePt t="81150" x="2806700" y="5721350"/>
          <p14:tracePt t="81166" x="2647950" y="5683250"/>
          <p14:tracePt t="81183" x="2565400" y="5670550"/>
          <p14:tracePt t="81199" x="2476500" y="5645150"/>
          <p14:tracePt t="81216" x="2292350" y="5594350"/>
          <p14:tracePt t="81233" x="2235200" y="5562600"/>
          <p14:tracePt t="81249" x="2146300" y="5530850"/>
          <p14:tracePt t="81266" x="2120900" y="5518150"/>
          <p14:tracePt t="81283" x="2108200" y="5511800"/>
          <p14:tracePt t="81417" x="2120900" y="5505450"/>
          <p14:tracePt t="81425" x="2133600" y="5505450"/>
          <p14:tracePt t="81433" x="2159000" y="5492750"/>
          <p14:tracePt t="81449" x="2247900" y="5480050"/>
          <p14:tracePt t="81466" x="2298700" y="5467350"/>
          <p14:tracePt t="81482" x="2514600" y="5454650"/>
          <p14:tracePt t="81499" x="2736850" y="5454650"/>
          <p14:tracePt t="81516" x="2882900" y="5454650"/>
          <p14:tracePt t="81532" x="3289300" y="5467350"/>
          <p14:tracePt t="81549" x="3409950" y="5486400"/>
          <p14:tracePt t="81566" x="3492500" y="5486400"/>
          <p14:tracePt t="81583" x="3778250" y="5499100"/>
          <p14:tracePt t="81599" x="3937000" y="5505450"/>
          <p14:tracePt t="81616" x="4057650" y="5505450"/>
          <p14:tracePt t="81633" x="4470400" y="5524500"/>
          <p14:tracePt t="81649" x="4546600" y="5530850"/>
          <p14:tracePt t="81666" x="4908550" y="5530850"/>
          <p14:tracePt t="81683" x="5092700" y="5543550"/>
          <p14:tracePt t="81700" x="5308600" y="5556250"/>
          <p14:tracePt t="81716" x="5695950" y="5549900"/>
          <p14:tracePt t="81733" x="5778500" y="5549900"/>
          <p14:tracePt t="81750" x="6019800" y="5543550"/>
          <p14:tracePt t="81766" x="6216650" y="5530850"/>
          <p14:tracePt t="81783" x="6597650" y="5524500"/>
          <p14:tracePt t="81799" x="6750050" y="5524500"/>
          <p14:tracePt t="81816" x="6845300" y="5518150"/>
          <p14:tracePt t="81833" x="7029450" y="5518150"/>
          <p14:tracePt t="81850" x="7105650" y="5511800"/>
          <p14:tracePt t="81867" x="7169150" y="5505450"/>
          <p14:tracePt t="81883" x="7340600" y="5499100"/>
          <p14:tracePt t="81899" x="7442200" y="5499100"/>
          <p14:tracePt t="81916" x="7493000" y="5499100"/>
          <p14:tracePt t="81933" x="7772400" y="5499100"/>
          <p14:tracePt t="81949" x="7918450" y="5505450"/>
          <p14:tracePt t="81966" x="8058150" y="5518150"/>
          <p14:tracePt t="81983" x="8312150" y="5518150"/>
          <p14:tracePt t="82000" x="8388350" y="5524500"/>
          <p14:tracePt t="82016" x="8534400" y="5530850"/>
          <p14:tracePt t="82033" x="8839200" y="5530850"/>
          <p14:tracePt t="82049" x="8921750" y="5530850"/>
          <p14:tracePt t="82066" x="8966200" y="5530850"/>
          <p14:tracePt t="82082" x="8991600" y="5524500"/>
          <p14:tracePt t="82116" x="8997950" y="5524500"/>
          <p14:tracePt t="82153" x="8997950" y="5511800"/>
          <p14:tracePt t="82161" x="8991600" y="5511800"/>
          <p14:tracePt t="82170" x="8985250" y="5511800"/>
          <p14:tracePt t="82183" x="8966200" y="5505450"/>
          <p14:tracePt t="82200" x="8915400" y="5492750"/>
          <p14:tracePt t="82216" x="8756650" y="5486400"/>
          <p14:tracePt t="82233" x="7702550" y="5461000"/>
          <p14:tracePt t="82249" x="7054850" y="5461000"/>
          <p14:tracePt t="82266" x="5848350" y="5480050"/>
          <p14:tracePt t="82283" x="5537200" y="5505450"/>
          <p14:tracePt t="82299" x="5010150" y="5537200"/>
          <p14:tracePt t="82316" x="4146550" y="5575300"/>
          <p14:tracePt t="82333" x="3778250" y="5581650"/>
          <p14:tracePt t="82349" x="3492500" y="5594350"/>
          <p14:tracePt t="82366" x="3346450" y="5600700"/>
          <p14:tracePt t="82383" x="3016250" y="5619750"/>
          <p14:tracePt t="82400" x="2889250" y="5619750"/>
          <p14:tracePt t="82416" x="2730500" y="5619750"/>
          <p14:tracePt t="82433" x="2584450" y="5626100"/>
          <p14:tracePt t="82449" x="2552700" y="5626100"/>
          <p14:tracePt t="82466" x="2438400" y="5632450"/>
          <p14:tracePt t="82483" x="2374900" y="5638800"/>
          <p14:tracePt t="82500" x="2279650" y="5651500"/>
          <p14:tracePt t="82516" x="2165350" y="5683250"/>
          <p14:tracePt t="82533" x="2139950" y="5683250"/>
          <p14:tracePt t="82536" x="2108200" y="5683250"/>
          <p14:tracePt t="82549" x="2095500" y="5689600"/>
          <p14:tracePt t="82566" x="2082800" y="5695950"/>
          <p14:tracePt t="82633" x="2101850" y="5695950"/>
          <p14:tracePt t="82649" x="2114550" y="5689600"/>
          <p14:tracePt t="82658" x="2165350" y="5676900"/>
          <p14:tracePt t="82666" x="2247900" y="5664200"/>
          <p14:tracePt t="82683" x="2679700" y="5638800"/>
          <p14:tracePt t="82699" x="3149600" y="5632450"/>
          <p14:tracePt t="82716" x="3816350" y="5632450"/>
          <p14:tracePt t="82733" x="4165600" y="5619750"/>
          <p14:tracePt t="82749" x="5276850" y="5626100"/>
          <p14:tracePt t="82766" x="5918200" y="5651500"/>
          <p14:tracePt t="82783" x="6445250" y="5683250"/>
          <p14:tracePt t="82799" x="7156450" y="5721350"/>
          <p14:tracePt t="82816" x="7321550" y="5727700"/>
          <p14:tracePt t="82833" x="7448550" y="5734050"/>
          <p14:tracePt t="82850" x="7588250" y="5759450"/>
          <p14:tracePt t="82866" x="7613650" y="5759450"/>
          <p14:tracePt t="82883" x="7594600" y="5791200"/>
          <p14:tracePt t="82899" x="7543800" y="5810250"/>
          <p14:tracePt t="83017" x="7537450" y="5810250"/>
          <p14:tracePt t="83185" x="7531100" y="5810250"/>
          <p14:tracePt t="83201" x="7531100" y="5822950"/>
          <p14:tracePt t="83209" x="7531100" y="5816600"/>
          <p14:tracePt t="83242" x="7543800" y="5816600"/>
          <p14:tracePt t="83249" x="7550150" y="5816600"/>
          <p14:tracePt t="83257" x="7562850" y="5822950"/>
          <p14:tracePt t="83289" x="7575550" y="5822950"/>
          <p14:tracePt t="83297" x="7581900" y="5822950"/>
          <p14:tracePt t="83585" x="7575550" y="5810250"/>
          <p14:tracePt t="83601" x="7575550" y="5803900"/>
          <p14:tracePt t="83609" x="7575550" y="5797550"/>
          <p14:tracePt t="83618" x="7569200" y="5797550"/>
          <p14:tracePt t="83633" x="7562850" y="5778500"/>
          <p14:tracePt t="83649" x="7550150" y="5778500"/>
          <p14:tracePt t="83666" x="7543800" y="5778500"/>
          <p14:tracePt t="83699" x="7537450" y="5778500"/>
          <p14:tracePt t="83716" x="7531100" y="5784850"/>
          <p14:tracePt t="83733" x="7518400" y="5784850"/>
          <p14:tracePt t="83750" x="7493000" y="5791200"/>
          <p14:tracePt t="83766" x="7423150" y="5810250"/>
          <p14:tracePt t="83783" x="7391400" y="5810250"/>
          <p14:tracePt t="83800" x="7359650" y="5816600"/>
          <p14:tracePt t="83816" x="7315200" y="5816600"/>
          <p14:tracePt t="83833" x="7270750" y="5822950"/>
          <p14:tracePt t="83849" x="7226300" y="5822950"/>
          <p14:tracePt t="83866" x="7124700" y="5822950"/>
          <p14:tracePt t="83883" x="7061200" y="5829300"/>
          <p14:tracePt t="83900" x="7029450" y="5829300"/>
          <p14:tracePt t="83916" x="6927850" y="5829300"/>
          <p14:tracePt t="83933" x="6870700" y="5829300"/>
          <p14:tracePt t="83949" x="6845300" y="5829300"/>
          <p14:tracePt t="83966" x="6826250" y="5829300"/>
          <p14:tracePt t="84049" x="6819900" y="5829300"/>
          <p14:tracePt t="84073" x="6813550" y="5822950"/>
          <p14:tracePt t="84257" x="6819900" y="5822950"/>
          <p14:tracePt t="84265" x="6832600" y="5822950"/>
          <p14:tracePt t="84281" x="6838950" y="5822950"/>
          <p14:tracePt t="84297" x="6864350" y="5822950"/>
          <p14:tracePt t="84305" x="6908800" y="5822950"/>
          <p14:tracePt t="84316" x="6940550" y="5822950"/>
          <p14:tracePt t="84332" x="6991350" y="5822950"/>
          <p14:tracePt t="84350" x="7010400" y="5810250"/>
          <p14:tracePt t="84366" x="7042150" y="5810250"/>
          <p14:tracePt t="84383" x="7086600" y="5797550"/>
          <p14:tracePt t="84399" x="7112000" y="5797550"/>
          <p14:tracePt t="84416" x="7131050" y="5797550"/>
          <p14:tracePt t="84705" x="7150100" y="5797550"/>
          <p14:tracePt t="84713" x="7181850" y="5797550"/>
          <p14:tracePt t="84721" x="7188200" y="5797550"/>
          <p14:tracePt t="84732" x="7213600" y="5797550"/>
          <p14:tracePt t="84749" x="7232650" y="5791200"/>
          <p14:tracePt t="84766" x="7416800" y="5765800"/>
          <p14:tracePt t="84782" x="7518400" y="5759450"/>
          <p14:tracePt t="84799" x="7645400" y="5734050"/>
          <p14:tracePt t="84816" x="7867650" y="5721350"/>
          <p14:tracePt t="84832" x="7956550" y="5721350"/>
          <p14:tracePt t="84849" x="8032750" y="5708650"/>
          <p14:tracePt t="84866" x="8058150" y="5708650"/>
          <p14:tracePt t="84883" x="8064500" y="5708650"/>
          <p14:tracePt t="84960" x="8051800" y="5708650"/>
          <p14:tracePt t="84969" x="8039100" y="5708650"/>
          <p14:tracePt t="84977" x="8007350" y="5708650"/>
          <p14:tracePt t="84985" x="7969250" y="5708650"/>
          <p14:tracePt t="84999" x="7912100" y="5727700"/>
          <p14:tracePt t="85016" x="7816850" y="5740400"/>
          <p14:tracePt t="85033" x="7397750" y="5803900"/>
          <p14:tracePt t="85049" x="6851650" y="5861050"/>
          <p14:tracePt t="85066" x="6515100" y="5918200"/>
          <p14:tracePt t="85083" x="6254750" y="5937250"/>
          <p14:tracePt t="85100" x="5518150" y="5994400"/>
          <p14:tracePt t="85116" x="5181600" y="6064250"/>
          <p14:tracePt t="85133" x="4692650" y="6153150"/>
          <p14:tracePt t="85149" x="4565650" y="6172200"/>
          <p14:tracePt t="85166" x="4476750" y="6191250"/>
          <p14:tracePt t="85183" x="4241800" y="6203950"/>
          <p14:tracePt t="85200" x="4089400" y="6223000"/>
          <p14:tracePt t="85216" x="3975100" y="6235700"/>
          <p14:tracePt t="85233" x="3873500" y="6229350"/>
          <p14:tracePt t="85250" x="3867150" y="6223000"/>
          <p14:tracePt t="85266" x="3822700" y="6203950"/>
          <p14:tracePt t="85283" x="3810000" y="6191250"/>
          <p14:tracePt t="85299" x="3797300" y="6184900"/>
          <p14:tracePt t="85316" x="3759200" y="6159500"/>
          <p14:tracePt t="85333" x="3727450" y="6153150"/>
          <p14:tracePt t="85349" x="3721100" y="6140450"/>
          <p14:tracePt t="85366" x="3683000" y="6115050"/>
          <p14:tracePt t="85383" x="3670300" y="6096000"/>
          <p14:tracePt t="85400" x="3663950" y="6076950"/>
          <p14:tracePt t="85416" x="3651250" y="6026150"/>
          <p14:tracePt t="85433" x="3625850" y="5994400"/>
          <p14:tracePt t="85449" x="3606800" y="5949950"/>
          <p14:tracePt t="85466" x="3562350" y="5886450"/>
          <p14:tracePt t="85483" x="3524250" y="5848350"/>
          <p14:tracePt t="85499" x="3498850" y="5797550"/>
          <p14:tracePt t="85516" x="3473450" y="5778500"/>
          <p14:tracePt t="85533" x="3435350" y="5746750"/>
          <p14:tracePt t="85550" x="3327400" y="5689600"/>
          <p14:tracePt t="85566" x="3270250" y="5657850"/>
          <p14:tracePt t="85583" x="3213100" y="5632450"/>
          <p14:tracePt t="85599" x="3130550" y="5613400"/>
          <p14:tracePt t="85616" x="3111500" y="5613400"/>
          <p14:tracePt t="85633" x="3067050" y="5613400"/>
          <p14:tracePt t="85649" x="3003550" y="5613400"/>
          <p14:tracePt t="85666" x="2959100" y="5613400"/>
          <p14:tracePt t="85683" x="2940050" y="5613400"/>
          <p14:tracePt t="85699" x="2870200" y="5613400"/>
          <p14:tracePt t="85716" x="2838450" y="5613400"/>
          <p14:tracePt t="85733" x="2813050" y="5613400"/>
          <p14:tracePt t="85749" x="2762250" y="5613400"/>
          <p14:tracePt t="85766" x="2749550" y="5613400"/>
          <p14:tracePt t="85783" x="2743200" y="5613400"/>
          <p14:tracePt t="85799" x="2730500" y="5613400"/>
          <p14:tracePt t="85816" x="2705100" y="5613400"/>
          <p14:tracePt t="85833" x="2673350" y="5613400"/>
          <p14:tracePt t="85849" x="2660650" y="5613400"/>
          <p14:tracePt t="85866" x="2654300" y="5613400"/>
          <p14:tracePt t="85899" x="2647950" y="5613400"/>
          <p14:tracePt t="85961" x="2641600" y="5613400"/>
          <p14:tracePt t="85985" x="2641600" y="5619750"/>
          <p14:tracePt t="86002" x="2635250" y="5619750"/>
          <p14:tracePt t="86009" x="2622550" y="5619750"/>
          <p14:tracePt t="86042" x="2616200" y="5619750"/>
          <p14:tracePt t="86057" x="2603500" y="5619750"/>
          <p14:tracePt t="86073" x="2590800" y="5619750"/>
          <p14:tracePt t="86097" x="2590800" y="5626100"/>
          <p14:tracePt t="86273" x="2578100" y="5632450"/>
          <p14:tracePt t="86321" x="2578100" y="5638800"/>
          <p14:tracePt t="86369" x="2571750" y="5645150"/>
          <p14:tracePt t="86505" x="2559050" y="5645150"/>
          <p14:tracePt t="86513" x="2559050" y="5651500"/>
          <p14:tracePt t="86537" x="2559050" y="5657850"/>
          <p14:tracePt t="86545" x="2546350" y="5657850"/>
          <p14:tracePt t="86625" x="2540000" y="5657850"/>
          <p14:tracePt t="86873" x="2527300" y="5657850"/>
          <p14:tracePt t="86897" x="2527300" y="5651500"/>
          <p14:tracePt t="86921" x="2527300" y="5645150"/>
          <p14:tracePt t="86929" x="2527300" y="5632450"/>
          <p14:tracePt t="86945" x="2527300" y="5626100"/>
          <p14:tracePt t="86953" x="2527300" y="5619750"/>
          <p14:tracePt t="86966" x="2533650" y="5607050"/>
          <p14:tracePt t="86982" x="2533650" y="5588000"/>
          <p14:tracePt t="86999" x="2552700" y="5581650"/>
          <p14:tracePt t="87016" x="2559050" y="5575300"/>
          <p14:tracePt t="87033" x="2559050" y="5568950"/>
          <p14:tracePt t="87090" x="2559050" y="5562600"/>
          <p14:tracePt t="87513" x="2565400" y="5562600"/>
          <p14:tracePt t="87538" x="2571750" y="5562600"/>
          <p14:tracePt t="87545" x="2578100" y="5562600"/>
          <p14:tracePt t="87554" x="2603500" y="5562600"/>
          <p14:tracePt t="87570" x="2622550" y="5568950"/>
          <p14:tracePt t="87593" x="2635250" y="5575300"/>
          <p14:tracePt t="87609" x="2641600" y="5575300"/>
          <p14:tracePt t="87618" x="2654300" y="5575300"/>
          <p14:tracePt t="87633" x="2692400" y="5575300"/>
          <p14:tracePt t="87649" x="2698750" y="5575300"/>
          <p14:tracePt t="87666" x="2717800" y="5575300"/>
          <p14:tracePt t="87683" x="2755900" y="5575300"/>
          <p14:tracePt t="87699" x="2774950" y="5575300"/>
          <p14:tracePt t="87716" x="2806700" y="5575300"/>
          <p14:tracePt t="87733" x="2819400" y="5575300"/>
          <p14:tracePt t="87750" x="2844800" y="5575300"/>
          <p14:tracePt t="87766" x="2876550" y="5575300"/>
          <p14:tracePt t="87783" x="2908300" y="5575300"/>
          <p14:tracePt t="87799" x="2959100" y="5575300"/>
          <p14:tracePt t="87816" x="2990850" y="5581650"/>
          <p14:tracePt t="87833" x="3009900" y="5581650"/>
          <p14:tracePt t="87850" x="3079750" y="5581650"/>
          <p14:tracePt t="87866" x="3086100" y="5581650"/>
          <p14:tracePt t="87883" x="3117850" y="5581650"/>
          <p14:tracePt t="87900" x="3181350" y="5581650"/>
          <p14:tracePt t="87916" x="3187700" y="5581650"/>
          <p14:tracePt t="87933" x="3206750" y="5581650"/>
          <p14:tracePt t="87950" x="3238500" y="5581650"/>
          <p14:tracePt t="87966" x="3263900" y="5594350"/>
          <p14:tracePt t="87983" x="3321050" y="5594350"/>
          <p14:tracePt t="87999" x="3333750" y="5594350"/>
          <p14:tracePt t="88016" x="3365500" y="5594350"/>
          <p14:tracePt t="88033" x="3409950" y="5594350"/>
          <p14:tracePt t="88049" x="3448050" y="5594350"/>
          <p14:tracePt t="88066" x="3486150" y="5594350"/>
          <p14:tracePt t="88083" x="3511550" y="5588000"/>
          <p14:tracePt t="88100" x="3543300" y="5588000"/>
          <p14:tracePt t="88116" x="3562350" y="5588000"/>
          <p14:tracePt t="88133" x="3600450" y="5588000"/>
          <p14:tracePt t="88149" x="3619500" y="5588000"/>
          <p14:tracePt t="88166" x="3625850" y="5588000"/>
          <p14:tracePt t="88183" x="3657600" y="5588000"/>
          <p14:tracePt t="88199" x="3708400" y="5588000"/>
          <p14:tracePt t="88216" x="3727450" y="5588000"/>
          <p14:tracePt t="88232" x="3784600" y="5588000"/>
          <p14:tracePt t="88249" x="3797300" y="5588000"/>
          <p14:tracePt t="88266" x="3835400" y="5588000"/>
          <p14:tracePt t="88282" x="3898900" y="5581650"/>
          <p14:tracePt t="88299" x="3949700" y="5581650"/>
          <p14:tracePt t="88316" x="3981450" y="5581650"/>
          <p14:tracePt t="88332" x="4025900" y="5581650"/>
          <p14:tracePt t="88349" x="4114800" y="5581650"/>
          <p14:tracePt t="88366" x="4197350" y="5581650"/>
          <p14:tracePt t="88383" x="4222750" y="5581650"/>
          <p14:tracePt t="88399" x="4324350" y="5575300"/>
          <p14:tracePt t="88416" x="4425950" y="5575300"/>
          <p14:tracePt t="88433" x="4476750" y="5575300"/>
          <p14:tracePt t="88449" x="4616450" y="5575300"/>
          <p14:tracePt t="88466" x="4673600" y="5575300"/>
          <p14:tracePt t="88482" x="4743450" y="5568950"/>
          <p14:tracePt t="88499" x="4845050" y="5562600"/>
          <p14:tracePt t="88516" x="4895850" y="5562600"/>
          <p14:tracePt t="88533" x="4914900" y="5562600"/>
          <p14:tracePt t="88549" x="4965700" y="5562600"/>
          <p14:tracePt t="88566" x="5060950" y="5556250"/>
          <p14:tracePt t="88583" x="5105400" y="5556250"/>
          <p14:tracePt t="88600" x="5143500" y="5556250"/>
          <p14:tracePt t="88616" x="5283200" y="5549900"/>
          <p14:tracePt t="88633" x="5327650" y="5549900"/>
          <p14:tracePt t="88649" x="5397500" y="5549900"/>
          <p14:tracePt t="88666" x="5543550" y="5543550"/>
          <p14:tracePt t="88683" x="5613400" y="5543550"/>
          <p14:tracePt t="88699" x="5689600" y="5543550"/>
          <p14:tracePt t="88716" x="5784850" y="5543550"/>
          <p14:tracePt t="88733" x="5873750" y="5543550"/>
          <p14:tracePt t="88750" x="5930900" y="5543550"/>
          <p14:tracePt t="88766" x="6000750" y="5543550"/>
          <p14:tracePt t="88783" x="6089650" y="5543550"/>
          <p14:tracePt t="88799" x="6127750" y="5537200"/>
          <p14:tracePt t="88816" x="6165850" y="5537200"/>
          <p14:tracePt t="88833" x="6286500" y="5524500"/>
          <p14:tracePt t="88849" x="6343650" y="5524500"/>
          <p14:tracePt t="88866" x="6432550" y="5518150"/>
          <p14:tracePt t="88883" x="6546850" y="5518150"/>
          <p14:tracePt t="88899" x="6578600" y="5511800"/>
          <p14:tracePt t="88916" x="6604000" y="5511800"/>
          <p14:tracePt t="88933" x="6724650" y="5511800"/>
          <p14:tracePt t="88949" x="6807200" y="5505450"/>
          <p14:tracePt t="88966" x="6864350" y="5505450"/>
          <p14:tracePt t="88983" x="6908800" y="5499100"/>
          <p14:tracePt t="88999" x="6985000" y="5499100"/>
          <p14:tracePt t="89016" x="7042150" y="5499100"/>
          <p14:tracePt t="89033" x="7150100" y="5492750"/>
          <p14:tracePt t="89049" x="7232650" y="5486400"/>
          <p14:tracePt t="89066" x="7289800" y="5480050"/>
          <p14:tracePt t="89083" x="7327900" y="5480050"/>
          <p14:tracePt t="89099" x="7423150" y="5480050"/>
          <p14:tracePt t="89116" x="7467600" y="5480050"/>
          <p14:tracePt t="89133" x="7518400" y="5473700"/>
          <p14:tracePt t="89149" x="7556500" y="5467350"/>
          <p14:tracePt t="89166" x="7562850" y="5467350"/>
          <p14:tracePt t="89183" x="7575550" y="5467350"/>
          <p14:tracePt t="89200" x="7600950" y="5467350"/>
          <p14:tracePt t="89233" x="7620000" y="5467350"/>
          <p14:tracePt t="89249" x="7632700" y="5467350"/>
          <p14:tracePt t="89266" x="7645400" y="5467350"/>
          <p14:tracePt t="89283" x="7664450" y="5467350"/>
          <p14:tracePt t="89316" x="7670800" y="5467350"/>
          <p14:tracePt t="89333" x="7677150" y="5467350"/>
          <p14:tracePt t="89354" x="7683500" y="5467350"/>
          <p14:tracePt t="89745" x="7689850" y="5467350"/>
          <p14:tracePt t="89873" x="7677150" y="5467350"/>
          <p14:tracePt t="89881" x="7588250" y="5505450"/>
          <p14:tracePt t="89889" x="7550150" y="5511800"/>
          <p14:tracePt t="89899" x="7486650" y="5511800"/>
          <p14:tracePt t="89916" x="7397750" y="5524500"/>
          <p14:tracePt t="89932" x="6991350" y="5568950"/>
          <p14:tracePt t="89949" x="6800850" y="5581650"/>
          <p14:tracePt t="89966" x="6451600" y="5594350"/>
          <p14:tracePt t="89983" x="5746750" y="5607050"/>
          <p14:tracePt t="89999" x="5664200" y="5613400"/>
          <p14:tracePt t="90016" x="5308600" y="5626100"/>
          <p14:tracePt t="90032" x="4572000" y="5657850"/>
          <p14:tracePt t="90049" x="4381500" y="5664200"/>
          <p14:tracePt t="90066" x="4146550" y="5670550"/>
          <p14:tracePt t="90082" x="4076700" y="5670550"/>
          <p14:tracePt t="90100" x="4025900" y="5689600"/>
          <p14:tracePt t="90116" x="3841750" y="5708650"/>
          <p14:tracePt t="90133" x="3790950" y="5715000"/>
          <p14:tracePt t="90150" x="3708400" y="5727700"/>
          <p14:tracePt t="90166" x="3695700" y="5727700"/>
          <p14:tracePt t="90183" x="3613150" y="5734050"/>
          <p14:tracePt t="90199" x="3549650" y="5734050"/>
          <p14:tracePt t="90216" x="3390900" y="5746750"/>
          <p14:tracePt t="90233" x="3289300" y="5746750"/>
          <p14:tracePt t="90249" x="3251200" y="5746750"/>
          <p14:tracePt t="90266" x="3111500" y="5746750"/>
          <p14:tracePt t="90282" x="3022600" y="5753100"/>
          <p14:tracePt t="90299" x="2933700" y="5765800"/>
          <p14:tracePt t="90316" x="2806700" y="5765800"/>
          <p14:tracePt t="90333" x="2794000" y="5765800"/>
          <p14:tracePt t="90350" x="2724150" y="5765800"/>
          <p14:tracePt t="90367" x="2705100" y="5765800"/>
          <p14:tracePt t="90383" x="2698750" y="5759450"/>
          <p14:tracePt t="90399" x="2692400" y="5759450"/>
          <p14:tracePt t="90416" x="2692400" y="5746750"/>
          <p14:tracePt t="90433" x="2686050" y="5746750"/>
          <p14:tracePt t="90449" x="2679700" y="5734050"/>
          <p14:tracePt t="90466" x="2679700" y="5708650"/>
          <p14:tracePt t="90483" x="2667000" y="5702300"/>
          <p14:tracePt t="90499" x="2667000" y="5695950"/>
          <p14:tracePt t="90516" x="2628900" y="5676900"/>
          <p14:tracePt t="90533" x="2609850" y="5670550"/>
          <p14:tracePt t="90536" x="2590800" y="5670550"/>
          <p14:tracePt t="90549" x="2571750" y="5670550"/>
          <p14:tracePt t="90566" x="2533650" y="5664200"/>
          <p14:tracePt t="90583" x="2514600" y="5670550"/>
          <p14:tracePt t="90599" x="2508250" y="5670550"/>
          <p14:tracePt t="90616" x="2501900" y="5670550"/>
          <p14:tracePt t="90665" x="2495550" y="5670550"/>
          <p14:tracePt t="90697" x="2495550" y="5676900"/>
          <p14:tracePt t="90825" x="2508250" y="5676900"/>
          <p14:tracePt t="90849" x="2520950" y="5676900"/>
          <p14:tracePt t="90857" x="2520950" y="5670550"/>
          <p14:tracePt t="90866" x="2533650" y="5670550"/>
          <p14:tracePt t="90883" x="2546350" y="5664200"/>
          <p14:tracePt t="90899" x="2559050" y="5664200"/>
          <p14:tracePt t="90916" x="2571750" y="5664200"/>
          <p14:tracePt t="90933" x="2590800" y="5664200"/>
          <p14:tracePt t="90949" x="2609850" y="5664200"/>
          <p14:tracePt t="90966" x="2616200" y="5664200"/>
          <p14:tracePt t="90983" x="2641600" y="5664200"/>
          <p14:tracePt t="91000" x="2660650" y="5664200"/>
          <p14:tracePt t="91016" x="2673350" y="5664200"/>
          <p14:tracePt t="91033" x="2711450" y="5664200"/>
          <p14:tracePt t="91049" x="2806700" y="5676900"/>
          <p14:tracePt t="91066" x="2825750" y="5676900"/>
          <p14:tracePt t="91083" x="2889250" y="5689600"/>
          <p14:tracePt t="91100" x="2921000" y="5689600"/>
          <p14:tracePt t="91133" x="2959100" y="5695950"/>
          <p14:tracePt t="91150" x="2978150" y="5695950"/>
          <p14:tracePt t="91166" x="2997200" y="5702300"/>
          <p14:tracePt t="91183" x="3016250" y="5702300"/>
          <p14:tracePt t="91199" x="3067050" y="5708650"/>
          <p14:tracePt t="91216" x="3086100" y="5715000"/>
          <p14:tracePt t="91233" x="3136900" y="5715000"/>
          <p14:tracePt t="91249" x="3168650" y="5721350"/>
          <p14:tracePt t="91266" x="3219450" y="5727700"/>
          <p14:tracePt t="91283" x="3232150" y="5727700"/>
          <p14:tracePt t="91299" x="3333750" y="5727700"/>
          <p14:tracePt t="91316" x="3397250" y="5727700"/>
          <p14:tracePt t="91332" x="3448050" y="5727700"/>
          <p14:tracePt t="91350" x="3587750" y="5721350"/>
          <p14:tracePt t="91366" x="3676650" y="5721350"/>
          <p14:tracePt t="91383" x="3708400" y="5721350"/>
          <p14:tracePt t="91399" x="3797300" y="5715000"/>
          <p14:tracePt t="91416" x="3981450" y="5715000"/>
          <p14:tracePt t="91433" x="4108450" y="5715000"/>
          <p14:tracePt t="91450" x="4197350" y="5708650"/>
          <p14:tracePt t="91466" x="4337050" y="5708650"/>
          <p14:tracePt t="91483" x="4413250" y="5708650"/>
          <p14:tracePt t="91499" x="4521200" y="5715000"/>
          <p14:tracePt t="91516" x="4724400" y="5721350"/>
          <p14:tracePt t="91532" x="4806950" y="5721350"/>
          <p14:tracePt t="91549" x="4870450" y="5727700"/>
          <p14:tracePt t="91566" x="4997450" y="5734050"/>
          <p14:tracePt t="91582" x="5111750" y="5734050"/>
          <p14:tracePt t="91599" x="5251450" y="5734050"/>
          <p14:tracePt t="91616" x="5435600" y="5734050"/>
          <p14:tracePt t="91633" x="5613400" y="5734050"/>
          <p14:tracePt t="91649" x="5664200" y="5734050"/>
          <p14:tracePt t="91666" x="5854700" y="5721350"/>
          <p14:tracePt t="91683" x="5969000" y="5715000"/>
          <p14:tracePt t="91699" x="6038850" y="5708650"/>
          <p14:tracePt t="91716" x="6242050" y="5708650"/>
          <p14:tracePt t="91733" x="6394450" y="5702300"/>
          <p14:tracePt t="91749" x="6457950" y="5702300"/>
          <p14:tracePt t="91766" x="6718300" y="5695950"/>
          <p14:tracePt t="91783" x="6864350" y="5689600"/>
          <p14:tracePt t="91799" x="6985000" y="5689600"/>
          <p14:tracePt t="91816" x="7258050" y="5676900"/>
          <p14:tracePt t="91833" x="7391400" y="5676900"/>
          <p14:tracePt t="91850" x="7518400" y="5676900"/>
          <p14:tracePt t="91866" x="7727950" y="5664200"/>
          <p14:tracePt t="91883" x="7874000" y="5657850"/>
          <p14:tracePt t="91900" x="7956550" y="5657850"/>
          <p14:tracePt t="91916" x="8001000" y="5657850"/>
          <p14:tracePt t="91933" x="8134350" y="5651500"/>
          <p14:tracePt t="91949" x="8197850" y="5645150"/>
          <p14:tracePt t="91966" x="8255000" y="5638800"/>
          <p14:tracePt t="91983" x="8293100" y="5638800"/>
          <p14:tracePt t="92000" x="8324850" y="5613400"/>
          <p14:tracePt t="92016" x="8337550" y="5613400"/>
          <p14:tracePt t="92033" x="8356600" y="5600700"/>
          <p14:tracePt t="92049" x="8356600" y="5594350"/>
          <p14:tracePt t="92161" x="8350250" y="5594350"/>
          <p14:tracePt t="92177" x="8324850" y="5594350"/>
          <p14:tracePt t="92193" x="8305800" y="5594350"/>
          <p14:tracePt t="92201" x="8286750" y="5594350"/>
          <p14:tracePt t="92209" x="8261350" y="5594350"/>
          <p14:tracePt t="92218" x="8216900" y="5588000"/>
          <p14:tracePt t="92233" x="8172450" y="5588000"/>
          <p14:tracePt t="92249" x="8159750" y="5588000"/>
          <p14:tracePt t="92266" x="8134350" y="5581650"/>
          <p14:tracePt t="92283" x="8128000" y="5575300"/>
          <p14:tracePt t="92299" x="8064500" y="5575300"/>
          <p14:tracePt t="92316" x="8039100" y="5575300"/>
          <p14:tracePt t="92333" x="7994650" y="5575300"/>
          <p14:tracePt t="92349" x="7912100" y="5575300"/>
          <p14:tracePt t="92366" x="7905750" y="5575300"/>
          <p14:tracePt t="92382" x="7893050" y="5575300"/>
          <p14:tracePt t="92399" x="7874000" y="5575300"/>
          <p14:tracePt t="92433" x="7867650" y="5575300"/>
          <p14:tracePt t="92537" x="7861300" y="5568950"/>
          <p14:tracePt t="92673" x="7848600" y="5568950"/>
          <p14:tracePt t="92777" x="7842250" y="5568950"/>
          <p14:tracePt t="92801" x="7835900" y="5568950"/>
          <p14:tracePt t="92809" x="7829550" y="5568950"/>
          <p14:tracePt t="92818" x="7816850" y="5562600"/>
          <p14:tracePt t="92832" x="7791450" y="5562600"/>
          <p14:tracePt t="92849" x="7772400" y="5562600"/>
          <p14:tracePt t="92866" x="7759700" y="5562600"/>
          <p14:tracePt t="92882" x="7721600" y="5562600"/>
          <p14:tracePt t="92899" x="7683500" y="5562600"/>
          <p14:tracePt t="92916" x="7651750" y="5562600"/>
          <p14:tracePt t="92933" x="7588250" y="5562600"/>
          <p14:tracePt t="92949" x="7550150" y="5562600"/>
          <p14:tracePt t="92966" x="7524750" y="5562600"/>
          <p14:tracePt t="92983" x="7480300" y="5562600"/>
          <p14:tracePt t="92999" x="7435850" y="5562600"/>
          <p14:tracePt t="93016" x="7385050" y="5562600"/>
          <p14:tracePt t="93033" x="7359650" y="5568950"/>
          <p14:tracePt t="93049" x="7315200" y="5568950"/>
          <p14:tracePt t="93066" x="7277100" y="5568950"/>
          <p14:tracePt t="93083" x="7245350" y="5568950"/>
          <p14:tracePt t="93100" x="7175500" y="5568950"/>
          <p14:tracePt t="93116" x="7124700" y="5568950"/>
          <p14:tracePt t="93133" x="7118350" y="5568950"/>
          <p14:tracePt t="93149" x="7023100" y="5575300"/>
          <p14:tracePt t="93166" x="6991350" y="5581650"/>
          <p14:tracePt t="93183" x="6940550" y="5594350"/>
          <p14:tracePt t="93199" x="6902450" y="5600700"/>
          <p14:tracePt t="93216" x="6896100" y="5600700"/>
          <p14:tracePt t="93233" x="6832600" y="5600700"/>
          <p14:tracePt t="93249" x="6813550" y="5607050"/>
          <p14:tracePt t="93266" x="6750050" y="5607050"/>
          <p14:tracePt t="93283" x="6718300" y="5613400"/>
          <p14:tracePt t="93299" x="6711950" y="5613400"/>
          <p14:tracePt t="93316" x="6616700" y="5613400"/>
          <p14:tracePt t="93332" x="6591300" y="5613400"/>
          <p14:tracePt t="93349" x="6546850" y="5619750"/>
          <p14:tracePt t="93366" x="6438900" y="5619750"/>
          <p14:tracePt t="93383" x="6369050" y="5619750"/>
          <p14:tracePt t="93400" x="6318250" y="5619750"/>
          <p14:tracePt t="93416" x="6292850" y="5619750"/>
          <p14:tracePt t="93432" x="6134100" y="5626100"/>
          <p14:tracePt t="93449" x="6076950" y="5632450"/>
          <p14:tracePt t="93466" x="5981700" y="5632450"/>
          <p14:tracePt t="93483" x="5962650" y="5632450"/>
          <p14:tracePt t="93499" x="5905500" y="5632450"/>
          <p14:tracePt t="93516" x="5835650" y="5632450"/>
          <p14:tracePt t="93533" x="5765800" y="5638800"/>
          <p14:tracePt t="93549" x="5721350" y="5638800"/>
          <p14:tracePt t="93566" x="5695950" y="5638800"/>
          <p14:tracePt t="93583" x="5607050" y="5657850"/>
          <p14:tracePt t="93599" x="5543550" y="5657850"/>
          <p14:tracePt t="93616" x="5480050" y="5657850"/>
          <p14:tracePt t="93633" x="5378450" y="5657850"/>
          <p14:tracePt t="93649" x="5365750" y="5657850"/>
          <p14:tracePt t="93666" x="5238750" y="5664200"/>
          <p14:tracePt t="93683" x="5149850" y="5664200"/>
          <p14:tracePt t="93699" x="5067300" y="5670550"/>
          <p14:tracePt t="93716" x="4953000" y="5683250"/>
          <p14:tracePt t="93733" x="4876800" y="5683250"/>
          <p14:tracePt t="93749" x="4826000" y="5683250"/>
          <p14:tracePt t="93766" x="4711700" y="5683250"/>
          <p14:tracePt t="93783" x="4603750" y="5689600"/>
          <p14:tracePt t="93800" x="4527550" y="5695950"/>
          <p14:tracePt t="93816" x="4406900" y="5695950"/>
          <p14:tracePt t="93833" x="4324350" y="5695950"/>
          <p14:tracePt t="93849" x="4235450" y="5702300"/>
          <p14:tracePt t="93866" x="4089400" y="5702300"/>
          <p14:tracePt t="93883" x="4032250" y="5702300"/>
          <p14:tracePt t="93899" x="3892550" y="5702300"/>
          <p14:tracePt t="93916" x="3879850" y="5702300"/>
          <p14:tracePt t="93933" x="3803650" y="5702300"/>
          <p14:tracePt t="93949" x="3740150" y="5702300"/>
          <p14:tracePt t="93966" x="3644900" y="5702300"/>
          <p14:tracePt t="93983" x="3575050" y="5695950"/>
          <p14:tracePt t="93999" x="3511550" y="5695950"/>
          <p14:tracePt t="94016" x="3435350" y="5683250"/>
          <p14:tracePt t="94033" x="3352800" y="5676900"/>
          <p14:tracePt t="94049" x="3276600" y="5670550"/>
          <p14:tracePt t="94066" x="3232150" y="5670550"/>
          <p14:tracePt t="94083" x="3155950" y="5664200"/>
          <p14:tracePt t="94099" x="3130550" y="5657850"/>
          <p14:tracePt t="94116" x="3054350" y="5657850"/>
          <p14:tracePt t="94133" x="2971800" y="5657850"/>
          <p14:tracePt t="94149" x="2927350" y="5657850"/>
          <p14:tracePt t="94166" x="2863850" y="5657850"/>
          <p14:tracePt t="94183" x="2806700" y="5657850"/>
          <p14:tracePt t="94199" x="2787650" y="5651500"/>
          <p14:tracePt t="94216" x="2743200" y="5651500"/>
          <p14:tracePt t="94233" x="2692400" y="5645150"/>
          <p14:tracePt t="94249" x="2673350" y="5645150"/>
          <p14:tracePt t="94266" x="2654300" y="5645150"/>
          <p14:tracePt t="94283" x="2641600" y="5638800"/>
          <p14:tracePt t="94299" x="2622550" y="5638800"/>
          <p14:tracePt t="94316" x="2609850" y="5638800"/>
          <p14:tracePt t="94333" x="2597150" y="5638800"/>
          <p14:tracePt t="94465" x="2597150" y="5632450"/>
          <p14:tracePt t="94537" x="2590800" y="5632450"/>
          <p14:tracePt t="94665" x="2590800" y="5626100"/>
          <p14:tracePt t="94681" x="2584450" y="5626100"/>
          <p14:tracePt t="94697" x="2565400" y="5619750"/>
          <p14:tracePt t="94705" x="2565400" y="5613400"/>
          <p14:tracePt t="94716" x="2552700" y="5613400"/>
          <p14:tracePt t="94732" x="2546350" y="5607050"/>
          <p14:tracePt t="94749" x="2533650" y="5600700"/>
          <p14:tracePt t="94766" x="2520950" y="5600700"/>
          <p14:tracePt t="94782" x="2514600" y="5600700"/>
          <p14:tracePt t="95081" x="2514600" y="5607050"/>
          <p14:tracePt t="95097" x="2501900" y="5619750"/>
          <p14:tracePt t="95105" x="2501900" y="5632450"/>
          <p14:tracePt t="95116" x="2495550" y="5632450"/>
          <p14:tracePt t="95132" x="2482850" y="5651500"/>
          <p14:tracePt t="95149" x="2482850" y="5670550"/>
          <p14:tracePt t="95166" x="2476500" y="5683250"/>
          <p14:tracePt t="95199" x="2476500" y="5702300"/>
          <p14:tracePt t="95242" x="2476500" y="5708650"/>
          <p14:tracePt t="95481" x="2470150" y="5708650"/>
          <p14:tracePt t="95513" x="2476500" y="5702300"/>
          <p14:tracePt t="95529" x="2482850" y="5702300"/>
          <p14:tracePt t="95537" x="2489200" y="5702300"/>
          <p14:tracePt t="95554" x="2501900" y="5702300"/>
          <p14:tracePt t="95577" x="2514600" y="5702300"/>
          <p14:tracePt t="95585" x="2514600" y="5689600"/>
          <p14:tracePt t="95593" x="2520950" y="5689600"/>
          <p14:tracePt t="95601" x="2527300" y="5689600"/>
          <p14:tracePt t="95618" x="2540000" y="5689600"/>
          <p14:tracePt t="95633" x="2552700" y="5689600"/>
          <p14:tracePt t="95649" x="2559050" y="5689600"/>
          <p14:tracePt t="95666" x="2603500" y="5689600"/>
          <p14:tracePt t="95682" x="2635250" y="5683250"/>
          <p14:tracePt t="95699" x="2736850" y="5676900"/>
          <p14:tracePt t="95716" x="2787650" y="5683250"/>
          <p14:tracePt t="95733" x="2844800" y="5683250"/>
          <p14:tracePt t="95749" x="2882900" y="5683250"/>
          <p14:tracePt t="95766" x="2978150" y="5695950"/>
          <p14:tracePt t="95783" x="3041650" y="5695950"/>
          <p14:tracePt t="95799" x="3149600" y="5708650"/>
          <p14:tracePt t="95816" x="3213100" y="5708650"/>
          <p14:tracePt t="95833" x="3270250" y="5708650"/>
          <p14:tracePt t="95849" x="3441700" y="5708650"/>
          <p14:tracePt t="95866" x="3492500" y="5708650"/>
          <p14:tracePt t="95883" x="3575050" y="5708650"/>
          <p14:tracePt t="95899" x="3657600" y="5715000"/>
          <p14:tracePt t="95916" x="3683000" y="5715000"/>
          <p14:tracePt t="95933" x="3733800" y="5715000"/>
          <p14:tracePt t="95949" x="3829050" y="5715000"/>
          <p14:tracePt t="95966" x="3917950" y="5715000"/>
          <p14:tracePt t="95983" x="4006850" y="5715000"/>
          <p14:tracePt t="95999" x="4051300" y="5715000"/>
          <p14:tracePt t="96016" x="4171950" y="5715000"/>
          <p14:tracePt t="96033" x="4229100" y="5715000"/>
          <p14:tracePt t="96049" x="4298950" y="5727700"/>
          <p14:tracePt t="96066" x="4445000" y="5721350"/>
          <p14:tracePt t="96083" x="4521200" y="5721350"/>
          <p14:tracePt t="96100" x="4578350" y="5721350"/>
          <p14:tracePt t="96116" x="4718050" y="5721350"/>
          <p14:tracePt t="96133" x="4826000" y="5721350"/>
          <p14:tracePt t="96149" x="4902200" y="5721350"/>
          <p14:tracePt t="96166" x="5073650" y="5715000"/>
          <p14:tracePt t="96183" x="5118100" y="5715000"/>
          <p14:tracePt t="96199" x="5219700" y="5715000"/>
          <p14:tracePt t="96216" x="5295900" y="5715000"/>
          <p14:tracePt t="96233" x="5486400" y="5708650"/>
          <p14:tracePt t="96249" x="5537200" y="5708650"/>
          <p14:tracePt t="96266" x="5600700" y="5708650"/>
          <p14:tracePt t="96283" x="5670550" y="5702300"/>
          <p14:tracePt t="96299" x="5715000" y="5702300"/>
          <p14:tracePt t="96316" x="5772150" y="5702300"/>
          <p14:tracePt t="96332" x="5842000" y="5702300"/>
          <p14:tracePt t="96349" x="5848350" y="5702300"/>
          <p14:tracePt t="96366" x="5911850" y="5702300"/>
          <p14:tracePt t="96383" x="5969000" y="5702300"/>
          <p14:tracePt t="96399" x="6013450" y="5708650"/>
          <p14:tracePt t="96416" x="6102350" y="5708650"/>
          <p14:tracePt t="96432" x="6165850" y="5708650"/>
          <p14:tracePt t="96449" x="6229350" y="5708650"/>
          <p14:tracePt t="96466" x="6324600" y="5708650"/>
          <p14:tracePt t="96482" x="6381750" y="5708650"/>
          <p14:tracePt t="96499" x="6470650" y="5708650"/>
          <p14:tracePt t="96516" x="6546850" y="5708650"/>
          <p14:tracePt t="96532" x="6616700" y="5708650"/>
          <p14:tracePt t="96549" x="6692900" y="5708650"/>
          <p14:tracePt t="96566" x="6807200" y="5708650"/>
          <p14:tracePt t="96582" x="6870700" y="5708650"/>
          <p14:tracePt t="96599" x="6915150" y="5708650"/>
          <p14:tracePt t="96616" x="6953250" y="5708650"/>
          <p14:tracePt t="96632" x="7086600" y="5695950"/>
          <p14:tracePt t="96649" x="7131050" y="5695950"/>
          <p14:tracePt t="96666" x="7194550" y="5695950"/>
          <p14:tracePt t="96683" x="7366000" y="5689600"/>
          <p14:tracePt t="96699" x="7378700" y="5689600"/>
          <p14:tracePt t="96716" x="7442200" y="5689600"/>
          <p14:tracePt t="96733" x="7556500" y="5689600"/>
          <p14:tracePt t="96749" x="7620000" y="5689600"/>
          <p14:tracePt t="96766" x="7664450" y="5689600"/>
          <p14:tracePt t="96783" x="7785100" y="5689600"/>
          <p14:tracePt t="96799" x="7829550" y="5695950"/>
          <p14:tracePt t="96816" x="7893050" y="5708650"/>
          <p14:tracePt t="96833" x="8007350" y="5727700"/>
          <p14:tracePt t="96849" x="8039100" y="5727700"/>
          <p14:tracePt t="96866" x="8070850" y="5727700"/>
          <p14:tracePt t="96883" x="8077200" y="5734050"/>
          <p14:tracePt t="96900" x="8115300" y="5734050"/>
          <p14:tracePt t="96916" x="8128000" y="5734050"/>
          <p14:tracePt t="97017" x="8140700" y="5734050"/>
          <p14:tracePt t="97153" x="8134350" y="5734050"/>
          <p14:tracePt t="97185" x="8134350" y="5746750"/>
          <p14:tracePt t="97193" x="8128000" y="5753100"/>
          <p14:tracePt t="97209" x="8096250" y="5765800"/>
          <p14:tracePt t="97218" x="8039100" y="5797550"/>
          <p14:tracePt t="97232" x="7956550" y="5835650"/>
          <p14:tracePt t="97249" x="7950200" y="5842000"/>
          <p14:tracePt t="97401" x="7950200" y="5861050"/>
          <p14:tracePt t="97521" x="7950200" y="5867400"/>
          <p14:tracePt t="97577" x="7943850" y="5873750"/>
          <p14:tracePt t="97609" x="7950200" y="5854700"/>
          <p14:tracePt t="97905" x="7937500" y="5816600"/>
          <p14:tracePt t="97937" x="7931150" y="5822950"/>
          <p14:tracePt t="97961" x="7918450" y="5822950"/>
          <p14:tracePt t="98441" x="7924800" y="5822950"/>
          <p14:tracePt t="98449" x="7937500" y="5822950"/>
          <p14:tracePt t="98457" x="7950200" y="5822950"/>
          <p14:tracePt t="98466" x="7956550" y="5816600"/>
          <p14:tracePt t="98482" x="7975600" y="5810250"/>
          <p14:tracePt t="98499" x="8013700" y="5784850"/>
          <p14:tracePt t="98516" x="8089900" y="5740400"/>
          <p14:tracePt t="98532" x="8305800" y="5511800"/>
          <p14:tracePt t="98549" x="8489950" y="5334000"/>
          <p14:tracePt t="98566" x="8547100" y="5270500"/>
          <p14:tracePt t="98582" x="8832850" y="4686300"/>
          <p14:tracePt t="98599" x="8947150" y="4292600"/>
          <p14:tracePt t="98617" x="9074150" y="3778250"/>
          <p14:tracePt t="98673" x="9055100" y="1847850"/>
          <p14:tracePt t="98681" x="9048750" y="1797050"/>
          <p14:tracePt t="98689" x="9010650" y="1682750"/>
          <p14:tracePt t="98699" x="9004300" y="1612900"/>
          <p14:tracePt t="98716" x="8902700" y="1422400"/>
          <p14:tracePt t="98733" x="8883650" y="1390650"/>
          <p14:tracePt t="98749" x="8858250" y="1365250"/>
          <p14:tracePt t="98766" x="8851900" y="1365250"/>
          <p14:tracePt t="98783" x="8845550" y="1397000"/>
          <p14:tracePt t="98799" x="8788400" y="1695450"/>
          <p14:tracePt t="98816" x="8801100" y="1701800"/>
          <p14:tracePt t="99177" x="8801100" y="1695450"/>
          <p14:tracePt t="99226" x="8801100" y="1689100"/>
          <p14:tracePt t="99241" x="8807450" y="1682750"/>
          <p14:tracePt t="99249" x="8807450" y="1663700"/>
          <p14:tracePt t="99257" x="8807450" y="1657350"/>
          <p14:tracePt t="99266" x="8813800" y="1638300"/>
          <p14:tracePt t="99361" x="8813800" y="1631950"/>
          <p14:tracePt t="99417" x="8813800" y="1625600"/>
          <p14:tracePt t="99433" x="8813800" y="1619250"/>
          <p14:tracePt t="99441" x="8813800" y="1606550"/>
          <p14:tracePt t="99449" x="8820150" y="1587500"/>
          <p14:tracePt t="99466" x="8820150" y="1549400"/>
          <p14:tracePt t="99482" x="8858250" y="1346200"/>
          <p14:tracePt t="99499" x="8883650" y="1181100"/>
          <p14:tracePt t="99516" x="8915400" y="660400"/>
          <p14:tracePt t="99532" x="8858250" y="279400"/>
          <p14:tracePt t="99549" x="8845550" y="203200"/>
          <p14:tracePt t="99566" x="8655050" y="0"/>
          <p14:tracePt t="99583" x="8204200" y="0"/>
          <p14:tracePt t="99599" x="7835900" y="0"/>
          <p14:tracePt t="99616" x="7448550" y="0"/>
          <p14:tracePt t="99633" x="6858000" y="0"/>
          <p14:tracePt t="99649" x="6553200" y="0"/>
          <p14:tracePt t="99666" x="6191250" y="0"/>
          <p14:tracePt t="99683" x="6102350" y="0"/>
          <p14:tracePt t="99699" x="6045200" y="12700"/>
          <p14:tracePt t="99716" x="5962650" y="82550"/>
          <p14:tracePt t="99733" x="5937250" y="101600"/>
          <p14:tracePt t="99749" x="5911850" y="139700"/>
          <p14:tracePt t="99766" x="5861050" y="196850"/>
          <p14:tracePt t="99783" x="5867400" y="234950"/>
          <p14:tracePt t="99799" x="5880100" y="266700"/>
          <p14:tracePt t="99816" x="5880100" y="285750"/>
          <p14:tracePt t="99833" x="5873750" y="311150"/>
          <p14:tracePt t="99849" x="5867400" y="336550"/>
          <p14:tracePt t="99866" x="5867400" y="355600"/>
          <p14:tracePt t="99883" x="5873750" y="361950"/>
          <p14:tracePt t="99916" x="5880100" y="368300"/>
          <p14:tracePt t="99933" x="5892800" y="381000"/>
          <p14:tracePt t="99949" x="5892800" y="393700"/>
          <p14:tracePt t="99966" x="5930900" y="412750"/>
          <p14:tracePt t="99983" x="5937250" y="412750"/>
          <p14:tracePt t="99999" x="5981700" y="425450"/>
          <p14:tracePt t="100065" x="5988050" y="425450"/>
          <p14:tracePt t="101177" x="5994400" y="425450"/>
          <p14:tracePt t="101201" x="6000750" y="425450"/>
          <p14:tracePt t="101209" x="6000750" y="438150"/>
          <p14:tracePt t="101217" x="6019800" y="444500"/>
          <p14:tracePt t="101232" x="6064250" y="520700"/>
          <p14:tracePt t="101249" x="6184900" y="749300"/>
          <p14:tracePt t="101266" x="6216650" y="819150"/>
          <p14:tracePt t="101282" x="6280150" y="946150"/>
          <p14:tracePt t="101299" x="6330950" y="1066800"/>
          <p14:tracePt t="101316" x="6362700" y="1136650"/>
          <p14:tracePt t="101333" x="6400800" y="1206500"/>
          <p14:tracePt t="101349" x="6470650" y="1339850"/>
          <p14:tracePt t="101366" x="6521450" y="1428750"/>
          <p14:tracePt t="101383" x="6559550" y="1543050"/>
          <p14:tracePt t="101399" x="6629400" y="1727200"/>
          <p14:tracePt t="101416" x="6642100" y="1816100"/>
          <p14:tracePt t="101433" x="6673850" y="1905000"/>
          <p14:tracePt t="101449" x="6699250" y="1930400"/>
          <p14:tracePt t="101466" x="6724650" y="1962150"/>
          <p14:tracePt t="101483" x="6743700" y="1993900"/>
          <p14:tracePt t="101499" x="6750050" y="2012950"/>
          <p14:tracePt t="101516" x="6750050" y="2025650"/>
          <p14:tracePt t="101533" x="6750050" y="2063750"/>
          <p14:tracePt t="101549" x="6750050" y="2133600"/>
          <p14:tracePt t="101566" x="6762750" y="2286000"/>
          <p14:tracePt t="101582" x="6819900" y="2990850"/>
          <p14:tracePt t="101599" x="6851650" y="3486150"/>
          <p14:tracePt t="101616" x="6826250" y="3714750"/>
          <p14:tracePt t="101633" x="6642100" y="4895850"/>
          <p14:tracePt t="101649" x="6527800" y="5308600"/>
          <p14:tracePt t="101667" x="6292850" y="5854700"/>
          <p14:tracePt t="101683" x="6229350" y="5994400"/>
          <p14:tracePt t="101699" x="6229350" y="6038850"/>
          <p14:tracePt t="101716" x="6229350" y="6127750"/>
          <p14:tracePt t="101733" x="6229350" y="6140450"/>
          <p14:tracePt t="101749" x="6216650" y="6146800"/>
          <p14:tracePt t="101766" x="6203950" y="6159500"/>
          <p14:tracePt t="101783" x="6197600" y="6172200"/>
          <p14:tracePt t="101799" x="6184900" y="6191250"/>
          <p14:tracePt t="101816" x="6115050" y="6242050"/>
          <p14:tracePt t="101833" x="6064250" y="6292850"/>
          <p14:tracePt t="101849" x="5988050" y="6362700"/>
          <p14:tracePt t="101866" x="5969000" y="6388100"/>
          <p14:tracePt t="101883" x="5956300" y="6394450"/>
          <p14:tracePt t="101899" x="5918200" y="6394450"/>
          <p14:tracePt t="101916" x="5873750" y="6388100"/>
          <p14:tracePt t="101933" x="5746750" y="6350000"/>
          <p14:tracePt t="101949" x="5353050" y="6184900"/>
          <p14:tracePt t="101966" x="5086350" y="5969000"/>
          <p14:tracePt t="101983" x="4991100" y="5880100"/>
          <p14:tracePt t="101999" x="4406900" y="5219700"/>
          <p14:tracePt t="102016" x="4064000" y="4591050"/>
          <p14:tracePt t="102033" x="2724150" y="3143250"/>
          <p14:tracePt t="102049" x="1905000" y="2362200"/>
          <p14:tracePt t="102066" x="1517650" y="2012950"/>
          <p14:tracePt t="102083" x="254000" y="9779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1.2  NETWORKS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>
                <a:latin typeface="Times New Roman" pitchFamily="18" charset="0"/>
              </a:rPr>
              <a:t>A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network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</a:rPr>
              <a:t>is the interconnection of a set of devices capable of </a:t>
            </a:r>
            <a:r>
              <a:rPr lang="en-US" altLang="ko-KR" dirty="0" smtClean="0">
                <a:latin typeface="Times New Roman" pitchFamily="18" charset="0"/>
              </a:rPr>
              <a:t>communication</a:t>
            </a:r>
          </a:p>
          <a:p>
            <a:pPr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1.2.1 </a:t>
            </a:r>
            <a:r>
              <a:rPr lang="en-US" altLang="ko-KR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Network </a:t>
            </a: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Criteria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Performance :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throughput, delay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Reliability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: frequency of failure, recovery time from a failure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protecting data from unauthorized access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Protecting data from damage and development etc.</a:t>
            </a:r>
          </a:p>
        </p:txBody>
      </p:sp>
    </p:spTree>
  </p:cSld>
  <p:clrMapOvr>
    <a:masterClrMapping/>
  </p:clrMapOvr>
  <p:transition spd="med" advTm="159624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77" x="4552950" y="3708400"/>
          <p14:tracePt t="384" x="4559300" y="3708400"/>
          <p14:tracePt t="392" x="4610100" y="3708400"/>
          <p14:tracePt t="403" x="4667250" y="3708400"/>
          <p14:tracePt t="420" x="4889500" y="3708400"/>
          <p14:tracePt t="437" x="5568950" y="3759200"/>
          <p14:tracePt t="453" x="6096000" y="3803650"/>
          <p14:tracePt t="470" x="6343650" y="3829050"/>
          <p14:tracePt t="487" x="7067550" y="3917950"/>
          <p14:tracePt t="504" x="7289800" y="3949700"/>
          <p14:tracePt t="520" x="7607300" y="4000500"/>
          <p14:tracePt t="537" x="7670800" y="4019550"/>
          <p14:tracePt t="554" x="7677150" y="4019550"/>
          <p14:tracePt t="570" x="7766050" y="4044950"/>
          <p14:tracePt t="587" x="7791450" y="4051300"/>
          <p14:tracePt t="603" x="7816850" y="4051300"/>
          <p14:tracePt t="620" x="7861300" y="4064000"/>
          <p14:tracePt t="637" x="7874000" y="4064000"/>
          <p14:tracePt t="653" x="7886700" y="4064000"/>
          <p14:tracePt t="670" x="7956550" y="4064000"/>
          <p14:tracePt t="687" x="7969250" y="4064000"/>
          <p14:tracePt t="704" x="7988300" y="4064000"/>
          <p14:tracePt t="721" x="7988300" y="4051300"/>
          <p14:tracePt t="921" x="7988300" y="4044950"/>
          <p14:tracePt t="929" x="7981950" y="4044950"/>
          <p14:tracePt t="936" x="7969250" y="4032250"/>
          <p14:tracePt t="953" x="7931150" y="4019550"/>
          <p14:tracePt t="970" x="7708900" y="3975100"/>
          <p14:tracePt t="987" x="7569200" y="3975100"/>
          <p14:tracePt t="1003" x="7334250" y="3968750"/>
          <p14:tracePt t="1020" x="6356350" y="3790950"/>
          <p14:tracePt t="1037" x="5530850" y="3568700"/>
          <p14:tracePt t="1053" x="4718050" y="3276600"/>
          <p14:tracePt t="1071" x="3873500" y="2940050"/>
          <p14:tracePt t="1087" x="3403600" y="2692400"/>
          <p14:tracePt t="1104" x="3009900" y="2451100"/>
          <p14:tracePt t="1120" x="2501900" y="2152650"/>
          <p14:tracePt t="1137" x="2444750" y="2114550"/>
          <p14:tracePt t="1153" x="2298700" y="2076450"/>
          <p14:tracePt t="1170" x="2260600" y="2070100"/>
          <p14:tracePt t="1187" x="2216150" y="2076450"/>
          <p14:tracePt t="1204" x="2178050" y="2101850"/>
          <p14:tracePt t="1220" x="2152650" y="2108200"/>
          <p14:tracePt t="1237" x="2120900" y="2120900"/>
          <p14:tracePt t="1253" x="2089150" y="2127250"/>
          <p14:tracePt t="1270" x="1949450" y="2101850"/>
          <p14:tracePt t="1287" x="1835150" y="2070100"/>
          <p14:tracePt t="1303" x="1460500" y="1924050"/>
          <p14:tracePt t="1320" x="1339850" y="1854200"/>
          <p14:tracePt t="1337" x="1187450" y="1765300"/>
          <p14:tracePt t="1353" x="990600" y="1644650"/>
          <p14:tracePt t="1370" x="933450" y="1587500"/>
          <p14:tracePt t="1387" x="876300" y="1555750"/>
          <p14:tracePt t="1403" x="838200" y="1530350"/>
          <p14:tracePt t="1421" x="819150" y="1517650"/>
          <p14:tracePt t="1437" x="812800" y="1517650"/>
          <p14:tracePt t="1454" x="806450" y="1511300"/>
          <p14:tracePt t="1487" x="793750" y="1511300"/>
          <p14:tracePt t="1513" x="793750" y="1517650"/>
          <p14:tracePt t="1521" x="787400" y="1517650"/>
          <p14:tracePt t="1569" x="774700" y="1517650"/>
          <p14:tracePt t="1593" x="749300" y="1504950"/>
          <p14:tracePt t="1601" x="742950" y="1504950"/>
          <p14:tracePt t="1617" x="736600" y="1498600"/>
          <p14:tracePt t="1625" x="723900" y="1498600"/>
          <p14:tracePt t="1637" x="717550" y="1492250"/>
          <p14:tracePt t="1653" x="711200" y="1492250"/>
          <p14:tracePt t="1670" x="704850" y="1485900"/>
          <p14:tracePt t="1687" x="692150" y="1479550"/>
          <p14:tracePt t="1704" x="685800" y="1466850"/>
          <p14:tracePt t="1721" x="673100" y="1460500"/>
          <p14:tracePt t="1737" x="666750" y="1454150"/>
          <p14:tracePt t="1753" x="666750" y="1441450"/>
          <p14:tracePt t="1770" x="660400" y="1441450"/>
          <p14:tracePt t="1787" x="654050" y="1435100"/>
          <p14:tracePt t="1804" x="641350" y="1435100"/>
          <p14:tracePt t="1821" x="635000" y="1435100"/>
          <p14:tracePt t="1865" x="628650" y="1428750"/>
          <p14:tracePt t="1913" x="615950" y="1428750"/>
          <p14:tracePt t="1929" x="609600" y="1428750"/>
          <p14:tracePt t="1945" x="577850" y="1422400"/>
          <p14:tracePt t="1961" x="552450" y="1416050"/>
          <p14:tracePt t="1984" x="539750" y="1416050"/>
          <p14:tracePt t="1992" x="527050" y="1416050"/>
          <p14:tracePt t="2009" x="520700" y="1409700"/>
          <p14:tracePt t="2020" x="508000" y="1409700"/>
          <p14:tracePt t="2037" x="501650" y="1409700"/>
          <p14:tracePt t="2054" x="482600" y="1403350"/>
          <p14:tracePt t="2070" x="476250" y="1403350"/>
          <p14:tracePt t="2087" x="463550" y="1403350"/>
          <p14:tracePt t="2105" x="450850" y="1403350"/>
          <p14:tracePt t="2152" x="450850" y="1397000"/>
          <p14:tracePt t="2200" x="438150" y="1397000"/>
          <p14:tracePt t="2688" x="444500" y="1390650"/>
          <p14:tracePt t="2696" x="444500" y="1377950"/>
          <p14:tracePt t="2705" x="444500" y="1371600"/>
          <p14:tracePt t="2721" x="444500" y="1358900"/>
          <p14:tracePt t="2736" x="444500" y="1352550"/>
          <p14:tracePt t="2753" x="444500" y="1346200"/>
          <p14:tracePt t="2770" x="444500" y="1333500"/>
          <p14:tracePt t="2793" x="444500" y="1327150"/>
          <p14:tracePt t="2825" x="450850" y="1314450"/>
          <p14:tracePt t="2841" x="444500" y="1314450"/>
          <p14:tracePt t="2848" x="450850" y="1308100"/>
          <p14:tracePt t="4433" x="444500" y="1308100"/>
          <p14:tracePt t="4441" x="438150" y="1308100"/>
          <p14:tracePt t="4448" x="438150" y="1314450"/>
          <p14:tracePt t="4472" x="438150" y="1320800"/>
          <p14:tracePt t="4480" x="444500" y="1327150"/>
          <p14:tracePt t="4488" x="444500" y="1333500"/>
          <p14:tracePt t="4505" x="457200" y="1339850"/>
          <p14:tracePt t="4520" x="457200" y="1346200"/>
          <p14:tracePt t="4536" x="463550" y="1352550"/>
          <p14:tracePt t="4561" x="463550" y="1365250"/>
          <p14:tracePt t="4585" x="463550" y="1377950"/>
          <p14:tracePt t="4592" x="463550" y="1384300"/>
          <p14:tracePt t="4603" x="457200" y="1397000"/>
          <p14:tracePt t="4620" x="457200" y="1441450"/>
          <p14:tracePt t="4637" x="444500" y="1536700"/>
          <p14:tracePt t="4654" x="444500" y="1587500"/>
          <p14:tracePt t="4670" x="438150" y="1606550"/>
          <p14:tracePt t="4687" x="425450" y="1651000"/>
          <p14:tracePt t="4703" x="425450" y="1657350"/>
          <p14:tracePt t="5032" x="425450" y="1676400"/>
          <p14:tracePt t="5041" x="425450" y="1682750"/>
          <p14:tracePt t="5048" x="438150" y="1695450"/>
          <p14:tracePt t="5057" x="438150" y="1708150"/>
          <p14:tracePt t="5071" x="438150" y="1720850"/>
          <p14:tracePt t="5087" x="438150" y="1752600"/>
          <p14:tracePt t="5104" x="438150" y="1765300"/>
          <p14:tracePt t="5120" x="438150" y="1784350"/>
          <p14:tracePt t="5137" x="438150" y="1816100"/>
          <p14:tracePt t="5154" x="438150" y="1835150"/>
          <p14:tracePt t="5170" x="463550" y="1860550"/>
          <p14:tracePt t="5187" x="469900" y="1885950"/>
          <p14:tracePt t="5203" x="469900" y="1911350"/>
          <p14:tracePt t="5220" x="469900" y="1917700"/>
          <p14:tracePt t="5236" x="469900" y="1924050"/>
          <p14:tracePt t="5304" x="482600" y="1917700"/>
          <p14:tracePt t="5321" x="482600" y="1911350"/>
          <p14:tracePt t="5352" x="488950" y="1905000"/>
          <p14:tracePt t="5360" x="488950" y="1898650"/>
          <p14:tracePt t="5370" x="495300" y="1898650"/>
          <p14:tracePt t="5392" x="501650" y="1892300"/>
          <p14:tracePt t="5408" x="508000" y="1892300"/>
          <p14:tracePt t="5624" x="514350" y="1892300"/>
          <p14:tracePt t="6008" x="514350" y="1905000"/>
          <p14:tracePt t="6016" x="514350" y="1911350"/>
          <p14:tracePt t="6025" x="514350" y="1917700"/>
          <p14:tracePt t="6785" x="520700" y="1924050"/>
          <p14:tracePt t="6825" x="546100" y="1924050"/>
          <p14:tracePt t="8328" x="552450" y="1924050"/>
          <p14:tracePt t="68248" x="552450" y="1917700"/>
          <p14:tracePt t="68256" x="565150" y="1911350"/>
          <p14:tracePt t="68320" x="558800" y="1911350"/>
          <p14:tracePt t="68703" x="558800" y="1905000"/>
          <p14:tracePt t="68808" x="552450" y="1905000"/>
          <p14:tracePt t="68816" x="552450" y="1898650"/>
          <p14:tracePt t="68824" x="558800" y="1898650"/>
          <p14:tracePt t="68896" x="565150" y="1911350"/>
          <p14:tracePt t="68912" x="558800" y="1930400"/>
          <p14:tracePt t="68928" x="558800" y="1949450"/>
          <p14:tracePt t="68936" x="558800" y="1968500"/>
          <p14:tracePt t="68945" x="558800" y="1987550"/>
          <p14:tracePt t="68953" x="558800" y="2019300"/>
          <p14:tracePt t="68969" x="533400" y="2076450"/>
          <p14:tracePt t="68986" x="609600" y="2120900"/>
          <p14:tracePt t="69003" x="615950" y="2127250"/>
          <p14:tracePt t="69020" x="641350" y="2197100"/>
          <p14:tracePt t="69036" x="641350" y="2235200"/>
          <p14:tracePt t="69053" x="647700" y="2279650"/>
          <p14:tracePt t="69070" x="723900" y="2400300"/>
          <p14:tracePt t="69086" x="723900" y="2451100"/>
          <p14:tracePt t="69103" x="717550" y="2482850"/>
          <p14:tracePt t="69120" x="730250" y="2603500"/>
          <p14:tracePt t="69136" x="736600" y="2654300"/>
          <p14:tracePt t="69153" x="736600" y="2673350"/>
          <p14:tracePt t="69170" x="736600" y="2705100"/>
          <p14:tracePt t="69186" x="736600" y="2717800"/>
          <p14:tracePt t="69203" x="736600" y="2730500"/>
          <p14:tracePt t="69220" x="736600" y="2743200"/>
          <p14:tracePt t="69236" x="736600" y="2787650"/>
          <p14:tracePt t="69253" x="742950" y="2832100"/>
          <p14:tracePt t="69270" x="742950" y="2844800"/>
          <p14:tracePt t="69286" x="736600" y="2882900"/>
          <p14:tracePt t="69303" x="717550" y="2940050"/>
          <p14:tracePt t="69320" x="704850" y="2997200"/>
          <p14:tracePt t="69337" x="685800" y="3022600"/>
          <p14:tracePt t="69353" x="679450" y="3048000"/>
          <p14:tracePt t="69370" x="666750" y="3079750"/>
          <p14:tracePt t="69386" x="641350" y="3124200"/>
          <p14:tracePt t="69403" x="628650" y="3136900"/>
          <p14:tracePt t="69420" x="603250" y="3168650"/>
          <p14:tracePt t="69436" x="609600" y="3168650"/>
          <p14:tracePt t="69453" x="609600" y="3187700"/>
          <p14:tracePt t="69470" x="596900" y="3213100"/>
          <p14:tracePt t="69486" x="584200" y="3232150"/>
          <p14:tracePt t="69503" x="558800" y="3270250"/>
          <p14:tracePt t="69520" x="546100" y="3282950"/>
          <p14:tracePt t="69536" x="533400" y="3302000"/>
          <p14:tracePt t="69553" x="508000" y="3327400"/>
          <p14:tracePt t="69570" x="495300" y="3346450"/>
          <p14:tracePt t="69586" x="488950" y="3346450"/>
          <p14:tracePt t="69603" x="488950" y="3352800"/>
          <p14:tracePt t="69620" x="482600" y="3359150"/>
          <p14:tracePt t="69636" x="476250" y="3371850"/>
          <p14:tracePt t="69653" x="476250" y="3378200"/>
          <p14:tracePt t="69760" x="476250" y="3384550"/>
          <p14:tracePt t="69784" x="469900" y="3384550"/>
          <p14:tracePt t="69792" x="469900" y="3390900"/>
          <p14:tracePt t="69803" x="469900" y="3397250"/>
          <p14:tracePt t="69824" x="469900" y="3403600"/>
          <p14:tracePt t="69836" x="469900" y="3416300"/>
          <p14:tracePt t="69863" x="469900" y="3422650"/>
          <p14:tracePt t="70255" x="469900" y="3416300"/>
          <p14:tracePt t="71016" x="476250" y="3416300"/>
          <p14:tracePt t="71784" x="476250" y="3429000"/>
          <p14:tracePt t="71808" x="482600" y="3429000"/>
          <p14:tracePt t="71840" x="482600" y="3435350"/>
          <p14:tracePt t="71856" x="482600" y="3448050"/>
          <p14:tracePt t="71872" x="488950" y="3448050"/>
          <p14:tracePt t="71879" x="488950" y="3460750"/>
          <p14:tracePt t="71888" x="501650" y="3467100"/>
          <p14:tracePt t="71903" x="501650" y="3473450"/>
          <p14:tracePt t="71920" x="501650" y="3479800"/>
          <p14:tracePt t="71936" x="508000" y="3498850"/>
          <p14:tracePt t="71953" x="514350" y="3505200"/>
          <p14:tracePt t="71969" x="514350" y="3549650"/>
          <p14:tracePt t="71986" x="520700" y="3562350"/>
          <p14:tracePt t="72003" x="527050" y="3587750"/>
          <p14:tracePt t="72019" x="527050" y="3619500"/>
          <p14:tracePt t="72036" x="533400" y="3651250"/>
          <p14:tracePt t="72053" x="533400" y="3657600"/>
          <p14:tracePt t="72070" x="533400" y="3676650"/>
          <p14:tracePt t="72087" x="533400" y="3683000"/>
          <p14:tracePt t="72144" x="533400" y="3689350"/>
          <p14:tracePt t="72151" x="552450" y="3702050"/>
          <p14:tracePt t="72160" x="546100" y="3708400"/>
          <p14:tracePt t="72169" x="546100" y="3721100"/>
          <p14:tracePt t="72186" x="546100" y="3746500"/>
          <p14:tracePt t="72203" x="584200" y="3797300"/>
          <p14:tracePt t="72220" x="584200" y="3816350"/>
          <p14:tracePt t="72236" x="596900" y="3917950"/>
          <p14:tracePt t="72253" x="596900" y="3956050"/>
          <p14:tracePt t="72270" x="596900" y="3975100"/>
          <p14:tracePt t="72286" x="596900" y="3981450"/>
          <p14:tracePt t="72328" x="609600" y="3981450"/>
          <p14:tracePt t="72344" x="609600" y="3975100"/>
          <p14:tracePt t="72360" x="615950" y="3975100"/>
          <p14:tracePt t="72368" x="615950" y="3968750"/>
          <p14:tracePt t="72392" x="622300" y="3968750"/>
          <p14:tracePt t="72400" x="622300" y="3962400"/>
          <p14:tracePt t="72416" x="622300" y="3956050"/>
          <p14:tracePt t="72488" x="622300" y="3949700"/>
          <p14:tracePt t="72568" x="628650" y="3949700"/>
          <p14:tracePt t="72575" x="635000" y="3949700"/>
          <p14:tracePt t="73064" x="635000" y="3943350"/>
          <p14:tracePt t="73352" x="641350" y="3943350"/>
          <p14:tracePt t="75520" x="641350" y="3937000"/>
          <p14:tracePt t="75528" x="641350" y="3930650"/>
          <p14:tracePt t="75536" x="647700" y="3917950"/>
          <p14:tracePt t="75553" x="654050" y="3905250"/>
          <p14:tracePt t="75570" x="654050" y="3886200"/>
          <p14:tracePt t="75586" x="666750" y="3867150"/>
          <p14:tracePt t="75603" x="673100" y="3841750"/>
          <p14:tracePt t="75620" x="679450" y="3841750"/>
          <p14:tracePt t="75636" x="679450" y="3829050"/>
          <p14:tracePt t="75653" x="692150" y="3829050"/>
          <p14:tracePt t="75670" x="698500" y="3829050"/>
          <p14:tracePt t="75752" x="704850" y="3822700"/>
          <p14:tracePt t="75767" x="698500" y="3816350"/>
          <p14:tracePt t="75792" x="692150" y="3810000"/>
          <p14:tracePt t="75800" x="685800" y="3803650"/>
          <p14:tracePt t="75808" x="673100" y="3797300"/>
          <p14:tracePt t="75936" x="660400" y="3797300"/>
          <p14:tracePt t="75992" x="647700" y="3797300"/>
          <p14:tracePt t="76064" x="635000" y="3803650"/>
          <p14:tracePt t="76096" x="622300" y="3816350"/>
          <p14:tracePt t="76120" x="622300" y="3822700"/>
          <p14:tracePt t="76144" x="609600" y="3829050"/>
          <p14:tracePt t="78432" x="609600" y="3835400"/>
          <p14:tracePt t="78448" x="609600" y="3848100"/>
          <p14:tracePt t="78464" x="609600" y="3860800"/>
          <p14:tracePt t="78968" x="609600" y="3867150"/>
          <p14:tracePt t="82184" x="609600" y="3860800"/>
          <p14:tracePt t="82296" x="609600" y="3854450"/>
          <p14:tracePt t="82384" x="609600" y="3848100"/>
          <p14:tracePt t="83040" x="615950" y="3848100"/>
          <p14:tracePt t="83047" x="647700" y="3860800"/>
          <p14:tracePt t="83056" x="660400" y="3873500"/>
          <p14:tracePt t="83069" x="685800" y="3892550"/>
          <p14:tracePt t="83086" x="717550" y="3905250"/>
          <p14:tracePt t="83103" x="774700" y="3937000"/>
          <p14:tracePt t="83120" x="806450" y="3943350"/>
          <p14:tracePt t="83136" x="857250" y="3943350"/>
          <p14:tracePt t="83152" x="895350" y="3937000"/>
          <p14:tracePt t="83169" x="1174750" y="3892550"/>
          <p14:tracePt t="83186" x="1390650" y="3879850"/>
          <p14:tracePt t="83203" x="1631950" y="3879850"/>
          <p14:tracePt t="83219" x="2146300" y="3879850"/>
          <p14:tracePt t="83236" x="2317750" y="3879850"/>
          <p14:tracePt t="83253" x="2508250" y="3873500"/>
          <p14:tracePt t="83269" x="2768600" y="3873500"/>
          <p14:tracePt t="83286" x="2844800" y="3879850"/>
          <p14:tracePt t="83303" x="2863850" y="3886200"/>
          <p14:tracePt t="83319" x="2889250" y="3886200"/>
          <p14:tracePt t="83351" x="2876550" y="3886200"/>
          <p14:tracePt t="83359" x="2889250" y="3886200"/>
          <p14:tracePt t="83369" x="2901950" y="3886200"/>
          <p14:tracePt t="83386" x="2927350" y="3886200"/>
          <p14:tracePt t="83403" x="2978150" y="3886200"/>
          <p14:tracePt t="83420" x="3060700" y="3886200"/>
          <p14:tracePt t="83436" x="3149600" y="3898900"/>
          <p14:tracePt t="83453" x="3295650" y="3898900"/>
          <p14:tracePt t="83469" x="3517900" y="3898900"/>
          <p14:tracePt t="83486" x="3613150" y="3892550"/>
          <p14:tracePt t="83503" x="3663950" y="3892550"/>
          <p14:tracePt t="83519" x="3740150" y="3879850"/>
          <p14:tracePt t="83536" x="3746500" y="3879850"/>
          <p14:tracePt t="83736" x="3733800" y="3886200"/>
          <p14:tracePt t="83745" x="3714750" y="3886200"/>
          <p14:tracePt t="83753" x="3702050" y="3898900"/>
          <p14:tracePt t="83769" x="3676650" y="3905250"/>
          <p14:tracePt t="83786" x="3556000" y="3917950"/>
          <p14:tracePt t="83803" x="3460750" y="3924300"/>
          <p14:tracePt t="83820" x="3333750" y="3924300"/>
          <p14:tracePt t="83836" x="3270250" y="3924300"/>
          <p14:tracePt t="83853" x="3213100" y="3924300"/>
          <p14:tracePt t="83870" x="3168650" y="3924300"/>
          <p14:tracePt t="83886" x="3117850" y="3930650"/>
          <p14:tracePt t="83903" x="3086100" y="3930650"/>
          <p14:tracePt t="83919" x="3073400" y="3930650"/>
          <p14:tracePt t="83936" x="3060700" y="3930650"/>
          <p14:tracePt t="84128" x="3054350" y="3930650"/>
          <p14:tracePt t="84152" x="3035300" y="3937000"/>
          <p14:tracePt t="84160" x="3022600" y="3943350"/>
          <p14:tracePt t="84169" x="3022600" y="3949700"/>
          <p14:tracePt t="84186" x="2984500" y="3956050"/>
          <p14:tracePt t="84203" x="2978150" y="3956050"/>
          <p14:tracePt t="84219" x="2965450" y="3962400"/>
          <p14:tracePt t="84320" x="2959100" y="3962400"/>
          <p14:tracePt t="84416" x="2959100" y="3968750"/>
          <p14:tracePt t="84432" x="2959100" y="3975100"/>
          <p14:tracePt t="84440" x="2965450" y="3975100"/>
          <p14:tracePt t="84456" x="2971800" y="3975100"/>
          <p14:tracePt t="84464" x="2978150" y="3981450"/>
          <p14:tracePt t="84472" x="2990850" y="3987800"/>
          <p14:tracePt t="84486" x="2997200" y="3987800"/>
          <p14:tracePt t="84502" x="3022600" y="4000500"/>
          <p14:tracePt t="84519" x="3041650" y="4006850"/>
          <p14:tracePt t="84536" x="3060700" y="4006850"/>
          <p14:tracePt t="84553" x="3073400" y="4013200"/>
          <p14:tracePt t="84570" x="3079750" y="4019550"/>
          <p14:tracePt t="84586" x="3105150" y="4019550"/>
          <p14:tracePt t="84602" x="3124200" y="4019550"/>
          <p14:tracePt t="84620" x="3143250" y="4025900"/>
          <p14:tracePt t="84636" x="3149600" y="4025900"/>
          <p14:tracePt t="84653" x="3187700" y="4032250"/>
          <p14:tracePt t="84669" x="3213100" y="4038600"/>
          <p14:tracePt t="84686" x="3251200" y="4044950"/>
          <p14:tracePt t="84703" x="3276600" y="4044950"/>
          <p14:tracePt t="84719" x="3302000" y="4044950"/>
          <p14:tracePt t="84736" x="3346450" y="4044950"/>
          <p14:tracePt t="84753" x="3371850" y="4051300"/>
          <p14:tracePt t="84769" x="3416300" y="4044950"/>
          <p14:tracePt t="84786" x="3460750" y="4044950"/>
          <p14:tracePt t="84802" x="3486150" y="4044950"/>
          <p14:tracePt t="84819" x="3505200" y="4044950"/>
          <p14:tracePt t="84836" x="3549650" y="4044950"/>
          <p14:tracePt t="84853" x="3587750" y="4044950"/>
          <p14:tracePt t="84869" x="3657600" y="4044950"/>
          <p14:tracePt t="84886" x="3689350" y="4044950"/>
          <p14:tracePt t="84903" x="3695700" y="4044950"/>
          <p14:tracePt t="84919" x="3759200" y="4044950"/>
          <p14:tracePt t="84936" x="3790950" y="4044950"/>
          <p14:tracePt t="84969" x="3860800" y="4044950"/>
          <p14:tracePt t="84986" x="3873500" y="4044950"/>
          <p14:tracePt t="85003" x="3892550" y="4044950"/>
          <p14:tracePt t="85019" x="3911600" y="4044950"/>
          <p14:tracePt t="85036" x="3924300" y="4044950"/>
          <p14:tracePt t="85052" x="3943350" y="4038600"/>
          <p14:tracePt t="85070" x="3949700" y="4025900"/>
          <p14:tracePt t="85087" x="3968750" y="4019550"/>
          <p14:tracePt t="85103" x="3981450" y="4006850"/>
          <p14:tracePt t="85119" x="3981450" y="4000500"/>
          <p14:tracePt t="85136" x="4000500" y="3975100"/>
          <p14:tracePt t="85153" x="4025900" y="3956050"/>
          <p14:tracePt t="85170" x="4032250" y="3943350"/>
          <p14:tracePt t="85186" x="4044950" y="3917950"/>
          <p14:tracePt t="85203" x="4070350" y="3873500"/>
          <p14:tracePt t="85219" x="4083050" y="3860800"/>
          <p14:tracePt t="85236" x="4102100" y="3829050"/>
          <p14:tracePt t="85253" x="4102100" y="3810000"/>
          <p14:tracePt t="85269" x="4102100" y="3797300"/>
          <p14:tracePt t="85286" x="4114800" y="3771900"/>
          <p14:tracePt t="85303" x="4114800" y="3759200"/>
          <p14:tracePt t="85320" x="4114800" y="3746500"/>
          <p14:tracePt t="85336" x="4108450" y="3727450"/>
          <p14:tracePt t="85353" x="4108450" y="3721100"/>
          <p14:tracePt t="85369" x="4102100" y="3708400"/>
          <p14:tracePt t="85386" x="4089400" y="3708400"/>
          <p14:tracePt t="85403" x="4064000" y="3689350"/>
          <p14:tracePt t="85419" x="4044950" y="3676650"/>
          <p14:tracePt t="85436" x="4025900" y="3676650"/>
          <p14:tracePt t="85453" x="3968750" y="3651250"/>
          <p14:tracePt t="85469" x="3905250" y="3638550"/>
          <p14:tracePt t="85486" x="3860800" y="3632200"/>
          <p14:tracePt t="85503" x="3727450" y="3625850"/>
          <p14:tracePt t="85520" x="3651250" y="3625850"/>
          <p14:tracePt t="85536" x="3581400" y="3625850"/>
          <p14:tracePt t="85553" x="3409950" y="3619500"/>
          <p14:tracePt t="85570" x="3308350" y="3619500"/>
          <p14:tracePt t="85586" x="3200400" y="3625850"/>
          <p14:tracePt t="85603" x="3086100" y="3644900"/>
          <p14:tracePt t="85620" x="3035300" y="3651250"/>
          <p14:tracePt t="85636" x="2984500" y="3663950"/>
          <p14:tracePt t="85653" x="2876550" y="3689350"/>
          <p14:tracePt t="85670" x="2806700" y="3708400"/>
          <p14:tracePt t="85686" x="2736850" y="3727450"/>
          <p14:tracePt t="85703" x="2724150" y="3733800"/>
          <p14:tracePt t="85719" x="2654300" y="3765550"/>
          <p14:tracePt t="85736" x="2641600" y="3771900"/>
          <p14:tracePt t="85753" x="2616200" y="3778250"/>
          <p14:tracePt t="85769" x="2609850" y="3784600"/>
          <p14:tracePt t="85786" x="2603500" y="3797300"/>
          <p14:tracePt t="85803" x="2597150" y="3797300"/>
          <p14:tracePt t="85820" x="2584450" y="3810000"/>
          <p14:tracePt t="85837" x="2584450" y="3822700"/>
          <p14:tracePt t="85853" x="2578100" y="3829050"/>
          <p14:tracePt t="85870" x="2578100" y="3835400"/>
          <p14:tracePt t="85886" x="2578100" y="3841750"/>
          <p14:tracePt t="85903" x="2571750" y="3854450"/>
          <p14:tracePt t="85920" x="2571750" y="3879850"/>
          <p14:tracePt t="85936" x="2571750" y="3892550"/>
          <p14:tracePt t="85953" x="2584450" y="3924300"/>
          <p14:tracePt t="85969" x="2603500" y="3987800"/>
          <p14:tracePt t="85986" x="2616200" y="4000500"/>
          <p14:tracePt t="86003" x="2660650" y="4051300"/>
          <p14:tracePt t="86020" x="2768600" y="4127500"/>
          <p14:tracePt t="86036" x="2800350" y="4159250"/>
          <p14:tracePt t="86053" x="2819400" y="4165600"/>
          <p14:tracePt t="86070" x="2851150" y="4191000"/>
          <p14:tracePt t="86086" x="2889250" y="4203700"/>
          <p14:tracePt t="86103" x="2908300" y="4203700"/>
          <p14:tracePt t="86120" x="2997200" y="4191000"/>
          <p14:tracePt t="86136" x="3035300" y="4178300"/>
          <p14:tracePt t="86153" x="3098800" y="4152900"/>
          <p14:tracePt t="86170" x="3168650" y="4121150"/>
          <p14:tracePt t="86186" x="3232150" y="4102100"/>
          <p14:tracePt t="86203" x="3282950" y="4076700"/>
          <p14:tracePt t="86219" x="3378200" y="4044950"/>
          <p14:tracePt t="86236" x="3435350" y="4032250"/>
          <p14:tracePt t="86253" x="3441700" y="4032250"/>
          <p14:tracePt t="86269" x="3498850" y="4013200"/>
          <p14:tracePt t="86286" x="3517900" y="4000500"/>
          <p14:tracePt t="86303" x="3543300" y="3994150"/>
          <p14:tracePt t="86320" x="3568700" y="3981450"/>
          <p14:tracePt t="86336" x="3587750" y="3968750"/>
          <p14:tracePt t="86353" x="3619500" y="3962400"/>
          <p14:tracePt t="86369" x="3644900" y="3956050"/>
          <p14:tracePt t="86386" x="3689350" y="3943350"/>
          <p14:tracePt t="86403" x="3714750" y="3937000"/>
          <p14:tracePt t="86419" x="3733800" y="3937000"/>
          <p14:tracePt t="86436" x="3759200" y="3937000"/>
          <p14:tracePt t="86453" x="3771900" y="3937000"/>
          <p14:tracePt t="86469" x="3797300" y="3930650"/>
          <p14:tracePt t="86503" x="3810000" y="3930650"/>
          <p14:tracePt t="86519" x="3822700" y="3930650"/>
          <p14:tracePt t="86536" x="3829050" y="3930650"/>
          <p14:tracePt t="86553" x="3835400" y="3930650"/>
          <p14:tracePt t="86576" x="3848100" y="3930650"/>
          <p14:tracePt t="86592" x="3860800" y="3930650"/>
          <p14:tracePt t="86603" x="3867150" y="3930650"/>
          <p14:tracePt t="86624" x="3879850" y="3930650"/>
          <p14:tracePt t="86636" x="3892550" y="3930650"/>
          <p14:tracePt t="86652" x="3905250" y="3930650"/>
          <p14:tracePt t="86669" x="3924300" y="3930650"/>
          <p14:tracePt t="86686" x="3943350" y="3930650"/>
          <p14:tracePt t="86703" x="3956050" y="3930650"/>
          <p14:tracePt t="86719" x="3987800" y="3917950"/>
          <p14:tracePt t="86736" x="3994150" y="3911600"/>
          <p14:tracePt t="86753" x="4006850" y="3898900"/>
          <p14:tracePt t="86769" x="4057650" y="3860800"/>
          <p14:tracePt t="86786" x="4057650" y="3848100"/>
          <p14:tracePt t="86803" x="4070350" y="3822700"/>
          <p14:tracePt t="86820" x="4083050" y="3778250"/>
          <p14:tracePt t="86836" x="4083050" y="3765550"/>
          <p14:tracePt t="86853" x="4076700" y="3746500"/>
          <p14:tracePt t="86869" x="4076700" y="3727450"/>
          <p14:tracePt t="86886" x="4070350" y="3721100"/>
          <p14:tracePt t="86903" x="4051300" y="3708400"/>
          <p14:tracePt t="86919" x="4025900" y="3708400"/>
          <p14:tracePt t="86936" x="3994150" y="3702050"/>
          <p14:tracePt t="86953" x="3886200" y="3676650"/>
          <p14:tracePt t="86969" x="3822700" y="3670300"/>
          <p14:tracePt t="86986" x="3670300" y="3638550"/>
          <p14:tracePt t="87003" x="3587750" y="3619500"/>
          <p14:tracePt t="87019" x="3556000" y="3619500"/>
          <p14:tracePt t="87036" x="3397250" y="3594100"/>
          <p14:tracePt t="87053" x="3333750" y="3587750"/>
          <p14:tracePt t="87070" x="3263900" y="3581400"/>
          <p14:tracePt t="87086" x="3181350" y="3581400"/>
          <p14:tracePt t="87102" x="3162300" y="3581400"/>
          <p14:tracePt t="87120" x="3117850" y="3594100"/>
          <p14:tracePt t="87136" x="3105150" y="3606800"/>
          <p14:tracePt t="87153" x="3098800" y="3606800"/>
          <p14:tracePt t="87169" x="3016250" y="3638550"/>
          <p14:tracePt t="87186" x="3003550" y="3657600"/>
          <p14:tracePt t="87203" x="2978150" y="3663950"/>
          <p14:tracePt t="87219" x="2921000" y="3702050"/>
          <p14:tracePt t="87236" x="2895600" y="3727450"/>
          <p14:tracePt t="87253" x="2876550" y="3740150"/>
          <p14:tracePt t="87269" x="2825750" y="3771900"/>
          <p14:tracePt t="87286" x="2800350" y="3797300"/>
          <p14:tracePt t="87303" x="2800350" y="3810000"/>
          <p14:tracePt t="87320" x="2800350" y="3816350"/>
          <p14:tracePt t="87336" x="2794000" y="3829050"/>
          <p14:tracePt t="87353" x="2787650" y="3841750"/>
          <p14:tracePt t="87376" x="2794000" y="3841750"/>
          <p14:tracePt t="87386" x="2794000" y="3854450"/>
          <p14:tracePt t="87403" x="2800350" y="3860800"/>
          <p14:tracePt t="87420" x="2806700" y="3867150"/>
          <p14:tracePt t="87436" x="2838450" y="3886200"/>
          <p14:tracePt t="87453" x="2876550" y="3917950"/>
          <p14:tracePt t="87469" x="2895600" y="3937000"/>
          <p14:tracePt t="87486" x="2978150" y="3981450"/>
          <p14:tracePt t="87503" x="3041650" y="4013200"/>
          <p14:tracePt t="87519" x="3149600" y="4057650"/>
          <p14:tracePt t="87536" x="3206750" y="4076700"/>
          <p14:tracePt t="87553" x="3263900" y="4089400"/>
          <p14:tracePt t="87570" x="3352800" y="4095750"/>
          <p14:tracePt t="87586" x="3384550" y="4102100"/>
          <p14:tracePt t="87603" x="3422650" y="4095750"/>
          <p14:tracePt t="87620" x="3435350" y="4089400"/>
          <p14:tracePt t="87636" x="3448050" y="4089400"/>
          <p14:tracePt t="87653" x="3473450" y="4070350"/>
          <p14:tracePt t="87670" x="3479800" y="4064000"/>
          <p14:tracePt t="87686" x="3492500" y="4057650"/>
          <p14:tracePt t="87703" x="3505200" y="4051300"/>
          <p14:tracePt t="87719" x="3524250" y="4044950"/>
          <p14:tracePt t="87736" x="3536950" y="4038600"/>
          <p14:tracePt t="87753" x="3575050" y="4025900"/>
          <p14:tracePt t="87786" x="3594100" y="4025900"/>
          <p14:tracePt t="87803" x="3638550" y="4019550"/>
          <p14:tracePt t="87820" x="3689350" y="4019550"/>
          <p14:tracePt t="87836" x="3721100" y="4019550"/>
          <p14:tracePt t="87853" x="3740150" y="4019550"/>
          <p14:tracePt t="87869" x="3746500" y="4019550"/>
          <p14:tracePt t="87886" x="3759200" y="4019550"/>
          <p14:tracePt t="87928" x="3771900" y="4013200"/>
          <p14:tracePt t="88824" x="3771900" y="4006850"/>
          <p14:tracePt t="89079" x="3771900" y="4000500"/>
          <p14:tracePt t="89087" x="3778250" y="4000500"/>
          <p14:tracePt t="89096" x="3790950" y="3994150"/>
          <p14:tracePt t="89104" x="3797300" y="3994150"/>
          <p14:tracePt t="89119" x="3816350" y="3987800"/>
          <p14:tracePt t="89136" x="3822700" y="3987800"/>
          <p14:tracePt t="89152" x="3848100" y="3975100"/>
          <p14:tracePt t="89169" x="3873500" y="3962400"/>
          <p14:tracePt t="89202" x="3905250" y="3956050"/>
          <p14:tracePt t="89219" x="3930650" y="3943350"/>
          <p14:tracePt t="89236" x="3949700" y="3937000"/>
          <p14:tracePt t="89252" x="3962400" y="3937000"/>
          <p14:tracePt t="89269" x="3994150" y="3937000"/>
          <p14:tracePt t="89286" x="4025900" y="3930650"/>
          <p14:tracePt t="89303" x="4121150" y="3930650"/>
          <p14:tracePt t="89319" x="4159250" y="3930650"/>
          <p14:tracePt t="89336" x="4222750" y="3943350"/>
          <p14:tracePt t="89353" x="4279900" y="3943350"/>
          <p14:tracePt t="89369" x="4324350" y="3956050"/>
          <p14:tracePt t="89386" x="4457700" y="3981450"/>
          <p14:tracePt t="89402" x="4527550" y="4000500"/>
          <p14:tracePt t="89419" x="4578350" y="4013200"/>
          <p14:tracePt t="89436" x="4667250" y="4025900"/>
          <p14:tracePt t="89452" x="4832350" y="4044950"/>
          <p14:tracePt t="89469" x="4876800" y="4051300"/>
          <p14:tracePt t="89486" x="4997450" y="4070350"/>
          <p14:tracePt t="89502" x="5060950" y="4070350"/>
          <p14:tracePt t="89519" x="5124450" y="4070350"/>
          <p14:tracePt t="89536" x="5200650" y="4070350"/>
          <p14:tracePt t="89552" x="5238750" y="4064000"/>
          <p14:tracePt t="89569" x="5257800" y="4051300"/>
          <p14:tracePt t="89586" x="5295900" y="4013200"/>
          <p14:tracePt t="89602" x="5314950" y="3994150"/>
          <p14:tracePt t="89619" x="5353050" y="3949700"/>
          <p14:tracePt t="89636" x="5391150" y="3867150"/>
          <p14:tracePt t="89652" x="5403850" y="3816350"/>
          <p14:tracePt t="89669" x="5422900" y="3771900"/>
          <p14:tracePt t="89686" x="5422900" y="3759200"/>
          <p14:tracePt t="89703" x="5422900" y="3714750"/>
          <p14:tracePt t="89719" x="5410200" y="3670300"/>
          <p14:tracePt t="89735" x="5353050" y="3638550"/>
          <p14:tracePt t="89752" x="5327650" y="3619500"/>
          <p14:tracePt t="89769" x="5308600" y="3613150"/>
          <p14:tracePt t="89786" x="5219700" y="3600450"/>
          <p14:tracePt t="89802" x="5181600" y="3594100"/>
          <p14:tracePt t="89819" x="5105400" y="3594100"/>
          <p14:tracePt t="89836" x="4946650" y="3625850"/>
          <p14:tracePt t="89852" x="4857750" y="3644900"/>
          <p14:tracePt t="89869" x="4794250" y="3657600"/>
          <p14:tracePt t="89886" x="4648200" y="3689350"/>
          <p14:tracePt t="89903" x="4572000" y="3695700"/>
          <p14:tracePt t="89919" x="4527550" y="3708400"/>
          <p14:tracePt t="89936" x="4514850" y="3708400"/>
          <p14:tracePt t="89952" x="4489450" y="3721100"/>
          <p14:tracePt t="89969" x="4464050" y="3727450"/>
          <p14:tracePt t="89986" x="4406900" y="3765550"/>
          <p14:tracePt t="90003" x="4362450" y="3790950"/>
          <p14:tracePt t="90019" x="4349750" y="3790950"/>
          <p14:tracePt t="90036" x="4324350" y="3822700"/>
          <p14:tracePt t="90052" x="4318000" y="3835400"/>
          <p14:tracePt t="90069" x="4292600" y="3854450"/>
          <p14:tracePt t="90086" x="4292600" y="3860800"/>
          <p14:tracePt t="90103" x="4292600" y="3873500"/>
          <p14:tracePt t="90119" x="4292600" y="3905250"/>
          <p14:tracePt t="90136" x="4305300" y="3943350"/>
          <p14:tracePt t="90152" x="4324350" y="3956050"/>
          <p14:tracePt t="90169" x="4330700" y="3956050"/>
          <p14:tracePt t="90186" x="4349750" y="3975100"/>
          <p14:tracePt t="90202" x="4356100" y="3987800"/>
          <p14:tracePt t="90219" x="4375150" y="3987800"/>
          <p14:tracePt t="90236" x="4387850" y="3994150"/>
          <p14:tracePt t="90253" x="4425950" y="3994150"/>
          <p14:tracePt t="90269" x="4445000" y="3994150"/>
          <p14:tracePt t="90286" x="4476750" y="3987800"/>
          <p14:tracePt t="90303" x="4489450" y="3987800"/>
          <p14:tracePt t="90319" x="4546600" y="3968750"/>
          <p14:tracePt t="90336" x="4610100" y="3956050"/>
          <p14:tracePt t="90353" x="4641850" y="3937000"/>
          <p14:tracePt t="90369" x="4692650" y="3917950"/>
          <p14:tracePt t="90386" x="4756150" y="3879850"/>
          <p14:tracePt t="90402" x="4794250" y="3860800"/>
          <p14:tracePt t="90419" x="4819650" y="3841750"/>
          <p14:tracePt t="90436" x="4838700" y="3822700"/>
          <p14:tracePt t="90453" x="4851400" y="3797300"/>
          <p14:tracePt t="90469" x="4864100" y="3778250"/>
          <p14:tracePt t="90486" x="4870450" y="3740150"/>
          <p14:tracePt t="90503" x="4883150" y="3721100"/>
          <p14:tracePt t="90519" x="4883150" y="3670300"/>
          <p14:tracePt t="90553" x="4876800" y="3651250"/>
          <p14:tracePt t="90569" x="4876800" y="3625850"/>
          <p14:tracePt t="90586" x="4864100" y="3625850"/>
          <p14:tracePt t="90619" x="4857750" y="3613150"/>
          <p14:tracePt t="90636" x="4838700" y="3613150"/>
          <p14:tracePt t="90653" x="4826000" y="3613150"/>
          <p14:tracePt t="90669" x="4813300" y="3613150"/>
          <p14:tracePt t="90686" x="4775200" y="3613150"/>
          <p14:tracePt t="90703" x="4762500" y="3619500"/>
          <p14:tracePt t="90719" x="4724400" y="3632200"/>
          <p14:tracePt t="90736" x="4699000" y="3651250"/>
          <p14:tracePt t="90753" x="4679950" y="3663950"/>
          <p14:tracePt t="90769" x="4667250" y="3670300"/>
          <p14:tracePt t="90786" x="4660900" y="3683000"/>
          <p14:tracePt t="90802" x="4654550" y="3708400"/>
          <p14:tracePt t="90819" x="4654550" y="3714750"/>
          <p14:tracePt t="90836" x="4654550" y="3721100"/>
          <p14:tracePt t="90853" x="4648200" y="3733800"/>
          <p14:tracePt t="90869" x="4641850" y="3746500"/>
          <p14:tracePt t="90886" x="4641850" y="3759200"/>
          <p14:tracePt t="90902" x="4648200" y="3765550"/>
          <p14:tracePt t="90920" x="4654550" y="3797300"/>
          <p14:tracePt t="90936" x="4660900" y="3810000"/>
          <p14:tracePt t="90953" x="4686300" y="3829050"/>
          <p14:tracePt t="90969" x="4699000" y="3835400"/>
          <p14:tracePt t="90986" x="4743450" y="3848100"/>
          <p14:tracePt t="91003" x="4762500" y="3848100"/>
          <p14:tracePt t="91019" x="4775200" y="3848100"/>
          <p14:tracePt t="91036" x="4781550" y="3848100"/>
          <p14:tracePt t="91070" x="4794250" y="3841750"/>
          <p14:tracePt t="91304" x="4800600" y="3841750"/>
          <p14:tracePt t="91640" x="4800600" y="3854450"/>
          <p14:tracePt t="91664" x="4794250" y="3854450"/>
          <p14:tracePt t="91688" x="4794250" y="3860800"/>
          <p14:tracePt t="91704" x="4794250" y="3873500"/>
          <p14:tracePt t="91744" x="4800600" y="3879850"/>
          <p14:tracePt t="91752" x="4826000" y="3905250"/>
          <p14:tracePt t="91760" x="4832350" y="3905250"/>
          <p14:tracePt t="91784" x="4845050" y="3911600"/>
          <p14:tracePt t="91792" x="4851400" y="3911600"/>
          <p14:tracePt t="91803" x="4864100" y="3917950"/>
          <p14:tracePt t="91840" x="4876800" y="3905250"/>
          <p14:tracePt t="91847" x="4876800" y="3898900"/>
          <p14:tracePt t="91864" x="4876800" y="3886200"/>
          <p14:tracePt t="91872" x="4889500" y="3879850"/>
          <p14:tracePt t="91886" x="4889500" y="3873500"/>
          <p14:tracePt t="91903" x="4889500" y="3860800"/>
          <p14:tracePt t="91919" x="4889500" y="3841750"/>
          <p14:tracePt t="91936" x="4889500" y="3835400"/>
          <p14:tracePt t="91953" x="4889500" y="3822700"/>
          <p14:tracePt t="91969" x="4889500" y="3810000"/>
          <p14:tracePt t="91986" x="4870450" y="3797300"/>
          <p14:tracePt t="92003" x="4864100" y="3784600"/>
          <p14:tracePt t="92019" x="4851400" y="3778250"/>
          <p14:tracePt t="92036" x="4845050" y="3771900"/>
          <p14:tracePt t="92053" x="4826000" y="3771900"/>
          <p14:tracePt t="92070" x="4806950" y="3771900"/>
          <p14:tracePt t="92086" x="4775200" y="3771900"/>
          <p14:tracePt t="92103" x="4756150" y="3790950"/>
          <p14:tracePt t="92119" x="4730750" y="3797300"/>
          <p14:tracePt t="92136" x="4667250" y="3835400"/>
          <p14:tracePt t="92153" x="4654550" y="3854450"/>
          <p14:tracePt t="92169" x="4641850" y="3867150"/>
          <p14:tracePt t="92186" x="4629150" y="3886200"/>
          <p14:tracePt t="92203" x="4622800" y="3892550"/>
          <p14:tracePt t="92219" x="4610100" y="3911600"/>
          <p14:tracePt t="92236" x="4610100" y="3917950"/>
          <p14:tracePt t="92252" x="4603750" y="3924300"/>
          <p14:tracePt t="92272" x="4610100" y="3930650"/>
          <p14:tracePt t="92286" x="4610100" y="3937000"/>
          <p14:tracePt t="92305" x="4616450" y="3937000"/>
          <p14:tracePt t="92319" x="4622800" y="3949700"/>
          <p14:tracePt t="92353" x="4635500" y="3956050"/>
          <p14:tracePt t="92369" x="4641850" y="3962400"/>
          <p14:tracePt t="92504" x="4654550" y="3962400"/>
          <p14:tracePt t="92512" x="4648200" y="3962400"/>
          <p14:tracePt t="92520" x="4654550" y="3962400"/>
          <p14:tracePt t="92616" x="4648200" y="3962400"/>
          <p14:tracePt t="92624" x="4635500" y="3968750"/>
          <p14:tracePt t="92640" x="4622800" y="3968750"/>
          <p14:tracePt t="92664" x="4616450" y="3968750"/>
          <p14:tracePt t="92672" x="4610100" y="3968750"/>
          <p14:tracePt t="92680" x="4603750" y="3968750"/>
          <p14:tracePt t="92688" x="4597400" y="3968750"/>
          <p14:tracePt t="92703" x="4584700" y="3968750"/>
          <p14:tracePt t="92719" x="4565650" y="3968750"/>
          <p14:tracePt t="92736" x="4559300" y="3968750"/>
          <p14:tracePt t="92752" x="4552950" y="3968750"/>
          <p14:tracePt t="92769" x="4546600" y="3968750"/>
          <p14:tracePt t="92792" x="4533900" y="3968750"/>
          <p14:tracePt t="92816" x="4533900" y="3975100"/>
          <p14:tracePt t="92840" x="4521200" y="3975100"/>
          <p14:tracePt t="92864" x="4521200" y="3981450"/>
          <p14:tracePt t="92919" x="4514850" y="3981450"/>
          <p14:tracePt t="92968" x="4502150" y="3981450"/>
          <p14:tracePt t="93032" x="4489450" y="3987800"/>
          <p14:tracePt t="93360" x="4495800" y="3987800"/>
          <p14:tracePt t="93368" x="4508500" y="3987800"/>
          <p14:tracePt t="93400" x="4521200" y="3981450"/>
          <p14:tracePt t="93407" x="4540250" y="3981450"/>
          <p14:tracePt t="93419" x="4552950" y="3981450"/>
          <p14:tracePt t="93436" x="4584700" y="3987800"/>
          <p14:tracePt t="93452" x="4591050" y="3987800"/>
          <p14:tracePt t="93469" x="4603750" y="3987800"/>
          <p14:tracePt t="93486" x="4622800" y="3987800"/>
          <p14:tracePt t="93503" x="4629150" y="3987800"/>
          <p14:tracePt t="93519" x="4654550" y="3987800"/>
          <p14:tracePt t="93536" x="4679950" y="3987800"/>
          <p14:tracePt t="93553" x="4686300" y="3987800"/>
          <p14:tracePt t="93569" x="4699000" y="3987800"/>
          <p14:tracePt t="93586" x="4724400" y="3987800"/>
          <p14:tracePt t="93603" x="4762500" y="3987800"/>
          <p14:tracePt t="93619" x="4781550" y="3987800"/>
          <p14:tracePt t="93636" x="4813300" y="3987800"/>
          <p14:tracePt t="93653" x="4819650" y="3981450"/>
          <p14:tracePt t="93669" x="4851400" y="3975100"/>
          <p14:tracePt t="93686" x="4876800" y="3975100"/>
          <p14:tracePt t="93703" x="4895850" y="3975100"/>
          <p14:tracePt t="93719" x="4933950" y="3968750"/>
          <p14:tracePt t="93736" x="4978400" y="3962400"/>
          <p14:tracePt t="93752" x="5010150" y="3962400"/>
          <p14:tracePt t="93769" x="5048250" y="3956050"/>
          <p14:tracePt t="93786" x="5092700" y="3949700"/>
          <p14:tracePt t="93803" x="5124450" y="3943350"/>
          <p14:tracePt t="93820" x="5137150" y="3930650"/>
          <p14:tracePt t="93836" x="5156200" y="3930650"/>
          <p14:tracePt t="93853" x="5194300" y="3924300"/>
          <p14:tracePt t="93886" x="5194300" y="3911600"/>
          <p14:tracePt t="94056" x="5187950" y="3911600"/>
          <p14:tracePt t="94080" x="5175250" y="3917950"/>
          <p14:tracePt t="94088" x="5168900" y="3924300"/>
          <p14:tracePt t="94096" x="5149850" y="3930650"/>
          <p14:tracePt t="94104" x="5130800" y="3937000"/>
          <p14:tracePt t="94119" x="5073650" y="3943350"/>
          <p14:tracePt t="94136" x="4978400" y="3949700"/>
          <p14:tracePt t="94152" x="4959350" y="3949700"/>
          <p14:tracePt t="94169" x="4914900" y="3962400"/>
          <p14:tracePt t="94186" x="4857750" y="3962400"/>
          <p14:tracePt t="94202" x="4806950" y="3968750"/>
          <p14:tracePt t="94219" x="4762500" y="3975100"/>
          <p14:tracePt t="94236" x="4718050" y="3981450"/>
          <p14:tracePt t="94253" x="4667250" y="3981450"/>
          <p14:tracePt t="94269" x="4629150" y="3994150"/>
          <p14:tracePt t="94286" x="4584700" y="4000500"/>
          <p14:tracePt t="94319" x="4578350" y="4000500"/>
          <p14:tracePt t="94600" x="4578350" y="4006850"/>
          <p14:tracePt t="94960" x="4584700" y="4006850"/>
          <p14:tracePt t="94968" x="4591050" y="4006850"/>
          <p14:tracePt t="94983" x="4597400" y="4006850"/>
          <p14:tracePt t="95008" x="4603750" y="4006850"/>
          <p14:tracePt t="95015" x="4610100" y="4006850"/>
          <p14:tracePt t="95024" x="4616450" y="4000500"/>
          <p14:tracePt t="95040" x="4622800" y="3994150"/>
          <p14:tracePt t="95064" x="4622800" y="3987800"/>
          <p14:tracePt t="95080" x="4622800" y="3981450"/>
          <p14:tracePt t="95088" x="4622800" y="3975100"/>
          <p14:tracePt t="95102" x="4622800" y="3956050"/>
          <p14:tracePt t="95120" x="4616450" y="3937000"/>
          <p14:tracePt t="95136" x="4559300" y="3911600"/>
          <p14:tracePt t="95153" x="4514850" y="3873500"/>
          <p14:tracePt t="95169" x="4362450" y="3829050"/>
          <p14:tracePt t="95186" x="4305300" y="3816350"/>
          <p14:tracePt t="95203" x="4159250" y="3784600"/>
          <p14:tracePt t="95219" x="3943350" y="3746500"/>
          <p14:tracePt t="95236" x="3854450" y="3727450"/>
          <p14:tracePt t="95253" x="3740150" y="3708400"/>
          <p14:tracePt t="95270" x="3632200" y="3702050"/>
          <p14:tracePt t="95286" x="3619500" y="3702050"/>
          <p14:tracePt t="95303" x="3562350" y="3708400"/>
          <p14:tracePt t="95320" x="3517900" y="3714750"/>
          <p14:tracePt t="95336" x="3486150" y="3727450"/>
          <p14:tracePt t="95353" x="3460750" y="3733800"/>
          <p14:tracePt t="95369" x="3454400" y="3733800"/>
          <p14:tracePt t="95386" x="3435350" y="3733800"/>
          <p14:tracePt t="95403" x="3422650" y="3733800"/>
          <p14:tracePt t="95419" x="3397250" y="3733800"/>
          <p14:tracePt t="95436" x="3371850" y="3727450"/>
          <p14:tracePt t="95453" x="3359150" y="3721100"/>
          <p14:tracePt t="95469" x="3282950" y="3702050"/>
          <p14:tracePt t="95486" x="3232150" y="3689350"/>
          <p14:tracePt t="95503" x="3194050" y="3676650"/>
          <p14:tracePt t="95519" x="3086100" y="3676650"/>
          <p14:tracePt t="95536" x="3054350" y="3676650"/>
          <p14:tracePt t="95553" x="3028950" y="3683000"/>
          <p14:tracePt t="95570" x="2978150" y="3689350"/>
          <p14:tracePt t="95586" x="2965450" y="3689350"/>
          <p14:tracePt t="95603" x="2940050" y="3695700"/>
          <p14:tracePt t="95636" x="2901950" y="3702050"/>
          <p14:tracePt t="95653" x="2889250" y="3708400"/>
          <p14:tracePt t="95669" x="2863850" y="3714750"/>
          <p14:tracePt t="95686" x="2851150" y="3727450"/>
          <p14:tracePt t="95702" x="2832100" y="3727450"/>
          <p14:tracePt t="95719" x="2819400" y="3740150"/>
          <p14:tracePt t="95736" x="2800350" y="3759200"/>
          <p14:tracePt t="95753" x="2800350" y="3765550"/>
          <p14:tracePt t="95769" x="2800350" y="3771900"/>
          <p14:tracePt t="95786" x="2794000" y="3784600"/>
          <p14:tracePt t="95803" x="2794000" y="3797300"/>
          <p14:tracePt t="95819" x="2787650" y="3816350"/>
          <p14:tracePt t="95836" x="2800350" y="3835400"/>
          <p14:tracePt t="95853" x="2800350" y="3841750"/>
          <p14:tracePt t="95870" x="2813050" y="3867150"/>
          <p14:tracePt t="95886" x="2825750" y="3879850"/>
          <p14:tracePt t="95903" x="2832100" y="3898900"/>
          <p14:tracePt t="95919" x="2895600" y="3937000"/>
          <p14:tracePt t="95936" x="2901950" y="3949700"/>
          <p14:tracePt t="95953" x="2965450" y="3968750"/>
          <p14:tracePt t="95969" x="3003550" y="3981450"/>
          <p14:tracePt t="95986" x="3086100" y="3994150"/>
          <p14:tracePt t="96003" x="3130550" y="4006850"/>
          <p14:tracePt t="96020" x="3251200" y="4000500"/>
          <p14:tracePt t="96036" x="3295650" y="4000500"/>
          <p14:tracePt t="96053" x="3378200" y="4000500"/>
          <p14:tracePt t="96070" x="3536950" y="3987800"/>
          <p14:tracePt t="96086" x="3632200" y="3987800"/>
          <p14:tracePt t="96103" x="3714750" y="3975100"/>
          <p14:tracePt t="96119" x="3854450" y="3949700"/>
          <p14:tracePt t="96136" x="3911600" y="3937000"/>
          <p14:tracePt t="96153" x="3956050" y="3924300"/>
          <p14:tracePt t="96169" x="4019550" y="3898900"/>
          <p14:tracePt t="96186" x="4044950" y="3879850"/>
          <p14:tracePt t="96203" x="4057650" y="3873500"/>
          <p14:tracePt t="96219" x="4089400" y="3854450"/>
          <p14:tracePt t="96236" x="4140200" y="3816350"/>
          <p14:tracePt t="96252" x="4159250" y="3790950"/>
          <p14:tracePt t="96270" x="4165600" y="3778250"/>
          <p14:tracePt t="96286" x="4184650" y="3765550"/>
          <p14:tracePt t="96302" x="4191000" y="3752850"/>
          <p14:tracePt t="96319" x="4197350" y="3733800"/>
          <p14:tracePt t="96353" x="4203700" y="3714750"/>
          <p14:tracePt t="96369" x="4203700" y="3695700"/>
          <p14:tracePt t="96386" x="4203700" y="3676650"/>
          <p14:tracePt t="96403" x="4197350" y="3663950"/>
          <p14:tracePt t="96419" x="4184650" y="3644900"/>
          <p14:tracePt t="96436" x="4184650" y="3638550"/>
          <p14:tracePt t="96453" x="4127500" y="3625850"/>
          <p14:tracePt t="96469" x="4057650" y="3606800"/>
          <p14:tracePt t="96486" x="3987800" y="3594100"/>
          <p14:tracePt t="96503" x="3797300" y="3568700"/>
          <p14:tracePt t="96520" x="3676650" y="3556000"/>
          <p14:tracePt t="96536" x="3549650" y="3543300"/>
          <p14:tracePt t="96553" x="3327400" y="3536950"/>
          <p14:tracePt t="96570" x="3232150" y="3536950"/>
          <p14:tracePt t="96586" x="3073400" y="3543300"/>
          <p14:tracePt t="96603" x="3009900" y="3543300"/>
          <p14:tracePt t="96619" x="2965450" y="3543300"/>
          <p14:tracePt t="96636" x="2908300" y="3562350"/>
          <p14:tracePt t="96653" x="2851150" y="3575050"/>
          <p14:tracePt t="96669" x="2825750" y="3587750"/>
          <p14:tracePt t="96686" x="2794000" y="3606800"/>
          <p14:tracePt t="96703" x="2781300" y="3613150"/>
          <p14:tracePt t="96719" x="2768600" y="3632200"/>
          <p14:tracePt t="96736" x="2755900" y="3644900"/>
          <p14:tracePt t="96753" x="2749550" y="3651250"/>
          <p14:tracePt t="96769" x="2749550" y="3657600"/>
          <p14:tracePt t="96786" x="2743200" y="3683000"/>
          <p14:tracePt t="96819" x="2730500" y="3702050"/>
          <p14:tracePt t="96836" x="2730500" y="3714750"/>
          <p14:tracePt t="96852" x="2730500" y="3727450"/>
          <p14:tracePt t="96869" x="2730500" y="3733800"/>
          <p14:tracePt t="96886" x="2730500" y="3759200"/>
          <p14:tracePt t="96903" x="2730500" y="3771900"/>
          <p14:tracePt t="96919" x="2736850" y="3803650"/>
          <p14:tracePt t="96936" x="2743200" y="3829050"/>
          <p14:tracePt t="96952" x="2762250" y="3854450"/>
          <p14:tracePt t="96969" x="2800350" y="3924300"/>
          <p14:tracePt t="96986" x="2813050" y="3956050"/>
          <p14:tracePt t="97002" x="2838450" y="3981450"/>
          <p14:tracePt t="97019" x="2882900" y="4032250"/>
          <p14:tracePt t="97036" x="2914650" y="4051300"/>
          <p14:tracePt t="97053" x="2959100" y="4070350"/>
          <p14:tracePt t="97070" x="3028950" y="4083050"/>
          <p14:tracePt t="97086" x="3048000" y="4083050"/>
          <p14:tracePt t="97102" x="3067050" y="4083050"/>
          <p14:tracePt t="97119" x="3130550" y="4064000"/>
          <p14:tracePt t="97136" x="3168650" y="4051300"/>
          <p14:tracePt t="97152" x="3194050" y="4044950"/>
          <p14:tracePt t="97169" x="3213100" y="4038600"/>
          <p14:tracePt t="97186" x="3244850" y="4019550"/>
          <p14:tracePt t="97203" x="3263900" y="4013200"/>
          <p14:tracePt t="97219" x="3289300" y="4006850"/>
          <p14:tracePt t="97236" x="3308350" y="4000500"/>
          <p14:tracePt t="97252" x="3321050" y="3994150"/>
          <p14:tracePt t="97269" x="3327400" y="3994150"/>
          <p14:tracePt t="97286" x="3340100" y="3994150"/>
          <p14:tracePt t="97302" x="3365500" y="3994150"/>
          <p14:tracePt t="97319" x="3384550" y="3994150"/>
          <p14:tracePt t="97336" x="3403600" y="3994150"/>
          <p14:tracePt t="97352" x="3422650" y="3994150"/>
          <p14:tracePt t="97369" x="3435350" y="3994150"/>
          <p14:tracePt t="97386" x="3448050" y="4000500"/>
          <p14:tracePt t="97402" x="3473450" y="4000500"/>
          <p14:tracePt t="97419" x="3505200" y="4006850"/>
          <p14:tracePt t="97436" x="3530600" y="4006850"/>
          <p14:tracePt t="97453" x="3568700" y="4013200"/>
          <p14:tracePt t="97469" x="3600450" y="4019550"/>
          <p14:tracePt t="97486" x="3613150" y="4019550"/>
          <p14:tracePt t="97503" x="3632200" y="4019550"/>
          <p14:tracePt t="97520" x="3651250" y="4019550"/>
          <p14:tracePt t="97583" x="3657600" y="4019550"/>
          <p14:tracePt t="97599" x="3670300" y="4025900"/>
          <p14:tracePt t="97615" x="3676650" y="4025900"/>
          <p14:tracePt t="97623" x="3689350" y="4025900"/>
          <p14:tracePt t="97631" x="3695700" y="4025900"/>
          <p14:tracePt t="97640" x="3721100" y="4038600"/>
          <p14:tracePt t="97652" x="3733800" y="4038600"/>
          <p14:tracePt t="97669" x="3784600" y="4038600"/>
          <p14:tracePt t="97686" x="3835400" y="4032250"/>
          <p14:tracePt t="97702" x="3848100" y="4032250"/>
          <p14:tracePt t="97719" x="3879850" y="4019550"/>
          <p14:tracePt t="97736" x="3892550" y="4019550"/>
          <p14:tracePt t="97783" x="3892550" y="4013200"/>
          <p14:tracePt t="98023" x="3892550" y="4006850"/>
          <p14:tracePt t="98031" x="3898900" y="4006850"/>
          <p14:tracePt t="98047" x="3905250" y="4000500"/>
          <p14:tracePt t="98055" x="3917950" y="3994150"/>
          <p14:tracePt t="98069" x="3924300" y="3994150"/>
          <p14:tracePt t="98086" x="3937000" y="3975100"/>
          <p14:tracePt t="98102" x="3968750" y="3962400"/>
          <p14:tracePt t="98119" x="4006850" y="3937000"/>
          <p14:tracePt t="98136" x="4013200" y="3930650"/>
          <p14:tracePt t="98153" x="4025900" y="3917950"/>
          <p14:tracePt t="98169" x="4025900" y="3898900"/>
          <p14:tracePt t="98186" x="4038600" y="3879850"/>
          <p14:tracePt t="98203" x="4038600" y="3848100"/>
          <p14:tracePt t="98219" x="4038600" y="3835400"/>
          <p14:tracePt t="98236" x="4032250" y="3816350"/>
          <p14:tracePt t="98252" x="4006850" y="3778250"/>
          <p14:tracePt t="98269" x="3987800" y="3752850"/>
          <p14:tracePt t="98286" x="3930650" y="3721100"/>
          <p14:tracePt t="98303" x="3829050" y="3689350"/>
          <p14:tracePt t="98319" x="3759200" y="3670300"/>
          <p14:tracePt t="98336" x="3575050" y="3625850"/>
          <p14:tracePt t="98352" x="3403600" y="3606800"/>
          <p14:tracePt t="98369" x="3155950" y="3568700"/>
          <p14:tracePt t="98386" x="3098800" y="3562350"/>
          <p14:tracePt t="98402" x="3079750" y="3562350"/>
          <p14:tracePt t="98419" x="3067050" y="3562350"/>
          <p14:tracePt t="98436" x="3060700" y="3562350"/>
          <p14:tracePt t="98469" x="3060700" y="3581400"/>
          <p14:tracePt t="98486" x="3048000" y="3594100"/>
          <p14:tracePt t="98503" x="3048000" y="3606800"/>
          <p14:tracePt t="98519" x="3035300" y="3638550"/>
          <p14:tracePt t="98536" x="3022600" y="3670300"/>
          <p14:tracePt t="98553" x="3022600" y="3702050"/>
          <p14:tracePt t="98569" x="3028950" y="3740150"/>
          <p14:tracePt t="98586" x="3041650" y="3765550"/>
          <p14:tracePt t="98602" x="3067050" y="3797300"/>
          <p14:tracePt t="98619" x="3105150" y="3835400"/>
          <p14:tracePt t="98636" x="3162300" y="3886200"/>
          <p14:tracePt t="98652" x="3314700" y="3943350"/>
          <p14:tracePt t="98669" x="3378200" y="3968750"/>
          <p14:tracePt t="98686" x="3479800" y="3987800"/>
          <p14:tracePt t="98703" x="3606800" y="4013200"/>
          <p14:tracePt t="98719" x="3721100" y="4025900"/>
          <p14:tracePt t="98735" x="3848100" y="4025900"/>
          <p14:tracePt t="98752" x="3949700" y="4019550"/>
          <p14:tracePt t="98769" x="4019550" y="4013200"/>
          <p14:tracePt t="98786" x="4044950" y="4006850"/>
          <p14:tracePt t="98803" x="4165600" y="3981450"/>
          <p14:tracePt t="98819" x="4210050" y="3975100"/>
          <p14:tracePt t="98836" x="4273550" y="3968750"/>
          <p14:tracePt t="98852" x="4381500" y="3962400"/>
          <p14:tracePt t="98869" x="4413250" y="3962400"/>
          <p14:tracePt t="98886" x="4419600" y="3962400"/>
          <p14:tracePt t="98903" x="4432300" y="3962400"/>
          <p14:tracePt t="98919" x="4445000" y="3962400"/>
          <p14:tracePt t="98953" x="4451350" y="3962400"/>
          <p14:tracePt t="98969" x="4457700" y="3962400"/>
          <p14:tracePt t="98986" x="4476750" y="3968750"/>
          <p14:tracePt t="99002" x="4489450" y="3968750"/>
          <p14:tracePt t="99019" x="4508500" y="3975100"/>
          <p14:tracePt t="99036" x="4521200" y="3975100"/>
          <p14:tracePt t="99052" x="4540250" y="3981450"/>
          <p14:tracePt t="99086" x="4559300" y="3981450"/>
          <p14:tracePt t="99103" x="4565650" y="3981450"/>
          <p14:tracePt t="99119" x="4578350" y="3981450"/>
          <p14:tracePt t="99144" x="4591050" y="3981450"/>
          <p14:tracePt t="99168" x="4597400" y="3975100"/>
          <p14:tracePt t="99208" x="4603750" y="3975100"/>
          <p14:tracePt t="99224" x="4616450" y="3975100"/>
          <p14:tracePt t="99248" x="4629150" y="3975100"/>
          <p14:tracePt t="99264" x="4635500" y="3975100"/>
          <p14:tracePt t="99272" x="4641850" y="3975100"/>
          <p14:tracePt t="99288" x="4648200" y="3975100"/>
          <p14:tracePt t="99295" x="4654550" y="3975100"/>
          <p14:tracePt t="99305" x="4660900" y="3975100"/>
          <p14:tracePt t="99319" x="4673600" y="3975100"/>
          <p14:tracePt t="99336" x="4699000" y="3981450"/>
          <p14:tracePt t="99353" x="4711700" y="3981450"/>
          <p14:tracePt t="99369" x="4724400" y="3987800"/>
          <p14:tracePt t="99386" x="4743450" y="3987800"/>
          <p14:tracePt t="99402" x="4749800" y="3987800"/>
          <p14:tracePt t="99419" x="4756150" y="3987800"/>
          <p14:tracePt t="99436" x="4762500" y="3987800"/>
          <p14:tracePt t="99452" x="4781550" y="3981450"/>
          <p14:tracePt t="99469" x="4787900" y="3981450"/>
          <p14:tracePt t="99486" x="4800600" y="3968750"/>
          <p14:tracePt t="99528" x="4806950" y="3968750"/>
          <p14:tracePt t="99575" x="4813300" y="3956050"/>
          <p14:tracePt t="99624" x="4806950" y="3956050"/>
          <p14:tracePt t="99640" x="4794250" y="3949700"/>
          <p14:tracePt t="99648" x="4781550" y="3949700"/>
          <p14:tracePt t="99656" x="4775200" y="3949700"/>
          <p14:tracePt t="99669" x="4756150" y="3949700"/>
          <p14:tracePt t="99686" x="4724400" y="3949700"/>
          <p14:tracePt t="99703" x="4692650" y="3949700"/>
          <p14:tracePt t="99719" x="4654550" y="3949700"/>
          <p14:tracePt t="99736" x="4629150" y="3949700"/>
          <p14:tracePt t="99752" x="4597400" y="3949700"/>
          <p14:tracePt t="99786" x="4584700" y="3949700"/>
          <p14:tracePt t="99803" x="4578350" y="3949700"/>
          <p14:tracePt t="99819" x="4565650" y="3949700"/>
          <p14:tracePt t="99853" x="4559300" y="3949700"/>
          <p14:tracePt t="99992" x="4552950" y="3949700"/>
          <p14:tracePt t="100024" x="4546600" y="3949700"/>
          <p14:tracePt t="100031" x="4540250" y="3949700"/>
          <p14:tracePt t="100040" x="4521200" y="3949700"/>
          <p14:tracePt t="100056" x="4514850" y="3949700"/>
          <p14:tracePt t="100072" x="4502150" y="3949700"/>
          <p14:tracePt t="100095" x="4495800" y="3949700"/>
          <p14:tracePt t="100104" x="4483100" y="3949700"/>
          <p14:tracePt t="100119" x="4476750" y="3949700"/>
          <p14:tracePt t="100136" x="4457700" y="3949700"/>
          <p14:tracePt t="100169" x="4445000" y="3949700"/>
          <p14:tracePt t="100288" x="4445000" y="3956050"/>
          <p14:tracePt t="100320" x="4445000" y="3962400"/>
          <p14:tracePt t="100344" x="4451350" y="3968750"/>
          <p14:tracePt t="100351" x="4457700" y="3975100"/>
          <p14:tracePt t="100360" x="4464050" y="3987800"/>
          <p14:tracePt t="100369" x="4476750" y="3994150"/>
          <p14:tracePt t="100386" x="4552950" y="4019550"/>
          <p14:tracePt t="100403" x="4641850" y="4051300"/>
          <p14:tracePt t="100419" x="4654550" y="4064000"/>
          <p14:tracePt t="100436" x="4724400" y="4076700"/>
          <p14:tracePt t="100453" x="4845050" y="4095750"/>
          <p14:tracePt t="100469" x="4927600" y="4102100"/>
          <p14:tracePt t="100486" x="4972050" y="4102100"/>
          <p14:tracePt t="100503" x="5003800" y="4102100"/>
          <p14:tracePt t="100519" x="5010150" y="4102100"/>
          <p14:tracePt t="100553" x="5016500" y="4102100"/>
          <p14:tracePt t="101087" x="5029200" y="4102100"/>
          <p14:tracePt t="101111" x="5035550" y="4102100"/>
          <p14:tracePt t="101143" x="5041900" y="4102100"/>
          <p14:tracePt t="101176" x="5048250" y="4102100"/>
          <p14:tracePt t="101192" x="5060950" y="4102100"/>
          <p14:tracePt t="101360" x="5060950" y="4095750"/>
          <p14:tracePt t="101648" x="5067300" y="4089400"/>
          <p14:tracePt t="101888" x="5060950" y="4083050"/>
          <p14:tracePt t="101895" x="5054600" y="4070350"/>
          <p14:tracePt t="101904" x="5035550" y="4064000"/>
          <p14:tracePt t="101919" x="4991100" y="4025900"/>
          <p14:tracePt t="101936" x="4965700" y="4019550"/>
          <p14:tracePt t="101953" x="4940300" y="4000500"/>
          <p14:tracePt t="101969" x="4933950" y="4000500"/>
          <p14:tracePt t="101986" x="4895850" y="3981450"/>
          <p14:tracePt t="102002" x="4876800" y="3975100"/>
          <p14:tracePt t="102019" x="4870450" y="3968750"/>
          <p14:tracePt t="102136" x="4857750" y="3968750"/>
          <p14:tracePt t="102151" x="4851400" y="3968750"/>
          <p14:tracePt t="102160" x="4832350" y="3968750"/>
          <p14:tracePt t="102169" x="4794250" y="3975100"/>
          <p14:tracePt t="102186" x="4559300" y="4000500"/>
          <p14:tracePt t="102203" x="4343400" y="4019550"/>
          <p14:tracePt t="102219" x="4197350" y="4032250"/>
          <p14:tracePt t="102236" x="3403600" y="4159250"/>
          <p14:tracePt t="102252" x="3048000" y="4197350"/>
          <p14:tracePt t="102270" x="2419350" y="4343400"/>
          <p14:tracePt t="102286" x="2336800" y="4368800"/>
          <p14:tracePt t="102303" x="2228850" y="4400550"/>
          <p14:tracePt t="102319" x="1746250" y="4578350"/>
          <p14:tracePt t="102336" x="1670050" y="4603750"/>
          <p14:tracePt t="102352" x="1562100" y="4648200"/>
          <p14:tracePt t="102369" x="1562100" y="4654550"/>
          <p14:tracePt t="102386" x="1549400" y="4660900"/>
          <p14:tracePt t="102402" x="1543050" y="4660900"/>
          <p14:tracePt t="102436" x="1530350" y="4667250"/>
          <p14:tracePt t="102456" x="1517650" y="4673600"/>
          <p14:tracePt t="102469" x="1517650" y="4679950"/>
          <p14:tracePt t="102486" x="1504950" y="4679950"/>
          <p14:tracePt t="102503" x="1466850" y="4679950"/>
          <p14:tracePt t="102519" x="1377950" y="4667250"/>
          <p14:tracePt t="102536" x="1289050" y="4648200"/>
          <p14:tracePt t="102552" x="1143000" y="4616450"/>
          <p14:tracePt t="102570" x="1085850" y="4597400"/>
          <p14:tracePt t="102586" x="1028700" y="4591050"/>
          <p14:tracePt t="102602" x="1022350" y="4591050"/>
          <p14:tracePt t="102619" x="1009650" y="4591050"/>
          <p14:tracePt t="102652" x="1003300" y="4591050"/>
          <p14:tracePt t="102669" x="990600" y="4584700"/>
          <p14:tracePt t="102686" x="977900" y="4578350"/>
          <p14:tracePt t="102703" x="965200" y="4559300"/>
          <p14:tracePt t="102719" x="952500" y="4540250"/>
          <p14:tracePt t="102736" x="939800" y="4514850"/>
          <p14:tracePt t="102752" x="933450" y="4502150"/>
          <p14:tracePt t="102769" x="920750" y="4483100"/>
          <p14:tracePt t="102786" x="895350" y="4451350"/>
          <p14:tracePt t="102802" x="889000" y="4438650"/>
          <p14:tracePt t="102819" x="863600" y="4425950"/>
          <p14:tracePt t="102836" x="825500" y="4406900"/>
          <p14:tracePt t="102853" x="819150" y="4406900"/>
          <p14:tracePt t="102869" x="806450" y="4406900"/>
          <p14:tracePt t="102886" x="793750" y="4406900"/>
          <p14:tracePt t="102919" x="774700" y="4406900"/>
          <p14:tracePt t="102936" x="742950" y="4406900"/>
          <p14:tracePt t="102952" x="730250" y="4406900"/>
          <p14:tracePt t="102969" x="711200" y="4413250"/>
          <p14:tracePt t="102986" x="685800" y="4413250"/>
          <p14:tracePt t="103003" x="666750" y="4413250"/>
          <p14:tracePt t="103055" x="666750" y="4419600"/>
          <p14:tracePt t="103199" x="666750" y="4413250"/>
          <p14:tracePt t="103239" x="666750" y="4406900"/>
          <p14:tracePt t="103359" x="660400" y="4406900"/>
          <p14:tracePt t="103480" x="654050" y="4400550"/>
          <p14:tracePt t="103511" x="647700" y="4394200"/>
          <p14:tracePt t="103543" x="641350" y="4394200"/>
          <p14:tracePt t="103575" x="660400" y="4394200"/>
          <p14:tracePt t="103624" x="666750" y="4394200"/>
          <p14:tracePt t="103640" x="654050" y="4394200"/>
          <p14:tracePt t="104287" x="647700" y="4394200"/>
          <p14:tracePt t="104791" x="647700" y="4406900"/>
          <p14:tracePt t="104823" x="647700" y="4413250"/>
          <p14:tracePt t="104840" x="647700" y="4419600"/>
          <p14:tracePt t="104847" x="647700" y="4425950"/>
          <p14:tracePt t="104863" x="647700" y="4432300"/>
          <p14:tracePt t="104880" x="660400" y="4432300"/>
          <p14:tracePt t="104912" x="673100" y="4432300"/>
          <p14:tracePt t="133631" x="679450" y="4432300"/>
          <p14:tracePt t="133895" x="679450" y="4425950"/>
          <p14:tracePt t="133959" x="679450" y="4419600"/>
          <p14:tracePt t="133999" x="685800" y="4419600"/>
          <p14:tracePt t="134031" x="685800" y="4413250"/>
          <p14:tracePt t="134039" x="685800" y="4406900"/>
          <p14:tracePt t="134047" x="679450" y="4400550"/>
          <p14:tracePt t="134056" x="673100" y="4394200"/>
          <p14:tracePt t="134069" x="666750" y="4375150"/>
          <p14:tracePt t="134086" x="647700" y="4343400"/>
          <p14:tracePt t="134103" x="622300" y="4318000"/>
          <p14:tracePt t="134119" x="615950" y="4311650"/>
          <p14:tracePt t="134191" x="609600" y="4311650"/>
          <p14:tracePt t="134199" x="609600" y="4324350"/>
          <p14:tracePt t="134207" x="609600" y="4330700"/>
          <p14:tracePt t="134223" x="590550" y="4349750"/>
          <p14:tracePt t="134235" x="584200" y="4368800"/>
          <p14:tracePt t="134252" x="539750" y="4489450"/>
          <p14:tracePt t="134269" x="508000" y="4559300"/>
          <p14:tracePt t="134286" x="438150" y="4692650"/>
          <p14:tracePt t="134302" x="400050" y="4737100"/>
          <p14:tracePt t="134319" x="387350" y="4768850"/>
          <p14:tracePt t="134335" x="374650" y="4819650"/>
          <p14:tracePt t="134352" x="374650" y="4832350"/>
          <p14:tracePt t="134369" x="374650" y="4851400"/>
          <p14:tracePt t="134385" x="381000" y="4851400"/>
          <p14:tracePt t="134402" x="381000" y="4857750"/>
          <p14:tracePt t="134435" x="381000" y="4864100"/>
          <p14:tracePt t="134452" x="381000" y="4870450"/>
          <p14:tracePt t="134469" x="381000" y="4895850"/>
          <p14:tracePt t="134485" x="387350" y="4946650"/>
          <p14:tracePt t="134503" x="393700" y="4972050"/>
          <p14:tracePt t="134519" x="400050" y="4984750"/>
          <p14:tracePt t="134535" x="406400" y="4984750"/>
          <p14:tracePt t="134552" x="406400" y="4991100"/>
          <p14:tracePt t="134586" x="419100" y="4997450"/>
          <p14:tracePt t="134602" x="425450" y="4997450"/>
          <p14:tracePt t="134636" x="450850" y="4991100"/>
          <p14:tracePt t="134653" x="476250" y="4972050"/>
          <p14:tracePt t="134669" x="514350" y="4946650"/>
          <p14:tracePt t="134685" x="514350" y="4940300"/>
          <p14:tracePt t="134702" x="533400" y="4927600"/>
          <p14:tracePt t="134719" x="565150" y="4914900"/>
          <p14:tracePt t="134736" x="571500" y="4908550"/>
          <p14:tracePt t="134752" x="577850" y="4908550"/>
          <p14:tracePt t="134769" x="584200" y="4902200"/>
          <p14:tracePt t="134785" x="596900" y="4902200"/>
          <p14:tracePt t="134819" x="603250" y="4895850"/>
          <p14:tracePt t="134836" x="622300" y="4883150"/>
          <p14:tracePt t="134852" x="635000" y="4876800"/>
          <p14:tracePt t="134869" x="641350" y="4870450"/>
          <p14:tracePt t="134886" x="647700" y="4864100"/>
          <p14:tracePt t="134902" x="660400" y="4864100"/>
          <p14:tracePt t="135255" x="673100" y="4870450"/>
          <p14:tracePt t="135263" x="679450" y="4870450"/>
          <p14:tracePt t="135288" x="679450" y="4876800"/>
          <p14:tracePt t="135304" x="679450" y="4889500"/>
          <p14:tracePt t="135312" x="692150" y="4889500"/>
          <p14:tracePt t="135320" x="698500" y="4889500"/>
          <p14:tracePt t="135343" x="704850" y="4895850"/>
          <p14:tracePt t="155343" x="711200" y="4895850"/>
          <p14:tracePt t="155383" x="717550" y="4895850"/>
          <p14:tracePt t="155471" x="723900" y="4889500"/>
          <p14:tracePt t="155495" x="723900" y="4883150"/>
          <p14:tracePt t="155631" x="730250" y="4876800"/>
          <p14:tracePt t="155663" x="723900" y="4876800"/>
          <p14:tracePt t="155839" x="723900" y="4864100"/>
          <p14:tracePt t="155855" x="736600" y="4857750"/>
          <p14:tracePt t="155863" x="736600" y="4851400"/>
          <p14:tracePt t="155871" x="749300" y="4838700"/>
          <p14:tracePt t="155885" x="749300" y="4819650"/>
          <p14:tracePt t="155902" x="762000" y="4800600"/>
          <p14:tracePt t="155918" x="831850" y="4591050"/>
          <p14:tracePt t="155935" x="863600" y="4476750"/>
          <p14:tracePt t="155952" x="882650" y="4381500"/>
          <p14:tracePt t="155969" x="901700" y="4324350"/>
          <p14:tracePt t="155985" x="901700" y="4318000"/>
          <p14:tracePt t="156423" x="901700" y="4330700"/>
          <p14:tracePt t="156455" x="895350" y="4337050"/>
          <p14:tracePt t="156527" x="889000" y="4337050"/>
          <p14:tracePt t="156535" x="882650" y="4318000"/>
          <p14:tracePt t="156543" x="882650" y="4311650"/>
          <p14:tracePt t="156552" x="876300" y="4286250"/>
          <p14:tracePt t="156569" x="863600" y="4241800"/>
          <p14:tracePt t="156586" x="819150" y="4057650"/>
          <p14:tracePt t="156602" x="717550" y="3549650"/>
          <p14:tracePt t="156619" x="647700" y="3213100"/>
          <p14:tracePt t="156635" x="520700" y="2787650"/>
          <p14:tracePt t="156652" x="196850" y="2178050"/>
          <p14:tracePt t="156668" x="152400" y="2114550"/>
          <p14:tracePt t="157447" x="107950" y="1771650"/>
          <p14:tracePt t="157455" x="450850" y="1384300"/>
          <p14:tracePt t="157463" x="577850" y="1238250"/>
          <p14:tracePt t="157471" x="641350" y="1149350"/>
          <p14:tracePt t="157485" x="736600" y="984250"/>
          <p14:tracePt t="157502" x="1073150" y="387350"/>
          <p14:tracePt t="157518" x="1168400" y="31750"/>
          <p14:tracePt t="157535" x="1193800" y="0"/>
          <p14:tracePt t="157552" x="1155700" y="0"/>
          <p14:tracePt t="157569" x="965200" y="0"/>
          <p14:tracePt t="157586" x="768350" y="0"/>
          <p14:tracePt t="157602" x="393700" y="0"/>
          <p14:tracePt t="157618" x="63500" y="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46075" y="736600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1.2.2 Physical Structures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Types of connection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Point-to-point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Multi point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130550"/>
            <a:ext cx="6303963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4467225"/>
            <a:ext cx="6180138" cy="161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845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76" x="4591050" y="3721100"/>
          <p14:tracePt t="316" x="4591050" y="3727450"/>
          <p14:tracePt t="323" x="4591050" y="3733800"/>
          <p14:tracePt t="333" x="4591050" y="3746500"/>
          <p14:tracePt t="347" x="4610100" y="3816350"/>
          <p14:tracePt t="364" x="4635500" y="3975100"/>
          <p14:tracePt t="381" x="4686300" y="4089400"/>
          <p14:tracePt t="398" x="4705350" y="4216400"/>
          <p14:tracePt t="414" x="4762500" y="4483100"/>
          <p14:tracePt t="431" x="4832350" y="4622800"/>
          <p14:tracePt t="448" x="4832350" y="4679950"/>
          <p14:tracePt t="464" x="4857750" y="4895850"/>
          <p14:tracePt t="481" x="4851400" y="4965700"/>
          <p14:tracePt t="497" x="4883150" y="5022850"/>
          <p14:tracePt t="514" x="4883150" y="5041900"/>
          <p14:tracePt t="531" x="4864100" y="5054600"/>
          <p14:tracePt t="547" x="4857750" y="5067300"/>
          <p14:tracePt t="564" x="4851400" y="5073650"/>
          <p14:tracePt t="604" x="4845050" y="5080000"/>
          <p14:tracePt t="1180" x="4851400" y="5080000"/>
          <p14:tracePt t="1299" x="4864100" y="5067300"/>
          <p14:tracePt t="1308" x="4870450" y="5060950"/>
          <p14:tracePt t="1316" x="4895850" y="5054600"/>
          <p14:tracePt t="1333" x="4908550" y="5035550"/>
          <p14:tracePt t="1347" x="4953000" y="5010150"/>
          <p14:tracePt t="1364" x="5003800" y="4991100"/>
          <p14:tracePt t="1380" x="5022850" y="4978400"/>
          <p14:tracePt t="1397" x="5035550" y="4965700"/>
          <p14:tracePt t="1414" x="5048250" y="4959350"/>
          <p14:tracePt t="1448" x="5060950" y="4953000"/>
          <p14:tracePt t="1724" x="5080000" y="4953000"/>
          <p14:tracePt t="1868" x="5080000" y="4946650"/>
          <p14:tracePt t="1875" x="5080000" y="4940300"/>
          <p14:tracePt t="1884" x="5067300" y="4940300"/>
          <p14:tracePt t="1897" x="5054600" y="4908550"/>
          <p14:tracePt t="1914" x="4978400" y="4838700"/>
          <p14:tracePt t="1931" x="4921250" y="4800600"/>
          <p14:tracePt t="1948" x="4565650" y="4565650"/>
          <p14:tracePt t="1964" x="4432300" y="4495800"/>
          <p14:tracePt t="1981" x="4019550" y="4349750"/>
          <p14:tracePt t="1997" x="3835400" y="4311650"/>
          <p14:tracePt t="2014" x="3778250" y="4305300"/>
          <p14:tracePt t="2031" x="3644900" y="4286250"/>
          <p14:tracePt t="2047" x="3575050" y="4286250"/>
          <p14:tracePt t="2064" x="3530600" y="4286250"/>
          <p14:tracePt t="2081" x="3517900" y="4286250"/>
          <p14:tracePt t="2097" x="3517900" y="4292600"/>
          <p14:tracePt t="2114" x="3511550" y="4305300"/>
          <p14:tracePt t="2131" x="3486150" y="4324350"/>
          <p14:tracePt t="2147" x="3460750" y="4330700"/>
          <p14:tracePt t="2164" x="3435350" y="4343400"/>
          <p14:tracePt t="2181" x="3422650" y="4356100"/>
          <p14:tracePt t="2197" x="3390900" y="4381500"/>
          <p14:tracePt t="2214" x="3365500" y="4394200"/>
          <p14:tracePt t="2230" x="3352800" y="4400550"/>
          <p14:tracePt t="2247" x="3359150" y="4400550"/>
          <p14:tracePt t="2264" x="3378200" y="4406900"/>
          <p14:tracePt t="2281" x="3378200" y="4413250"/>
          <p14:tracePt t="2298" x="3365500" y="4413250"/>
          <p14:tracePt t="2314" x="3340100" y="4425950"/>
          <p14:tracePt t="2331" x="3327400" y="4438650"/>
          <p14:tracePt t="2347" x="3314700" y="4470400"/>
          <p14:tracePt t="2460" x="3321050" y="4470400"/>
          <p14:tracePt t="2484" x="3327400" y="4470400"/>
          <p14:tracePt t="2500" x="3359150" y="4451350"/>
          <p14:tracePt t="2516" x="3371850" y="4451350"/>
          <p14:tracePt t="2523" x="3390900" y="4445000"/>
          <p14:tracePt t="2532" x="3397250" y="4438650"/>
          <p14:tracePt t="2547" x="3486150" y="4406900"/>
          <p14:tracePt t="2564" x="3575050" y="4381500"/>
          <p14:tracePt t="2581" x="3670300" y="4343400"/>
          <p14:tracePt t="2597" x="3924300" y="4273550"/>
          <p14:tracePt t="2614" x="4146550" y="4235450"/>
          <p14:tracePt t="2631" x="4349750" y="4210050"/>
          <p14:tracePt t="2647" x="4711700" y="4210050"/>
          <p14:tracePt t="2664" x="4889500" y="4222750"/>
          <p14:tracePt t="2681" x="4965700" y="4241800"/>
          <p14:tracePt t="2697" x="5232400" y="4298950"/>
          <p14:tracePt t="2715" x="5505450" y="4387850"/>
          <p14:tracePt t="2731" x="5594350" y="4425950"/>
          <p14:tracePt t="2747" x="5880100" y="4572000"/>
          <p14:tracePt t="2764" x="5918200" y="4603750"/>
          <p14:tracePt t="2781" x="6013450" y="4679950"/>
          <p14:tracePt t="2797" x="6038850" y="4730750"/>
          <p14:tracePt t="2814" x="6108700" y="4775200"/>
          <p14:tracePt t="2831" x="6127750" y="4851400"/>
          <p14:tracePt t="2847" x="6134100" y="4883150"/>
          <p14:tracePt t="2864" x="6134100" y="4895850"/>
          <p14:tracePt t="2881" x="6134100" y="4914900"/>
          <p14:tracePt t="2898" x="6134100" y="4933950"/>
          <p14:tracePt t="2914" x="6127750" y="4940300"/>
          <p14:tracePt t="2931" x="6121400" y="4940300"/>
          <p14:tracePt t="2947" x="6115050" y="4953000"/>
          <p14:tracePt t="2964" x="6102350" y="4953000"/>
          <p14:tracePt t="2988" x="6096000" y="4953000"/>
          <p14:tracePt t="3323" x="6096000" y="4946650"/>
          <p14:tracePt t="3356" x="6096000" y="4940300"/>
          <p14:tracePt t="3396" x="6096000" y="4933950"/>
          <p14:tracePt t="3420" x="6089650" y="4927600"/>
          <p14:tracePt t="3427" x="6083300" y="4895850"/>
          <p14:tracePt t="3436" x="6057900" y="4819650"/>
          <p14:tracePt t="3448" x="5994400" y="4718050"/>
          <p14:tracePt t="3464" x="5721350" y="4070350"/>
          <p14:tracePt t="3481" x="5530850" y="3670300"/>
          <p14:tracePt t="3497" x="5213350" y="3295650"/>
          <p14:tracePt t="3514" x="4838700" y="2876550"/>
          <p14:tracePt t="3531" x="4432300" y="2540000"/>
          <p14:tracePt t="3547" x="3765550" y="2146300"/>
          <p14:tracePt t="3564" x="2978150" y="1797050"/>
          <p14:tracePt t="3580" x="2800350" y="1720850"/>
          <p14:tracePt t="3597" x="2451100" y="1612900"/>
          <p14:tracePt t="3614" x="2063750" y="1530350"/>
          <p14:tracePt t="3631" x="1968500" y="1517650"/>
          <p14:tracePt t="3647" x="1911350" y="1517650"/>
          <p14:tracePt t="3664" x="1898650" y="1517650"/>
          <p14:tracePt t="3681" x="1892300" y="1524000"/>
          <p14:tracePt t="3698" x="1873250" y="1530350"/>
          <p14:tracePt t="3714" x="1866900" y="1536700"/>
          <p14:tracePt t="3731" x="1860550" y="1536700"/>
          <p14:tracePt t="3764" x="1835150" y="1555750"/>
          <p14:tracePt t="3781" x="1822450" y="1555750"/>
          <p14:tracePt t="3797" x="1809750" y="1549400"/>
          <p14:tracePt t="3814" x="1790700" y="1543050"/>
          <p14:tracePt t="3831" x="1771650" y="1524000"/>
          <p14:tracePt t="3847" x="1733550" y="1498600"/>
          <p14:tracePt t="3864" x="1727200" y="1492250"/>
          <p14:tracePt t="3881" x="1720850" y="1492250"/>
          <p14:tracePt t="3948" x="1714500" y="1492250"/>
          <p14:tracePt t="3955" x="1714500" y="1479550"/>
          <p14:tracePt t="3971" x="1714500" y="1473200"/>
          <p14:tracePt t="3987" x="1708150" y="1473200"/>
          <p14:tracePt t="4004" x="1708150" y="1460500"/>
          <p14:tracePt t="4014" x="1708150" y="1447800"/>
          <p14:tracePt t="4031" x="1695450" y="1435100"/>
          <p14:tracePt t="4047" x="1695450" y="1422400"/>
          <p14:tracePt t="4064" x="1676400" y="1409700"/>
          <p14:tracePt t="4097" x="1657350" y="1390650"/>
          <p14:tracePt t="4114" x="1644650" y="1377950"/>
          <p14:tracePt t="4131" x="1638300" y="1371600"/>
          <p14:tracePt t="4147" x="1631950" y="1371600"/>
          <p14:tracePt t="4164" x="1619250" y="1371600"/>
          <p14:tracePt t="4181" x="1612900" y="1365250"/>
          <p14:tracePt t="4197" x="1612900" y="1358900"/>
          <p14:tracePt t="4214" x="1600200" y="1352550"/>
          <p14:tracePt t="4230" x="1568450" y="1339850"/>
          <p14:tracePt t="4247" x="1562100" y="1339850"/>
          <p14:tracePt t="4264" x="1524000" y="1327150"/>
          <p14:tracePt t="4281" x="1524000" y="1314450"/>
          <p14:tracePt t="4297" x="1511300" y="1308100"/>
          <p14:tracePt t="4314" x="1504950" y="1308100"/>
          <p14:tracePt t="4331" x="1504950" y="1295400"/>
          <p14:tracePt t="4347" x="1498600" y="1295400"/>
          <p14:tracePt t="4364" x="1492250" y="1295400"/>
          <p14:tracePt t="4388" x="1485900" y="1289050"/>
          <p14:tracePt t="4412" x="1479550" y="1289050"/>
          <p14:tracePt t="4476" x="1473200" y="1282700"/>
          <p14:tracePt t="4484" x="1479550" y="1282700"/>
          <p14:tracePt t="4676" x="1485900" y="1282700"/>
          <p14:tracePt t="4684" x="1492250" y="1282700"/>
          <p14:tracePt t="4707" x="1492250" y="1276350"/>
          <p14:tracePt t="4716" x="1504950" y="1276350"/>
          <p14:tracePt t="4723" x="1511300" y="1270000"/>
          <p14:tracePt t="4733" x="1524000" y="1270000"/>
          <p14:tracePt t="4747" x="1543050" y="1270000"/>
          <p14:tracePt t="4764" x="1562100" y="1263650"/>
          <p14:tracePt t="4780" x="1574800" y="1257300"/>
          <p14:tracePt t="4798" x="1606550" y="1250950"/>
          <p14:tracePt t="4814" x="1625600" y="1244600"/>
          <p14:tracePt t="4830" x="1651000" y="1238250"/>
          <p14:tracePt t="4847" x="1676400" y="1238250"/>
          <p14:tracePt t="4864" x="1701800" y="1238250"/>
          <p14:tracePt t="4881" x="1720850" y="1238250"/>
          <p14:tracePt t="4897" x="1758950" y="1225550"/>
          <p14:tracePt t="4914" x="1771650" y="1225550"/>
          <p14:tracePt t="4931" x="1784350" y="1225550"/>
          <p14:tracePt t="4947" x="1873250" y="1212850"/>
          <p14:tracePt t="4964" x="1917700" y="1212850"/>
          <p14:tracePt t="4981" x="2025650" y="1212850"/>
          <p14:tracePt t="4997" x="2076450" y="1212850"/>
          <p14:tracePt t="5014" x="2089150" y="1212850"/>
          <p14:tracePt t="5031" x="2152650" y="1212850"/>
          <p14:tracePt t="5047" x="2286000" y="1206500"/>
          <p14:tracePt t="5064" x="2349500" y="1206500"/>
          <p14:tracePt t="5081" x="2425700" y="1206500"/>
          <p14:tracePt t="5097" x="2527300" y="1206500"/>
          <p14:tracePt t="5114" x="2565400" y="1206500"/>
          <p14:tracePt t="5131" x="2616200" y="1206500"/>
          <p14:tracePt t="5147" x="2711450" y="1212850"/>
          <p14:tracePt t="5164" x="2768600" y="1212850"/>
          <p14:tracePt t="5181" x="2851150" y="1212850"/>
          <p14:tracePt t="5197" x="2889250" y="1212850"/>
          <p14:tracePt t="5214" x="2933700" y="1212850"/>
          <p14:tracePt t="5231" x="2984500" y="1212850"/>
          <p14:tracePt t="5247" x="3048000" y="1219200"/>
          <p14:tracePt t="5264" x="3079750" y="1225550"/>
          <p14:tracePt t="5281" x="3111500" y="1225550"/>
          <p14:tracePt t="5297" x="3155950" y="1231900"/>
          <p14:tracePt t="5314" x="3244850" y="1238250"/>
          <p14:tracePt t="5331" x="3295650" y="1238250"/>
          <p14:tracePt t="5347" x="3390900" y="1244600"/>
          <p14:tracePt t="5364" x="3454400" y="1257300"/>
          <p14:tracePt t="5381" x="3486150" y="1257300"/>
          <p14:tracePt t="5397" x="3530600" y="1257300"/>
          <p14:tracePt t="5414" x="3651250" y="1263650"/>
          <p14:tracePt t="5431" x="3702050" y="1263650"/>
          <p14:tracePt t="5447" x="3771900" y="1263650"/>
          <p14:tracePt t="5481" x="3905250" y="1250950"/>
          <p14:tracePt t="5497" x="3924300" y="1250950"/>
          <p14:tracePt t="5514" x="3956050" y="1250950"/>
          <p14:tracePt t="5531" x="3994150" y="1244600"/>
          <p14:tracePt t="5547" x="4032250" y="1244600"/>
          <p14:tracePt t="5564" x="4051300" y="1244600"/>
          <p14:tracePt t="5581" x="4070350" y="1244600"/>
          <p14:tracePt t="5597" x="4089400" y="1244600"/>
          <p14:tracePt t="5614" x="4095750" y="1244600"/>
          <p14:tracePt t="5631" x="4108450" y="1238250"/>
          <p14:tracePt t="5647" x="4127500" y="1238250"/>
          <p14:tracePt t="5664" x="4133850" y="1238250"/>
          <p14:tracePt t="5697" x="4140200" y="1238250"/>
          <p14:tracePt t="5732" x="4146550" y="1238250"/>
          <p14:tracePt t="5828" x="4159250" y="1238250"/>
          <p14:tracePt t="6571" x="4165600" y="1238250"/>
          <p14:tracePt t="7341" x="4146550" y="1238250"/>
          <p14:tracePt t="7356" x="4121150" y="1238250"/>
          <p14:tracePt t="7364" x="4070350" y="1238250"/>
          <p14:tracePt t="7372" x="4006850" y="1238250"/>
          <p14:tracePt t="7380" x="3937000" y="1238250"/>
          <p14:tracePt t="7397" x="3619500" y="1257300"/>
          <p14:tracePt t="7414" x="3333750" y="1295400"/>
          <p14:tracePt t="7430" x="3168650" y="1314450"/>
          <p14:tracePt t="7447" x="2590800" y="1435100"/>
          <p14:tracePt t="7464" x="2406650" y="1473200"/>
          <p14:tracePt t="7481" x="2057400" y="1562100"/>
          <p14:tracePt t="7498" x="1936750" y="1600200"/>
          <p14:tracePt t="7514" x="1885950" y="1619250"/>
          <p14:tracePt t="7531" x="1720850" y="1663700"/>
          <p14:tracePt t="7547" x="1555750" y="1714500"/>
          <p14:tracePt t="7564" x="1511300" y="1727200"/>
          <p14:tracePt t="7581" x="1460500" y="1758950"/>
          <p14:tracePt t="7597" x="1390650" y="1790700"/>
          <p14:tracePt t="7614" x="1327150" y="1803400"/>
          <p14:tracePt t="7631" x="1257300" y="1828800"/>
          <p14:tracePt t="7647" x="990600" y="1879600"/>
          <p14:tracePt t="7664" x="838200" y="1898650"/>
          <p14:tracePt t="7681" x="679450" y="1924050"/>
          <p14:tracePt t="7697" x="558800" y="1943100"/>
          <p14:tracePt t="7714" x="495300" y="1955800"/>
          <p14:tracePt t="7731" x="406400" y="1968500"/>
          <p14:tracePt t="7748" x="400050" y="1968500"/>
          <p14:tracePt t="7764" x="393700" y="1968500"/>
          <p14:tracePt t="7804" x="381000" y="1968500"/>
          <p14:tracePt t="7836" x="374650" y="1955800"/>
          <p14:tracePt t="7852" x="374650" y="1949450"/>
          <p14:tracePt t="7859" x="374650" y="1943100"/>
          <p14:tracePt t="7868" x="374650" y="1936750"/>
          <p14:tracePt t="7880" x="374650" y="1930400"/>
          <p14:tracePt t="7897" x="374650" y="1905000"/>
          <p14:tracePt t="7914" x="374650" y="1885950"/>
          <p14:tracePt t="7931" x="368300" y="1847850"/>
          <p14:tracePt t="7948" x="342900" y="1809750"/>
          <p14:tracePt t="7964" x="330200" y="1797050"/>
          <p14:tracePt t="7981" x="330200" y="1778000"/>
          <p14:tracePt t="8020" x="330200" y="1771650"/>
          <p14:tracePt t="8036" x="330200" y="1765300"/>
          <p14:tracePt t="8059" x="336550" y="1758950"/>
          <p14:tracePt t="8068" x="349250" y="1752600"/>
          <p14:tracePt t="8084" x="355600" y="1739900"/>
          <p14:tracePt t="8097" x="368300" y="1733550"/>
          <p14:tracePt t="8114" x="381000" y="1727200"/>
          <p14:tracePt t="8131" x="406400" y="1708150"/>
          <p14:tracePt t="8147" x="482600" y="1663700"/>
          <p14:tracePt t="8164" x="495300" y="1651000"/>
          <p14:tracePt t="8181" x="495300" y="1638300"/>
          <p14:tracePt t="8197" x="514350" y="1631950"/>
          <p14:tracePt t="8244" x="520700" y="1619250"/>
          <p14:tracePt t="8356" x="527050" y="1619250"/>
          <p14:tracePt t="8668" x="527050" y="1612900"/>
          <p14:tracePt t="8691" x="533400" y="1606550"/>
          <p14:tracePt t="8700" x="533400" y="1593850"/>
          <p14:tracePt t="8707" x="539750" y="1593850"/>
          <p14:tracePt t="8716" x="552450" y="1587500"/>
          <p14:tracePt t="8731" x="552450" y="1581150"/>
          <p14:tracePt t="8748" x="558800" y="1574800"/>
          <p14:tracePt t="8764" x="565150" y="1568450"/>
          <p14:tracePt t="9988" x="571500" y="1568450"/>
          <p14:tracePt t="10012" x="571500" y="1574800"/>
          <p14:tracePt t="10027" x="577850" y="1581150"/>
          <p14:tracePt t="10036" x="577850" y="1587500"/>
          <p14:tracePt t="10047" x="590550" y="1587500"/>
          <p14:tracePt t="10064" x="596900" y="1593850"/>
          <p14:tracePt t="10080" x="603250" y="1600200"/>
          <p14:tracePt t="10097" x="622300" y="1600200"/>
          <p14:tracePt t="10114" x="628650" y="1593850"/>
          <p14:tracePt t="10130" x="641350" y="1587500"/>
          <p14:tracePt t="10148" x="647700" y="1587500"/>
          <p14:tracePt t="10195" x="660400" y="1587500"/>
          <p14:tracePt t="10420" x="660400" y="1593850"/>
          <p14:tracePt t="10427" x="654050" y="1593850"/>
          <p14:tracePt t="10443" x="660400" y="1593850"/>
          <p14:tracePt t="12884" x="654050" y="1593850"/>
          <p14:tracePt t="12964" x="654050" y="1587500"/>
          <p14:tracePt t="13116" x="647700" y="1587500"/>
          <p14:tracePt t="13164" x="635000" y="1587500"/>
          <p14:tracePt t="13188" x="622300" y="1587500"/>
          <p14:tracePt t="13204" x="596900" y="1587500"/>
          <p14:tracePt t="13219" x="590550" y="1587500"/>
          <p14:tracePt t="13236" x="577850" y="1587500"/>
          <p14:tracePt t="13243" x="565150" y="1587500"/>
          <p14:tracePt t="13268" x="558800" y="1587500"/>
          <p14:tracePt t="13275" x="546100" y="1587500"/>
          <p14:tracePt t="13292" x="539750" y="1593850"/>
          <p14:tracePt t="13300" x="533400" y="1593850"/>
          <p14:tracePt t="13316" x="527050" y="1593850"/>
          <p14:tracePt t="13330" x="520700" y="1593850"/>
          <p14:tracePt t="13347" x="476250" y="1600200"/>
          <p14:tracePt t="13364" x="476250" y="1606550"/>
          <p14:tracePt t="13380" x="463550" y="1606550"/>
          <p14:tracePt t="13420" x="450850" y="1606550"/>
          <p14:tracePt t="13604" x="457200" y="1606550"/>
          <p14:tracePt t="13747" x="450850" y="1606550"/>
          <p14:tracePt t="13764" x="457200" y="1606550"/>
          <p14:tracePt t="13956" x="457200" y="1600200"/>
          <p14:tracePt t="13980" x="457200" y="1593850"/>
          <p14:tracePt t="14004" x="469900" y="1581150"/>
          <p14:tracePt t="14779" x="482600" y="1581150"/>
          <p14:tracePt t="14923" x="482600" y="1587500"/>
          <p14:tracePt t="14948" x="482600" y="1593850"/>
          <p14:tracePt t="14964" x="488950" y="1593850"/>
          <p14:tracePt t="14972" x="495300" y="1593850"/>
          <p14:tracePt t="14987" x="495300" y="1600200"/>
          <p14:tracePt t="14997" x="495300" y="1606550"/>
          <p14:tracePt t="15014" x="508000" y="1612900"/>
          <p14:tracePt t="15030" x="508000" y="1619250"/>
          <p14:tracePt t="15047" x="514350" y="1638300"/>
          <p14:tracePt t="15063" x="552450" y="1682750"/>
          <p14:tracePt t="15080" x="565150" y="1714500"/>
          <p14:tracePt t="15097" x="584200" y="1727200"/>
          <p14:tracePt t="15113" x="628650" y="1752600"/>
          <p14:tracePt t="15131" x="654050" y="1784350"/>
          <p14:tracePt t="15147" x="717550" y="1847850"/>
          <p14:tracePt t="15164" x="730250" y="1866900"/>
          <p14:tracePt t="15180" x="762000" y="1885950"/>
          <p14:tracePt t="15197" x="762000" y="1892300"/>
          <p14:tracePt t="15214" x="787400" y="1905000"/>
          <p14:tracePt t="15231" x="806450" y="1911350"/>
          <p14:tracePt t="15247" x="844550" y="1917700"/>
          <p14:tracePt t="15264" x="863600" y="1917700"/>
          <p14:tracePt t="15281" x="882650" y="1917700"/>
          <p14:tracePt t="15297" x="895350" y="1917700"/>
          <p14:tracePt t="15314" x="939800" y="1917700"/>
          <p14:tracePt t="15331" x="958850" y="1917700"/>
          <p14:tracePt t="15347" x="958850" y="1924050"/>
          <p14:tracePt t="15364" x="971550" y="1936750"/>
          <p14:tracePt t="15381" x="977900" y="1936750"/>
          <p14:tracePt t="15397" x="977900" y="1949450"/>
          <p14:tracePt t="15414" x="984250" y="1955800"/>
          <p14:tracePt t="15430" x="990600" y="1968500"/>
          <p14:tracePt t="15447" x="1003300" y="1974850"/>
          <p14:tracePt t="15464" x="1022350" y="2000250"/>
          <p14:tracePt t="15481" x="1028700" y="2032000"/>
          <p14:tracePt t="15498" x="1035050" y="2051050"/>
          <p14:tracePt t="15514" x="1054100" y="2063750"/>
          <p14:tracePt t="15636" x="1060450" y="2070100"/>
          <p14:tracePt t="16851" x="1066800" y="2070100"/>
          <p14:tracePt t="16859" x="1073150" y="2070100"/>
          <p14:tracePt t="16884" x="1079500" y="2063750"/>
          <p14:tracePt t="17035" x="1079500" y="2070100"/>
          <p14:tracePt t="17060" x="1079500" y="2082800"/>
          <p14:tracePt t="17068" x="1079500" y="2089150"/>
          <p14:tracePt t="17076" x="1079500" y="2101850"/>
          <p14:tracePt t="17084" x="1079500" y="2108200"/>
          <p14:tracePt t="17097" x="1079500" y="2114550"/>
          <p14:tracePt t="17113" x="1073150" y="2127250"/>
          <p14:tracePt t="17130" x="1066800" y="2139950"/>
          <p14:tracePt t="17147" x="1060450" y="2159000"/>
          <p14:tracePt t="17164" x="1047750" y="2197100"/>
          <p14:tracePt t="17180" x="1035050" y="2222500"/>
          <p14:tracePt t="17197" x="1009650" y="2305050"/>
          <p14:tracePt t="17214" x="996950" y="2343150"/>
          <p14:tracePt t="17231" x="977900" y="2400300"/>
          <p14:tracePt t="17247" x="946150" y="2489200"/>
          <p14:tracePt t="17264" x="933450" y="2565400"/>
          <p14:tracePt t="17281" x="927100" y="2686050"/>
          <p14:tracePt t="17297" x="914400" y="2711450"/>
          <p14:tracePt t="17314" x="908050" y="2743200"/>
          <p14:tracePt t="17331" x="908050" y="2755900"/>
          <p14:tracePt t="17347" x="908050" y="2762250"/>
          <p14:tracePt t="17396" x="901700" y="2762250"/>
          <p14:tracePt t="17411" x="895350" y="2762250"/>
          <p14:tracePt t="17428" x="901700" y="2762250"/>
          <p14:tracePt t="17515" x="901700" y="2755900"/>
          <p14:tracePt t="17763" x="908050" y="2755900"/>
          <p14:tracePt t="17811" x="895350" y="2755900"/>
          <p14:tracePt t="17819" x="901700" y="2755900"/>
          <p14:tracePt t="18004" x="895350" y="2755900"/>
          <p14:tracePt t="18323" x="901700" y="2755900"/>
          <p14:tracePt t="19708" x="914400" y="2755900"/>
          <p14:tracePt t="19956" x="908050" y="2755900"/>
          <p14:tracePt t="19996" x="908050" y="2762250"/>
          <p14:tracePt t="20179" x="914400" y="2762250"/>
          <p14:tracePt t="20419" x="908050" y="2762250"/>
          <p14:tracePt t="20515" x="901700" y="2762250"/>
          <p14:tracePt t="21108" x="914400" y="2762250"/>
          <p14:tracePt t="21163" x="914400" y="2755900"/>
          <p14:tracePt t="21188" x="908050" y="2749550"/>
          <p14:tracePt t="21203" x="914400" y="2743200"/>
          <p14:tracePt t="21211" x="914400" y="2736850"/>
          <p14:tracePt t="21243" x="908050" y="2736850"/>
          <p14:tracePt t="21268" x="876300" y="2730500"/>
          <p14:tracePt t="21275" x="876300" y="2717800"/>
          <p14:tracePt t="21283" x="889000" y="2717800"/>
          <p14:tracePt t="21297" x="895350" y="2698750"/>
          <p14:tracePt t="21314" x="914400" y="2686050"/>
          <p14:tracePt t="21331" x="927100" y="2641600"/>
          <p14:tracePt t="21347" x="1022350" y="2584450"/>
          <p14:tracePt t="21364" x="1035050" y="2571750"/>
          <p14:tracePt t="21380" x="1054100" y="2552700"/>
          <p14:tracePt t="21414" x="1060450" y="2540000"/>
          <p14:tracePt t="21483" x="1060450" y="2533650"/>
          <p14:tracePt t="21539" x="1060450" y="2527300"/>
          <p14:tracePt t="21547" x="1060450" y="2520950"/>
          <p14:tracePt t="21556" x="1060450" y="2514600"/>
          <p14:tracePt t="21571" x="1060450" y="2508250"/>
          <p14:tracePt t="21587" x="1060450" y="2501900"/>
          <p14:tracePt t="21597" x="1047750" y="2451100"/>
          <p14:tracePt t="21613" x="1047750" y="2419350"/>
          <p14:tracePt t="21630" x="1035050" y="2387600"/>
          <p14:tracePt t="21647" x="1022350" y="2292350"/>
          <p14:tracePt t="21664" x="1009650" y="2266950"/>
          <p14:tracePt t="21680" x="1003300" y="2222500"/>
          <p14:tracePt t="21697" x="1003300" y="2190750"/>
          <p14:tracePt t="21714" x="990600" y="2120900"/>
          <p14:tracePt t="21731" x="977900" y="2101850"/>
          <p14:tracePt t="21747" x="977900" y="2082800"/>
          <p14:tracePt t="21795" x="977900" y="2076450"/>
          <p14:tracePt t="21811" x="977900" y="2070100"/>
          <p14:tracePt t="21827" x="977900" y="2063750"/>
          <p14:tracePt t="21835" x="977900" y="2051050"/>
          <p14:tracePt t="21847" x="965200" y="2044700"/>
          <p14:tracePt t="21864" x="965200" y="2025650"/>
          <p14:tracePt t="21880" x="965200" y="2012950"/>
          <p14:tracePt t="21897" x="965200" y="2000250"/>
          <p14:tracePt t="21914" x="965200" y="1987550"/>
          <p14:tracePt t="21931" x="965200" y="1981200"/>
          <p14:tracePt t="21947" x="971550" y="1955800"/>
          <p14:tracePt t="21964" x="971550" y="1949450"/>
          <p14:tracePt t="21981" x="977900" y="1943100"/>
          <p14:tracePt t="22219" x="977900" y="1949450"/>
          <p14:tracePt t="22227" x="977900" y="1955800"/>
          <p14:tracePt t="22243" x="977900" y="1968500"/>
          <p14:tracePt t="22252" x="984250" y="1968500"/>
          <p14:tracePt t="22263" x="984250" y="1974850"/>
          <p14:tracePt t="22281" x="984250" y="1987550"/>
          <p14:tracePt t="22297" x="990600" y="2006600"/>
          <p14:tracePt t="22314" x="1003300" y="2012950"/>
          <p14:tracePt t="22347" x="1003300" y="2025650"/>
          <p14:tracePt t="22363" x="1009650" y="2025650"/>
          <p14:tracePt t="22380" x="1022350" y="2025650"/>
          <p14:tracePt t="22916" x="1035050" y="2038350"/>
          <p14:tracePt t="22987" x="1041400" y="2038350"/>
          <p14:tracePt t="26195" x="1041400" y="2044700"/>
          <p14:tracePt t="26203" x="1028700" y="2057400"/>
          <p14:tracePt t="26214" x="1028700" y="2063750"/>
          <p14:tracePt t="40659" x="1022350" y="2063750"/>
          <p14:tracePt t="40939" x="1009650" y="2063750"/>
          <p14:tracePt t="40963" x="1016000" y="2063750"/>
          <p14:tracePt t="41003" x="1016000" y="2057400"/>
          <p14:tracePt t="41155" x="1016000" y="2044700"/>
          <p14:tracePt t="41219" x="1028700" y="2044700"/>
          <p14:tracePt t="41659" x="1028700" y="2032000"/>
          <p14:tracePt t="42020" x="1035050" y="2032000"/>
          <p14:tracePt t="42172" x="1035050" y="2038350"/>
          <p14:tracePt t="42195" x="1041400" y="2051050"/>
          <p14:tracePt t="42203" x="1054100" y="2051050"/>
          <p14:tracePt t="42214" x="1060450" y="2070100"/>
          <p14:tracePt t="42230" x="1060450" y="2082800"/>
          <p14:tracePt t="42247" x="1066800" y="2133600"/>
          <p14:tracePt t="42263" x="1066800" y="2165350"/>
          <p14:tracePt t="42280" x="1066800" y="2184400"/>
          <p14:tracePt t="42297" x="1060450" y="2216150"/>
          <p14:tracePt t="42314" x="1060450" y="2247900"/>
          <p14:tracePt t="42330" x="1060450" y="2260600"/>
          <p14:tracePt t="42347" x="1054100" y="2317750"/>
          <p14:tracePt t="42363" x="1054100" y="2324100"/>
          <p14:tracePt t="42380" x="1054100" y="2336800"/>
          <p14:tracePt t="42397" x="1054100" y="2343150"/>
          <p14:tracePt t="42413" x="1047750" y="2355850"/>
          <p14:tracePt t="42500" x="1047750" y="2362200"/>
          <p14:tracePt t="42515" x="1047750" y="2374900"/>
          <p14:tracePt t="42523" x="1035050" y="2393950"/>
          <p14:tracePt t="42532" x="1028700" y="2393950"/>
          <p14:tracePt t="42548" x="1028700" y="2406650"/>
          <p14:tracePt t="42563" x="1003300" y="2451100"/>
          <p14:tracePt t="42580" x="996950" y="2463800"/>
          <p14:tracePt t="42597" x="946150" y="2508250"/>
          <p14:tracePt t="42614" x="939800" y="2527300"/>
          <p14:tracePt t="42630" x="933450" y="2533650"/>
          <p14:tracePt t="42647" x="933450" y="2540000"/>
          <p14:tracePt t="42664" x="946150" y="2540000"/>
          <p14:tracePt t="42779" x="939800" y="2540000"/>
          <p14:tracePt t="42987" x="946150" y="2533650"/>
          <p14:tracePt t="43019" x="952500" y="2527300"/>
          <p14:tracePt t="43043" x="965200" y="2520950"/>
          <p14:tracePt t="43051" x="971550" y="2520950"/>
          <p14:tracePt t="43059" x="977900" y="2520950"/>
          <p14:tracePt t="43131" x="977900" y="2514600"/>
          <p14:tracePt t="43139" x="990600" y="2514600"/>
          <p14:tracePt t="43163" x="984250" y="2508250"/>
          <p14:tracePt t="43723" x="984250" y="2514600"/>
          <p14:tracePt t="43755" x="984250" y="2520950"/>
          <p14:tracePt t="43763" x="977900" y="2520950"/>
          <p14:tracePt t="43772" x="977900" y="2527300"/>
          <p14:tracePt t="44211" x="990600" y="2527300"/>
          <p14:tracePt t="44643" x="996950" y="2527300"/>
          <p14:tracePt t="51523" x="990600" y="2520950"/>
          <p14:tracePt t="51611" x="971550" y="2520950"/>
          <p14:tracePt t="51635" x="984250" y="2520950"/>
          <p14:tracePt t="51651" x="1003300" y="2520950"/>
          <p14:tracePt t="51675" x="1009650" y="2520950"/>
          <p14:tracePt t="51691" x="1009650" y="2514600"/>
          <p14:tracePt t="51723" x="1016000" y="2514600"/>
          <p14:tracePt t="51795" x="1009650" y="2514600"/>
          <p14:tracePt t="51827" x="1009650" y="2501900"/>
          <p14:tracePt t="51859" x="996950" y="2501900"/>
          <p14:tracePt t="51868" x="990600" y="2495550"/>
          <p14:tracePt t="51875" x="965200" y="2489200"/>
          <p14:tracePt t="51883" x="946150" y="2489200"/>
          <p14:tracePt t="51899" x="939800" y="2501900"/>
          <p14:tracePt t="51913" x="927100" y="2501900"/>
          <p14:tracePt t="51930" x="882650" y="2501900"/>
          <p14:tracePt t="52187" x="889000" y="2501900"/>
          <p14:tracePt t="52251" x="895350" y="2501900"/>
          <p14:tracePt t="52259" x="895350" y="2495550"/>
          <p14:tracePt t="52268" x="895350" y="2482850"/>
          <p14:tracePt t="52280" x="876300" y="2451100"/>
          <p14:tracePt t="52297" x="692150" y="1803400"/>
          <p14:tracePt t="52313" x="558800" y="1225550"/>
          <p14:tracePt t="52330" x="469900" y="863600"/>
          <p14:tracePt t="52347" x="158750" y="222250"/>
          <p14:tracePt t="52363" x="69850" y="57150"/>
          <p14:tracePt t="54891" x="69850" y="3251200"/>
          <p14:tracePt t="54899" x="120650" y="3289300"/>
          <p14:tracePt t="54913" x="190500" y="3327400"/>
          <p14:tracePt t="54930" x="247650" y="3365500"/>
          <p14:tracePt t="54947" x="520700" y="3486150"/>
          <p14:tracePt t="54964" x="628650" y="3517900"/>
          <p14:tracePt t="54980" x="850900" y="3594100"/>
          <p14:tracePt t="54997" x="946150" y="3625850"/>
          <p14:tracePt t="55013" x="1016000" y="3638550"/>
          <p14:tracePt t="55030" x="1155700" y="3657600"/>
          <p14:tracePt t="55047" x="1339850" y="3689350"/>
          <p14:tracePt t="55063" x="1466850" y="3714750"/>
          <p14:tracePt t="55080" x="1714500" y="3733800"/>
          <p14:tracePt t="55097" x="1778000" y="3733800"/>
          <p14:tracePt t="55113" x="1885950" y="3708400"/>
          <p14:tracePt t="55130" x="1987550" y="3689350"/>
          <p14:tracePt t="55147" x="2190750" y="3657600"/>
          <p14:tracePt t="55163" x="2273300" y="3638550"/>
          <p14:tracePt t="55180" x="2305050" y="3638550"/>
          <p14:tracePt t="55196" x="2406650" y="3625850"/>
          <p14:tracePt t="55213" x="2451100" y="3625850"/>
          <p14:tracePt t="55230" x="2628900" y="3625850"/>
          <p14:tracePt t="55247" x="2724150" y="3619500"/>
          <p14:tracePt t="55264" x="2819400" y="3613150"/>
          <p14:tracePt t="55280" x="2870200" y="3613150"/>
          <p14:tracePt t="55297" x="3003550" y="3600450"/>
          <p14:tracePt t="55314" x="3054350" y="3581400"/>
          <p14:tracePt t="55330" x="3067050" y="3581400"/>
          <p14:tracePt t="55363" x="3054350" y="3575050"/>
          <p14:tracePt t="55397" x="3054350" y="3568700"/>
          <p14:tracePt t="55413" x="3016250" y="3530600"/>
          <p14:tracePt t="55430" x="2965450" y="3479800"/>
          <p14:tracePt t="55447" x="2914650" y="3435350"/>
          <p14:tracePt t="55464" x="2794000" y="3333750"/>
          <p14:tracePt t="55480" x="2755900" y="3308350"/>
          <p14:tracePt t="55497" x="2673350" y="3251200"/>
          <p14:tracePt t="55513" x="2552700" y="3168650"/>
          <p14:tracePt t="55531" x="2495550" y="3136900"/>
          <p14:tracePt t="55547" x="2393950" y="3098800"/>
          <p14:tracePt t="55563" x="2374900" y="3086100"/>
          <p14:tracePt t="55580" x="2349500" y="3079750"/>
          <p14:tracePt t="55597" x="2317750" y="3079750"/>
          <p14:tracePt t="55614" x="2273300" y="3073400"/>
          <p14:tracePt t="55630" x="2247900" y="3067050"/>
          <p14:tracePt t="55646" x="2222500" y="3060700"/>
          <p14:tracePt t="55663" x="2114550" y="3048000"/>
          <p14:tracePt t="55680" x="2057400" y="3041650"/>
          <p14:tracePt t="55697" x="2006600" y="3035300"/>
          <p14:tracePt t="55714" x="1917700" y="3022600"/>
          <p14:tracePt t="55730" x="1885950" y="3022600"/>
          <p14:tracePt t="55747" x="1873250" y="3022600"/>
          <p14:tracePt t="55763" x="1841500" y="3035300"/>
          <p14:tracePt t="55781" x="1835150" y="3048000"/>
          <p14:tracePt t="55797" x="1822450" y="3054350"/>
          <p14:tracePt t="55813" x="1784350" y="3105150"/>
          <p14:tracePt t="55830" x="1758950" y="3124200"/>
          <p14:tracePt t="55847" x="1739900" y="3149600"/>
          <p14:tracePt t="55863" x="1733550" y="3168650"/>
          <p14:tracePt t="55880" x="1720850" y="3175000"/>
          <p14:tracePt t="55897" x="1701800" y="3200400"/>
          <p14:tracePt t="55913" x="1701800" y="3219450"/>
          <p14:tracePt t="55930" x="1701800" y="3244850"/>
          <p14:tracePt t="55947" x="1695450" y="3302000"/>
          <p14:tracePt t="55964" x="1695450" y="3327400"/>
          <p14:tracePt t="55980" x="1695450" y="3352800"/>
          <p14:tracePt t="55997" x="1695450" y="3384550"/>
          <p14:tracePt t="56013" x="1727200" y="3429000"/>
          <p14:tracePt t="56030" x="1733550" y="3460750"/>
          <p14:tracePt t="56047" x="1733550" y="3486150"/>
          <p14:tracePt t="56063" x="1784350" y="3530600"/>
          <p14:tracePt t="56080" x="1816100" y="3549650"/>
          <p14:tracePt t="56097" x="1847850" y="3575050"/>
          <p14:tracePt t="56114" x="1917700" y="3606800"/>
          <p14:tracePt t="56130" x="1949450" y="3619500"/>
          <p14:tracePt t="56147" x="1987550" y="3632200"/>
          <p14:tracePt t="56163" x="2070100" y="3638550"/>
          <p14:tracePt t="56180" x="2146300" y="3651250"/>
          <p14:tracePt t="56197" x="2203450" y="3657600"/>
          <p14:tracePt t="56214" x="2330450" y="3683000"/>
          <p14:tracePt t="56230" x="2381250" y="3689350"/>
          <p14:tracePt t="56247" x="2463800" y="3689350"/>
          <p14:tracePt t="56263" x="2641600" y="3695700"/>
          <p14:tracePt t="56280" x="2717800" y="3695700"/>
          <p14:tracePt t="56297" x="2800350" y="3695700"/>
          <p14:tracePt t="56313" x="2870200" y="3708400"/>
          <p14:tracePt t="56330" x="3098800" y="3714750"/>
          <p14:tracePt t="56347" x="3263900" y="3721100"/>
          <p14:tracePt t="56363" x="3429000" y="3733800"/>
          <p14:tracePt t="56380" x="3517900" y="3746500"/>
          <p14:tracePt t="56397" x="3575050" y="3746500"/>
          <p14:tracePt t="56413" x="3898900" y="3752850"/>
          <p14:tracePt t="56430" x="4032250" y="3765550"/>
          <p14:tracePt t="56447" x="4191000" y="3771900"/>
          <p14:tracePt t="56463" x="4432300" y="3803650"/>
          <p14:tracePt t="56480" x="4552950" y="3816350"/>
          <p14:tracePt t="56498" x="4737100" y="3841750"/>
          <p14:tracePt t="56514" x="4775200" y="3854450"/>
          <p14:tracePt t="56530" x="4876800" y="3867150"/>
          <p14:tracePt t="56547" x="5137150" y="3905250"/>
          <p14:tracePt t="56564" x="5270500" y="3930650"/>
          <p14:tracePt t="56580" x="5321300" y="3943350"/>
          <p14:tracePt t="56597" x="5530850" y="3968750"/>
          <p14:tracePt t="56613" x="5632450" y="3981450"/>
          <p14:tracePt t="56630" x="5778500" y="4006850"/>
          <p14:tracePt t="56647" x="5994400" y="4025900"/>
          <p14:tracePt t="56663" x="6064250" y="4044950"/>
          <p14:tracePt t="56680" x="6197600" y="4051300"/>
          <p14:tracePt t="56697" x="6483350" y="4057650"/>
          <p14:tracePt t="56714" x="6635750" y="4064000"/>
          <p14:tracePt t="56730" x="6813550" y="4083050"/>
          <p14:tracePt t="56747" x="7092950" y="4095750"/>
          <p14:tracePt t="56763" x="7283450" y="4095750"/>
          <p14:tracePt t="56780" x="7448550" y="4095750"/>
          <p14:tracePt t="56797" x="7740650" y="4076700"/>
          <p14:tracePt t="56814" x="7867650" y="4064000"/>
          <p14:tracePt t="56830" x="7937500" y="4044950"/>
          <p14:tracePt t="56847" x="8121650" y="4013200"/>
          <p14:tracePt t="56863" x="8197850" y="3994150"/>
          <p14:tracePt t="56880" x="8267700" y="3968750"/>
          <p14:tracePt t="56897" x="8426450" y="3930650"/>
          <p14:tracePt t="56913" x="8496300" y="3898900"/>
          <p14:tracePt t="56930" x="8515350" y="3898900"/>
          <p14:tracePt t="56947" x="8616950" y="3854450"/>
          <p14:tracePt t="56964" x="8661400" y="3829050"/>
          <p14:tracePt t="56980" x="8705850" y="3797300"/>
          <p14:tracePt t="56997" x="8794750" y="3752850"/>
          <p14:tracePt t="57014" x="8820150" y="3740150"/>
          <p14:tracePt t="57030" x="8851900" y="3714750"/>
          <p14:tracePt t="57047" x="8902700" y="3651250"/>
          <p14:tracePt t="57064" x="8902700" y="3625850"/>
          <p14:tracePt t="57080" x="8902700" y="3581400"/>
          <p14:tracePt t="57097" x="8896350" y="3562350"/>
          <p14:tracePt t="57113" x="8883650" y="3492500"/>
          <p14:tracePt t="57130" x="8794750" y="3333750"/>
          <p14:tracePt t="57147" x="8686800" y="3213100"/>
          <p14:tracePt t="57163" x="8604250" y="3136900"/>
          <p14:tracePt t="57180" x="8578850" y="3124200"/>
          <p14:tracePt t="57197" x="8534400" y="3092450"/>
          <p14:tracePt t="57213" x="8394700" y="3028950"/>
          <p14:tracePt t="57230" x="8255000" y="2997200"/>
          <p14:tracePt t="57247" x="7880350" y="2940050"/>
          <p14:tracePt t="57264" x="7842250" y="2940050"/>
          <p14:tracePt t="57280" x="7556500" y="2927350"/>
          <p14:tracePt t="57297" x="7245350" y="2927350"/>
          <p14:tracePt t="57313" x="6711950" y="2946400"/>
          <p14:tracePt t="57330" x="6445250" y="2946400"/>
          <p14:tracePt t="57347" x="5886450" y="2978150"/>
          <p14:tracePt t="57363" x="5664200" y="2997200"/>
          <p14:tracePt t="57380" x="5480050" y="3003550"/>
          <p14:tracePt t="57397" x="5105400" y="3060700"/>
          <p14:tracePt t="57413" x="4972050" y="3073400"/>
          <p14:tracePt t="57430" x="4895850" y="3086100"/>
          <p14:tracePt t="57446" x="4616450" y="3111500"/>
          <p14:tracePt t="57463" x="4470400" y="3117850"/>
          <p14:tracePt t="57480" x="3949700" y="3162300"/>
          <p14:tracePt t="57497" x="3797300" y="3168650"/>
          <p14:tracePt t="57513" x="3695700" y="3175000"/>
          <p14:tracePt t="57530" x="3390900" y="3194050"/>
          <p14:tracePt t="57547" x="3181350" y="3206750"/>
          <p14:tracePt t="57563" x="3028950" y="3213100"/>
          <p14:tracePt t="57580" x="2927350" y="3225800"/>
          <p14:tracePt t="57597" x="2889250" y="3225800"/>
          <p14:tracePt t="57613" x="2749550" y="3244850"/>
          <p14:tracePt t="57630" x="2698750" y="3244850"/>
          <p14:tracePt t="57647" x="2635250" y="3257550"/>
          <p14:tracePt t="57663" x="2527300" y="3295650"/>
          <p14:tracePt t="57680" x="2501900" y="3302000"/>
          <p14:tracePt t="57696" x="2444750" y="3321050"/>
          <p14:tracePt t="57713" x="2381250" y="3359150"/>
          <p14:tracePt t="57730" x="2317750" y="3384550"/>
          <p14:tracePt t="57747" x="2127250" y="3479800"/>
          <p14:tracePt t="57763" x="2070100" y="3511550"/>
          <p14:tracePt t="57780" x="1949450" y="3562350"/>
          <p14:tracePt t="57796" x="1771650" y="3657600"/>
          <p14:tracePt t="57814" x="1708150" y="3689350"/>
          <p14:tracePt t="57830" x="1625600" y="3727450"/>
          <p14:tracePt t="57847" x="1606550" y="3746500"/>
          <p14:tracePt t="57863" x="1587500" y="3759200"/>
          <p14:tracePt t="57896" x="1581150" y="3759200"/>
          <p14:tracePt t="57913" x="1581150" y="3765550"/>
          <p14:tracePt t="57995" x="1587500" y="3765550"/>
          <p14:tracePt t="58028" x="1600200" y="3765550"/>
          <p14:tracePt t="58051" x="1606550" y="3759200"/>
          <p14:tracePt t="58059" x="1619250" y="3752850"/>
          <p14:tracePt t="58067" x="1625600" y="3752850"/>
          <p14:tracePt t="58080" x="1631950" y="3746500"/>
          <p14:tracePt t="58097" x="1638300" y="3740150"/>
          <p14:tracePt t="58113" x="1682750" y="3714750"/>
          <p14:tracePt t="58130" x="1701800" y="3708400"/>
          <p14:tracePt t="58147" x="1752600" y="3695700"/>
          <p14:tracePt t="58163" x="1847850" y="3651250"/>
          <p14:tracePt t="58180" x="1905000" y="3632200"/>
          <p14:tracePt t="58197" x="1917700" y="3625850"/>
          <p14:tracePt t="58214" x="1943100" y="3606800"/>
          <p14:tracePt t="58230" x="1968500" y="3600450"/>
          <p14:tracePt t="58247" x="1981200" y="3581400"/>
          <p14:tracePt t="58263" x="1993900" y="3575050"/>
          <p14:tracePt t="58297" x="2006600" y="3556000"/>
          <p14:tracePt t="58330" x="2012950" y="3549650"/>
          <p14:tracePt t="58347" x="2025650" y="3505200"/>
          <p14:tracePt t="58363" x="2025650" y="3498850"/>
          <p14:tracePt t="58380" x="2038350" y="3486150"/>
          <p14:tracePt t="58397" x="2057400" y="3441700"/>
          <p14:tracePt t="58413" x="2076450" y="3422650"/>
          <p14:tracePt t="58430" x="2082800" y="3403600"/>
          <p14:tracePt t="58464" x="2082800" y="3397250"/>
          <p14:tracePt t="58515" x="2089150" y="3397250"/>
          <p14:tracePt t="58579" x="2089150" y="3403600"/>
          <p14:tracePt t="58659" x="2089150" y="3397250"/>
          <p14:tracePt t="58675" x="2095500" y="3390900"/>
          <p14:tracePt t="58691" x="2108200" y="3378200"/>
          <p14:tracePt t="58700" x="2114550" y="3365500"/>
          <p14:tracePt t="58714" x="2120900" y="3352800"/>
          <p14:tracePt t="58731" x="2139950" y="3333750"/>
          <p14:tracePt t="58747" x="2152650" y="3282950"/>
          <p14:tracePt t="58763" x="2152650" y="3219450"/>
          <p14:tracePt t="58780" x="2152650" y="3200400"/>
          <p14:tracePt t="58797" x="2152650" y="3168650"/>
          <p14:tracePt t="58813" x="2152650" y="3143250"/>
          <p14:tracePt t="58830" x="2139950" y="3130550"/>
          <p14:tracePt t="58847" x="2114550" y="3098800"/>
          <p14:tracePt t="58863" x="2108200" y="3079750"/>
          <p14:tracePt t="58880" x="2089150" y="3067050"/>
          <p14:tracePt t="58897" x="2070100" y="3060700"/>
          <p14:tracePt t="58913" x="2051050" y="3054350"/>
          <p14:tracePt t="58930" x="2038350" y="3048000"/>
          <p14:tracePt t="58947" x="2006600" y="3022600"/>
          <p14:tracePt t="58964" x="2000250" y="3016250"/>
          <p14:tracePt t="58980" x="1974850" y="3009900"/>
          <p14:tracePt t="58997" x="1962150" y="3009900"/>
          <p14:tracePt t="59013" x="1955800" y="3009900"/>
          <p14:tracePt t="59030" x="1943100" y="3009900"/>
          <p14:tracePt t="59064" x="1930400" y="3016250"/>
          <p14:tracePt t="59080" x="1924050" y="3016250"/>
          <p14:tracePt t="59097" x="1924050" y="3022600"/>
          <p14:tracePt t="59113" x="1911350" y="3028950"/>
          <p14:tracePt t="59130" x="1911350" y="3048000"/>
          <p14:tracePt t="59147" x="1898650" y="3067050"/>
          <p14:tracePt t="59163" x="1892300" y="3079750"/>
          <p14:tracePt t="59180" x="1885950" y="3092450"/>
          <p14:tracePt t="59197" x="1873250" y="3124200"/>
          <p14:tracePt t="59213" x="1860550" y="3143250"/>
          <p14:tracePt t="59230" x="1847850" y="3168650"/>
          <p14:tracePt t="59246" x="1847850" y="3200400"/>
          <p14:tracePt t="59263" x="1847850" y="3206750"/>
          <p14:tracePt t="59280" x="1841500" y="3225800"/>
          <p14:tracePt t="59297" x="1841500" y="3276600"/>
          <p14:tracePt t="59313" x="1841500" y="3308350"/>
          <p14:tracePt t="59330" x="1841500" y="3333750"/>
          <p14:tracePt t="59347" x="1841500" y="3384550"/>
          <p14:tracePt t="59364" x="1847850" y="3416300"/>
          <p14:tracePt t="59380" x="1854200" y="3435350"/>
          <p14:tracePt t="59397" x="1873250" y="3486150"/>
          <p14:tracePt t="59413" x="1873250" y="3511550"/>
          <p14:tracePt t="59430" x="1879600" y="3517900"/>
          <p14:tracePt t="59446" x="1917700" y="3568700"/>
          <p14:tracePt t="59463" x="1917700" y="3587750"/>
          <p14:tracePt t="59480" x="1930400" y="3606800"/>
          <p14:tracePt t="59497" x="1936750" y="3606800"/>
          <p14:tracePt t="59514" x="1949450" y="3606800"/>
          <p14:tracePt t="59532" x="1955800" y="3613150"/>
          <p14:tracePt t="59548" x="1962150" y="3613150"/>
          <p14:tracePt t="59563" x="1987550" y="3613150"/>
          <p14:tracePt t="59580" x="2006600" y="3613150"/>
          <p14:tracePt t="59597" x="2012950" y="3613150"/>
          <p14:tracePt t="59613" x="2044700" y="3606800"/>
          <p14:tracePt t="59630" x="2082800" y="3606800"/>
          <p14:tracePt t="59647" x="2120900" y="3600450"/>
          <p14:tracePt t="59664" x="2171700" y="3587750"/>
          <p14:tracePt t="59680" x="2197100" y="3575050"/>
          <p14:tracePt t="59697" x="2203450" y="3568700"/>
          <p14:tracePt t="59714" x="2241550" y="3536950"/>
          <p14:tracePt t="59730" x="2247900" y="3517900"/>
          <p14:tracePt t="59747" x="2266950" y="3454400"/>
          <p14:tracePt t="59763" x="2266950" y="3435350"/>
          <p14:tracePt t="59781" x="2266950" y="3429000"/>
          <p14:tracePt t="59797" x="2266950" y="3416300"/>
          <p14:tracePt t="59813" x="2254250" y="3409950"/>
          <p14:tracePt t="59875" x="2254250" y="3416300"/>
          <p14:tracePt t="59907" x="2254250" y="3422650"/>
          <p14:tracePt t="59923" x="2254250" y="3435350"/>
          <p14:tracePt t="59939" x="2254250" y="3441700"/>
          <p14:tracePt t="59947" x="2292350" y="3460750"/>
          <p14:tracePt t="59955" x="2311400" y="3492500"/>
          <p14:tracePt t="59963" x="2362200" y="3524250"/>
          <p14:tracePt t="59980" x="2590800" y="3670300"/>
          <p14:tracePt t="59997" x="2806700" y="3746500"/>
          <p14:tracePt t="60014" x="3130550" y="3816350"/>
          <p14:tracePt t="60030" x="3581400" y="3879850"/>
          <p14:tracePt t="60047" x="3803650" y="3898900"/>
          <p14:tracePt t="60063" x="4279900" y="3898900"/>
          <p14:tracePt t="60080" x="4889500" y="3854450"/>
          <p14:tracePt t="60097" x="5187950" y="3797300"/>
          <p14:tracePt t="60113" x="5289550" y="3778250"/>
          <p14:tracePt t="60130" x="5721350" y="3670300"/>
          <p14:tracePt t="60147" x="5956300" y="3600450"/>
          <p14:tracePt t="60163" x="6140450" y="3549650"/>
          <p14:tracePt t="60180" x="6223000" y="3524250"/>
          <p14:tracePt t="60197" x="6242050" y="3511550"/>
          <p14:tracePt t="60214" x="6280150" y="3498850"/>
          <p14:tracePt t="60230" x="6375400" y="3479800"/>
          <p14:tracePt t="60247" x="6419850" y="3473450"/>
          <p14:tracePt t="60263" x="6496050" y="3473450"/>
          <p14:tracePt t="60281" x="6578600" y="3473450"/>
          <p14:tracePt t="60297" x="6692900" y="3467100"/>
          <p14:tracePt t="60313" x="6750050" y="3467100"/>
          <p14:tracePt t="60330" x="6965950" y="3460750"/>
          <p14:tracePt t="60347" x="7162800" y="3454400"/>
          <p14:tracePt t="60363" x="7283450" y="3422650"/>
          <p14:tracePt t="60380" x="7442200" y="3397250"/>
          <p14:tracePt t="60397" x="7512050" y="3384550"/>
          <p14:tracePt t="60413" x="7575550" y="3365500"/>
          <p14:tracePt t="60430" x="7639050" y="3346450"/>
          <p14:tracePt t="60447" x="7658100" y="3333750"/>
          <p14:tracePt t="60464" x="7670800" y="3327400"/>
          <p14:tracePt t="60480" x="7683500" y="3321050"/>
          <p14:tracePt t="60497" x="7696200" y="3321050"/>
          <p14:tracePt t="60514" x="7715250" y="3321050"/>
          <p14:tracePt t="60530" x="7734300" y="3321050"/>
          <p14:tracePt t="60547" x="7766050" y="3321050"/>
          <p14:tracePt t="60564" x="7810500" y="3333750"/>
          <p14:tracePt t="60580" x="7835900" y="3346450"/>
          <p14:tracePt t="60597" x="7861300" y="3352800"/>
          <p14:tracePt t="60613" x="7969250" y="3378200"/>
          <p14:tracePt t="60630" x="8007350" y="3384550"/>
          <p14:tracePt t="60647" x="8039100" y="3390900"/>
          <p14:tracePt t="60663" x="8102600" y="3390900"/>
          <p14:tracePt t="60680" x="8108950" y="3390900"/>
          <p14:tracePt t="60915" x="8115300" y="3390900"/>
          <p14:tracePt t="61028" x="8121650" y="3390900"/>
          <p14:tracePt t="61274" x="8096250" y="3397250"/>
          <p14:tracePt t="61283" x="8039100" y="3416300"/>
          <p14:tracePt t="61291" x="7956550" y="3429000"/>
          <p14:tracePt t="61306" x="7848600" y="3448050"/>
          <p14:tracePt t="61315" x="7397750" y="3486150"/>
          <p14:tracePt t="61330" x="7137400" y="3479800"/>
          <p14:tracePt t="61346" x="6286500" y="3365500"/>
          <p14:tracePt t="61363" x="4870450" y="3086100"/>
          <p14:tracePt t="61380" x="4654550" y="3041650"/>
          <p14:tracePt t="61397" x="3765550" y="2787650"/>
          <p14:tracePt t="61413" x="2406650" y="2305050"/>
          <p14:tracePt t="61430" x="1631950" y="2095500"/>
          <p14:tracePt t="61447" x="1098550" y="2000250"/>
          <p14:tracePt t="61463" x="190500" y="1663700"/>
          <p14:tracePt t="61480" x="50800" y="1606550"/>
          <p14:tracePt t="64259" x="63500" y="5029200"/>
          <p14:tracePt t="64267" x="114300" y="5073650"/>
          <p14:tracePt t="64275" x="165100" y="5099050"/>
          <p14:tracePt t="64283" x="209550" y="5149850"/>
          <p14:tracePt t="64296" x="273050" y="5175250"/>
          <p14:tracePt t="64313" x="412750" y="5219700"/>
          <p14:tracePt t="64330" x="508000" y="5251450"/>
          <p14:tracePt t="64347" x="666750" y="5270500"/>
          <p14:tracePt t="64363" x="749300" y="5270500"/>
          <p14:tracePt t="64380" x="806450" y="5270500"/>
          <p14:tracePt t="64397" x="850900" y="5270500"/>
          <p14:tracePt t="64413" x="946150" y="5264150"/>
          <p14:tracePt t="64430" x="977900" y="5264150"/>
          <p14:tracePt t="64447" x="1041400" y="5264150"/>
          <p14:tracePt t="64464" x="1130300" y="5289550"/>
          <p14:tracePt t="64480" x="1155700" y="5295900"/>
          <p14:tracePt t="64497" x="1187450" y="5314950"/>
          <p14:tracePt t="64513" x="1276350" y="5346700"/>
          <p14:tracePt t="64530" x="1333500" y="5359400"/>
          <p14:tracePt t="64547" x="1454150" y="5403850"/>
          <p14:tracePt t="64563" x="1504950" y="5416550"/>
          <p14:tracePt t="64580" x="1562100" y="5441950"/>
          <p14:tracePt t="64597" x="1619250" y="5467350"/>
          <p14:tracePt t="64613" x="1727200" y="5505450"/>
          <p14:tracePt t="64630" x="1790700" y="5537200"/>
          <p14:tracePt t="64647" x="1917700" y="5588000"/>
          <p14:tracePt t="64663" x="1924050" y="5600700"/>
          <p14:tracePt t="64680" x="1962150" y="5626100"/>
          <p14:tracePt t="64697" x="2070100" y="5689600"/>
          <p14:tracePt t="64713" x="2108200" y="5715000"/>
          <p14:tracePt t="64730" x="2171700" y="5765800"/>
          <p14:tracePt t="64747" x="2241550" y="5810250"/>
          <p14:tracePt t="64763" x="2254250" y="5829300"/>
          <p14:tracePt t="64780" x="2292350" y="5854700"/>
          <p14:tracePt t="64797" x="2324100" y="5880100"/>
          <p14:tracePt t="64813" x="2336800" y="5886450"/>
          <p14:tracePt t="64830" x="2349500" y="5892800"/>
          <p14:tracePt t="64847" x="2393950" y="5918200"/>
          <p14:tracePt t="64863" x="2400300" y="5918200"/>
          <p14:tracePt t="64880" x="2406650" y="5918200"/>
          <p14:tracePt t="64955" x="2393950" y="5911850"/>
          <p14:tracePt t="64963" x="2374900" y="5905500"/>
          <p14:tracePt t="64971" x="2362200" y="5899150"/>
          <p14:tracePt t="64980" x="2330450" y="5867400"/>
          <p14:tracePt t="64996" x="2317750" y="5867400"/>
          <p14:tracePt t="65013" x="2311400" y="5854700"/>
          <p14:tracePt t="65030" x="2305050" y="5842000"/>
          <p14:tracePt t="65047" x="2273300" y="5803900"/>
          <p14:tracePt t="65063" x="2241550" y="5778500"/>
          <p14:tracePt t="65080" x="2235200" y="5772150"/>
          <p14:tracePt t="65097" x="2216150" y="5759450"/>
          <p14:tracePt t="65113" x="2209800" y="5753100"/>
          <p14:tracePt t="65140" x="2197100" y="5753100"/>
          <p14:tracePt t="65235" x="2190750" y="5753100"/>
          <p14:tracePt t="65283" x="2190750" y="5765800"/>
          <p14:tracePt t="65315" x="2190750" y="5772150"/>
          <p14:tracePt t="65332" x="2190750" y="5778500"/>
          <p14:tracePt t="65340" x="2190750" y="5784850"/>
          <p14:tracePt t="65363" x="2197100" y="5784850"/>
          <p14:tracePt t="65499" x="2197100" y="5791200"/>
          <p14:tracePt t="65787" x="2197100" y="5784850"/>
          <p14:tracePt t="65795" x="2197100" y="5778500"/>
          <p14:tracePt t="66523" x="2209800" y="5765800"/>
          <p14:tracePt t="66539" x="2209800" y="5759450"/>
          <p14:tracePt t="66555" x="2209800" y="5746750"/>
          <p14:tracePt t="66563" x="2209800" y="5734050"/>
          <p14:tracePt t="66587" x="2216150" y="5734050"/>
          <p14:tracePt t="67643" x="2222500" y="5734050"/>
          <p14:tracePt t="67675" x="2222500" y="5727700"/>
          <p14:tracePt t="67827" x="2222500" y="5721350"/>
          <p14:tracePt t="68355" x="2222500" y="5708650"/>
          <p14:tracePt t="68379" x="2228850" y="5702300"/>
          <p14:tracePt t="68459" x="2241550" y="5702300"/>
          <p14:tracePt t="68515" x="2235200" y="5702300"/>
          <p14:tracePt t="68563" x="2241550" y="5702300"/>
          <p14:tracePt t="68659" x="2235200" y="5702300"/>
          <p14:tracePt t="68683" x="2241550" y="5702300"/>
          <p14:tracePt t="68731" x="2247900" y="5702300"/>
          <p14:tracePt t="68763" x="2254250" y="5695950"/>
          <p14:tracePt t="68787" x="2260600" y="5695950"/>
          <p14:tracePt t="68795" x="2273300" y="5689600"/>
          <p14:tracePt t="68819" x="2279650" y="5689600"/>
          <p14:tracePt t="68843" x="2292350" y="5689600"/>
          <p14:tracePt t="68867" x="2305050" y="5676900"/>
          <p14:tracePt t="68891" x="2317750" y="5676900"/>
          <p14:tracePt t="68907" x="2336800" y="5664200"/>
          <p14:tracePt t="68915" x="2343150" y="5657850"/>
          <p14:tracePt t="68932" x="2349500" y="5651500"/>
          <p14:tracePt t="68939" x="2355850" y="5626100"/>
          <p14:tracePt t="68947" x="2387600" y="5613400"/>
          <p14:tracePt t="68963" x="2438400" y="5511800"/>
          <p14:tracePt t="68980" x="2476500" y="5435600"/>
          <p14:tracePt t="68997" x="2533650" y="5340350"/>
          <p14:tracePt t="69013" x="2584450" y="5194300"/>
          <p14:tracePt t="69030" x="2609850" y="5086350"/>
          <p14:tracePt t="69046" x="2628900" y="4984750"/>
          <p14:tracePt t="69063" x="2635250" y="4775200"/>
          <p14:tracePt t="69080" x="2635250" y="4654550"/>
          <p14:tracePt t="69097" x="2635250" y="4546600"/>
          <p14:tracePt t="69114" x="2635250" y="4419600"/>
          <p14:tracePt t="69130" x="2616200" y="4330700"/>
          <p14:tracePt t="69147" x="2578100" y="4203700"/>
          <p14:tracePt t="69163" x="2540000" y="4159250"/>
          <p14:tracePt t="69180" x="2495550" y="4140200"/>
          <p14:tracePt t="69197" x="2476500" y="4127500"/>
          <p14:tracePt t="69213" x="2457450" y="4121150"/>
          <p14:tracePt t="69230" x="2444750" y="4121150"/>
          <p14:tracePt t="69247" x="2432050" y="4121150"/>
          <p14:tracePt t="69263" x="2406650" y="4140200"/>
          <p14:tracePt t="69280" x="2393950" y="4159250"/>
          <p14:tracePt t="69297" x="2362200" y="4171950"/>
          <p14:tracePt t="69313" x="2298700" y="4229100"/>
          <p14:tracePt t="69330" x="2286000" y="4248150"/>
          <p14:tracePt t="69347" x="2260600" y="4279900"/>
          <p14:tracePt t="69363" x="2209800" y="4337050"/>
          <p14:tracePt t="69380" x="2190750" y="4375150"/>
          <p14:tracePt t="69397" x="2139950" y="4445000"/>
          <p14:tracePt t="69413" x="2133600" y="4464050"/>
          <p14:tracePt t="69430" x="2108200" y="4502150"/>
          <p14:tracePt t="69447" x="2089150" y="4552950"/>
          <p14:tracePt t="69464" x="2051050" y="4660900"/>
          <p14:tracePt t="69480" x="2025650" y="4718050"/>
          <p14:tracePt t="69497" x="1993900" y="4806950"/>
          <p14:tracePt t="69514" x="1993900" y="4838700"/>
          <p14:tracePt t="69530" x="1974850" y="4895850"/>
          <p14:tracePt t="69547" x="1962150" y="5035550"/>
          <p14:tracePt t="69563" x="1949450" y="5086350"/>
          <p14:tracePt t="69580" x="1949450" y="5124450"/>
          <p14:tracePt t="69597" x="1943100" y="5226050"/>
          <p14:tracePt t="69613" x="1943100" y="5308600"/>
          <p14:tracePt t="69630" x="1943100" y="5372100"/>
          <p14:tracePt t="69647" x="1955800" y="5467350"/>
          <p14:tracePt t="69663" x="1974850" y="5524500"/>
          <p14:tracePt t="69680" x="1987550" y="5549900"/>
          <p14:tracePt t="69696" x="2070100" y="5664200"/>
          <p14:tracePt t="69713" x="2152650" y="5715000"/>
          <p14:tracePt t="69730" x="2241550" y="5772150"/>
          <p14:tracePt t="69747" x="2489200" y="5867400"/>
          <p14:tracePt t="69763" x="2527300" y="5867400"/>
          <p14:tracePt t="69780" x="2635250" y="5873750"/>
          <p14:tracePt t="69797" x="2768600" y="5854700"/>
          <p14:tracePt t="69814" x="2851150" y="5816600"/>
          <p14:tracePt t="69830" x="2914650" y="5791200"/>
          <p14:tracePt t="69846" x="2990850" y="5746750"/>
          <p14:tracePt t="69863" x="3003550" y="5734050"/>
          <p14:tracePt t="69880" x="3022600" y="5721350"/>
          <p14:tracePt t="69897" x="3048000" y="5708650"/>
          <p14:tracePt t="69913" x="3060700" y="5702300"/>
          <p14:tracePt t="69947" x="3073400" y="5702300"/>
          <p14:tracePt t="69963" x="3079750" y="5695950"/>
          <p14:tracePt t="70283" x="3079750" y="5689600"/>
          <p14:tracePt t="70299" x="3073400" y="5676900"/>
          <p14:tracePt t="70315" x="3073400" y="5657850"/>
          <p14:tracePt t="70323" x="3073400" y="5626100"/>
          <p14:tracePt t="70332" x="3073400" y="5581650"/>
          <p14:tracePt t="70346" x="3016250" y="5416550"/>
          <p14:tracePt t="70363" x="2971800" y="5321300"/>
          <p14:tracePt t="70380" x="2927350" y="5251450"/>
          <p14:tracePt t="70397" x="2851150" y="5156200"/>
          <p14:tracePt t="70413" x="2844800" y="5124450"/>
          <p14:tracePt t="70430" x="2819400" y="5080000"/>
          <p14:tracePt t="70447" x="2781300" y="5010150"/>
          <p14:tracePt t="70463" x="2755900" y="4978400"/>
          <p14:tracePt t="70480" x="2743200" y="4965700"/>
          <p14:tracePt t="70498" x="2730500" y="4965700"/>
          <p14:tracePt t="70514" x="2724150" y="4959350"/>
          <p14:tracePt t="70530" x="2717800" y="4953000"/>
          <p14:tracePt t="70547" x="2711450" y="4953000"/>
          <p14:tracePt t="70563" x="2692400" y="4940300"/>
          <p14:tracePt t="70580" x="2660650" y="4927600"/>
          <p14:tracePt t="70597" x="2641600" y="4914900"/>
          <p14:tracePt t="70613" x="2616200" y="4908550"/>
          <p14:tracePt t="70630" x="2616200" y="4902200"/>
          <p14:tracePt t="70647" x="2584450" y="4889500"/>
          <p14:tracePt t="70663" x="2559050" y="4883150"/>
          <p14:tracePt t="70680" x="2540000" y="4876800"/>
          <p14:tracePt t="70696" x="2495550" y="4864100"/>
          <p14:tracePt t="70713" x="2476500" y="4857750"/>
          <p14:tracePt t="70730" x="2413000" y="4838700"/>
          <p14:tracePt t="70747" x="2336800" y="4832350"/>
          <p14:tracePt t="70763" x="2292350" y="4819650"/>
          <p14:tracePt t="70780" x="2235200" y="4819650"/>
          <p14:tracePt t="70797" x="2197100" y="4819650"/>
          <p14:tracePt t="70813" x="2165350" y="4826000"/>
          <p14:tracePt t="70830" x="2152650" y="4826000"/>
          <p14:tracePt t="70847" x="2127250" y="4838700"/>
          <p14:tracePt t="70850" x="2114550" y="4845050"/>
          <p14:tracePt t="70880" x="2082800" y="4870450"/>
          <p14:tracePt t="70896" x="2019300" y="4908550"/>
          <p14:tracePt t="70913" x="1936750" y="4959350"/>
          <p14:tracePt t="70930" x="1892300" y="5016500"/>
          <p14:tracePt t="70947" x="1854200" y="5041900"/>
          <p14:tracePt t="70964" x="1828800" y="5067300"/>
          <p14:tracePt t="70980" x="1727200" y="5137150"/>
          <p14:tracePt t="70997" x="1689100" y="5168900"/>
          <p14:tracePt t="71014" x="1670050" y="5213350"/>
          <p14:tracePt t="71030" x="1657350" y="5226050"/>
          <p14:tracePt t="71047" x="1644650" y="5251450"/>
          <p14:tracePt t="71063" x="1625600" y="5308600"/>
          <p14:tracePt t="71080" x="1619250" y="5340350"/>
          <p14:tracePt t="71097" x="1606550" y="5378450"/>
          <p14:tracePt t="71113" x="1606550" y="5416550"/>
          <p14:tracePt t="71130" x="1600200" y="5454650"/>
          <p14:tracePt t="71147" x="1593850" y="5537200"/>
          <p14:tracePt t="71163" x="1587500" y="5607050"/>
          <p14:tracePt t="71180" x="1587500" y="5645150"/>
          <p14:tracePt t="71197" x="1587500" y="5657850"/>
          <p14:tracePt t="71214" x="1606550" y="5715000"/>
          <p14:tracePt t="71230" x="1606550" y="5727700"/>
          <p14:tracePt t="71247" x="1612900" y="5746750"/>
          <p14:tracePt t="71263" x="1625600" y="5753100"/>
          <p14:tracePt t="71280" x="1638300" y="5772150"/>
          <p14:tracePt t="71297" x="1651000" y="5784850"/>
          <p14:tracePt t="71313" x="1663700" y="5797550"/>
          <p14:tracePt t="71330" x="1670050" y="5803900"/>
          <p14:tracePt t="71347" x="1765300" y="5829300"/>
          <p14:tracePt t="71363" x="1816100" y="5842000"/>
          <p14:tracePt t="71380" x="1866900" y="5848350"/>
          <p14:tracePt t="71397" x="1930400" y="5854700"/>
          <p14:tracePt t="71413" x="1974850" y="5854700"/>
          <p14:tracePt t="71430" x="2006600" y="5854700"/>
          <p14:tracePt t="71447" x="2082800" y="5842000"/>
          <p14:tracePt t="71463" x="2209800" y="5784850"/>
          <p14:tracePt t="71480" x="2254250" y="5765800"/>
          <p14:tracePt t="71497" x="2368550" y="5715000"/>
          <p14:tracePt t="71513" x="2406650" y="5695950"/>
          <p14:tracePt t="71530" x="2476500" y="5670550"/>
          <p14:tracePt t="71547" x="2546350" y="5626100"/>
          <p14:tracePt t="71564" x="2571750" y="5607050"/>
          <p14:tracePt t="71580" x="2584450" y="5588000"/>
          <p14:tracePt t="71597" x="2603500" y="5556250"/>
          <p14:tracePt t="71613" x="2628900" y="5511800"/>
          <p14:tracePt t="71630" x="2647950" y="5435600"/>
          <p14:tracePt t="71647" x="2667000" y="5219700"/>
          <p14:tracePt t="71663" x="2654300" y="5080000"/>
          <p14:tracePt t="71680" x="2622550" y="5029200"/>
          <p14:tracePt t="71696" x="2540000" y="4876800"/>
          <p14:tracePt t="71713" x="2489200" y="4819650"/>
          <p14:tracePt t="71730" x="2457450" y="4794250"/>
          <p14:tracePt t="71746" x="2393950" y="4787900"/>
          <p14:tracePt t="71763" x="2387600" y="4787900"/>
          <p14:tracePt t="71780" x="2362200" y="4794250"/>
          <p14:tracePt t="71796" x="2349500" y="4800600"/>
          <p14:tracePt t="71813" x="2343150" y="4806950"/>
          <p14:tracePt t="71830" x="2324100" y="4819650"/>
          <p14:tracePt t="71846" x="2298700" y="4832350"/>
          <p14:tracePt t="71863" x="2298700" y="4838700"/>
          <p14:tracePt t="71883" x="2298700" y="4851400"/>
          <p14:tracePt t="71898" x="2286000" y="4851400"/>
          <p14:tracePt t="71923" x="2286000" y="4857750"/>
          <p14:tracePt t="71932" x="2279650" y="4864100"/>
          <p14:tracePt t="71948" x="2279650" y="4870450"/>
          <p14:tracePt t="71964" x="2266950" y="4876800"/>
          <p14:tracePt t="71980" x="2266950" y="4883150"/>
          <p14:tracePt t="71997" x="2266950" y="4895850"/>
          <p14:tracePt t="72014" x="2260600" y="4902200"/>
          <p14:tracePt t="72030" x="2260600" y="4908550"/>
          <p14:tracePt t="72047" x="2254250" y="4921250"/>
          <p14:tracePt t="72163" x="2254250" y="4914900"/>
          <p14:tracePt t="72171" x="2247900" y="4908550"/>
          <p14:tracePt t="72180" x="2247900" y="4895850"/>
          <p14:tracePt t="72197" x="2247900" y="4876800"/>
          <p14:tracePt t="72213" x="2247900" y="4851400"/>
          <p14:tracePt t="72230" x="2235200" y="4781550"/>
          <p14:tracePt t="72247" x="2222500" y="4749800"/>
          <p14:tracePt t="72263" x="2197100" y="4724400"/>
          <p14:tracePt t="72280" x="2190750" y="4699000"/>
          <p14:tracePt t="72297" x="2165350" y="4686300"/>
          <p14:tracePt t="72313" x="2152650" y="4673600"/>
          <p14:tracePt t="72330" x="2127250" y="4660900"/>
          <p14:tracePt t="72347" x="2082800" y="4667250"/>
          <p14:tracePt t="72363" x="2057400" y="4673600"/>
          <p14:tracePt t="72380" x="1955800" y="4718050"/>
          <p14:tracePt t="72397" x="1911350" y="4737100"/>
          <p14:tracePt t="72413" x="1822450" y="4787900"/>
          <p14:tracePt t="72430" x="1784350" y="4826000"/>
          <p14:tracePt t="72447" x="1778000" y="4832350"/>
          <p14:tracePt t="72463" x="1727200" y="4864100"/>
          <p14:tracePt t="72480" x="1695450" y="4889500"/>
          <p14:tracePt t="72497" x="1676400" y="4902200"/>
          <p14:tracePt t="72513" x="1663700" y="4921250"/>
          <p14:tracePt t="72547" x="1657350" y="4933950"/>
          <p14:tracePt t="72563" x="1651000" y="4959350"/>
          <p14:tracePt t="72580" x="1644650" y="4978400"/>
          <p14:tracePt t="72597" x="1638300" y="5010150"/>
          <p14:tracePt t="72613" x="1638300" y="5054600"/>
          <p14:tracePt t="72630" x="1644650" y="5118100"/>
          <p14:tracePt t="72647" x="1644650" y="5156200"/>
          <p14:tracePt t="72663" x="1644650" y="5168900"/>
          <p14:tracePt t="72680" x="1714500" y="5238750"/>
          <p14:tracePt t="72697" x="1720850" y="5264150"/>
          <p14:tracePt t="72714" x="1739900" y="5314950"/>
          <p14:tracePt t="72730" x="1784350" y="5391150"/>
          <p14:tracePt t="72747" x="1797050" y="5429250"/>
          <p14:tracePt t="72763" x="1822450" y="5454650"/>
          <p14:tracePt t="72780" x="1847850" y="5480050"/>
          <p14:tracePt t="72797" x="1854200" y="5492750"/>
          <p14:tracePt t="72813" x="1873250" y="5505450"/>
          <p14:tracePt t="72830" x="1879600" y="5511800"/>
          <p14:tracePt t="72847" x="1885950" y="5511800"/>
          <p14:tracePt t="72864" x="1924050" y="5518150"/>
          <p14:tracePt t="72880" x="1955800" y="5518150"/>
          <p14:tracePt t="72897" x="2006600" y="5505450"/>
          <p14:tracePt t="72913" x="2044700" y="5492750"/>
          <p14:tracePt t="72930" x="2076450" y="5480050"/>
          <p14:tracePt t="72947" x="2146300" y="5441950"/>
          <p14:tracePt t="72964" x="2159000" y="5422900"/>
          <p14:tracePt t="72980" x="2171700" y="5403850"/>
          <p14:tracePt t="72997" x="2184400" y="5391150"/>
          <p14:tracePt t="73013" x="2184400" y="5384800"/>
          <p14:tracePt t="73147" x="2197100" y="5384800"/>
          <p14:tracePt t="73155" x="2203450" y="5384800"/>
          <p14:tracePt t="73187" x="2209800" y="5384800"/>
          <p14:tracePt t="73195" x="2216150" y="5384800"/>
          <p14:tracePt t="73203" x="2222500" y="5384800"/>
          <p14:tracePt t="73213" x="2235200" y="5384800"/>
          <p14:tracePt t="73230" x="2241550" y="5372100"/>
          <p14:tracePt t="73246" x="2247900" y="5372100"/>
          <p14:tracePt t="73263" x="2266950" y="5372100"/>
          <p14:tracePt t="73280" x="2279650" y="5365750"/>
          <p14:tracePt t="73297" x="2305050" y="5365750"/>
          <p14:tracePt t="73313" x="2374900" y="5365750"/>
          <p14:tracePt t="73330" x="2406650" y="5359400"/>
          <p14:tracePt t="73347" x="2451100" y="5359400"/>
          <p14:tracePt t="73363" x="2540000" y="5353050"/>
          <p14:tracePt t="73380" x="2609850" y="5346700"/>
          <p14:tracePt t="73397" x="2686050" y="5346700"/>
          <p14:tracePt t="73413" x="2844800" y="5359400"/>
          <p14:tracePt t="73430" x="2889250" y="5365750"/>
          <p14:tracePt t="73447" x="2997200" y="5378450"/>
          <p14:tracePt t="73463" x="3194050" y="5410200"/>
          <p14:tracePt t="73480" x="3371850" y="5429250"/>
          <p14:tracePt t="73497" x="3543300" y="5461000"/>
          <p14:tracePt t="73513" x="3816350" y="5492750"/>
          <p14:tracePt t="73530" x="4127500" y="5530850"/>
          <p14:tracePt t="73547" x="4565650" y="5575300"/>
          <p14:tracePt t="73563" x="5124450" y="5600700"/>
          <p14:tracePt t="73580" x="5314950" y="5607050"/>
          <p14:tracePt t="73596" x="5391150" y="5607050"/>
          <p14:tracePt t="73613" x="5613400" y="5600700"/>
          <p14:tracePt t="73630" x="5695950" y="5588000"/>
          <p14:tracePt t="73646" x="5784850" y="5575300"/>
          <p14:tracePt t="73663" x="5924550" y="5549900"/>
          <p14:tracePt t="73680" x="6013450" y="5524500"/>
          <p14:tracePt t="73697" x="6045200" y="5518150"/>
          <p14:tracePt t="73713" x="6083300" y="5511800"/>
          <p14:tracePt t="73730" x="6203950" y="5467350"/>
          <p14:tracePt t="73747" x="6286500" y="5422900"/>
          <p14:tracePt t="73763" x="6400800" y="5384800"/>
          <p14:tracePt t="73780" x="6445250" y="5372100"/>
          <p14:tracePt t="73797" x="6489700" y="5353050"/>
          <p14:tracePt t="73813" x="6597650" y="5302250"/>
          <p14:tracePt t="73830" x="6642100" y="5264150"/>
          <p14:tracePt t="73847" x="6667500" y="5232400"/>
          <p14:tracePt t="73850" x="6699250" y="5162550"/>
          <p14:tracePt t="73864" x="6711950" y="5118100"/>
          <p14:tracePt t="73880" x="6718300" y="5073650"/>
          <p14:tracePt t="73897" x="6686550" y="4940300"/>
          <p14:tracePt t="73913" x="6553200" y="4711700"/>
          <p14:tracePt t="73930" x="6464300" y="4597400"/>
          <p14:tracePt t="73946" x="6356350" y="4483100"/>
          <p14:tracePt t="73963" x="6305550" y="4432300"/>
          <p14:tracePt t="73980" x="6235700" y="4375150"/>
          <p14:tracePt t="73997" x="6153150" y="4318000"/>
          <p14:tracePt t="74014" x="6083300" y="4286250"/>
          <p14:tracePt t="74030" x="6019800" y="4254500"/>
          <p14:tracePt t="74047" x="5880100" y="4197350"/>
          <p14:tracePt t="74063" x="5791200" y="4178300"/>
          <p14:tracePt t="74080" x="5581650" y="4165600"/>
          <p14:tracePt t="74097" x="5511800" y="4165600"/>
          <p14:tracePt t="74113" x="5448300" y="4165600"/>
          <p14:tracePt t="74130" x="5327650" y="4171950"/>
          <p14:tracePt t="74147" x="5308600" y="4171950"/>
          <p14:tracePt t="74163" x="5264150" y="4178300"/>
          <p14:tracePt t="74180" x="5251450" y="4184650"/>
          <p14:tracePt t="74197" x="5232400" y="4203700"/>
          <p14:tracePt t="74213" x="5226050" y="4203700"/>
          <p14:tracePt t="74230" x="5200650" y="4222750"/>
          <p14:tracePt t="74247" x="5162550" y="4279900"/>
          <p14:tracePt t="74263" x="5143500" y="4324350"/>
          <p14:tracePt t="74280" x="5086350" y="4400550"/>
          <p14:tracePt t="74297" x="4997450" y="4514850"/>
          <p14:tracePt t="74313" x="4940300" y="4591050"/>
          <p14:tracePt t="74330" x="4876800" y="4660900"/>
          <p14:tracePt t="74347" x="4870450" y="4730750"/>
          <p14:tracePt t="74363" x="4870450" y="4768850"/>
          <p14:tracePt t="74380" x="4876800" y="4813300"/>
          <p14:tracePt t="74397" x="4895850" y="4851400"/>
          <p14:tracePt t="74413" x="4895850" y="4864100"/>
          <p14:tracePt t="74430" x="4927600" y="4883150"/>
          <p14:tracePt t="74447" x="4933950" y="4895850"/>
          <p14:tracePt t="74463" x="4946650" y="4908550"/>
          <p14:tracePt t="74480" x="4991100" y="4933950"/>
          <p14:tracePt t="74497" x="5054600" y="4972050"/>
          <p14:tracePt t="74514" x="5175250" y="5048250"/>
          <p14:tracePt t="74530" x="5194300" y="5054600"/>
          <p14:tracePt t="74547" x="5308600" y="5099050"/>
          <p14:tracePt t="74563" x="5365750" y="5111750"/>
          <p14:tracePt t="74580" x="5422900" y="5118100"/>
          <p14:tracePt t="74597" x="5473700" y="5111750"/>
          <p14:tracePt t="74613" x="5499100" y="5080000"/>
          <p14:tracePt t="74630" x="5524500" y="5054600"/>
          <p14:tracePt t="74647" x="5543550" y="5035550"/>
          <p14:tracePt t="74663" x="5581650" y="4984750"/>
          <p14:tracePt t="74680" x="5657850" y="4914900"/>
          <p14:tracePt t="74697" x="5695950" y="4883150"/>
          <p14:tracePt t="74714" x="5734050" y="4845050"/>
          <p14:tracePt t="74730" x="5746750" y="4832350"/>
          <p14:tracePt t="74747" x="5765800" y="4813300"/>
          <p14:tracePt t="74763" x="5772150" y="4800600"/>
          <p14:tracePt t="74780" x="5772150" y="4775200"/>
          <p14:tracePt t="74797" x="5772150" y="4718050"/>
          <p14:tracePt t="74813" x="5778500" y="4667250"/>
          <p14:tracePt t="74830" x="5772150" y="4654550"/>
          <p14:tracePt t="74847" x="5759450" y="4610100"/>
          <p14:tracePt t="74850" x="5759450" y="4603750"/>
          <p14:tracePt t="74863" x="5753100" y="4597400"/>
          <p14:tracePt t="74880" x="5746750" y="4572000"/>
          <p14:tracePt t="74897" x="5721350" y="4552950"/>
          <p14:tracePt t="74913" x="5721350" y="4533900"/>
          <p14:tracePt t="74930" x="5702300" y="4521200"/>
          <p14:tracePt t="74947" x="5676900" y="4495800"/>
          <p14:tracePt t="74964" x="5626100" y="4476750"/>
          <p14:tracePt t="74980" x="5568950" y="4457700"/>
          <p14:tracePt t="74997" x="5562600" y="4457700"/>
          <p14:tracePt t="75014" x="5530850" y="4457700"/>
          <p14:tracePt t="75030" x="5499100" y="4483100"/>
          <p14:tracePt t="75047" x="5429250" y="4546600"/>
          <p14:tracePt t="75063" x="5397500" y="4603750"/>
          <p14:tracePt t="75080" x="5384800" y="4629150"/>
          <p14:tracePt t="75097" x="5314950" y="4749800"/>
          <p14:tracePt t="75113" x="5295900" y="4832350"/>
          <p14:tracePt t="75130" x="5276850" y="4889500"/>
          <p14:tracePt t="75147" x="5257800" y="5010150"/>
          <p14:tracePt t="75163" x="5257800" y="5041900"/>
          <p14:tracePt t="75180" x="5308600" y="5168900"/>
          <p14:tracePt t="75197" x="5327650" y="5238750"/>
          <p14:tracePt t="75213" x="5416550" y="5359400"/>
          <p14:tracePt t="75230" x="5467350" y="5397500"/>
          <p14:tracePt t="75247" x="5543550" y="5454650"/>
          <p14:tracePt t="75263" x="5575300" y="5480050"/>
          <p14:tracePt t="75280" x="5753100" y="5562600"/>
          <p14:tracePt t="75297" x="5829300" y="5600700"/>
          <p14:tracePt t="75313" x="6070600" y="5683250"/>
          <p14:tracePt t="75330" x="6191250" y="5721350"/>
          <p14:tracePt t="75347" x="6311900" y="5746750"/>
          <p14:tracePt t="75363" x="6508750" y="5778500"/>
          <p14:tracePt t="75380" x="6584950" y="5784850"/>
          <p14:tracePt t="75397" x="6724650" y="5797550"/>
          <p14:tracePt t="75413" x="6788150" y="5797550"/>
          <p14:tracePt t="75430" x="6832600" y="5797550"/>
          <p14:tracePt t="75447" x="6877050" y="5797550"/>
          <p14:tracePt t="75464" x="6959600" y="5791200"/>
          <p14:tracePt t="75480" x="6972300" y="5778500"/>
          <p14:tracePt t="75497" x="6991350" y="5772150"/>
          <p14:tracePt t="75530" x="7004050" y="5765800"/>
          <p14:tracePt t="75547" x="7023100" y="5753100"/>
          <p14:tracePt t="75563" x="7042150" y="5746750"/>
          <p14:tracePt t="75597" x="7042150" y="5740400"/>
          <p14:tracePt t="75643" x="7035800" y="5721350"/>
          <p14:tracePt t="75651" x="7035800" y="5715000"/>
          <p14:tracePt t="75663" x="7004050" y="5695950"/>
          <p14:tracePt t="75680" x="6946900" y="5670550"/>
          <p14:tracePt t="75697" x="6889750" y="5632450"/>
          <p14:tracePt t="75713" x="6832600" y="5600700"/>
          <p14:tracePt t="75730" x="6788150" y="5594350"/>
          <p14:tracePt t="75747" x="6718300" y="5562600"/>
          <p14:tracePt t="75763" x="6680200" y="5549900"/>
          <p14:tracePt t="75780" x="6597650" y="5543550"/>
          <p14:tracePt t="75796" x="6578600" y="5543550"/>
          <p14:tracePt t="75813" x="6559550" y="5549900"/>
          <p14:tracePt t="75830" x="6527800" y="5556250"/>
          <p14:tracePt t="75847" x="6521450" y="5562600"/>
          <p14:tracePt t="75864" x="6483350" y="5581650"/>
          <p14:tracePt t="75880" x="6457950" y="5594350"/>
          <p14:tracePt t="75897" x="6451600" y="5594350"/>
          <p14:tracePt t="75914" x="6413500" y="5626100"/>
          <p14:tracePt t="75930" x="6369050" y="5657850"/>
          <p14:tracePt t="75946" x="6305550" y="5721350"/>
          <p14:tracePt t="75963" x="6286500" y="5746750"/>
          <p14:tracePt t="75980" x="6273800" y="5772150"/>
          <p14:tracePt t="75997" x="6267450" y="5791200"/>
          <p14:tracePt t="76013" x="6261100" y="5803900"/>
          <p14:tracePt t="76030" x="6248400" y="5829300"/>
          <p14:tracePt t="76047" x="6242050" y="5829300"/>
          <p14:tracePt t="76063" x="6235700" y="5842000"/>
          <p14:tracePt t="76080" x="6235700" y="5854700"/>
          <p14:tracePt t="76097" x="6235700" y="5873750"/>
          <p14:tracePt t="76113" x="6242050" y="5886450"/>
          <p14:tracePt t="76130" x="6254750" y="5924550"/>
          <p14:tracePt t="76147" x="6267450" y="5949950"/>
          <p14:tracePt t="76163" x="6286500" y="5956300"/>
          <p14:tracePt t="76180" x="6318250" y="5969000"/>
          <p14:tracePt t="76197" x="6362700" y="5975350"/>
          <p14:tracePt t="76214" x="6388100" y="5969000"/>
          <p14:tracePt t="76230" x="6413500" y="5962650"/>
          <p14:tracePt t="76247" x="6464300" y="5949950"/>
          <p14:tracePt t="76263" x="6527800" y="5943600"/>
          <p14:tracePt t="76280" x="6680200" y="5918200"/>
          <p14:tracePt t="76297" x="6769100" y="5918200"/>
          <p14:tracePt t="76314" x="6826250" y="5918200"/>
          <p14:tracePt t="76330" x="6946900" y="5911850"/>
          <p14:tracePt t="76347" x="7239000" y="5861050"/>
          <p14:tracePt t="76363" x="7378700" y="5803900"/>
          <p14:tracePt t="76380" x="7531100" y="5721350"/>
          <p14:tracePt t="76397" x="7569200" y="5689600"/>
          <p14:tracePt t="76413" x="7639050" y="5638800"/>
          <p14:tracePt t="76430" x="7689850" y="5588000"/>
          <p14:tracePt t="76447" x="7880350" y="5403850"/>
          <p14:tracePt t="76464" x="7912100" y="5327650"/>
          <p14:tracePt t="76480" x="7950200" y="5245100"/>
          <p14:tracePt t="76497" x="7994650" y="5130800"/>
          <p14:tracePt t="76513" x="8032750" y="5035550"/>
          <p14:tracePt t="76530" x="8058150" y="4959350"/>
          <p14:tracePt t="76547" x="8083550" y="4819650"/>
          <p14:tracePt t="76563" x="8096250" y="4775200"/>
          <p14:tracePt t="76580" x="8102600" y="4743450"/>
          <p14:tracePt t="76597" x="8089900" y="4679950"/>
          <p14:tracePt t="76613" x="8089900" y="4660900"/>
          <p14:tracePt t="76630" x="8077200" y="4641850"/>
          <p14:tracePt t="76647" x="8051800" y="4616450"/>
          <p14:tracePt t="76663" x="8045450" y="4610100"/>
          <p14:tracePt t="76680" x="8013700" y="4597400"/>
          <p14:tracePt t="76697" x="7924800" y="4546600"/>
          <p14:tracePt t="76713" x="7848600" y="4508500"/>
          <p14:tracePt t="76730" x="7766050" y="4457700"/>
          <p14:tracePt t="76747" x="7620000" y="4362450"/>
          <p14:tracePt t="76763" x="7550150" y="4318000"/>
          <p14:tracePt t="76780" x="7473950" y="4286250"/>
          <p14:tracePt t="76797" x="7442200" y="4273550"/>
          <p14:tracePt t="76813" x="7410450" y="4267200"/>
          <p14:tracePt t="76830" x="7404100" y="4273550"/>
          <p14:tracePt t="76847" x="7366000" y="4311650"/>
          <p14:tracePt t="76863" x="7289800" y="4406900"/>
          <p14:tracePt t="76880" x="7232650" y="4476750"/>
          <p14:tracePt t="76897" x="7175500" y="4546600"/>
          <p14:tracePt t="76913" x="7162800" y="4559300"/>
          <p14:tracePt t="76930" x="7150100" y="4584700"/>
          <p14:tracePt t="76947" x="7143750" y="4591050"/>
          <p14:tracePt t="77003" x="7143750" y="4597400"/>
          <p14:tracePt t="77051" x="7150100" y="4597400"/>
          <p14:tracePt t="77059" x="7156450" y="4603750"/>
          <p14:tracePt t="77067" x="7162800" y="4616450"/>
          <p14:tracePt t="77080" x="7162800" y="4622800"/>
          <p14:tracePt t="77097" x="7188200" y="4667250"/>
          <p14:tracePt t="77113" x="7188200" y="4692650"/>
          <p14:tracePt t="77130" x="7194550" y="4699000"/>
          <p14:tracePt t="77147" x="7194550" y="4749800"/>
          <p14:tracePt t="77211" x="7188200" y="4749800"/>
          <p14:tracePt t="77236" x="7188200" y="4743450"/>
          <p14:tracePt t="77243" x="7181850" y="4743450"/>
          <p14:tracePt t="77251" x="7150100" y="4737100"/>
          <p14:tracePt t="77263" x="7150100" y="4730750"/>
          <p14:tracePt t="77280" x="7105650" y="4724400"/>
          <p14:tracePt t="77297" x="6921500" y="4718050"/>
          <p14:tracePt t="77313" x="6769100" y="4718050"/>
          <p14:tracePt t="77330" x="6610350" y="4718050"/>
          <p14:tracePt t="77347" x="5943600" y="4737100"/>
          <p14:tracePt t="77363" x="5861050" y="4737100"/>
          <p14:tracePt t="77380" x="5568950" y="4730750"/>
          <p14:tracePt t="77397" x="5454650" y="4724400"/>
          <p14:tracePt t="77413" x="5372100" y="4718050"/>
          <p14:tracePt t="77430" x="5295900" y="4711700"/>
          <p14:tracePt t="77447" x="5276850" y="4705350"/>
          <p14:tracePt t="77463" x="5264150" y="4699000"/>
          <p14:tracePt t="77480" x="5238750" y="4692650"/>
          <p14:tracePt t="77497" x="5226050" y="4692650"/>
          <p14:tracePt t="77513" x="5187950" y="4692650"/>
          <p14:tracePt t="77530" x="5168900" y="4692650"/>
          <p14:tracePt t="77547" x="5143500" y="4692650"/>
          <p14:tracePt t="77563" x="5073650" y="4692650"/>
          <p14:tracePt t="77580" x="5016500" y="4692650"/>
          <p14:tracePt t="77597" x="4959350" y="4692650"/>
          <p14:tracePt t="77613" x="4946650" y="4692650"/>
          <p14:tracePt t="77707" x="4953000" y="4692650"/>
          <p14:tracePt t="77723" x="4965700" y="4692650"/>
          <p14:tracePt t="77732" x="4972050" y="4686300"/>
          <p14:tracePt t="77739" x="4978400" y="4686300"/>
          <p14:tracePt t="77755" x="4991100" y="4679950"/>
          <p14:tracePt t="77763" x="5010150" y="4679950"/>
          <p14:tracePt t="77780" x="5073650" y="4679950"/>
          <p14:tracePt t="77797" x="5124450" y="4692650"/>
          <p14:tracePt t="77813" x="5207000" y="4718050"/>
          <p14:tracePt t="77830" x="5251450" y="4743450"/>
          <p14:tracePt t="77846" x="5295900" y="4756150"/>
          <p14:tracePt t="77863" x="5410200" y="4800600"/>
          <p14:tracePt t="77880" x="5499100" y="4813300"/>
          <p14:tracePt t="77896" x="5562600" y="4819650"/>
          <p14:tracePt t="77913" x="5664200" y="4826000"/>
          <p14:tracePt t="77930" x="5676900" y="4826000"/>
          <p14:tracePt t="77946" x="5695950" y="4819650"/>
          <p14:tracePt t="77963" x="5702300" y="4819650"/>
          <p14:tracePt t="77980" x="5702300" y="4806950"/>
          <p14:tracePt t="77996" x="5708650" y="4781550"/>
          <p14:tracePt t="78013" x="5715000" y="4749800"/>
          <p14:tracePt t="78030" x="5721350" y="4699000"/>
          <p14:tracePt t="78047" x="5727700" y="4679950"/>
          <p14:tracePt t="78063" x="5727700" y="4654550"/>
          <p14:tracePt t="78080" x="5708650" y="4578350"/>
          <p14:tracePt t="78097" x="5676900" y="4546600"/>
          <p14:tracePt t="78113" x="5619750" y="4521200"/>
          <p14:tracePt t="78130" x="5518150" y="4476750"/>
          <p14:tracePt t="78147" x="5467350" y="4476750"/>
          <p14:tracePt t="78163" x="5378450" y="4476750"/>
          <p14:tracePt t="78180" x="5308600" y="4489450"/>
          <p14:tracePt t="78197" x="5232400" y="4514850"/>
          <p14:tracePt t="78214" x="5124450" y="4559300"/>
          <p14:tracePt t="78230" x="5092700" y="4584700"/>
          <p14:tracePt t="78247" x="5073650" y="4603750"/>
          <p14:tracePt t="78263" x="5041900" y="4641850"/>
          <p14:tracePt t="78280" x="5022850" y="4654550"/>
          <p14:tracePt t="78297" x="5016500" y="4667250"/>
          <p14:tracePt t="78330" x="5010150" y="4673600"/>
          <p14:tracePt t="78347" x="5010150" y="4679950"/>
          <p14:tracePt t="78363" x="5010150" y="4692650"/>
          <p14:tracePt t="78380" x="5010150" y="4705350"/>
          <p14:tracePt t="78397" x="5029200" y="4724400"/>
          <p14:tracePt t="78413" x="5041900" y="4737100"/>
          <p14:tracePt t="78430" x="5054600" y="4743450"/>
          <p14:tracePt t="78447" x="5067300" y="4743450"/>
          <p14:tracePt t="78463" x="5143500" y="4743450"/>
          <p14:tracePt t="78480" x="5175250" y="4737100"/>
          <p14:tracePt t="78497" x="5219700" y="4730750"/>
          <p14:tracePt t="78513" x="5283200" y="4730750"/>
          <p14:tracePt t="78530" x="5327650" y="4730750"/>
          <p14:tracePt t="78547" x="5384800" y="4730750"/>
          <p14:tracePt t="78563" x="5454650" y="4762500"/>
          <p14:tracePt t="78580" x="5486400" y="4794250"/>
          <p14:tracePt t="78597" x="5543550" y="4838700"/>
          <p14:tracePt t="78613" x="5600700" y="4927600"/>
          <p14:tracePt t="78630" x="5670550" y="5016500"/>
          <p14:tracePt t="78647" x="5734050" y="5143500"/>
          <p14:tracePt t="78663" x="5848350" y="5391150"/>
          <p14:tracePt t="78680" x="5905500" y="5518150"/>
          <p14:tracePt t="78697" x="5943600" y="5575300"/>
          <p14:tracePt t="78713" x="6038850" y="5715000"/>
          <p14:tracePt t="78730" x="6096000" y="5778500"/>
          <p14:tracePt t="78747" x="6159500" y="5835650"/>
          <p14:tracePt t="78763" x="6197600" y="5848350"/>
          <p14:tracePt t="78780" x="6216650" y="5854700"/>
          <p14:tracePt t="78797" x="6254750" y="5867400"/>
          <p14:tracePt t="78813" x="6324600" y="5899150"/>
          <p14:tracePt t="78830" x="6394450" y="5924550"/>
          <p14:tracePt t="78847" x="6451600" y="5949950"/>
          <p14:tracePt t="78863" x="6477000" y="5962650"/>
          <p14:tracePt t="78880" x="6521450" y="5975350"/>
          <p14:tracePt t="78897" x="6616700" y="6000750"/>
          <p14:tracePt t="78913" x="6642100" y="6013450"/>
          <p14:tracePt t="78930" x="6680200" y="6019800"/>
          <p14:tracePt t="78947" x="6718300" y="6032500"/>
          <p14:tracePt t="78963" x="6731000" y="6032500"/>
          <p14:tracePt t="78981" x="6737350" y="6032500"/>
          <p14:tracePt t="78996" x="6743700" y="6032500"/>
          <p14:tracePt t="79013" x="6756400" y="6032500"/>
          <p14:tracePt t="79030" x="6762750" y="6032500"/>
          <p14:tracePt t="79047" x="6775450" y="6032500"/>
          <p14:tracePt t="79063" x="6807200" y="6019800"/>
          <p14:tracePt t="79080" x="6883400" y="6013450"/>
          <p14:tracePt t="79097" x="6934200" y="5981700"/>
          <p14:tracePt t="79113" x="7016750" y="5918200"/>
          <p14:tracePt t="79130" x="7080250" y="5867400"/>
          <p14:tracePt t="79147" x="7143750" y="5797550"/>
          <p14:tracePt t="79164" x="7289800" y="5657850"/>
          <p14:tracePt t="79180" x="7378700" y="5568950"/>
          <p14:tracePt t="79197" x="7467600" y="5473700"/>
          <p14:tracePt t="79213" x="7620000" y="5308600"/>
          <p14:tracePt t="79230" x="7645400" y="5245100"/>
          <p14:tracePt t="79247" x="7721600" y="5149850"/>
          <p14:tracePt t="79263" x="7778750" y="5048250"/>
          <p14:tracePt t="79280" x="7867650" y="4933950"/>
          <p14:tracePt t="79297" x="7899400" y="4889500"/>
          <p14:tracePt t="79313" x="7905750" y="4870450"/>
          <p14:tracePt t="79330" x="7905750" y="4857750"/>
          <p14:tracePt t="79372" x="7918450" y="4857750"/>
          <p14:tracePt t="79419" x="7918450" y="4864100"/>
          <p14:tracePt t="79427" x="7918450" y="4870450"/>
          <p14:tracePt t="79435" x="7924800" y="4883150"/>
          <p14:tracePt t="79451" x="7924800" y="4889500"/>
          <p14:tracePt t="79463" x="7931150" y="4902200"/>
          <p14:tracePt t="79480" x="7931150" y="4908550"/>
          <p14:tracePt t="79497" x="7931150" y="4959350"/>
          <p14:tracePt t="79513" x="7918450" y="5022850"/>
          <p14:tracePt t="79530" x="7886700" y="5118100"/>
          <p14:tracePt t="79547" x="7632700" y="5308600"/>
          <p14:tracePt t="79563" x="7486650" y="5353050"/>
          <p14:tracePt t="79580" x="7397750" y="5384800"/>
          <p14:tracePt t="79597" x="7378700" y="5384800"/>
          <p14:tracePt t="79867" x="7378700" y="5378450"/>
          <p14:tracePt t="79890" x="7378700" y="5372100"/>
          <p14:tracePt t="79906" x="7385050" y="5365750"/>
          <p14:tracePt t="79915" x="7385050" y="5359400"/>
          <p14:tracePt t="79979" x="7372350" y="5372100"/>
          <p14:tracePt t="79995" x="7372350" y="5378450"/>
          <p14:tracePt t="80003" x="7359650" y="5378450"/>
          <p14:tracePt t="80013" x="7359650" y="5384800"/>
          <p14:tracePt t="80029" x="7346950" y="5397500"/>
          <p14:tracePt t="80046" x="7340600" y="5397500"/>
          <p14:tracePt t="80063" x="7327900" y="5397500"/>
          <p14:tracePt t="80080" x="7302500" y="5397500"/>
          <p14:tracePt t="80097" x="7277100" y="5397500"/>
          <p14:tracePt t="80114" x="7251700" y="5397500"/>
          <p14:tracePt t="80130" x="7245350" y="5397500"/>
          <p14:tracePt t="80147" x="7232650" y="5391150"/>
          <p14:tracePt t="80387" x="7239000" y="5384800"/>
          <p14:tracePt t="80459" x="7239000" y="5378450"/>
          <p14:tracePt t="80499" x="7232650" y="5378450"/>
          <p14:tracePt t="80515" x="7232650" y="5365750"/>
          <p14:tracePt t="80547" x="7232650" y="5359400"/>
          <p14:tracePt t="80563" x="7232650" y="5346700"/>
          <p14:tracePt t="80579" x="7226300" y="5334000"/>
          <p14:tracePt t="80603" x="7226300" y="5327650"/>
          <p14:tracePt t="80611" x="7226300" y="5314950"/>
          <p14:tracePt t="80619" x="7226300" y="5308600"/>
          <p14:tracePt t="80630" x="7226300" y="5295900"/>
          <p14:tracePt t="80646" x="7226300" y="5289550"/>
          <p14:tracePt t="80739" x="7219950" y="5289550"/>
          <p14:tracePt t="80755" x="7213600" y="5308600"/>
          <p14:tracePt t="80763" x="7200900" y="5334000"/>
          <p14:tracePt t="80771" x="7188200" y="5372100"/>
          <p14:tracePt t="80780" x="7156450" y="5448300"/>
          <p14:tracePt t="80797" x="7137400" y="5518150"/>
          <p14:tracePt t="80813" x="7137400" y="5530850"/>
          <p14:tracePt t="80830" x="7131050" y="5575300"/>
          <p14:tracePt t="80847" x="7137400" y="5638800"/>
          <p14:tracePt t="80863" x="7137400" y="5670550"/>
          <p14:tracePt t="80880" x="7137400" y="5702300"/>
          <p14:tracePt t="80897" x="7143750" y="5708650"/>
          <p14:tracePt t="80913" x="7181850" y="5721350"/>
          <p14:tracePt t="80930" x="7188200" y="5734050"/>
          <p14:tracePt t="80947" x="7207250" y="5753100"/>
          <p14:tracePt t="80963" x="7213600" y="5759450"/>
          <p14:tracePt t="80980" x="7219950" y="5765800"/>
          <p14:tracePt t="80997" x="7245350" y="5765800"/>
          <p14:tracePt t="81014" x="7289800" y="5753100"/>
          <p14:tracePt t="81030" x="7353300" y="5715000"/>
          <p14:tracePt t="81047" x="7512050" y="5632450"/>
          <p14:tracePt t="81063" x="7639050" y="5568950"/>
          <p14:tracePt t="81080" x="7708900" y="5511800"/>
          <p14:tracePt t="81097" x="7867650" y="5384800"/>
          <p14:tracePt t="81113" x="7969250" y="5302250"/>
          <p14:tracePt t="81130" x="8058150" y="5219700"/>
          <p14:tracePt t="81147" x="8128000" y="5099050"/>
          <p14:tracePt t="81163" x="8140700" y="5092700"/>
          <p14:tracePt t="81180" x="8140700" y="5086350"/>
          <p14:tracePt t="81197" x="8140700" y="5067300"/>
          <p14:tracePt t="81214" x="8140700" y="5022850"/>
          <p14:tracePt t="81230" x="8128000" y="4965700"/>
          <p14:tracePt t="81247" x="8045450" y="4673600"/>
          <p14:tracePt t="81263" x="7874000" y="4387850"/>
          <p14:tracePt t="81280" x="7689850" y="4006850"/>
          <p14:tracePt t="81297" x="7188200" y="3333750"/>
          <p14:tracePt t="81314" x="7023100" y="3181350"/>
          <p14:tracePt t="81330" x="6724650" y="2978150"/>
          <p14:tracePt t="81347" x="6299200" y="2838450"/>
          <p14:tracePt t="81363" x="6153150" y="2819400"/>
          <p14:tracePt t="81380" x="5949950" y="2813050"/>
          <p14:tracePt t="81397" x="5880100" y="2813050"/>
          <p14:tracePt t="81413" x="5784850" y="2832100"/>
          <p14:tracePt t="81430" x="5651500" y="2895600"/>
          <p14:tracePt t="81447" x="5626100" y="2914650"/>
          <p14:tracePt t="81464" x="5600700" y="2933700"/>
          <p14:tracePt t="81499" x="5588000" y="2933700"/>
          <p14:tracePt t="81563" x="5588000" y="2940050"/>
          <p14:tracePt t="81571" x="5588000" y="2946400"/>
          <p14:tracePt t="81580" x="5588000" y="2952750"/>
          <p14:tracePt t="81596" x="5588000" y="2965450"/>
          <p14:tracePt t="81613" x="5588000" y="2978150"/>
          <p14:tracePt t="81630" x="5575300" y="3035300"/>
          <p14:tracePt t="81646" x="5575300" y="3067050"/>
          <p14:tracePt t="81663" x="5549900" y="3124200"/>
          <p14:tracePt t="81680" x="5543550" y="3136900"/>
          <p14:tracePt t="81696" x="5530850" y="3168650"/>
          <p14:tracePt t="81714" x="5524500" y="3206750"/>
          <p14:tracePt t="81730" x="5480050" y="3289300"/>
          <p14:tracePt t="81747" x="5397500" y="3390900"/>
          <p14:tracePt t="81763" x="5365750" y="3422650"/>
          <p14:tracePt t="81780" x="5321300" y="3460750"/>
          <p14:tracePt t="81797" x="5270500" y="3492500"/>
          <p14:tracePt t="81813" x="5232400" y="3511550"/>
          <p14:tracePt t="81830" x="5219700" y="3524250"/>
          <p14:tracePt t="81847" x="5213350" y="3524250"/>
          <p14:tracePt t="81863" x="5194300" y="3524250"/>
          <p14:tracePt t="82075" x="5187950" y="3524250"/>
          <p14:tracePt t="82139" x="5187950" y="3511550"/>
          <p14:tracePt t="82163" x="5187950" y="3505200"/>
          <p14:tracePt t="82179" x="5187950" y="3492500"/>
          <p14:tracePt t="82194" x="5181600" y="3479800"/>
          <p14:tracePt t="82203" x="5181600" y="3473450"/>
          <p14:tracePt t="82213" x="5175250" y="3473450"/>
          <p14:tracePt t="82230" x="5175250" y="3467100"/>
          <p14:tracePt t="82247" x="5168900" y="3460750"/>
          <p14:tracePt t="82263" x="5162550" y="3454400"/>
          <p14:tracePt t="82280" x="5162550" y="3448050"/>
          <p14:tracePt t="82297" x="5149850" y="3441700"/>
          <p14:tracePt t="82313" x="5149850" y="3435350"/>
          <p14:tracePt t="82332" x="5143500" y="3422650"/>
          <p14:tracePt t="82346" x="5130800" y="3409950"/>
          <p14:tracePt t="82363" x="5092700" y="3365500"/>
          <p14:tracePt t="82380" x="5073650" y="3340100"/>
          <p14:tracePt t="82397" x="4978400" y="3194050"/>
          <p14:tracePt t="82413" x="4921250" y="3111500"/>
          <p14:tracePt t="82430" x="4787900" y="2901950"/>
          <p14:tracePt t="82447" x="4699000" y="2743200"/>
          <p14:tracePt t="82463" x="4641850" y="2679700"/>
          <p14:tracePt t="82480" x="4464050" y="2413000"/>
          <p14:tracePt t="82497" x="4311650" y="2197100"/>
          <p14:tracePt t="82514" x="3892550" y="1549400"/>
          <p14:tracePt t="82530" x="3784600" y="1377950"/>
          <p14:tracePt t="82547" x="3594100" y="1123950"/>
          <p14:tracePt t="82563" x="3276600" y="704850"/>
          <p14:tracePt t="82580" x="3155950" y="558800"/>
          <p14:tracePt t="82597" x="3041650" y="463550"/>
          <p14:tracePt t="82613" x="2933700" y="349250"/>
          <p14:tracePt t="82630" x="2901950" y="317500"/>
          <p14:tracePt t="82647" x="2838450" y="254000"/>
          <p14:tracePt t="82663" x="2787650" y="177800"/>
          <p14:tracePt t="82680" x="2762250" y="146050"/>
          <p14:tracePt t="82697" x="2755900" y="133350"/>
          <p14:tracePt t="82713" x="2743200" y="127000"/>
          <p14:tracePt t="82907" x="2743200" y="114300"/>
          <p14:tracePt t="82915" x="2749550" y="107950"/>
          <p14:tracePt t="82923" x="2755900" y="82550"/>
          <p14:tracePt t="82932" x="2762250" y="44450"/>
          <p14:tracePt t="82947" x="2762250" y="0"/>
          <p14:tracePt t="82963" x="2794000" y="0"/>
          <p14:tracePt t="82997" x="2774950" y="0"/>
          <p14:tracePt t="83013" x="2628900" y="0"/>
          <p14:tracePt t="83030" x="2565400" y="0"/>
          <p14:tracePt t="83047" x="2374900" y="0"/>
          <p14:tracePt t="83063" x="1816100" y="0"/>
          <p14:tracePt t="83080" x="1397000" y="0"/>
          <p14:tracePt t="83097" x="717550" y="0"/>
          <p14:tracePt t="83113" x="622300" y="0"/>
          <p14:tracePt t="83130" x="19050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46075" y="736600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1.2.2 Physical Structures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Physical topology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2116138"/>
            <a:ext cx="5680075" cy="230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 advTm="17379"/>
  <p:timing>
    <p:tnLst>
      <p:par>
        <p:cTn id="1" dur="indefinite" restart="never" nodeType="tmRoot"/>
      </p:par>
    </p:tnLst>
  </p:timing>
  <p:extLst>
    <p:ext uri="{3A86A75C-4F4B-4683-9AE1-C65F6400EC91}">
      <p14:laserTraceLst xmlns:p14="http://schemas.microsoft.com/office/powerpoint/2010/main">
        <p14:tracePtLst>
          <p14:tracePt t="202" x="4673600" y="3740150"/>
          <p14:tracePt t="250" x="4673600" y="3746500"/>
          <p14:tracePt t="426" x="4673600" y="3759200"/>
          <p14:tracePt t="443" x="4679950" y="3771900"/>
          <p14:tracePt t="451" x="4686300" y="3771900"/>
          <p14:tracePt t="459" x="4692650" y="3778250"/>
          <p14:tracePt t="467" x="4705350" y="3784600"/>
          <p14:tracePt t="492" x="4718050" y="3784600"/>
          <p14:tracePt t="515" x="4724400" y="3784600"/>
          <p14:tracePt t="524" x="4724400" y="3778250"/>
          <p14:tracePt t="531" x="4730750" y="3771900"/>
          <p14:tracePt t="548" x="4730750" y="3740150"/>
          <p14:tracePt t="565" x="4743450" y="3670300"/>
          <p14:tracePt t="581" x="4730750" y="3467100"/>
          <p14:tracePt t="598" x="4730750" y="3403600"/>
          <p14:tracePt t="615" x="4724400" y="3200400"/>
          <p14:tracePt t="631" x="4730750" y="2914650"/>
          <p14:tracePt t="648" x="4660900" y="2305050"/>
          <p14:tracePt t="665" x="4641850" y="1854200"/>
          <p14:tracePt t="682" x="4597400" y="1619250"/>
          <p14:tracePt t="699" x="4419600" y="819150"/>
          <p14:tracePt t="715" x="4292600" y="571500"/>
          <p14:tracePt t="731" x="4152900" y="330200"/>
          <p14:tracePt t="748" x="4083050" y="254000"/>
          <p14:tracePt t="765" x="4038600" y="234950"/>
          <p14:tracePt t="782" x="3994150" y="222250"/>
          <p14:tracePt t="798" x="3930650" y="215900"/>
          <p14:tracePt t="815" x="3867150" y="222250"/>
          <p14:tracePt t="831" x="3854450" y="228600"/>
          <p14:tracePt t="848" x="3803650" y="247650"/>
          <p14:tracePt t="865" x="3765550" y="254000"/>
          <p14:tracePt t="881" x="3746500" y="260350"/>
          <p14:tracePt t="898" x="3733800" y="266700"/>
          <p14:tracePt t="932" x="3721100" y="266700"/>
          <p14:tracePt t="948" x="3683000" y="279400"/>
          <p14:tracePt t="965" x="3562350" y="330200"/>
          <p14:tracePt t="981" x="3498850" y="368300"/>
          <p14:tracePt t="998" x="3327400" y="438150"/>
          <p14:tracePt t="1015" x="3111500" y="571500"/>
          <p14:tracePt t="1031" x="2971800" y="654050"/>
          <p14:tracePt t="1048" x="2825750" y="749300"/>
          <p14:tracePt t="1065" x="2609850" y="889000"/>
          <p14:tracePt t="1082" x="2476500" y="965200"/>
          <p14:tracePt t="1098" x="2165350" y="1111250"/>
          <p14:tracePt t="1115" x="2032000" y="1168400"/>
          <p14:tracePt t="1132" x="1816100" y="1257300"/>
          <p14:tracePt t="1149" x="1771650" y="1270000"/>
          <p14:tracePt t="1165" x="1638300" y="1333500"/>
          <p14:tracePt t="1181" x="1473200" y="1416050"/>
          <p14:tracePt t="1198" x="1397000" y="1447800"/>
          <p14:tracePt t="1215" x="1365250" y="1460500"/>
          <p14:tracePt t="1231" x="1358900" y="1460500"/>
          <p14:tracePt t="1306" x="1358900" y="1454150"/>
          <p14:tracePt t="1331" x="1352550" y="1447800"/>
          <p14:tracePt t="1346" x="1346200" y="1435100"/>
          <p14:tracePt t="1371" x="1346200" y="1422400"/>
          <p14:tracePt t="1386" x="1339850" y="1416050"/>
          <p14:tracePt t="1398" x="1333500" y="1403350"/>
          <p14:tracePt t="1415" x="1270000" y="1377950"/>
          <p14:tracePt t="1431" x="1250950" y="1365250"/>
          <p14:tracePt t="1448" x="1162050" y="1333500"/>
          <p14:tracePt t="1465" x="1022350" y="1308100"/>
          <p14:tracePt t="1482" x="946150" y="1301750"/>
          <p14:tracePt t="1498" x="666750" y="1282700"/>
          <p14:tracePt t="1515" x="577850" y="1282700"/>
          <p14:tracePt t="1531" x="565150" y="1282700"/>
          <p14:tracePt t="1548" x="552450" y="1282700"/>
          <p14:tracePt t="1565" x="539750" y="1282700"/>
          <p14:tracePt t="2131" x="539750" y="1276350"/>
          <p14:tracePt t="2147" x="546100" y="1276350"/>
          <p14:tracePt t="2158" x="546100" y="1270000"/>
          <p14:tracePt t="2171" x="552450" y="1270000"/>
          <p14:tracePt t="2182" x="558800" y="1270000"/>
          <p14:tracePt t="2198" x="571500" y="1257300"/>
          <p14:tracePt t="2214" x="590550" y="1257300"/>
          <p14:tracePt t="2231" x="603250" y="1257300"/>
          <p14:tracePt t="2248" x="628650" y="1257300"/>
          <p14:tracePt t="2265" x="666750" y="1257300"/>
          <p14:tracePt t="2281" x="673100" y="1257300"/>
          <p14:tracePt t="2298" x="730250" y="1250950"/>
          <p14:tracePt t="2315" x="781050" y="1244600"/>
          <p14:tracePt t="2331" x="838200" y="1238250"/>
          <p14:tracePt t="2348" x="876300" y="1238250"/>
          <p14:tracePt t="2364" x="927100" y="1231900"/>
          <p14:tracePt t="2381" x="946150" y="1231900"/>
          <p14:tracePt t="2398" x="1022350" y="1231900"/>
          <p14:tracePt t="2414" x="1060450" y="1231900"/>
          <p14:tracePt t="2431" x="1111250" y="1231900"/>
          <p14:tracePt t="2448" x="1181100" y="1225550"/>
          <p14:tracePt t="2464" x="1244600" y="1219200"/>
          <p14:tracePt t="2482" x="1333500" y="1206500"/>
          <p14:tracePt t="2498" x="1441450" y="1187450"/>
          <p14:tracePt t="2514" x="1587500" y="1174750"/>
          <p14:tracePt t="2531" x="1651000" y="1168400"/>
          <p14:tracePt t="2548" x="1689100" y="1168400"/>
          <p14:tracePt t="2564" x="1822450" y="1168400"/>
          <p14:tracePt t="2581" x="1898650" y="1162050"/>
          <p14:tracePt t="2598" x="1987550" y="1162050"/>
          <p14:tracePt t="2614" x="2101850" y="1168400"/>
          <p14:tracePt t="2631" x="2139950" y="1174750"/>
          <p14:tracePt t="2648" x="2190750" y="1181100"/>
          <p14:tracePt t="2664" x="2311400" y="1187450"/>
          <p14:tracePt t="2682" x="2393950" y="1187450"/>
          <p14:tracePt t="2698" x="2489200" y="1187450"/>
          <p14:tracePt t="2714" x="2597150" y="1200150"/>
          <p14:tracePt t="2731" x="2641600" y="1206500"/>
          <p14:tracePt t="2748" x="2724150" y="1212850"/>
          <p14:tracePt t="2764" x="2844800" y="1238250"/>
          <p14:tracePt t="2781" x="2933700" y="1244600"/>
          <p14:tracePt t="2798" x="2965450" y="1244600"/>
          <p14:tracePt t="2814" x="3073400" y="1244600"/>
          <p14:tracePt t="2831" x="3117850" y="1244600"/>
          <p14:tracePt t="2848" x="3149600" y="1244600"/>
          <p14:tracePt t="2864" x="3194050" y="1244600"/>
          <p14:tracePt t="2881" x="3289300" y="1244600"/>
          <p14:tracePt t="2898" x="3378200" y="1244600"/>
          <p14:tracePt t="2914" x="3409950" y="1244600"/>
          <p14:tracePt t="2931" x="3473450" y="1244600"/>
          <p14:tracePt t="2948" x="3536950" y="1244600"/>
          <p14:tracePt t="2964" x="3568700" y="1244600"/>
          <p14:tracePt t="2981" x="3619500" y="1244600"/>
          <p14:tracePt t="2998" x="3638550" y="1244600"/>
          <p14:tracePt t="3107" x="3632200" y="1250950"/>
          <p14:tracePt t="3122" x="3606800" y="1263650"/>
          <p14:tracePt t="3132" x="3568700" y="1276350"/>
          <p14:tracePt t="3148" x="3429000" y="1333500"/>
          <p14:tracePt t="3165" x="3289300" y="1371600"/>
          <p14:tracePt t="3181" x="3213100" y="1390650"/>
          <p14:tracePt t="3198" x="2851150" y="1460500"/>
          <p14:tracePt t="3215" x="2546350" y="1517650"/>
          <p14:tracePt t="3231" x="1962150" y="1600200"/>
          <p14:tracePt t="3248" x="1720850" y="1625600"/>
          <p14:tracePt t="3265" x="1581150" y="1631950"/>
          <p14:tracePt t="3282" x="1390650" y="1631950"/>
          <p14:tracePt t="3298" x="908050" y="1651000"/>
          <p14:tracePt t="3315" x="819150" y="1651000"/>
          <p14:tracePt t="3331" x="749300" y="1651000"/>
          <p14:tracePt t="3348" x="730250" y="1657350"/>
          <p14:tracePt t="3365" x="723900" y="1657350"/>
          <p14:tracePt t="3427" x="717550" y="1657350"/>
          <p14:tracePt t="3435" x="711200" y="1670050"/>
          <p14:tracePt t="3448" x="704850" y="1670050"/>
          <p14:tracePt t="3465" x="698500" y="1670050"/>
          <p14:tracePt t="3482" x="698500" y="1676400"/>
          <p14:tracePt t="3498" x="654050" y="1701800"/>
          <p14:tracePt t="3515" x="635000" y="1714500"/>
          <p14:tracePt t="3531" x="628650" y="1714500"/>
          <p14:tracePt t="3548" x="603250" y="1733550"/>
          <p14:tracePt t="3565" x="590550" y="1733550"/>
          <p14:tracePt t="3714" x="596900" y="1733550"/>
          <p14:tracePt t="3787" x="590550" y="1733550"/>
          <p14:tracePt t="4443" x="577850" y="1733550"/>
          <p14:tracePt t="4747" x="565150" y="1746250"/>
          <p14:tracePt t="4779" x="565150" y="1752600"/>
          <p14:tracePt t="4787" x="565150" y="1758950"/>
          <p14:tracePt t="7018" x="565150" y="1752600"/>
          <p14:tracePt t="7122" x="571500" y="1746250"/>
          <p14:tracePt t="7155" x="577850" y="1746250"/>
          <p14:tracePt t="7818" x="584200" y="1746250"/>
          <p14:tracePt t="7835" x="590550" y="1746250"/>
          <p14:tracePt t="7843" x="596900" y="1746250"/>
          <p14:tracePt t="7851" x="609600" y="1746250"/>
          <p14:tracePt t="7865" x="647700" y="1758950"/>
          <p14:tracePt t="7881" x="723900" y="1803400"/>
          <p14:tracePt t="7898" x="819150" y="1866900"/>
          <p14:tracePt t="7915" x="889000" y="1898650"/>
          <p14:tracePt t="7932" x="1130300" y="2025650"/>
          <p14:tracePt t="7948" x="1320800" y="2108200"/>
          <p14:tracePt t="7965" x="1593850" y="2209800"/>
          <p14:tracePt t="7981" x="2260600" y="2406650"/>
          <p14:tracePt t="7998" x="2514600" y="2476500"/>
          <p14:tracePt t="8014" x="2927350" y="2571750"/>
          <p14:tracePt t="8031" x="3651250" y="2679700"/>
          <p14:tracePt t="8048" x="3949700" y="2730500"/>
          <p14:tracePt t="8064" x="4102100" y="2736850"/>
          <p14:tracePt t="8081" x="4305300" y="2736850"/>
          <p14:tracePt t="8098" x="4362450" y="2736850"/>
          <p14:tracePt t="8115" x="4400550" y="2724150"/>
          <p14:tracePt t="8131" x="4400550" y="2717800"/>
          <p14:tracePt t="8148" x="4413250" y="2711450"/>
          <p14:tracePt t="8165" x="4432300" y="2711450"/>
          <p14:tracePt t="8182" x="4457700" y="2705100"/>
          <p14:tracePt t="8198" x="4514850" y="2698750"/>
          <p14:tracePt t="8215" x="4679950" y="2698750"/>
          <p14:tracePt t="8231" x="4705350" y="2698750"/>
          <p14:tracePt t="8248" x="4800600" y="2698750"/>
          <p14:tracePt t="8265" x="4908550" y="2698750"/>
          <p14:tracePt t="8282" x="5073650" y="2698750"/>
          <p14:tracePt t="8298" x="5156200" y="2686050"/>
          <p14:tracePt t="8315" x="5175250" y="2679700"/>
          <p14:tracePt t="8331" x="5194300" y="2654300"/>
          <p14:tracePt t="8348" x="5200650" y="2641600"/>
          <p14:tracePt t="8365" x="5207000" y="2635250"/>
          <p14:tracePt t="8382" x="5207000" y="2628900"/>
          <p14:tracePt t="8398" x="5207000" y="2609850"/>
          <p14:tracePt t="8415" x="5232400" y="2578100"/>
          <p14:tracePt t="8431" x="5232400" y="2565400"/>
          <p14:tracePt t="8448" x="5232400" y="2546350"/>
          <p14:tracePt t="8465" x="5238750" y="2514600"/>
          <p14:tracePt t="8482" x="5232400" y="2444750"/>
          <p14:tracePt t="8498" x="5200650" y="2324100"/>
          <p14:tracePt t="8514" x="5162550" y="2273300"/>
          <p14:tracePt t="8531" x="5105400" y="2209800"/>
          <p14:tracePt t="8548" x="5086350" y="2171700"/>
          <p14:tracePt t="8565" x="5048250" y="2133600"/>
          <p14:tracePt t="8582" x="4978400" y="2095500"/>
          <p14:tracePt t="8598" x="4921250" y="2063750"/>
          <p14:tracePt t="8615" x="4889500" y="2057400"/>
          <p14:tracePt t="8631" x="4768850" y="2019300"/>
          <p14:tracePt t="8648" x="4673600" y="2006600"/>
          <p14:tracePt t="8665" x="4483100" y="1987550"/>
          <p14:tracePt t="8682" x="4406900" y="1987550"/>
          <p14:tracePt t="8699" x="4292600" y="1987550"/>
          <p14:tracePt t="8715" x="4152900" y="2012950"/>
          <p14:tracePt t="8731" x="4032250" y="2032000"/>
          <p14:tracePt t="8748" x="3975100" y="2044700"/>
          <p14:tracePt t="8765" x="3829050" y="2070100"/>
          <p14:tracePt t="8781" x="3797300" y="2082800"/>
          <p14:tracePt t="8798" x="3740150" y="2101850"/>
          <p14:tracePt t="8815" x="3670300" y="2146300"/>
          <p14:tracePt t="8831" x="3632200" y="2165350"/>
          <p14:tracePt t="8848" x="3556000" y="2216150"/>
          <p14:tracePt t="8865" x="3530600" y="2235200"/>
          <p14:tracePt t="8881" x="3498850" y="2260600"/>
          <p14:tracePt t="8898" x="3416300" y="2349500"/>
          <p14:tracePt t="8915" x="3390900" y="2393950"/>
          <p14:tracePt t="8931" x="3384550" y="2425700"/>
          <p14:tracePt t="8965" x="3384550" y="2451100"/>
          <p14:tracePt t="8982" x="3390900" y="2482850"/>
          <p14:tracePt t="8998" x="3390900" y="2501900"/>
          <p14:tracePt t="9015" x="3403600" y="2520950"/>
          <p14:tracePt t="9031" x="3403600" y="2533650"/>
          <p14:tracePt t="9048" x="3409950" y="2559050"/>
          <p14:tracePt t="9065" x="3416300" y="2584450"/>
          <p14:tracePt t="9082" x="3429000" y="2597150"/>
          <p14:tracePt t="9098" x="3448050" y="2628900"/>
          <p14:tracePt t="9115" x="3448050" y="2647950"/>
          <p14:tracePt t="9131" x="3473450" y="2660650"/>
          <p14:tracePt t="9148" x="3492500" y="2679700"/>
          <p14:tracePt t="9165" x="3530600" y="2717800"/>
          <p14:tracePt t="9181" x="3556000" y="2755900"/>
          <p14:tracePt t="9198" x="3619500" y="2794000"/>
          <p14:tracePt t="9215" x="3625850" y="2806700"/>
          <p14:tracePt t="9231" x="3683000" y="2838450"/>
          <p14:tracePt t="9248" x="3778250" y="2876550"/>
          <p14:tracePt t="9265" x="3841750" y="2901950"/>
          <p14:tracePt t="9281" x="3924300" y="2927350"/>
          <p14:tracePt t="9298" x="4121150" y="2965450"/>
          <p14:tracePt t="9315" x="4241800" y="2978150"/>
          <p14:tracePt t="9331" x="4508500" y="2997200"/>
          <p14:tracePt t="9348" x="4648200" y="3003550"/>
          <p14:tracePt t="9365" x="4768850" y="3009900"/>
          <p14:tracePt t="9382" x="4813300" y="3009900"/>
          <p14:tracePt t="9398" x="5010150" y="2997200"/>
          <p14:tracePt t="9415" x="5086350" y="2978150"/>
          <p14:tracePt t="9431" x="5168900" y="2940050"/>
          <p14:tracePt t="9448" x="5334000" y="2844800"/>
          <p14:tracePt t="9465" x="5416550" y="2781300"/>
          <p14:tracePt t="9482" x="5467350" y="2749550"/>
          <p14:tracePt t="9498" x="5613400" y="2584450"/>
          <p14:tracePt t="9514" x="5651500" y="2508250"/>
          <p14:tracePt t="9531" x="5676900" y="2413000"/>
          <p14:tracePt t="9548" x="5670550" y="2260600"/>
          <p14:tracePt t="9565" x="5664200" y="2209800"/>
          <p14:tracePt t="9581" x="5626100" y="2120900"/>
          <p14:tracePt t="9598" x="5556250" y="1974850"/>
          <p14:tracePt t="9615" x="5511800" y="1905000"/>
          <p14:tracePt t="9632" x="5429250" y="1835150"/>
          <p14:tracePt t="9648" x="5397500" y="1809750"/>
          <p14:tracePt t="9665" x="5334000" y="1771650"/>
          <p14:tracePt t="9682" x="5187950" y="1727200"/>
          <p14:tracePt t="9698" x="4978400" y="1625600"/>
          <p14:tracePt t="9715" x="4654550" y="1536700"/>
          <p14:tracePt t="9731" x="4603750" y="1530350"/>
          <p14:tracePt t="9748" x="4527550" y="1511300"/>
          <p14:tracePt t="9765" x="4483100" y="1511300"/>
          <p14:tracePt t="9781" x="4457700" y="1524000"/>
          <p14:tracePt t="9815" x="4451350" y="1530350"/>
          <p14:tracePt t="9831" x="4451350" y="1549400"/>
          <p14:tracePt t="9848" x="4457700" y="1581150"/>
          <p14:tracePt t="9865" x="4457700" y="1587500"/>
          <p14:tracePt t="9882" x="4457700" y="1600200"/>
          <p14:tracePt t="9898" x="4464050" y="1606550"/>
          <p14:tracePt t="10178" x="4451350" y="1600200"/>
          <p14:tracePt t="10195" x="4438650" y="1600200"/>
          <p14:tracePt t="10203" x="4432300" y="1600200"/>
          <p14:tracePt t="10214" x="4425950" y="1600200"/>
          <p14:tracePt t="10232" x="4419600" y="1593850"/>
          <p14:tracePt t="10347" x="4419600" y="1600200"/>
          <p14:tracePt t="10362" x="4432300" y="1606550"/>
          <p14:tracePt t="10371" x="4445000" y="1638300"/>
          <p14:tracePt t="10387" x="4451350" y="1644650"/>
          <p14:tracePt t="10398" x="4464050" y="1663700"/>
          <p14:tracePt t="10415" x="4489450" y="1682750"/>
          <p14:tracePt t="10431" x="4533900" y="1708150"/>
          <p14:tracePt t="10448" x="4533900" y="1714500"/>
          <p14:tracePt t="10465" x="4540250" y="1714500"/>
          <p14:tracePt t="10530" x="4552950" y="1714500"/>
          <p14:tracePt t="10810" x="4565650" y="1727200"/>
          <p14:tracePt t="10819" x="4565650" y="1733550"/>
          <p14:tracePt t="10827" x="4521200" y="1765300"/>
          <p14:tracePt t="10835" x="4273550" y="1873250"/>
          <p14:tracePt t="10848" x="4152900" y="1911350"/>
          <p14:tracePt t="10864" x="3810000" y="2000250"/>
          <p14:tracePt t="10881" x="3670300" y="2051050"/>
          <p14:tracePt t="10898" x="2971800" y="2260600"/>
          <p14:tracePt t="10915" x="2882900" y="2292350"/>
          <p14:tracePt t="10931" x="2705100" y="2393950"/>
          <p14:tracePt t="10948" x="2679700" y="2419350"/>
          <p14:tracePt t="10964" x="2641600" y="2451100"/>
          <p14:tracePt t="10981" x="2559050" y="2527300"/>
          <p14:tracePt t="10998" x="2520950" y="2584450"/>
          <p14:tracePt t="11015" x="2470150" y="2654300"/>
          <p14:tracePt t="11031" x="2393950" y="2762250"/>
          <p14:tracePt t="11048" x="2336800" y="2876550"/>
          <p14:tracePt t="11065" x="2260600" y="3041650"/>
          <p14:tracePt t="11082" x="2184400" y="3168650"/>
          <p14:tracePt t="11098" x="2089150" y="3302000"/>
          <p14:tracePt t="11115" x="1943100" y="3543300"/>
          <p14:tracePt t="11131" x="1879600" y="3702050"/>
          <p14:tracePt t="11148" x="1758950" y="4051300"/>
          <p14:tracePt t="11165" x="1682750" y="4235450"/>
          <p14:tracePt t="11181" x="1676400" y="4286250"/>
          <p14:tracePt t="11198" x="1625600" y="4521200"/>
          <p14:tracePt t="11215" x="1625600" y="4597400"/>
          <p14:tracePt t="11232" x="1625600" y="4699000"/>
          <p14:tracePt t="11248" x="1638300" y="4737100"/>
          <p14:tracePt t="11265" x="1644650" y="4749800"/>
          <p14:tracePt t="11281" x="1644650" y="4756150"/>
          <p14:tracePt t="11298" x="1651000" y="4756150"/>
          <p14:tracePt t="11315" x="1670050" y="4756150"/>
          <p14:tracePt t="11331" x="1701800" y="4730750"/>
          <p14:tracePt t="11348" x="1708150" y="4730750"/>
          <p14:tracePt t="11365" x="1752600" y="4711700"/>
          <p14:tracePt t="11381" x="1835150" y="4699000"/>
          <p14:tracePt t="11398" x="1911350" y="4679950"/>
          <p14:tracePt t="11415" x="1943100" y="4679950"/>
          <p14:tracePt t="11431" x="2038350" y="4679950"/>
          <p14:tracePt t="11448" x="2070100" y="4679950"/>
          <p14:tracePt t="11465" x="2133600" y="4679950"/>
          <p14:tracePt t="11482" x="2159000" y="4679950"/>
          <p14:tracePt t="11498" x="2260600" y="4679950"/>
          <p14:tracePt t="11515" x="2298700" y="4679950"/>
          <p14:tracePt t="11531" x="2311400" y="4673600"/>
          <p14:tracePt t="11548" x="2349500" y="4654550"/>
          <p14:tracePt t="11565" x="2349500" y="4648200"/>
          <p14:tracePt t="11581" x="2362200" y="4635500"/>
          <p14:tracePt t="11598" x="2368550" y="4610100"/>
          <p14:tracePt t="11615" x="2381250" y="4591050"/>
          <p14:tracePt t="11632" x="2387600" y="4572000"/>
          <p14:tracePt t="11648" x="2393950" y="4540250"/>
          <p14:tracePt t="11665" x="2393950" y="4483100"/>
          <p14:tracePt t="11682" x="2400300" y="4425950"/>
          <p14:tracePt t="11698" x="2419350" y="4343400"/>
          <p14:tracePt t="11715" x="2419350" y="4324350"/>
          <p14:tracePt t="11732" x="2413000" y="4229100"/>
          <p14:tracePt t="11748" x="2413000" y="4184650"/>
          <p14:tracePt t="11765" x="2406650" y="4140200"/>
          <p14:tracePt t="11781" x="2381250" y="4076700"/>
          <p14:tracePt t="11798" x="2381250" y="4057650"/>
          <p14:tracePt t="11815" x="2381250" y="4044950"/>
          <p14:tracePt t="11831" x="2349500" y="3994150"/>
          <p14:tracePt t="11848" x="2336800" y="3981450"/>
          <p14:tracePt t="11865" x="2317750" y="3968750"/>
          <p14:tracePt t="11898" x="2286000" y="3956050"/>
          <p14:tracePt t="11915" x="2273300" y="3949700"/>
          <p14:tracePt t="11931" x="2247900" y="3949700"/>
          <p14:tracePt t="11949" x="2241550" y="3949700"/>
          <p14:tracePt t="11965" x="2159000" y="3917950"/>
          <p14:tracePt t="11982" x="2133600" y="3911600"/>
          <p14:tracePt t="11998" x="2070100" y="3898900"/>
          <p14:tracePt t="12015" x="1993900" y="3879850"/>
          <p14:tracePt t="12031" x="1974850" y="3873500"/>
          <p14:tracePt t="12048" x="1924050" y="3867150"/>
          <p14:tracePt t="12065" x="1892300" y="3867150"/>
          <p14:tracePt t="12082" x="1835150" y="3867150"/>
          <p14:tracePt t="12098" x="1784350" y="3873500"/>
          <p14:tracePt t="12114" x="1765300" y="3879850"/>
          <p14:tracePt t="12131" x="1682750" y="3924300"/>
          <p14:tracePt t="12148" x="1657350" y="3943350"/>
          <p14:tracePt t="12165" x="1619250" y="3975100"/>
          <p14:tracePt t="12181" x="1587500" y="4000500"/>
          <p14:tracePt t="12198" x="1574800" y="4025900"/>
          <p14:tracePt t="12215" x="1530350" y="4083050"/>
          <p14:tracePt t="12231" x="1524000" y="4108450"/>
          <p14:tracePt t="12248" x="1511300" y="4159250"/>
          <p14:tracePt t="12265" x="1524000" y="4178300"/>
          <p14:tracePt t="12282" x="1524000" y="4191000"/>
          <p14:tracePt t="12298" x="1524000" y="4210050"/>
          <p14:tracePt t="12315" x="1524000" y="4222750"/>
          <p14:tracePt t="12331" x="1543050" y="4229100"/>
          <p14:tracePt t="12348" x="1568450" y="4241800"/>
          <p14:tracePt t="12365" x="1574800" y="4241800"/>
          <p14:tracePt t="12382" x="1600200" y="4254500"/>
          <p14:tracePt t="12398" x="1638300" y="4254500"/>
          <p14:tracePt t="12415" x="1663700" y="4260850"/>
          <p14:tracePt t="12431" x="1682750" y="4260850"/>
          <p14:tracePt t="12465" x="1682750" y="4254500"/>
          <p14:tracePt t="12481" x="1689100" y="4254500"/>
          <p14:tracePt t="12651" x="1695450" y="4267200"/>
          <p14:tracePt t="12658" x="1701800" y="4279900"/>
          <p14:tracePt t="12674" x="1701800" y="4286250"/>
          <p14:tracePt t="12683" x="1714500" y="4292600"/>
          <p14:tracePt t="12698" x="1771650" y="4343400"/>
          <p14:tracePt t="12715" x="1866900" y="4381500"/>
          <p14:tracePt t="12731" x="1955800" y="4425950"/>
          <p14:tracePt t="12748" x="2095500" y="4470400"/>
          <p14:tracePt t="12765" x="2159000" y="4483100"/>
          <p14:tracePt t="12781" x="2292350" y="4502150"/>
          <p14:tracePt t="12798" x="2540000" y="4527550"/>
          <p14:tracePt t="12815" x="2698750" y="4527550"/>
          <p14:tracePt t="12832" x="2895600" y="4514850"/>
          <p14:tracePt t="12848" x="2946400" y="4502150"/>
          <p14:tracePt t="12865" x="3060700" y="4483100"/>
          <p14:tracePt t="12882" x="3187700" y="4451350"/>
          <p14:tracePt t="12899" x="3352800" y="4419600"/>
          <p14:tracePt t="12915" x="3486150" y="4394200"/>
          <p14:tracePt t="12931" x="3524250" y="4387850"/>
          <p14:tracePt t="12948" x="3695700" y="4362450"/>
          <p14:tracePt t="12965" x="3752850" y="4349750"/>
          <p14:tracePt t="12981" x="3784600" y="4343400"/>
          <p14:tracePt t="12998" x="3822700" y="4318000"/>
          <p14:tracePt t="13015" x="3829050" y="4311650"/>
          <p14:tracePt t="13031" x="3829050" y="4298950"/>
          <p14:tracePt t="13048" x="3841750" y="4286250"/>
          <p14:tracePt t="13065" x="3848100" y="4267200"/>
          <p14:tracePt t="13082" x="3854450" y="4260850"/>
          <p14:tracePt t="13098" x="3879850" y="4222750"/>
          <p14:tracePt t="13115" x="3879850" y="4191000"/>
          <p14:tracePt t="13131" x="3905250" y="4140200"/>
          <p14:tracePt t="13148" x="3905250" y="4114800"/>
          <p14:tracePt t="13165" x="3905250" y="4095750"/>
          <p14:tracePt t="13181" x="3937000" y="4025900"/>
          <p14:tracePt t="13198" x="3943350" y="4000500"/>
          <p14:tracePt t="13215" x="3943350" y="3968750"/>
          <p14:tracePt t="13231" x="3943350" y="3956050"/>
          <p14:tracePt t="13248" x="3937000" y="3905250"/>
          <p14:tracePt t="13265" x="3911600" y="3867150"/>
          <p14:tracePt t="13281" x="3867150" y="3841750"/>
          <p14:tracePt t="13298" x="3854450" y="3835400"/>
          <p14:tracePt t="13315" x="3835400" y="3835400"/>
          <p14:tracePt t="13332" x="3816350" y="3848100"/>
          <p14:tracePt t="13348" x="3797300" y="3860800"/>
          <p14:tracePt t="13365" x="3714750" y="3905250"/>
          <p14:tracePt t="13382" x="3657600" y="3930650"/>
          <p14:tracePt t="13398" x="3594100" y="3968750"/>
          <p14:tracePt t="13415" x="3543300" y="4006850"/>
          <p14:tracePt t="13432" x="3530600" y="4006850"/>
          <p14:tracePt t="13448" x="3492500" y="4025900"/>
          <p14:tracePt t="13465" x="3479800" y="4038600"/>
          <p14:tracePt t="13482" x="3467100" y="4044950"/>
          <p14:tracePt t="13498" x="3467100" y="4057650"/>
          <p14:tracePt t="13515" x="3460750" y="4064000"/>
          <p14:tracePt t="13531" x="3460750" y="4070350"/>
          <p14:tracePt t="13548" x="3460750" y="4076700"/>
          <p14:tracePt t="13564" x="3454400" y="4076700"/>
          <p14:tracePt t="13581" x="3454400" y="4089400"/>
          <p14:tracePt t="13615" x="3448050" y="4095750"/>
          <p14:tracePt t="13632" x="3448050" y="4102100"/>
          <p14:tracePt t="13648" x="3448050" y="4114800"/>
          <p14:tracePt t="13665" x="3454400" y="4127500"/>
          <p14:tracePt t="13682" x="3467100" y="4152900"/>
          <p14:tracePt t="13698" x="3575050" y="4248150"/>
          <p14:tracePt t="13715" x="3651250" y="4292600"/>
          <p14:tracePt t="13732" x="3822700" y="4375150"/>
          <p14:tracePt t="13748" x="3905250" y="4394200"/>
          <p14:tracePt t="13765" x="4070350" y="4425950"/>
          <p14:tracePt t="13781" x="4311650" y="4457700"/>
          <p14:tracePt t="13798" x="4464050" y="4457700"/>
          <p14:tracePt t="13815" x="4572000" y="4457700"/>
          <p14:tracePt t="13831" x="4705350" y="4457700"/>
          <p14:tracePt t="13848" x="4806950" y="4457700"/>
          <p14:tracePt t="13865" x="4851400" y="4445000"/>
          <p14:tracePt t="13882" x="4972050" y="4445000"/>
          <p14:tracePt t="13898" x="5054600" y="4438650"/>
          <p14:tracePt t="13915" x="5130800" y="4438650"/>
          <p14:tracePt t="13931" x="5207000" y="4432300"/>
          <p14:tracePt t="13948" x="5245100" y="4432300"/>
          <p14:tracePt t="13965" x="5276850" y="4425950"/>
          <p14:tracePt t="13981" x="5302250" y="4425950"/>
          <p14:tracePt t="13998" x="5327650" y="4406900"/>
          <p14:tracePt t="14015" x="5334000" y="4400550"/>
          <p14:tracePt t="14031" x="5353050" y="4394200"/>
          <p14:tracePt t="14064" x="5365750" y="4381500"/>
          <p14:tracePt t="14082" x="5378450" y="4368800"/>
          <p14:tracePt t="14098" x="5372100" y="4343400"/>
          <p14:tracePt t="14115" x="5378450" y="4330700"/>
          <p14:tracePt t="14132" x="5391150" y="4318000"/>
          <p14:tracePt t="14148" x="5416550" y="4286250"/>
          <p14:tracePt t="14164" x="5429250" y="4273550"/>
          <p14:tracePt t="14181" x="5429250" y="4248150"/>
          <p14:tracePt t="14198" x="5435600" y="4235450"/>
          <p14:tracePt t="14215" x="5435600" y="4222750"/>
          <p14:tracePt t="14231" x="5435600" y="4197350"/>
          <p14:tracePt t="14248" x="5410200" y="4184650"/>
          <p14:tracePt t="14265" x="5397500" y="4171950"/>
          <p14:tracePt t="14282" x="5340350" y="4159250"/>
          <p14:tracePt t="14298" x="5321300" y="4159250"/>
          <p14:tracePt t="14331" x="5308600" y="4159250"/>
          <p14:tracePt t="14418" x="5308600" y="4146550"/>
          <p14:tracePt t="14426" x="5302250" y="4146550"/>
          <p14:tracePt t="14435" x="5302250" y="4140200"/>
          <p14:tracePt t="14448" x="5295900" y="4133850"/>
          <p14:tracePt t="14465" x="5289550" y="4114800"/>
          <p14:tracePt t="14481" x="5264150" y="4044950"/>
          <p14:tracePt t="14498" x="5238750" y="4019550"/>
          <p14:tracePt t="14514" x="5187950" y="3956050"/>
          <p14:tracePt t="14531" x="5149850" y="3924300"/>
          <p14:tracePt t="14548" x="5111750" y="3911600"/>
          <p14:tracePt t="14565" x="5080000" y="3898900"/>
          <p14:tracePt t="14581" x="5067300" y="3898900"/>
          <p14:tracePt t="14598" x="5041900" y="3911600"/>
          <p14:tracePt t="14615" x="5003800" y="3937000"/>
          <p14:tracePt t="14631" x="5003800" y="3943350"/>
          <p14:tracePt t="14648" x="4972050" y="3981450"/>
          <p14:tracePt t="14665" x="4946650" y="4006850"/>
          <p14:tracePt t="14682" x="4914900" y="4070350"/>
          <p14:tracePt t="14698" x="4914900" y="4076700"/>
          <p14:tracePt t="14715" x="4895850" y="4121150"/>
          <p14:tracePt t="14732" x="4895850" y="4146550"/>
          <p14:tracePt t="14748" x="4895850" y="4171950"/>
          <p14:tracePt t="14765" x="4908550" y="4222750"/>
          <p14:tracePt t="14781" x="4914900" y="4267200"/>
          <p14:tracePt t="14798" x="4921250" y="4273550"/>
          <p14:tracePt t="14815" x="4978400" y="4305300"/>
          <p14:tracePt t="14831" x="5010150" y="4330700"/>
          <p14:tracePt t="14848" x="5060950" y="4343400"/>
          <p14:tracePt t="14865" x="5194300" y="4387850"/>
          <p14:tracePt t="14882" x="5257800" y="4413250"/>
          <p14:tracePt t="14898" x="5473700" y="4438650"/>
          <p14:tracePt t="14915" x="5765800" y="4483100"/>
          <p14:tracePt t="14932" x="5886450" y="4502150"/>
          <p14:tracePt t="14948" x="6184900" y="4527550"/>
          <p14:tracePt t="14965" x="6267450" y="4533900"/>
          <p14:tracePt t="14981" x="6451600" y="4552950"/>
          <p14:tracePt t="14998" x="6597650" y="4559300"/>
          <p14:tracePt t="15015" x="6851650" y="4514850"/>
          <p14:tracePt t="15031" x="6902450" y="4489450"/>
          <p14:tracePt t="15048" x="6915150" y="4476750"/>
          <p14:tracePt t="15065" x="6934200" y="4432300"/>
          <p14:tracePt t="15082" x="6953250" y="4406900"/>
          <p14:tracePt t="15098" x="6953250" y="4375150"/>
          <p14:tracePt t="15115" x="6953250" y="4368800"/>
          <p14:tracePt t="15274" x="6946900" y="4375150"/>
          <p14:tracePt t="15291" x="6946900" y="4381500"/>
          <p14:tracePt t="15298" x="6953250" y="4387850"/>
          <p14:tracePt t="15307" x="6953250" y="4394200"/>
          <p14:tracePt t="15322" x="6953250" y="4400550"/>
          <p14:tracePt t="15338" x="6953250" y="4413250"/>
          <p14:tracePt t="15354" x="6953250" y="4419600"/>
          <p14:tracePt t="15642" x="6953250" y="4413250"/>
          <p14:tracePt t="15666" x="6940550" y="4387850"/>
          <p14:tracePt t="15674" x="6908800" y="4349750"/>
          <p14:tracePt t="15683" x="6877050" y="4311650"/>
          <p14:tracePt t="15699" x="6673850" y="4057650"/>
          <p14:tracePt t="15714" x="6496050" y="3854450"/>
          <p14:tracePt t="15731" x="6064250" y="3435350"/>
          <p14:tracePt t="15748" x="5816600" y="3219450"/>
          <p14:tracePt t="15765" x="4845050" y="2362200"/>
          <p14:tracePt t="15781" x="4248150" y="1841500"/>
          <p14:tracePt t="15798" x="3035300" y="1111250"/>
          <p14:tracePt t="15815" x="2222500" y="723900"/>
          <p14:tracePt t="15831" x="1892300" y="571500"/>
          <p14:tracePt t="15848" x="787400" y="177800"/>
          <p14:tracePt t="15864" x="247650" y="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46075" y="614363"/>
            <a:ext cx="8429625" cy="59848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1.2.2 Physical Structures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Mesh topology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Every device has a dedicated point-to-point link to every other device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For n-device, n(n-1)/2 duplex links are needed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(n-1) I/O ports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Advantage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Elimination the traffic problems</a:t>
            </a:r>
            <a:br>
              <a:rPr lang="en-US" altLang="ko-KR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due to use of dedicated links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Robust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Privacy or security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Easy fault identification and isolation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Disadvantage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Amount of cabling and no. of I/O port 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Difficult installation and reconnection(expensive)</a:t>
            </a:r>
          </a:p>
          <a:p>
            <a:pPr lvl="2"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3101975"/>
            <a:ext cx="3206750" cy="261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50" y="3379788"/>
            <a:ext cx="714375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25" y="3403600"/>
            <a:ext cx="10477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9815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466" x="4622800" y="3727450"/>
          <p14:tracePt t="490" x="4622800" y="3714750"/>
          <p14:tracePt t="499" x="4616450" y="3714750"/>
          <p14:tracePt t="506" x="4616450" y="3702050"/>
          <p14:tracePt t="515" x="4610100" y="3702050"/>
          <p14:tracePt t="714" x="4610100" y="3708400"/>
          <p14:tracePt t="1170" x="4610100" y="3702050"/>
          <p14:tracePt t="1178" x="4597400" y="3689350"/>
          <p14:tracePt t="1186" x="4584700" y="3657600"/>
          <p14:tracePt t="1197" x="4552950" y="3632200"/>
          <p14:tracePt t="1214" x="4476750" y="3549650"/>
          <p14:tracePt t="1231" x="4387850" y="3409950"/>
          <p14:tracePt t="1247" x="4305300" y="3295650"/>
          <p14:tracePt t="1264" x="4210050" y="3168650"/>
          <p14:tracePt t="1281" x="4013200" y="2901950"/>
          <p14:tracePt t="1298" x="3911600" y="2762250"/>
          <p14:tracePt t="1314" x="3740150" y="2508250"/>
          <p14:tracePt t="1331" x="3676650" y="2406650"/>
          <p14:tracePt t="1347" x="3562350" y="2305050"/>
          <p14:tracePt t="1364" x="3390900" y="2127250"/>
          <p14:tracePt t="1381" x="3282950" y="2044700"/>
          <p14:tracePt t="1397" x="3098800" y="1911350"/>
          <p14:tracePt t="1415" x="3067050" y="1892300"/>
          <p14:tracePt t="1431" x="2971800" y="1835150"/>
          <p14:tracePt t="1448" x="2794000" y="1739900"/>
          <p14:tracePt t="1451" x="2736850" y="1714500"/>
          <p14:tracePt t="1464" x="2686050" y="1682750"/>
          <p14:tracePt t="1481" x="2584450" y="1638300"/>
          <p14:tracePt t="1498" x="2413000" y="1593850"/>
          <p14:tracePt t="1514" x="2305050" y="1555750"/>
          <p14:tracePt t="1530" x="2171700" y="1511300"/>
          <p14:tracePt t="1547" x="2120900" y="1504950"/>
          <p14:tracePt t="1564" x="2089150" y="1504950"/>
          <p14:tracePt t="1580" x="2057400" y="1504950"/>
          <p14:tracePt t="1597" x="2044700" y="1511300"/>
          <p14:tracePt t="1614" x="2019300" y="1530350"/>
          <p14:tracePt t="1631" x="1930400" y="1612900"/>
          <p14:tracePt t="1648" x="1905000" y="1651000"/>
          <p14:tracePt t="1664" x="1898650" y="1676400"/>
          <p14:tracePt t="1681" x="1860550" y="1752600"/>
          <p14:tracePt t="1698" x="1847850" y="1784350"/>
          <p14:tracePt t="1714" x="1828800" y="1841500"/>
          <p14:tracePt t="1731" x="1828800" y="1866900"/>
          <p14:tracePt t="1747" x="1828800" y="1873250"/>
          <p14:tracePt t="1764" x="1822450" y="1885950"/>
          <p14:tracePt t="1834" x="1822450" y="1898650"/>
          <p14:tracePt t="1867" x="1828800" y="1898650"/>
          <p14:tracePt t="2162" x="1835150" y="1898650"/>
          <p14:tracePt t="2186" x="1835150" y="1911350"/>
          <p14:tracePt t="2202" x="1847850" y="1911350"/>
          <p14:tracePt t="2218" x="1854200" y="1917700"/>
          <p14:tracePt t="2226" x="1860550" y="1924050"/>
          <p14:tracePt t="2242" x="1866900" y="1930400"/>
          <p14:tracePt t="2258" x="1873250" y="1943100"/>
          <p14:tracePt t="2283" x="1873250" y="1949450"/>
          <p14:tracePt t="2290" x="1873250" y="1955800"/>
          <p14:tracePt t="2300" x="1879600" y="1962150"/>
          <p14:tracePt t="2314" x="1885950" y="1968500"/>
          <p14:tracePt t="2330" x="1898650" y="1974850"/>
          <p14:tracePt t="2347" x="1905000" y="1987550"/>
          <p14:tracePt t="2364" x="1924050" y="2000250"/>
          <p14:tracePt t="2381" x="1955800" y="2012950"/>
          <p14:tracePt t="2397" x="1962150" y="2019300"/>
          <p14:tracePt t="2415" x="1974850" y="2025650"/>
          <p14:tracePt t="2431" x="1981200" y="2032000"/>
          <p14:tracePt t="2447" x="1987550" y="2032000"/>
          <p14:tracePt t="2464" x="2000250" y="2038350"/>
          <p14:tracePt t="2699" x="1993900" y="2038350"/>
          <p14:tracePt t="2746" x="1987550" y="2038350"/>
          <p14:tracePt t="2770" x="1974850" y="2038350"/>
          <p14:tracePt t="2786" x="1968500" y="2032000"/>
          <p14:tracePt t="2795" x="1968500" y="2025650"/>
          <p14:tracePt t="2803" x="1955800" y="2025650"/>
          <p14:tracePt t="2814" x="1943100" y="2012950"/>
          <p14:tracePt t="2830" x="1911350" y="2006600"/>
          <p14:tracePt t="2848" x="1797050" y="1993900"/>
          <p14:tracePt t="2864" x="1733550" y="1981200"/>
          <p14:tracePt t="2880" x="1657350" y="1974850"/>
          <p14:tracePt t="2898" x="1581150" y="1955800"/>
          <p14:tracePt t="2914" x="1524000" y="1943100"/>
          <p14:tracePt t="2931" x="1422400" y="1905000"/>
          <p14:tracePt t="2947" x="1358900" y="1879600"/>
          <p14:tracePt t="2964" x="1238250" y="1835150"/>
          <p14:tracePt t="2981" x="1130300" y="1797050"/>
          <p14:tracePt t="2997" x="1035050" y="1758950"/>
          <p14:tracePt t="3014" x="933450" y="1727200"/>
          <p14:tracePt t="3031" x="876300" y="1701800"/>
          <p14:tracePt t="3047" x="806450" y="1682750"/>
          <p14:tracePt t="3064" x="755650" y="1663700"/>
          <p14:tracePt t="3081" x="742950" y="1657350"/>
          <p14:tracePt t="3098" x="730250" y="1657350"/>
          <p14:tracePt t="3194" x="730250" y="1651000"/>
          <p14:tracePt t="3291" x="736600" y="1644650"/>
          <p14:tracePt t="3299" x="742950" y="1638300"/>
          <p14:tracePt t="3322" x="762000" y="1631950"/>
          <p14:tracePt t="3330" x="781050" y="1619250"/>
          <p14:tracePt t="3339" x="793750" y="1619250"/>
          <p14:tracePt t="3347" x="806450" y="1619250"/>
          <p14:tracePt t="3364" x="863600" y="1619250"/>
          <p14:tracePt t="3381" x="1041400" y="1606550"/>
          <p14:tracePt t="3397" x="1193800" y="1606550"/>
          <p14:tracePt t="3414" x="1231900" y="1606550"/>
          <p14:tracePt t="3431" x="1562100" y="1600200"/>
          <p14:tracePt t="3447" x="1695450" y="1600200"/>
          <p14:tracePt t="3449" x="1778000" y="1600200"/>
          <p14:tracePt t="3464" x="1854200" y="1600200"/>
          <p14:tracePt t="3481" x="2095500" y="1600200"/>
          <p14:tracePt t="3498" x="2152650" y="1600200"/>
          <p14:tracePt t="3514" x="2292350" y="1606550"/>
          <p14:tracePt t="3531" x="2438400" y="1606550"/>
          <p14:tracePt t="3548" x="2501900" y="1619250"/>
          <p14:tracePt t="3564" x="2546350" y="1619250"/>
          <p14:tracePt t="3581" x="2584450" y="1625600"/>
          <p14:tracePt t="3597" x="2628900" y="1657350"/>
          <p14:tracePt t="3614" x="2667000" y="1676400"/>
          <p14:tracePt t="3631" x="2724150" y="1727200"/>
          <p14:tracePt t="3648" x="2762250" y="1758950"/>
          <p14:tracePt t="3664" x="2838450" y="1803400"/>
          <p14:tracePt t="3681" x="2851150" y="1822450"/>
          <p14:tracePt t="3698" x="2876550" y="1892300"/>
          <p14:tracePt t="3714" x="2889250" y="2019300"/>
          <p14:tracePt t="3731" x="2889250" y="2095500"/>
          <p14:tracePt t="3748" x="2876550" y="2184400"/>
          <p14:tracePt t="3764" x="2844800" y="2286000"/>
          <p14:tracePt t="3781" x="2819400" y="2362200"/>
          <p14:tracePt t="3797" x="2800350" y="2419350"/>
          <p14:tracePt t="3814" x="2736850" y="2546350"/>
          <p14:tracePt t="3831" x="2711450" y="2590800"/>
          <p14:tracePt t="3847" x="2705100" y="2609850"/>
          <p14:tracePt t="3864" x="2660650" y="2679700"/>
          <p14:tracePt t="3881" x="2622550" y="2717800"/>
          <p14:tracePt t="3898" x="2584450" y="2762250"/>
          <p14:tracePt t="3914" x="2578100" y="2768600"/>
          <p14:tracePt t="3931" x="2565400" y="2781300"/>
          <p14:tracePt t="3986" x="2552700" y="2768600"/>
          <p14:tracePt t="3994" x="2540000" y="2755900"/>
          <p14:tracePt t="4003" x="2533650" y="2755900"/>
          <p14:tracePt t="4014" x="2527300" y="2755900"/>
          <p14:tracePt t="4031" x="2527300" y="2743200"/>
          <p14:tracePt t="4114" x="2533650" y="2736850"/>
          <p14:tracePt t="4130" x="2546350" y="2736850"/>
          <p14:tracePt t="4139" x="2578100" y="2717800"/>
          <p14:tracePt t="4155" x="2590800" y="2711450"/>
          <p14:tracePt t="4164" x="2603500" y="2705100"/>
          <p14:tracePt t="4181" x="2647950" y="2692400"/>
          <p14:tracePt t="4197" x="2705100" y="2673350"/>
          <p14:tracePt t="4214" x="2800350" y="2654300"/>
          <p14:tracePt t="4230" x="2844800" y="2647950"/>
          <p14:tracePt t="4247" x="2933700" y="2628900"/>
          <p14:tracePt t="4264" x="3016250" y="2628900"/>
          <p14:tracePt t="4281" x="3155950" y="2622550"/>
          <p14:tracePt t="4297" x="3225800" y="2635250"/>
          <p14:tracePt t="4314" x="3346450" y="2654300"/>
          <p14:tracePt t="4331" x="3429000" y="2686050"/>
          <p14:tracePt t="4347" x="3492500" y="2711450"/>
          <p14:tracePt t="4364" x="3651250" y="2774950"/>
          <p14:tracePt t="4381" x="3708400" y="2806700"/>
          <p14:tracePt t="4397" x="3740150" y="2819400"/>
          <p14:tracePt t="4415" x="3835400" y="2895600"/>
          <p14:tracePt t="4431" x="3892550" y="2933700"/>
          <p14:tracePt t="4448" x="3962400" y="2978150"/>
          <p14:tracePt t="4450" x="4032250" y="3016250"/>
          <p14:tracePt t="4464" x="4044950" y="3028950"/>
          <p14:tracePt t="4481" x="4064000" y="3048000"/>
          <p14:tracePt t="4498" x="4070350" y="3060700"/>
          <p14:tracePt t="4514" x="4095750" y="3073400"/>
          <p14:tracePt t="4531" x="4095750" y="3086100"/>
          <p14:tracePt t="4547" x="4095750" y="3092450"/>
          <p14:tracePt t="4587" x="4102100" y="3092450"/>
          <p14:tracePt t="5363" x="4095750" y="3086100"/>
          <p14:tracePt t="5370" x="4095750" y="3079750"/>
          <p14:tracePt t="5394" x="4083050" y="3067050"/>
          <p14:tracePt t="5418" x="4083050" y="3054350"/>
          <p14:tracePt t="5450" x="4083050" y="3048000"/>
          <p14:tracePt t="5482" x="4076700" y="3035300"/>
          <p14:tracePt t="5499" x="4076700" y="3028950"/>
          <p14:tracePt t="5514" x="4076700" y="3022600"/>
          <p14:tracePt t="5594" x="4070350" y="3022600"/>
          <p14:tracePt t="5634" x="4064000" y="3022600"/>
          <p14:tracePt t="5834" x="4057650" y="3022600"/>
          <p14:tracePt t="6347" x="4057650" y="3016250"/>
          <p14:tracePt t="6378" x="4057650" y="2997200"/>
          <p14:tracePt t="6394" x="4057650" y="2990850"/>
          <p14:tracePt t="6410" x="4057650" y="2978150"/>
          <p14:tracePt t="6418" x="4057650" y="2965450"/>
          <p14:tracePt t="6430" x="4057650" y="2959100"/>
          <p14:tracePt t="6447" x="4032250" y="2914650"/>
          <p14:tracePt t="6449" x="4025900" y="2895600"/>
          <p14:tracePt t="6464" x="4025900" y="2882900"/>
          <p14:tracePt t="6481" x="4013200" y="2876550"/>
          <p14:tracePt t="6498" x="4000500" y="2832100"/>
          <p14:tracePt t="6514" x="3981450" y="2806700"/>
          <p14:tracePt t="6531" x="3981450" y="2787650"/>
          <p14:tracePt t="6547" x="3981450" y="2781300"/>
          <p14:tracePt t="6564" x="3981450" y="2774950"/>
          <p14:tracePt t="6581" x="3975100" y="2768600"/>
          <p14:tracePt t="6597" x="3962400" y="2762250"/>
          <p14:tracePt t="6614" x="3962400" y="2755900"/>
          <p14:tracePt t="6647" x="3949700" y="2749550"/>
          <p14:tracePt t="6664" x="3949700" y="2743200"/>
          <p14:tracePt t="6681" x="3943350" y="2743200"/>
          <p14:tracePt t="6697" x="3943350" y="2736850"/>
          <p14:tracePt t="6714" x="3930650" y="2736850"/>
          <p14:tracePt t="6731" x="3924300" y="2736850"/>
          <p14:tracePt t="6764" x="3924300" y="2724150"/>
          <p14:tracePt t="6781" x="3917950" y="2724150"/>
          <p14:tracePt t="6797" x="3911600" y="2724150"/>
          <p14:tracePt t="6814" x="3898900" y="2724150"/>
          <p14:tracePt t="6831" x="3860800" y="2724150"/>
          <p14:tracePt t="6847" x="3835400" y="2730500"/>
          <p14:tracePt t="6864" x="3829050" y="2736850"/>
          <p14:tracePt t="6881" x="3822700" y="2736850"/>
          <p14:tracePt t="6962" x="3822700" y="2743200"/>
          <p14:tracePt t="6994" x="3829050" y="2743200"/>
          <p14:tracePt t="7003" x="3835400" y="2736850"/>
          <p14:tracePt t="7010" x="3860800" y="2717800"/>
          <p14:tracePt t="7018" x="3867150" y="2705100"/>
          <p14:tracePt t="7030" x="3879850" y="2692400"/>
          <p14:tracePt t="7047" x="3892550" y="2660650"/>
          <p14:tracePt t="7064" x="3911600" y="2622550"/>
          <p14:tracePt t="7081" x="3937000" y="2578100"/>
          <p14:tracePt t="7098" x="3949700" y="2527300"/>
          <p14:tracePt t="7114" x="3975100" y="2362200"/>
          <p14:tracePt t="7131" x="3968750" y="2273300"/>
          <p14:tracePt t="7147" x="3968750" y="2209800"/>
          <p14:tracePt t="7165" x="3892550" y="1968500"/>
          <p14:tracePt t="7181" x="3829050" y="1860550"/>
          <p14:tracePt t="7197" x="3651250" y="1593850"/>
          <p14:tracePt t="7214" x="3549650" y="1441450"/>
          <p14:tracePt t="7231" x="3492500" y="1365250"/>
          <p14:tracePt t="7247" x="3289300" y="1130300"/>
          <p14:tracePt t="7264" x="3149600" y="1016000"/>
          <p14:tracePt t="7281" x="2933700" y="901700"/>
          <p14:tracePt t="7297" x="2844800" y="869950"/>
          <p14:tracePt t="7314" x="2781300" y="863600"/>
          <p14:tracePt t="7331" x="2622550" y="895350"/>
          <p14:tracePt t="7347" x="2546350" y="971550"/>
          <p14:tracePt t="7364" x="2438400" y="1149350"/>
          <p14:tracePt t="7381" x="2413000" y="1231900"/>
          <p14:tracePt t="7398" x="2400300" y="1295400"/>
          <p14:tracePt t="7414" x="2400300" y="1422400"/>
          <p14:tracePt t="7431" x="2413000" y="1485900"/>
          <p14:tracePt t="7447" x="2432050" y="1549400"/>
          <p14:tracePt t="7450" x="2476500" y="1619250"/>
          <p14:tracePt t="7464" x="2489200" y="1644650"/>
          <p14:tracePt t="7481" x="2527300" y="1676400"/>
          <p14:tracePt t="7497" x="2540000" y="1682750"/>
          <p14:tracePt t="7514" x="2590800" y="1708150"/>
          <p14:tracePt t="7531" x="2622550" y="1714500"/>
          <p14:tracePt t="7547" x="2641600" y="1714500"/>
          <p14:tracePt t="7610" x="2647950" y="1714500"/>
          <p14:tracePt t="7642" x="2647950" y="1720850"/>
          <p14:tracePt t="7666" x="2641600" y="1720850"/>
          <p14:tracePt t="7673" x="2635250" y="1727200"/>
          <p14:tracePt t="7682" x="2616200" y="1739900"/>
          <p14:tracePt t="7697" x="2597150" y="1746250"/>
          <p14:tracePt t="7714" x="2527300" y="1771650"/>
          <p14:tracePt t="7731" x="2381250" y="1784350"/>
          <p14:tracePt t="7747" x="2260600" y="1790700"/>
          <p14:tracePt t="7764" x="2120900" y="1771650"/>
          <p14:tracePt t="7781" x="2051050" y="1752600"/>
          <p14:tracePt t="7797" x="1993900" y="1739900"/>
          <p14:tracePt t="7814" x="1879600" y="1714500"/>
          <p14:tracePt t="7831" x="1835150" y="1708150"/>
          <p14:tracePt t="7848" x="1765300" y="1695450"/>
          <p14:tracePt t="7864" x="1663700" y="1670050"/>
          <p14:tracePt t="7881" x="1600200" y="1651000"/>
          <p14:tracePt t="7898" x="1581150" y="1631950"/>
          <p14:tracePt t="7914" x="1416050" y="1562100"/>
          <p14:tracePt t="7931" x="1314450" y="1504950"/>
          <p14:tracePt t="7947" x="1104900" y="1409700"/>
          <p14:tracePt t="7964" x="958850" y="1352550"/>
          <p14:tracePt t="7981" x="869950" y="1314450"/>
          <p14:tracePt t="7997" x="444500" y="1149350"/>
          <p14:tracePt t="8014" x="247650" y="1073150"/>
          <p14:tracePt t="11098" x="317500" y="1162050"/>
          <p14:tracePt t="11115" x="1695450" y="1917700"/>
          <p14:tracePt t="11131" x="2768600" y="2578100"/>
          <p14:tracePt t="11148" x="3517900" y="3016250"/>
          <p14:tracePt t="11165" x="4965700" y="3848100"/>
          <p14:tracePt t="11181" x="5899150" y="4394200"/>
          <p14:tracePt t="11198" x="6153150" y="4514850"/>
          <p14:tracePt t="11215" x="7054850" y="5080000"/>
          <p14:tracePt t="11231" x="7353300" y="5276850"/>
          <p14:tracePt t="11248" x="7607300" y="5505450"/>
          <p14:tracePt t="11264" x="7658100" y="5575300"/>
          <p14:tracePt t="11281" x="7677150" y="5588000"/>
          <p14:tracePt t="11298" x="7683500" y="5619750"/>
          <p14:tracePt t="11314" x="7689850" y="5645150"/>
          <p14:tracePt t="11348" x="7689850" y="5651500"/>
          <p14:tracePt t="11415" x="7689850" y="5657850"/>
          <p14:tracePt t="11431" x="7683500" y="5676900"/>
          <p14:tracePt t="11448" x="7683500" y="5683250"/>
          <p14:tracePt t="11451" x="7683500" y="5689600"/>
          <p14:tracePt t="11465" x="7683500" y="5702300"/>
          <p14:tracePt t="11481" x="7683500" y="5708650"/>
          <p14:tracePt t="11498" x="7689850" y="5721350"/>
          <p14:tracePt t="11515" x="7702550" y="5721350"/>
          <p14:tracePt t="11998" x="7715250" y="5734050"/>
          <p14:tracePt t="12048" x="7715250" y="5740400"/>
          <p14:tracePt t="12098" x="7715250" y="5746750"/>
          <p14:tracePt t="12115" x="7715250" y="5753100"/>
          <p14:tracePt t="12132" x="7715250" y="5759450"/>
          <p14:tracePt t="12148" x="7715250" y="5765800"/>
          <p14:tracePt t="12165" x="7721600" y="5772150"/>
          <p14:tracePt t="12181" x="7721600" y="5791200"/>
          <p14:tracePt t="12198" x="7727950" y="5791200"/>
          <p14:tracePt t="12215" x="7727950" y="5810250"/>
          <p14:tracePt t="12231" x="7727950" y="5816600"/>
          <p14:tracePt t="12248" x="7727950" y="5822950"/>
          <p14:tracePt t="12265" x="7734300" y="5822950"/>
          <p14:tracePt t="12498" x="7740650" y="5822950"/>
          <p14:tracePt t="12964" x="7747000" y="5829300"/>
          <p14:tracePt t="12981" x="7753350" y="5842000"/>
          <p14:tracePt t="12998" x="7759700" y="5854700"/>
          <p14:tracePt t="13015" x="7759700" y="5861050"/>
          <p14:tracePt t="13031" x="7759700" y="5880100"/>
          <p14:tracePt t="13048" x="7772400" y="5899150"/>
          <p14:tracePt t="13065" x="7772400" y="5905500"/>
          <p14:tracePt t="13081" x="7778750" y="5937250"/>
          <p14:tracePt t="13098" x="7785100" y="5943600"/>
          <p14:tracePt t="13131" x="7785100" y="5949950"/>
          <p14:tracePt t="13165" x="7791450" y="5956300"/>
          <p14:tracePt t="13198" x="7791450" y="5969000"/>
          <p14:tracePt t="13219" x="7791450" y="5975350"/>
          <p14:tracePt t="13251" x="7791450" y="5988050"/>
          <p14:tracePt t="13266" x="7785100" y="5994400"/>
          <p14:tracePt t="13306" x="7785100" y="6000750"/>
          <p14:tracePt t="13322" x="7778750" y="6007100"/>
          <p14:tracePt t="13346" x="7778750" y="6013450"/>
          <p14:tracePt t="13378" x="7772400" y="6026150"/>
          <p14:tracePt t="13410" x="7766050" y="6032500"/>
          <p14:tracePt t="13419" x="7753350" y="6032500"/>
          <p14:tracePt t="13434" x="7747000" y="6045200"/>
          <p14:tracePt t="13442" x="7740650" y="6045200"/>
          <p14:tracePt t="13451" x="7727950" y="6045200"/>
          <p14:tracePt t="13464" x="7708900" y="6045200"/>
          <p14:tracePt t="13481" x="7683500" y="6045200"/>
          <p14:tracePt t="13498" x="7620000" y="6051550"/>
          <p14:tracePt t="13514" x="7448550" y="6032500"/>
          <p14:tracePt t="13531" x="7346950" y="6019800"/>
          <p14:tracePt t="13547" x="7162800" y="5994400"/>
          <p14:tracePt t="13564" x="7092950" y="5981700"/>
          <p14:tracePt t="13581" x="6991350" y="5962650"/>
          <p14:tracePt t="13598" x="6807200" y="5930900"/>
          <p14:tracePt t="13614" x="6686550" y="5905500"/>
          <p14:tracePt t="13631" x="6597650" y="5861050"/>
          <p14:tracePt t="13648" x="6388100" y="5784850"/>
          <p14:tracePt t="13664" x="6356350" y="5772150"/>
          <p14:tracePt t="13681" x="6108700" y="5676900"/>
          <p14:tracePt t="13698" x="6057900" y="5657850"/>
          <p14:tracePt t="13714" x="5899150" y="5575300"/>
          <p14:tracePt t="13731" x="5784850" y="5499100"/>
          <p14:tracePt t="13747" x="5670550" y="5448300"/>
          <p14:tracePt t="13764" x="5543550" y="5365750"/>
          <p14:tracePt t="13781" x="5359400" y="5270500"/>
          <p14:tracePt t="13797" x="5276850" y="5200650"/>
          <p14:tracePt t="13814" x="5149850" y="5130800"/>
          <p14:tracePt t="13831" x="5105400" y="5099050"/>
          <p14:tracePt t="13847" x="5035550" y="5060950"/>
          <p14:tracePt t="13864" x="4978400" y="5010150"/>
          <p14:tracePt t="13881" x="4864100" y="4921250"/>
          <p14:tracePt t="13898" x="4826000" y="4857750"/>
          <p14:tracePt t="13914" x="4787900" y="4743450"/>
          <p14:tracePt t="13931" x="4775200" y="4654550"/>
          <p14:tracePt t="13948" x="4737100" y="4584700"/>
          <p14:tracePt t="13964" x="4724400" y="4394200"/>
          <p14:tracePt t="13980" x="4711700" y="4279900"/>
          <p14:tracePt t="13997" x="4711700" y="4241800"/>
          <p14:tracePt t="14014" x="4711700" y="4095750"/>
          <p14:tracePt t="14031" x="4711700" y="4013200"/>
          <p14:tracePt t="14047" x="4718050" y="3943350"/>
          <p14:tracePt t="14064" x="4711700" y="3848100"/>
          <p14:tracePt t="14081" x="4724400" y="3784600"/>
          <p14:tracePt t="14098" x="4730750" y="3765550"/>
          <p14:tracePt t="14114" x="4775200" y="3670300"/>
          <p14:tracePt t="14131" x="4781550" y="3625850"/>
          <p14:tracePt t="14147" x="4800600" y="3587750"/>
          <p14:tracePt t="14164" x="4845050" y="3524250"/>
          <p14:tracePt t="14181" x="4857750" y="3498850"/>
          <p14:tracePt t="14197" x="4883150" y="3460750"/>
          <p14:tracePt t="14214" x="4927600" y="3397250"/>
          <p14:tracePt t="14231" x="4959350" y="3352800"/>
          <p14:tracePt t="14247" x="4965700" y="3327400"/>
          <p14:tracePt t="14264" x="5003800" y="3263900"/>
          <p14:tracePt t="14281" x="5022850" y="3244850"/>
          <p14:tracePt t="14297" x="5054600" y="3225800"/>
          <p14:tracePt t="14314" x="5118100" y="3187700"/>
          <p14:tracePt t="14331" x="5137150" y="3155950"/>
          <p14:tracePt t="14347" x="5162550" y="3143250"/>
          <p14:tracePt t="14364" x="5168900" y="3136900"/>
          <p14:tracePt t="14381" x="5194300" y="3124200"/>
          <p14:tracePt t="14397" x="5245100" y="3105150"/>
          <p14:tracePt t="14414" x="5264150" y="3092450"/>
          <p14:tracePt t="14431" x="5308600" y="3073400"/>
          <p14:tracePt t="14447" x="5327650" y="3073400"/>
          <p14:tracePt t="14450" x="5397500" y="3035300"/>
          <p14:tracePt t="14464" x="5422900" y="3028950"/>
          <p14:tracePt t="14481" x="5499100" y="3009900"/>
          <p14:tracePt t="14497" x="5581650" y="2997200"/>
          <p14:tracePt t="14514" x="5683250" y="2984500"/>
          <p14:tracePt t="14531" x="5708650" y="2978150"/>
          <p14:tracePt t="14547" x="5772150" y="2965450"/>
          <p14:tracePt t="14564" x="5861050" y="2952750"/>
          <p14:tracePt t="14580" x="5911850" y="2946400"/>
          <p14:tracePt t="14597" x="5956300" y="2946400"/>
          <p14:tracePt t="14614" x="6038850" y="2946400"/>
          <p14:tracePt t="14630" x="6076950" y="2940050"/>
          <p14:tracePt t="14647" x="6153150" y="2933700"/>
          <p14:tracePt t="14664" x="6273800" y="2933700"/>
          <p14:tracePt t="14681" x="6362700" y="2921000"/>
          <p14:tracePt t="14698" x="6438900" y="2921000"/>
          <p14:tracePt t="14714" x="6565900" y="2927350"/>
          <p14:tracePt t="14731" x="6661150" y="2933700"/>
          <p14:tracePt t="14747" x="6756400" y="2933700"/>
          <p14:tracePt t="14764" x="6934200" y="2952750"/>
          <p14:tracePt t="14781" x="7035800" y="2952750"/>
          <p14:tracePt t="14797" x="7105650" y="2952750"/>
          <p14:tracePt t="14814" x="7150100" y="2959100"/>
          <p14:tracePt t="14831" x="7270750" y="2971800"/>
          <p14:tracePt t="14848" x="7296150" y="2984500"/>
          <p14:tracePt t="14864" x="7372350" y="2997200"/>
          <p14:tracePt t="14881" x="7461250" y="3022600"/>
          <p14:tracePt t="14897" x="7480300" y="3028950"/>
          <p14:tracePt t="14914" x="7588250" y="3073400"/>
          <p14:tracePt t="14931" x="7639050" y="3098800"/>
          <p14:tracePt t="14947" x="7670800" y="3130550"/>
          <p14:tracePt t="14964" x="7734300" y="3162300"/>
          <p14:tracePt t="14981" x="7759700" y="3181350"/>
          <p14:tracePt t="14997" x="7797800" y="3213100"/>
          <p14:tracePt t="15014" x="7861300" y="3257550"/>
          <p14:tracePt t="15031" x="7905750" y="3282950"/>
          <p14:tracePt t="15047" x="7950200" y="3327400"/>
          <p14:tracePt t="15064" x="8001000" y="3384550"/>
          <p14:tracePt t="15081" x="8020050" y="3390900"/>
          <p14:tracePt t="15098" x="8070850" y="3435350"/>
          <p14:tracePt t="15114" x="8121650" y="3473450"/>
          <p14:tracePt t="15131" x="8140700" y="3492500"/>
          <p14:tracePt t="15148" x="8166100" y="3517900"/>
          <p14:tracePt t="15164" x="8166100" y="3536950"/>
          <p14:tracePt t="15181" x="8166100" y="3575050"/>
          <p14:tracePt t="15197" x="8185150" y="3619500"/>
          <p14:tracePt t="15214" x="8229600" y="3721100"/>
          <p14:tracePt t="15231" x="8248650" y="3759200"/>
          <p14:tracePt t="15247" x="8305800" y="3860800"/>
          <p14:tracePt t="15264" x="8318500" y="3892550"/>
          <p14:tracePt t="15281" x="8337550" y="3968750"/>
          <p14:tracePt t="15298" x="8369300" y="4057650"/>
          <p14:tracePt t="15314" x="8401050" y="4133850"/>
          <p14:tracePt t="15331" x="8426450" y="4222750"/>
          <p14:tracePt t="15347" x="8426450" y="4248150"/>
          <p14:tracePt t="15364" x="8451850" y="4298950"/>
          <p14:tracePt t="15381" x="8451850" y="4343400"/>
          <p14:tracePt t="15397" x="8470900" y="4438650"/>
          <p14:tracePt t="15414" x="8477250" y="4470400"/>
          <p14:tracePt t="15431" x="8477250" y="4483100"/>
          <p14:tracePt t="15447" x="8502650" y="4552950"/>
          <p14:tracePt t="15449" x="8502650" y="4565650"/>
          <p14:tracePt t="15464" x="8509000" y="4578350"/>
          <p14:tracePt t="15480" x="8509000" y="4610100"/>
          <p14:tracePt t="15497" x="8521700" y="4667250"/>
          <p14:tracePt t="15514" x="8521700" y="4699000"/>
          <p14:tracePt t="15531" x="8528050" y="4730750"/>
          <p14:tracePt t="15547" x="8534400" y="4781550"/>
          <p14:tracePt t="15564" x="8534400" y="4787900"/>
          <p14:tracePt t="15658" x="8534400" y="4794250"/>
          <p14:tracePt t="15714" x="8547100" y="4806950"/>
          <p14:tracePt t="15730" x="8547100" y="4813300"/>
          <p14:tracePt t="15746" x="8547100" y="4819650"/>
          <p14:tracePt t="15755" x="8547100" y="4826000"/>
          <p14:tracePt t="15764" x="8547100" y="4832350"/>
          <p14:tracePt t="15780" x="8547100" y="4857750"/>
          <p14:tracePt t="15797" x="8540750" y="4883150"/>
          <p14:tracePt t="15814" x="8515350" y="4933950"/>
          <p14:tracePt t="15830" x="8502650" y="4953000"/>
          <p14:tracePt t="15847" x="8496300" y="4978400"/>
          <p14:tracePt t="15864" x="8445500" y="5048250"/>
          <p14:tracePt t="15880" x="8420100" y="5086350"/>
          <p14:tracePt t="15897" x="8382000" y="5162550"/>
          <p14:tracePt t="15914" x="8356600" y="5194300"/>
          <p14:tracePt t="15931" x="8350250" y="5213350"/>
          <p14:tracePt t="15947" x="8331200" y="5238750"/>
          <p14:tracePt t="15964" x="8318500" y="5251450"/>
          <p14:tracePt t="15981" x="8299450" y="5264150"/>
          <p14:tracePt t="15997" x="8286750" y="5276850"/>
          <p14:tracePt t="16014" x="8261350" y="5289550"/>
          <p14:tracePt t="16031" x="8261350" y="5302250"/>
          <p14:tracePt t="16047" x="8242300" y="5314950"/>
          <p14:tracePt t="16064" x="8235950" y="5314950"/>
          <p14:tracePt t="16099" x="8235950" y="5308600"/>
          <p14:tracePt t="16106" x="8229600" y="5302250"/>
          <p14:tracePt t="16115" x="8223250" y="5276850"/>
          <p14:tracePt t="16130" x="8172450" y="5156200"/>
          <p14:tracePt t="16147" x="8102600" y="5041900"/>
          <p14:tracePt t="16164" x="8001000" y="4914900"/>
          <p14:tracePt t="16181" x="7874000" y="4705350"/>
          <p14:tracePt t="16197" x="7791450" y="4572000"/>
          <p14:tracePt t="16214" x="7747000" y="4502150"/>
          <p14:tracePt t="16231" x="7588250" y="4222750"/>
          <p14:tracePt t="16247" x="7518400" y="4133850"/>
          <p14:tracePt t="16264" x="7372350" y="3911600"/>
          <p14:tracePt t="16281" x="7315200" y="3803650"/>
          <p14:tracePt t="16297" x="7264400" y="3714750"/>
          <p14:tracePt t="16314" x="7245350" y="3644900"/>
          <p14:tracePt t="16331" x="7226300" y="3613150"/>
          <p14:tracePt t="16347" x="7219950" y="3581400"/>
          <p14:tracePt t="16364" x="7213600" y="3575050"/>
          <p14:tracePt t="16381" x="7213600" y="3562350"/>
          <p14:tracePt t="16397" x="7213600" y="3556000"/>
          <p14:tracePt t="16414" x="7200900" y="3549650"/>
          <p14:tracePt t="16430" x="7194550" y="3536950"/>
          <p14:tracePt t="16447" x="7181850" y="3498850"/>
          <p14:tracePt t="16450" x="7143750" y="3409950"/>
          <p14:tracePt t="16464" x="7118350" y="3378200"/>
          <p14:tracePt t="16481" x="7086600" y="3327400"/>
          <p14:tracePt t="16497" x="7010400" y="3244850"/>
          <p14:tracePt t="16514" x="6908800" y="3117850"/>
          <p14:tracePt t="16530" x="6883400" y="3105150"/>
          <p14:tracePt t="16547" x="6883400" y="3092450"/>
          <p14:tracePt t="16658" x="6889750" y="3111500"/>
          <p14:tracePt t="16666" x="6889750" y="3117850"/>
          <p14:tracePt t="16674" x="6896100" y="3130550"/>
          <p14:tracePt t="16682" x="6908800" y="3136900"/>
          <p14:tracePt t="16698" x="6908800" y="3143250"/>
          <p14:tracePt t="16714" x="6927850" y="3181350"/>
          <p14:tracePt t="16730" x="6934200" y="3181350"/>
          <p14:tracePt t="16747" x="6934200" y="3194050"/>
          <p14:tracePt t="16764" x="6953250" y="3200400"/>
          <p14:tracePt t="16797" x="6972300" y="3206750"/>
          <p14:tracePt t="16814" x="6978650" y="3213100"/>
          <p14:tracePt t="16831" x="6985000" y="3213100"/>
          <p14:tracePt t="16848" x="6991350" y="3213100"/>
          <p14:tracePt t="16890" x="7004050" y="3213100"/>
          <p14:tracePt t="17018" x="7004050" y="3232150"/>
          <p14:tracePt t="17035" x="6997700" y="3257550"/>
          <p14:tracePt t="17042" x="6972300" y="3289300"/>
          <p14:tracePt t="17051" x="6934200" y="3327400"/>
          <p14:tracePt t="17064" x="6902450" y="3378200"/>
          <p14:tracePt t="17081" x="6642100" y="3587750"/>
          <p14:tracePt t="17098" x="6483350" y="3702050"/>
          <p14:tracePt t="17114" x="6267450" y="3867150"/>
          <p14:tracePt t="17131" x="6165850" y="3943350"/>
          <p14:tracePt t="17147" x="6038850" y="4019550"/>
          <p14:tracePt t="17164" x="6007100" y="4044950"/>
          <p14:tracePt t="17181" x="5880100" y="4121150"/>
          <p14:tracePt t="17197" x="5861050" y="4146550"/>
          <p14:tracePt t="17214" x="5791200" y="4197350"/>
          <p14:tracePt t="17231" x="5746750" y="4235450"/>
          <p14:tracePt t="17247" x="5721350" y="4254500"/>
          <p14:tracePt t="17264" x="5676900" y="4311650"/>
          <p14:tracePt t="17281" x="5664200" y="4330700"/>
          <p14:tracePt t="17298" x="5651500" y="4362450"/>
          <p14:tracePt t="17314" x="5575300" y="4451350"/>
          <p14:tracePt t="17330" x="5530850" y="4489450"/>
          <p14:tracePt t="17347" x="5511800" y="4508500"/>
          <p14:tracePt t="17364" x="5473700" y="4552950"/>
          <p14:tracePt t="17381" x="5454650" y="4559300"/>
          <p14:tracePt t="17570" x="5461000" y="4552950"/>
          <p14:tracePt t="17586" x="5473700" y="4533900"/>
          <p14:tracePt t="17610" x="5480050" y="4521200"/>
          <p14:tracePt t="17619" x="5486400" y="4508500"/>
          <p14:tracePt t="17626" x="5492750" y="4495800"/>
          <p14:tracePt t="17635" x="5499100" y="4495800"/>
          <p14:tracePt t="17647" x="5511800" y="4476750"/>
          <p14:tracePt t="17664" x="5511800" y="4470400"/>
          <p14:tracePt t="17680" x="5518150" y="4470400"/>
          <p14:tracePt t="17730" x="5530850" y="4489450"/>
          <p14:tracePt t="17746" x="5530850" y="4514850"/>
          <p14:tracePt t="17755" x="5524500" y="4546600"/>
          <p14:tracePt t="17764" x="5524500" y="4591050"/>
          <p14:tracePt t="17780" x="5518150" y="4800600"/>
          <p14:tracePt t="17797" x="5505450" y="4940300"/>
          <p14:tracePt t="17814" x="5467350" y="5099050"/>
          <p14:tracePt t="17831" x="5454650" y="5156200"/>
          <p14:tracePt t="17847" x="5448300" y="5213350"/>
          <p14:tracePt t="17864" x="5448300" y="5264150"/>
          <p14:tracePt t="17880" x="5454650" y="5302250"/>
          <p14:tracePt t="17897" x="5467350" y="5302250"/>
          <p14:tracePt t="17914" x="5467350" y="5321300"/>
          <p14:tracePt t="17947" x="5480050" y="5321300"/>
          <p14:tracePt t="17964" x="5480050" y="5327650"/>
          <p14:tracePt t="17980" x="5480050" y="5340350"/>
          <p14:tracePt t="17997" x="5499100" y="5346700"/>
          <p14:tracePt t="18014" x="5511800" y="5359400"/>
          <p14:tracePt t="18030" x="5549900" y="5372100"/>
          <p14:tracePt t="18047" x="5613400" y="5397500"/>
          <p14:tracePt t="18064" x="5676900" y="5410200"/>
          <p14:tracePt t="18080" x="5835650" y="5441950"/>
          <p14:tracePt t="18098" x="5981700" y="5441950"/>
          <p14:tracePt t="18114" x="6127750" y="5448300"/>
          <p14:tracePt t="18131" x="6362700" y="5435600"/>
          <p14:tracePt t="18147" x="6489700" y="5435600"/>
          <p14:tracePt t="18165" x="6654800" y="5435600"/>
          <p14:tracePt t="18181" x="6934200" y="5441950"/>
          <p14:tracePt t="18197" x="7010400" y="5448300"/>
          <p14:tracePt t="18214" x="7162800" y="5454650"/>
          <p14:tracePt t="18230" x="7410450" y="5448300"/>
          <p14:tracePt t="18247" x="7524750" y="5448300"/>
          <p14:tracePt t="18264" x="7620000" y="5454650"/>
          <p14:tracePt t="18281" x="7854950" y="5499100"/>
          <p14:tracePt t="18297" x="7918450" y="5511800"/>
          <p14:tracePt t="18314" x="8128000" y="5537200"/>
          <p14:tracePt t="18331" x="8248650" y="5549900"/>
          <p14:tracePt t="18347" x="8286750" y="5549900"/>
          <p14:tracePt t="18364" x="8299450" y="5549900"/>
          <p14:tracePt t="18498" x="8305800" y="5549900"/>
          <p14:tracePt t="18514" x="8305800" y="5530850"/>
          <p14:tracePt t="18522" x="8305800" y="5511800"/>
          <p14:tracePt t="18530" x="8305800" y="5499100"/>
          <p14:tracePt t="18547" x="8318500" y="5454650"/>
          <p14:tracePt t="18564" x="8343900" y="5270500"/>
          <p14:tracePt t="18581" x="8369300" y="5143500"/>
          <p14:tracePt t="18597" x="8388350" y="4997450"/>
          <p14:tracePt t="18614" x="8413750" y="4737100"/>
          <p14:tracePt t="18631" x="8413750" y="4578350"/>
          <p14:tracePt t="18647" x="8407400" y="4508500"/>
          <p14:tracePt t="18664" x="8407400" y="4311650"/>
          <p14:tracePt t="18681" x="8388350" y="4241800"/>
          <p14:tracePt t="18697" x="8362950" y="4203700"/>
          <p14:tracePt t="18714" x="8343900" y="4159250"/>
          <p14:tracePt t="18730" x="8337550" y="4152900"/>
          <p14:tracePt t="18915" x="8343900" y="4146550"/>
          <p14:tracePt t="19010" x="8343900" y="4178300"/>
          <p14:tracePt t="19019" x="8343900" y="4197350"/>
          <p14:tracePt t="19035" x="8343900" y="4216400"/>
          <p14:tracePt t="19042" x="8337550" y="4248150"/>
          <p14:tracePt t="19051" x="8362950" y="4273550"/>
          <p14:tracePt t="19064" x="8382000" y="4349750"/>
          <p14:tracePt t="19080" x="8394700" y="4413250"/>
          <p14:tracePt t="19097" x="8394700" y="4451350"/>
          <p14:tracePt t="19282" x="8407400" y="4419600"/>
          <p14:tracePt t="19290" x="8413750" y="4400550"/>
          <p14:tracePt t="19299" x="8413750" y="4387850"/>
          <p14:tracePt t="19314" x="8413750" y="4368800"/>
          <p14:tracePt t="19330" x="8413750" y="4362450"/>
          <p14:tracePt t="19347" x="8413750" y="4349750"/>
          <p14:tracePt t="19394" x="8420100" y="4349750"/>
          <p14:tracePt t="19419" x="8420100" y="4362450"/>
          <p14:tracePt t="19426" x="8420100" y="4368800"/>
          <p14:tracePt t="19434" x="8413750" y="4375150"/>
          <p14:tracePt t="19447" x="8407400" y="4381500"/>
          <p14:tracePt t="19466" x="8401050" y="4387850"/>
          <p14:tracePt t="19650" x="8382000" y="4381500"/>
          <p14:tracePt t="19658" x="8375650" y="4349750"/>
          <p14:tracePt t="19674" x="8350250" y="4330700"/>
          <p14:tracePt t="19683" x="8343900" y="4298950"/>
          <p14:tracePt t="19698" x="8305800" y="4254500"/>
          <p14:tracePt t="19714" x="8242300" y="4171950"/>
          <p14:tracePt t="19730" x="8216900" y="4089400"/>
          <p14:tracePt t="19747" x="8108950" y="3987800"/>
          <p14:tracePt t="19764" x="8058150" y="3962400"/>
          <p14:tracePt t="19781" x="7962900" y="3930650"/>
          <p14:tracePt t="19797" x="7772400" y="3898900"/>
          <p14:tracePt t="19814" x="7658100" y="3886200"/>
          <p14:tracePt t="19830" x="7493000" y="3892550"/>
          <p14:tracePt t="19847" x="7442200" y="3898900"/>
          <p14:tracePt t="19864" x="7404100" y="3905250"/>
          <p14:tracePt t="19880" x="7372350" y="3924300"/>
          <p14:tracePt t="19897" x="7346950" y="3930650"/>
          <p14:tracePt t="19914" x="7340600" y="3930650"/>
          <p14:tracePt t="19930" x="7315200" y="3930650"/>
          <p14:tracePt t="19947" x="7270750" y="3930650"/>
          <p14:tracePt t="19963" x="7143750" y="3917950"/>
          <p14:tracePt t="19980" x="7080250" y="3898900"/>
          <p14:tracePt t="19997" x="7067550" y="3892550"/>
          <p14:tracePt t="20014" x="7004050" y="3835400"/>
          <p14:tracePt t="20030" x="6972300" y="3765550"/>
          <p14:tracePt t="20047" x="6908800" y="3638550"/>
          <p14:tracePt t="20064" x="6889750" y="3581400"/>
          <p14:tracePt t="20081" x="6858000" y="3505200"/>
          <p14:tracePt t="20097" x="6851650" y="3479800"/>
          <p14:tracePt t="20114" x="6832600" y="3378200"/>
          <p14:tracePt t="20130" x="6826250" y="3352800"/>
          <p14:tracePt t="20147" x="6826250" y="3302000"/>
          <p14:tracePt t="20164" x="6813550" y="3289300"/>
          <p14:tracePt t="20197" x="6813550" y="3282950"/>
          <p14:tracePt t="20243" x="6800850" y="3308350"/>
          <p14:tracePt t="20250" x="6775450" y="3327400"/>
          <p14:tracePt t="20266" x="6718300" y="3359150"/>
          <p14:tracePt t="20274" x="6680200" y="3397250"/>
          <p14:tracePt t="20282" x="6616700" y="3429000"/>
          <p14:tracePt t="20297" x="6407150" y="3556000"/>
          <p14:tracePt t="20314" x="6165850" y="3714750"/>
          <p14:tracePt t="20331" x="5988050" y="3797300"/>
          <p14:tracePt t="20348" x="5861050" y="3867150"/>
          <p14:tracePt t="20364" x="5784850" y="3917950"/>
          <p14:tracePt t="20381" x="5689600" y="3987800"/>
          <p14:tracePt t="20397" x="5657850" y="4019550"/>
          <p14:tracePt t="20414" x="5645150" y="4025900"/>
          <p14:tracePt t="20431" x="5600700" y="4070350"/>
          <p14:tracePt t="20447" x="5594350" y="4089400"/>
          <p14:tracePt t="20450" x="5575300" y="4095750"/>
          <p14:tracePt t="20464" x="5568950" y="4121150"/>
          <p14:tracePt t="20480" x="5556250" y="4133850"/>
          <p14:tracePt t="20514" x="5549900" y="4146550"/>
          <p14:tracePt t="20531" x="5543550" y="4152900"/>
          <p14:tracePt t="20547" x="5543550" y="4171950"/>
          <p14:tracePt t="20564" x="5511800" y="4222750"/>
          <p14:tracePt t="20580" x="5486400" y="4260850"/>
          <p14:tracePt t="20598" x="5467350" y="4298950"/>
          <p14:tracePt t="20614" x="5454650" y="4349750"/>
          <p14:tracePt t="20631" x="5454650" y="4356100"/>
          <p14:tracePt t="20690" x="5461000" y="4349750"/>
          <p14:tracePt t="20699" x="5480050" y="4330700"/>
          <p14:tracePt t="20706" x="5492750" y="4311650"/>
          <p14:tracePt t="20715" x="5543550" y="4279900"/>
          <p14:tracePt t="20730" x="5708650" y="4152900"/>
          <p14:tracePt t="20747" x="5829300" y="4070350"/>
          <p14:tracePt t="20764" x="5905500" y="4038600"/>
          <p14:tracePt t="20781" x="6057900" y="3949700"/>
          <p14:tracePt t="20797" x="6254750" y="3854450"/>
          <p14:tracePt t="20814" x="6388100" y="3810000"/>
          <p14:tracePt t="20831" x="6591300" y="3727450"/>
          <p14:tracePt t="20847" x="6642100" y="3714750"/>
          <p14:tracePt t="20864" x="6731000" y="3683000"/>
          <p14:tracePt t="20880" x="6826250" y="3663950"/>
          <p14:tracePt t="20897" x="6908800" y="3644900"/>
          <p14:tracePt t="20914" x="7016750" y="3619500"/>
          <p14:tracePt t="20931" x="7054850" y="3600450"/>
          <p14:tracePt t="20947" x="7080250" y="3587750"/>
          <p14:tracePt t="20964" x="7105650" y="3575050"/>
          <p14:tracePt t="20980" x="7124700" y="3568700"/>
          <p14:tracePt t="20997" x="7137400" y="3562350"/>
          <p14:tracePt t="21014" x="7156450" y="3556000"/>
          <p14:tracePt t="21030" x="7175500" y="3549650"/>
          <p14:tracePt t="21047" x="7188200" y="3543300"/>
          <p14:tracePt t="21064" x="7194550" y="3536950"/>
          <p14:tracePt t="21170" x="7181850" y="3536950"/>
          <p14:tracePt t="21194" x="7156450" y="3536950"/>
          <p14:tracePt t="21203" x="7137400" y="3536950"/>
          <p14:tracePt t="21210" x="7105650" y="3530600"/>
          <p14:tracePt t="21218" x="7086600" y="3524250"/>
          <p14:tracePt t="21230" x="7054850" y="3517900"/>
          <p14:tracePt t="21247" x="6978650" y="3473450"/>
          <p14:tracePt t="21264" x="6927850" y="3441700"/>
          <p14:tracePt t="21280" x="6915150" y="3429000"/>
          <p14:tracePt t="21297" x="6870700" y="3397250"/>
          <p14:tracePt t="21314" x="6851650" y="3378200"/>
          <p14:tracePt t="21347" x="6845300" y="3378200"/>
          <p14:tracePt t="21364" x="6819900" y="3397250"/>
          <p14:tracePt t="21381" x="6775450" y="3460750"/>
          <p14:tracePt t="21397" x="6756400" y="3492500"/>
          <p14:tracePt t="21414" x="6565900" y="3663950"/>
          <p14:tracePt t="21431" x="6394450" y="3810000"/>
          <p14:tracePt t="21447" x="6096000" y="4076700"/>
          <p14:tracePt t="21449" x="5969000" y="4184650"/>
          <p14:tracePt t="21464" x="5861050" y="4273550"/>
          <p14:tracePt t="21481" x="5829300" y="4305300"/>
          <p14:tracePt t="21497" x="5645150" y="4483100"/>
          <p14:tracePt t="21514" x="5619750" y="4514850"/>
          <p14:tracePt t="21730" x="5619750" y="4508500"/>
          <p14:tracePt t="21746" x="5626100" y="4508500"/>
          <p14:tracePt t="21754" x="5651500" y="4495800"/>
          <p14:tracePt t="21764" x="5670550" y="4483100"/>
          <p14:tracePt t="21780" x="5778500" y="4445000"/>
          <p14:tracePt t="21797" x="6032500" y="4356100"/>
          <p14:tracePt t="21814" x="6134100" y="4337050"/>
          <p14:tracePt t="21830" x="6299200" y="4305300"/>
          <p14:tracePt t="21847" x="6731000" y="4260850"/>
          <p14:tracePt t="21864" x="6959600" y="4254500"/>
          <p14:tracePt t="21881" x="7245350" y="4241800"/>
          <p14:tracePt t="21897" x="7600950" y="4241800"/>
          <p14:tracePt t="21914" x="7950200" y="4229100"/>
          <p14:tracePt t="21930" x="8083550" y="4229100"/>
          <p14:tracePt t="21947" x="8210550" y="4235450"/>
          <p14:tracePt t="21964" x="8261350" y="4235450"/>
          <p14:tracePt t="21980" x="8286750" y="4235450"/>
          <p14:tracePt t="21997" x="8331200" y="4235450"/>
          <p14:tracePt t="22013" x="8343900" y="4235450"/>
          <p14:tracePt t="22030" x="8375650" y="4235450"/>
          <p14:tracePt t="22047" x="8413750" y="4241800"/>
          <p14:tracePt t="22064" x="8439150" y="4241800"/>
          <p14:tracePt t="22080" x="8470900" y="4241800"/>
          <p14:tracePt t="22097" x="8483600" y="4241800"/>
          <p14:tracePt t="22114" x="8604250" y="4254500"/>
          <p14:tracePt t="22130" x="8655050" y="4260850"/>
          <p14:tracePt t="22147" x="8693150" y="4260850"/>
          <p14:tracePt t="22164" x="8724900" y="4267200"/>
          <p14:tracePt t="22250" x="8737600" y="4273550"/>
          <p14:tracePt t="22378" x="8731250" y="4273550"/>
          <p14:tracePt t="22395" x="8724900" y="4267200"/>
          <p14:tracePt t="22411" x="8712200" y="4267200"/>
          <p14:tracePt t="22418" x="8712200" y="4254500"/>
          <p14:tracePt t="22430" x="8699500" y="4254500"/>
          <p14:tracePt t="22447" x="8616950" y="4222750"/>
          <p14:tracePt t="22449" x="8553450" y="4216400"/>
          <p14:tracePt t="22464" x="8489950" y="4216400"/>
          <p14:tracePt t="22480" x="8134350" y="4216400"/>
          <p14:tracePt t="22497" x="7950200" y="4229100"/>
          <p14:tracePt t="22514" x="7334250" y="4260850"/>
          <p14:tracePt t="22530" x="6604000" y="4311650"/>
          <p14:tracePt t="22547" x="6165850" y="4337050"/>
          <p14:tracePt t="22564" x="5835650" y="4343400"/>
          <p14:tracePt t="22580" x="5543550" y="4343400"/>
          <p14:tracePt t="22597" x="5480050" y="4343400"/>
          <p14:tracePt t="22614" x="5461000" y="4324350"/>
          <p14:tracePt t="22631" x="5448300" y="4311650"/>
          <p14:tracePt t="22647" x="5448300" y="4286250"/>
          <p14:tracePt t="22664" x="5448300" y="4248150"/>
          <p14:tracePt t="22680" x="5448300" y="4216400"/>
          <p14:tracePt t="22697" x="5448300" y="4184650"/>
          <p14:tracePt t="22714" x="5492750" y="4089400"/>
          <p14:tracePt t="22730" x="5518150" y="4051300"/>
          <p14:tracePt t="22747" x="5543550" y="4025900"/>
          <p14:tracePt t="22764" x="5613400" y="3924300"/>
          <p14:tracePt t="22780" x="5676900" y="3860800"/>
          <p14:tracePt t="22797" x="5772150" y="3765550"/>
          <p14:tracePt t="22814" x="5956300" y="3632200"/>
          <p14:tracePt t="22830" x="6070600" y="3562350"/>
          <p14:tracePt t="22847" x="6121400" y="3543300"/>
          <p14:tracePt t="22864" x="6292850" y="3467100"/>
          <p14:tracePt t="22881" x="6407150" y="3435350"/>
          <p14:tracePt t="22897" x="6502400" y="3409950"/>
          <p14:tracePt t="22914" x="6623050" y="3384550"/>
          <p14:tracePt t="22930" x="6667500" y="3378200"/>
          <p14:tracePt t="22947" x="6711950" y="3371850"/>
          <p14:tracePt t="22964" x="6762750" y="3359150"/>
          <p14:tracePt t="22997" x="6781800" y="3359150"/>
          <p14:tracePt t="23014" x="6788150" y="3359150"/>
          <p14:tracePt t="23035" x="6800850" y="3359150"/>
          <p14:tracePt t="23047" x="6813550" y="3359150"/>
          <p14:tracePt t="23064" x="6826250" y="3359150"/>
          <p14:tracePt t="23081" x="6864350" y="3352800"/>
          <p14:tracePt t="23097" x="6877050" y="3352800"/>
          <p14:tracePt t="23114" x="6902450" y="3352800"/>
          <p14:tracePt t="23131" x="6921500" y="3340100"/>
          <p14:tracePt t="23147" x="6940550" y="3340100"/>
          <p14:tracePt t="23218" x="6934200" y="3346450"/>
          <p14:tracePt t="23226" x="6934200" y="3352800"/>
          <p14:tracePt t="23234" x="6927850" y="3365500"/>
          <p14:tracePt t="23247" x="6908800" y="3384550"/>
          <p14:tracePt t="23264" x="6858000" y="3429000"/>
          <p14:tracePt t="23280" x="6845300" y="3441700"/>
          <p14:tracePt t="23297" x="6800850" y="3460750"/>
          <p14:tracePt t="23314" x="6699250" y="3543300"/>
          <p14:tracePt t="23331" x="6616700" y="3581400"/>
          <p14:tracePt t="23347" x="6546850" y="3606800"/>
          <p14:tracePt t="23364" x="6489700" y="3632200"/>
          <p14:tracePt t="23380" x="6419850" y="3657600"/>
          <p14:tracePt t="23397" x="6254750" y="3721100"/>
          <p14:tracePt t="23414" x="6223000" y="3740150"/>
          <p14:tracePt t="23431" x="6108700" y="3797300"/>
          <p14:tracePt t="23447" x="6076950" y="3816350"/>
          <p14:tracePt t="23450" x="6026150" y="3835400"/>
          <p14:tracePt t="23464" x="5994400" y="3854450"/>
          <p14:tracePt t="23481" x="5854700" y="3930650"/>
          <p14:tracePt t="23497" x="5772150" y="3981450"/>
          <p14:tracePt t="23514" x="5689600" y="4032250"/>
          <p14:tracePt t="23530" x="5607050" y="4089400"/>
          <p14:tracePt t="23547" x="5575300" y="4121150"/>
          <p14:tracePt t="23564" x="5524500" y="4152900"/>
          <p14:tracePt t="23580" x="5492750" y="4178300"/>
          <p14:tracePt t="23598" x="5461000" y="4203700"/>
          <p14:tracePt t="23614" x="5429250" y="4235450"/>
          <p14:tracePt t="23631" x="5378450" y="4286250"/>
          <p14:tracePt t="23647" x="5359400" y="4298950"/>
          <p14:tracePt t="23664" x="5353050" y="4311650"/>
          <p14:tracePt t="23770" x="5359400" y="4305300"/>
          <p14:tracePt t="23778" x="5384800" y="4286250"/>
          <p14:tracePt t="23787" x="5397500" y="4273550"/>
          <p14:tracePt t="23797" x="5422900" y="4254500"/>
          <p14:tracePt t="23814" x="5473700" y="4222750"/>
          <p14:tracePt t="23830" x="5626100" y="4114800"/>
          <p14:tracePt t="23847" x="5715000" y="4064000"/>
          <p14:tracePt t="23864" x="5854700" y="3994150"/>
          <p14:tracePt t="23881" x="6076950" y="3892550"/>
          <p14:tracePt t="23897" x="6178550" y="3854450"/>
          <p14:tracePt t="23914" x="6311900" y="3790950"/>
          <p14:tracePt t="23931" x="6489700" y="3689350"/>
          <p14:tracePt t="23947" x="6565900" y="3638550"/>
          <p14:tracePt t="23964" x="6629400" y="3600450"/>
          <p14:tracePt t="23980" x="6724650" y="3536950"/>
          <p14:tracePt t="23997" x="6756400" y="3517900"/>
          <p14:tracePt t="24014" x="6800850" y="3492500"/>
          <p14:tracePt t="24030" x="6858000" y="3454400"/>
          <p14:tracePt t="24047" x="6902450" y="3429000"/>
          <p14:tracePt t="24063" x="6934200" y="3416300"/>
          <p14:tracePt t="24080" x="6953250" y="3403600"/>
          <p14:tracePt t="24097" x="6965950" y="3397250"/>
          <p14:tracePt t="24114" x="6985000" y="3384550"/>
          <p14:tracePt t="24410" x="6978650" y="3384550"/>
          <p14:tracePt t="24426" x="6978650" y="3390900"/>
          <p14:tracePt t="24434" x="6953250" y="3409950"/>
          <p14:tracePt t="24443" x="6946900" y="3416300"/>
          <p14:tracePt t="24458" x="6927850" y="3429000"/>
          <p14:tracePt t="24466" x="6921500" y="3441700"/>
          <p14:tracePt t="24480" x="6883400" y="3467100"/>
          <p14:tracePt t="24497" x="6851650" y="3498850"/>
          <p14:tracePt t="24514" x="6756400" y="3556000"/>
          <p14:tracePt t="24530" x="6737350" y="3568700"/>
          <p14:tracePt t="24547" x="6705600" y="3594100"/>
          <p14:tracePt t="24564" x="6667500" y="3619500"/>
          <p14:tracePt t="24580" x="6572250" y="3689350"/>
          <p14:tracePt t="24597" x="6534150" y="3721100"/>
          <p14:tracePt t="24614" x="6489700" y="3752850"/>
          <p14:tracePt t="24631" x="6350000" y="3841750"/>
          <p14:tracePt t="24647" x="6286500" y="3892550"/>
          <p14:tracePt t="24664" x="6229350" y="3930650"/>
          <p14:tracePt t="24681" x="6159500" y="3975100"/>
          <p14:tracePt t="24697" x="6108700" y="4019550"/>
          <p14:tracePt t="24714" x="6013450" y="4070350"/>
          <p14:tracePt t="24730" x="5975350" y="4102100"/>
          <p14:tracePt t="24747" x="5962650" y="4102100"/>
          <p14:tracePt t="24764" x="5873750" y="4146550"/>
          <p14:tracePt t="24781" x="5842000" y="4159250"/>
          <p14:tracePt t="24797" x="5778500" y="4184650"/>
          <p14:tracePt t="24814" x="5753100" y="4191000"/>
          <p14:tracePt t="24830" x="5746750" y="4197350"/>
          <p14:tracePt t="24847" x="5746750" y="4203700"/>
          <p14:tracePt t="24864" x="5727700" y="4203700"/>
          <p14:tracePt t="24881" x="5708650" y="4210050"/>
          <p14:tracePt t="24914" x="5651500" y="4241800"/>
          <p14:tracePt t="24930" x="5638800" y="4248150"/>
          <p14:tracePt t="25034" x="5632450" y="4254500"/>
          <p14:tracePt t="25186" x="5632450" y="4248150"/>
          <p14:tracePt t="25202" x="5638800" y="4241800"/>
          <p14:tracePt t="25210" x="5638800" y="4235450"/>
          <p14:tracePt t="25226" x="5657850" y="4222750"/>
          <p14:tracePt t="25235" x="5683250" y="4216400"/>
          <p14:tracePt t="25247" x="5689600" y="4203700"/>
          <p14:tracePt t="25264" x="5797550" y="4127500"/>
          <p14:tracePt t="25280" x="5867400" y="4076700"/>
          <p14:tracePt t="25297" x="5969000" y="4019550"/>
          <p14:tracePt t="25314" x="6146800" y="3937000"/>
          <p14:tracePt t="25330" x="6235700" y="3886200"/>
          <p14:tracePt t="25347" x="6337300" y="3848100"/>
          <p14:tracePt t="25364" x="6464300" y="3784600"/>
          <p14:tracePt t="25381" x="6527800" y="3740150"/>
          <p14:tracePt t="25397" x="6553200" y="3733800"/>
          <p14:tracePt t="25414" x="6642100" y="3663950"/>
          <p14:tracePt t="25430" x="6718300" y="3613150"/>
          <p14:tracePt t="25447" x="6769100" y="3581400"/>
          <p14:tracePt t="25449" x="6832600" y="3543300"/>
          <p14:tracePt t="25464" x="6851650" y="3536950"/>
          <p14:tracePt t="25480" x="6870700" y="3517900"/>
          <p14:tracePt t="25497" x="6883400" y="3517900"/>
          <p14:tracePt t="25514" x="6927850" y="3479800"/>
          <p14:tracePt t="25531" x="6953250" y="3467100"/>
          <p14:tracePt t="25547" x="6978650" y="3448050"/>
          <p14:tracePt t="25564" x="7004050" y="3441700"/>
          <p14:tracePt t="25580" x="7023100" y="3435350"/>
          <p14:tracePt t="25597" x="7054850" y="3422650"/>
          <p14:tracePt t="25635" x="7061200" y="3422650"/>
          <p14:tracePt t="26058" x="7061200" y="3429000"/>
          <p14:tracePt t="26074" x="7048500" y="3429000"/>
          <p14:tracePt t="26090" x="7042150" y="3441700"/>
          <p14:tracePt t="26106" x="7029450" y="3441700"/>
          <p14:tracePt t="26114" x="7010400" y="3454400"/>
          <p14:tracePt t="26122" x="6946900" y="3486150"/>
          <p14:tracePt t="26130" x="6915150" y="3505200"/>
          <p14:tracePt t="26147" x="6851650" y="3543300"/>
          <p14:tracePt t="26165" x="6743700" y="3581400"/>
          <p14:tracePt t="26180" x="6718300" y="3594100"/>
          <p14:tracePt t="26197" x="6654800" y="3632200"/>
          <p14:tracePt t="26214" x="6508750" y="3689350"/>
          <p14:tracePt t="26231" x="6438900" y="3721100"/>
          <p14:tracePt t="26247" x="6375400" y="3759200"/>
          <p14:tracePt t="26264" x="6210300" y="3835400"/>
          <p14:tracePt t="26280" x="6165850" y="3848100"/>
          <p14:tracePt t="26297" x="6057900" y="3924300"/>
          <p14:tracePt t="26314" x="6000750" y="3968750"/>
          <p14:tracePt t="26331" x="5899150" y="4025900"/>
          <p14:tracePt t="26347" x="5899150" y="4032250"/>
          <p14:tracePt t="26364" x="5842000" y="4076700"/>
          <p14:tracePt t="26380" x="5791200" y="4127500"/>
          <p14:tracePt t="26397" x="5772150" y="4146550"/>
          <p14:tracePt t="26414" x="5753100" y="4159250"/>
          <p14:tracePt t="26430" x="5746750" y="4165600"/>
          <p14:tracePt t="26447" x="5740400" y="4165600"/>
          <p14:tracePt t="26449" x="5734050" y="4171950"/>
          <p14:tracePt t="26464" x="5727700" y="4178300"/>
          <p14:tracePt t="26481" x="5721350" y="4178300"/>
          <p14:tracePt t="26497" x="5708650" y="4191000"/>
          <p14:tracePt t="26514" x="5689600" y="4203700"/>
          <p14:tracePt t="26770" x="5689600" y="4197350"/>
          <p14:tracePt t="26778" x="5689600" y="4191000"/>
          <p14:tracePt t="26786" x="5695950" y="4184650"/>
          <p14:tracePt t="26810" x="5708650" y="4178300"/>
          <p14:tracePt t="26818" x="5708650" y="4165600"/>
          <p14:tracePt t="26830" x="5753100" y="4127500"/>
          <p14:tracePt t="26847" x="5822950" y="4083050"/>
          <p14:tracePt t="26863" x="5930900" y="4019550"/>
          <p14:tracePt t="26880" x="6076950" y="3937000"/>
          <p14:tracePt t="26897" x="6127750" y="3917950"/>
          <p14:tracePt t="26913" x="6273800" y="3854450"/>
          <p14:tracePt t="26930" x="6438900" y="3765550"/>
          <p14:tracePt t="26947" x="6527800" y="3727450"/>
          <p14:tracePt t="26964" x="6604000" y="3695700"/>
          <p14:tracePt t="26981" x="6673850" y="3657600"/>
          <p14:tracePt t="26997" x="6731000" y="3619500"/>
          <p14:tracePt t="27014" x="6781800" y="3587750"/>
          <p14:tracePt t="27031" x="6819900" y="3568700"/>
          <p14:tracePt t="27047" x="6864350" y="3536950"/>
          <p14:tracePt t="27064" x="6915150" y="3511550"/>
          <p14:tracePt t="27080" x="6940550" y="3479800"/>
          <p14:tracePt t="27097" x="6978650" y="3448050"/>
          <p14:tracePt t="27114" x="7029450" y="3390900"/>
          <p14:tracePt t="27130" x="7048500" y="3365500"/>
          <p14:tracePt t="27147" x="7067550" y="3340100"/>
          <p14:tracePt t="27164" x="7092950" y="3321050"/>
          <p14:tracePt t="27180" x="7105650" y="3308350"/>
          <p14:tracePt t="27197" x="7105650" y="3295650"/>
          <p14:tracePt t="27522" x="7112000" y="3295650"/>
          <p14:tracePt t="27554" x="7105650" y="3302000"/>
          <p14:tracePt t="27562" x="7092950" y="3314700"/>
          <p14:tracePt t="27570" x="7067550" y="3346450"/>
          <p14:tracePt t="27580" x="6940550" y="3435350"/>
          <p14:tracePt t="27597" x="6788150" y="3543300"/>
          <p14:tracePt t="27614" x="6388100" y="3803650"/>
          <p14:tracePt t="27631" x="6273800" y="3879850"/>
          <p14:tracePt t="27647" x="6172200" y="3949700"/>
          <p14:tracePt t="27664" x="6000750" y="4057650"/>
          <p14:tracePt t="27680" x="5962650" y="4102100"/>
          <p14:tracePt t="27697" x="5924550" y="4133850"/>
          <p14:tracePt t="27714" x="5911850" y="4140200"/>
          <p14:tracePt t="27730" x="5861050" y="4159250"/>
          <p14:tracePt t="27747" x="5759450" y="4191000"/>
          <p14:tracePt t="27764" x="5708650" y="4203700"/>
          <p14:tracePt t="27780" x="5702300" y="4210050"/>
          <p14:tracePt t="27797" x="5645150" y="4235450"/>
          <p14:tracePt t="27814" x="5613400" y="4254500"/>
          <p14:tracePt t="27831" x="5568950" y="4267200"/>
          <p14:tracePt t="27847" x="5524500" y="4286250"/>
          <p14:tracePt t="27864" x="5486400" y="4305300"/>
          <p14:tracePt t="27881" x="5441950" y="4337050"/>
          <p14:tracePt t="27897" x="5397500" y="4375150"/>
          <p14:tracePt t="27930" x="5391150" y="4375150"/>
          <p14:tracePt t="28194" x="5391150" y="4368800"/>
          <p14:tracePt t="28202" x="5391150" y="4362450"/>
          <p14:tracePt t="28218" x="5403850" y="4356100"/>
          <p14:tracePt t="28234" x="5416550" y="4343400"/>
          <p14:tracePt t="28247" x="5435600" y="4337050"/>
          <p14:tracePt t="28263" x="5448300" y="4330700"/>
          <p14:tracePt t="28280" x="5480050" y="4298950"/>
          <p14:tracePt t="28297" x="5562600" y="4248150"/>
          <p14:tracePt t="28314" x="5721350" y="4171950"/>
          <p14:tracePt t="28331" x="5873750" y="4076700"/>
          <p14:tracePt t="28347" x="5918200" y="4044950"/>
          <p14:tracePt t="28364" x="6019800" y="3975100"/>
          <p14:tracePt t="28380" x="6115050" y="3924300"/>
          <p14:tracePt t="28398" x="6242050" y="3841750"/>
          <p14:tracePt t="28414" x="6305550" y="3803650"/>
          <p14:tracePt t="28430" x="6343650" y="3784600"/>
          <p14:tracePt t="28447" x="6419850" y="3740150"/>
          <p14:tracePt t="28450" x="6438900" y="3733800"/>
          <p14:tracePt t="28464" x="6445250" y="3721100"/>
          <p14:tracePt t="28480" x="6470650" y="3708400"/>
          <p14:tracePt t="28497" x="6515100" y="3683000"/>
          <p14:tracePt t="28514" x="6521450" y="3683000"/>
          <p14:tracePt t="28530" x="6534150" y="3676650"/>
          <p14:tracePt t="28547" x="6565900" y="3663950"/>
          <p14:tracePt t="28564" x="6604000" y="3663950"/>
          <p14:tracePt t="28580" x="6635750" y="3651250"/>
          <p14:tracePt t="28597" x="6680200" y="3625850"/>
          <p14:tracePt t="28614" x="6750050" y="3594100"/>
          <p14:tracePt t="28631" x="6832600" y="3549650"/>
          <p14:tracePt t="28647" x="6927850" y="3486150"/>
          <p14:tracePt t="28664" x="6997700" y="3429000"/>
          <p14:tracePt t="28681" x="7035800" y="3403600"/>
          <p14:tracePt t="28697" x="7099300" y="3359150"/>
          <p14:tracePt t="28714" x="7143750" y="3321050"/>
          <p14:tracePt t="28730" x="7156450" y="3321050"/>
          <p14:tracePt t="29242" x="7143750" y="3321050"/>
          <p14:tracePt t="29258" x="7143750" y="3327400"/>
          <p14:tracePt t="29266" x="7143750" y="3333750"/>
          <p14:tracePt t="29282" x="7131050" y="3340100"/>
          <p14:tracePt t="29290" x="7099300" y="3352800"/>
          <p14:tracePt t="29299" x="7067550" y="3371850"/>
          <p14:tracePt t="29314" x="6978650" y="3409950"/>
          <p14:tracePt t="29330" x="6896100" y="3454400"/>
          <p14:tracePt t="29347" x="6762750" y="3549650"/>
          <p14:tracePt t="29364" x="6750050" y="3549650"/>
          <p14:tracePt t="29380" x="6648450" y="3594100"/>
          <p14:tracePt t="29397" x="6540500" y="3657600"/>
          <p14:tracePt t="29414" x="6489700" y="3695700"/>
          <p14:tracePt t="29430" x="6381750" y="3752850"/>
          <p14:tracePt t="29447" x="6356350" y="3771900"/>
          <p14:tracePt t="29449" x="6337300" y="3778250"/>
          <p14:tracePt t="29464" x="6305550" y="3797300"/>
          <p14:tracePt t="29481" x="6216650" y="3848100"/>
          <p14:tracePt t="29497" x="6184900" y="3879850"/>
          <p14:tracePt t="29514" x="6115050" y="3930650"/>
          <p14:tracePt t="29530" x="6083300" y="3956050"/>
          <p14:tracePt t="29547" x="6019800" y="4000500"/>
          <p14:tracePt t="29564" x="5949950" y="4057650"/>
          <p14:tracePt t="29581" x="5911850" y="4083050"/>
          <p14:tracePt t="29597" x="5867400" y="4108450"/>
          <p14:tracePt t="29614" x="5772150" y="4178300"/>
          <p14:tracePt t="29630" x="5708650" y="4210050"/>
          <p14:tracePt t="29648" x="5626100" y="4273550"/>
          <p14:tracePt t="29664" x="5607050" y="4292600"/>
          <p14:tracePt t="29680" x="5594350" y="4298950"/>
          <p14:tracePt t="29697" x="5581650" y="4318000"/>
          <p14:tracePt t="29714" x="5562600" y="4330700"/>
          <p14:tracePt t="30026" x="5562600" y="4324350"/>
          <p14:tracePt t="30035" x="5568950" y="4318000"/>
          <p14:tracePt t="30042" x="5575300" y="4305300"/>
          <p14:tracePt t="30051" x="5594350" y="4286250"/>
          <p14:tracePt t="30064" x="5594350" y="4279900"/>
          <p14:tracePt t="30081" x="5676900" y="4216400"/>
          <p14:tracePt t="30097" x="5708650" y="4184650"/>
          <p14:tracePt t="30114" x="5829300" y="4089400"/>
          <p14:tracePt t="30131" x="5981700" y="3981450"/>
          <p14:tracePt t="30147" x="6146800" y="3898900"/>
          <p14:tracePt t="30164" x="6172200" y="3873500"/>
          <p14:tracePt t="30180" x="6400800" y="3746500"/>
          <p14:tracePt t="30197" x="6451600" y="3714750"/>
          <p14:tracePt t="30213" x="6534150" y="3663950"/>
          <p14:tracePt t="30230" x="6629400" y="3613150"/>
          <p14:tracePt t="30247" x="6654800" y="3594100"/>
          <p14:tracePt t="30264" x="6692900" y="3581400"/>
          <p14:tracePt t="30280" x="6718300" y="3562350"/>
          <p14:tracePt t="30297" x="6769100" y="3549650"/>
          <p14:tracePt t="30314" x="6800850" y="3530600"/>
          <p14:tracePt t="30330" x="6813550" y="3524250"/>
          <p14:tracePt t="30347" x="6845300" y="3511550"/>
          <p14:tracePt t="30364" x="6877050" y="3492500"/>
          <p14:tracePt t="30380" x="6953250" y="3454400"/>
          <p14:tracePt t="30397" x="6985000" y="3441700"/>
          <p14:tracePt t="30414" x="7010400" y="3422650"/>
          <p14:tracePt t="30430" x="7029450" y="3416300"/>
          <p14:tracePt t="30447" x="7035800" y="3409950"/>
          <p14:tracePt t="30449" x="7048500" y="3403600"/>
          <p14:tracePt t="30480" x="7073900" y="3397250"/>
          <p14:tracePt t="31331" x="7073900" y="3390900"/>
          <p14:tracePt t="31346" x="7067550" y="3384550"/>
          <p14:tracePt t="31354" x="7061200" y="3378200"/>
          <p14:tracePt t="31364" x="7061200" y="3371850"/>
          <p14:tracePt t="31970" x="7054850" y="3371850"/>
          <p14:tracePt t="32050" x="7048500" y="3371850"/>
          <p14:tracePt t="32130" x="7054850" y="3371850"/>
          <p14:tracePt t="32674" x="7054850" y="3378200"/>
          <p14:tracePt t="32682" x="7061200" y="3384550"/>
          <p14:tracePt t="32722" x="7067550" y="3384550"/>
          <p14:tracePt t="32746" x="7067550" y="3390900"/>
          <p14:tracePt t="32754" x="7073900" y="3390900"/>
          <p14:tracePt t="32778" x="7080250" y="3390900"/>
          <p14:tracePt t="32866" x="7086600" y="3390900"/>
          <p14:tracePt t="32882" x="7086600" y="3397250"/>
          <p14:tracePt t="33210" x="7092950" y="3397250"/>
          <p14:tracePt t="33538" x="7092950" y="3409950"/>
          <p14:tracePt t="33562" x="7092950" y="3416300"/>
          <p14:tracePt t="33570" x="7092950" y="3422650"/>
          <p14:tracePt t="33586" x="7099300" y="3422650"/>
          <p14:tracePt t="33597" x="7099300" y="3429000"/>
          <p14:tracePt t="33613" x="7092950" y="3435350"/>
          <p14:tracePt t="33630" x="7092950" y="3441700"/>
          <p14:tracePt t="33658" x="7092950" y="3448050"/>
          <p14:tracePt t="33850" x="7092950" y="3454400"/>
          <p14:tracePt t="34242" x="7099300" y="3454400"/>
          <p14:tracePt t="34826" x="7099300" y="3448050"/>
          <p14:tracePt t="34834" x="7099300" y="3441700"/>
          <p14:tracePt t="34842" x="7112000" y="3429000"/>
          <p14:tracePt t="34858" x="7112000" y="3422650"/>
          <p14:tracePt t="34866" x="7112000" y="3416300"/>
          <p14:tracePt t="34880" x="7112000" y="3403600"/>
          <p14:tracePt t="34898" x="7118350" y="3384550"/>
          <p14:tracePt t="34913" x="7118350" y="3359150"/>
          <p14:tracePt t="34930" x="7118350" y="3346450"/>
          <p14:tracePt t="34947" x="7118350" y="3340100"/>
          <p14:tracePt t="35154" x="7118350" y="3346450"/>
          <p14:tracePt t="35194" x="7118350" y="3359150"/>
          <p14:tracePt t="35202" x="7118350" y="3371850"/>
          <p14:tracePt t="35218" x="7112000" y="3378200"/>
          <p14:tracePt t="35234" x="7105650" y="3390900"/>
          <p14:tracePt t="35247" x="7092950" y="3403600"/>
          <p14:tracePt t="35264" x="7080250" y="3416300"/>
          <p14:tracePt t="35280" x="7080250" y="3429000"/>
          <p14:tracePt t="35297" x="7080250" y="3435350"/>
          <p14:tracePt t="35314" x="7061200" y="3441700"/>
          <p14:tracePt t="35347" x="7061200" y="3448050"/>
          <p14:tracePt t="36114" x="7054850" y="3454400"/>
          <p14:tracePt t="36867" x="7054850" y="3460750"/>
          <p14:tracePt t="36890" x="7054850" y="3467100"/>
          <p14:tracePt t="36898" x="7048500" y="3479800"/>
          <p14:tracePt t="36922" x="7042150" y="3486150"/>
          <p14:tracePt t="37058" x="7042150" y="3479800"/>
          <p14:tracePt t="37074" x="7042150" y="3467100"/>
          <p14:tracePt t="37090" x="7042150" y="3454400"/>
          <p14:tracePt t="37098" x="7042150" y="3435350"/>
          <p14:tracePt t="37106" x="7042150" y="3429000"/>
          <p14:tracePt t="37115" x="7042150" y="3409950"/>
          <p14:tracePt t="37130" x="7048500" y="3397250"/>
          <p14:tracePt t="37147" x="7061200" y="3371850"/>
          <p14:tracePt t="37164" x="7061200" y="3365500"/>
          <p14:tracePt t="37180" x="7061200" y="3359150"/>
          <p14:tracePt t="37197" x="7061200" y="3346450"/>
          <p14:tracePt t="37230" x="7061200" y="3333750"/>
          <p14:tracePt t="37247" x="7061200" y="3327400"/>
          <p14:tracePt t="37264" x="7061200" y="3314700"/>
          <p14:tracePt t="37280" x="7061200" y="3308350"/>
          <p14:tracePt t="37297" x="7061200" y="3302000"/>
          <p14:tracePt t="37314" x="7061200" y="3295650"/>
          <p14:tracePt t="37330" x="7048500" y="3282950"/>
          <p14:tracePt t="37347" x="7048500" y="3276600"/>
          <p14:tracePt t="37364" x="7035800" y="3270250"/>
          <p14:tracePt t="37380" x="7004050" y="3251200"/>
          <p14:tracePt t="37397" x="6985000" y="3244850"/>
          <p14:tracePt t="37414" x="6978650" y="3244850"/>
          <p14:tracePt t="37430" x="6953250" y="3225800"/>
          <p14:tracePt t="37447" x="6934200" y="3219450"/>
          <p14:tracePt t="37449" x="6927850" y="3219450"/>
          <p14:tracePt t="37480" x="6908800" y="3219450"/>
          <p14:tracePt t="37497" x="6896100" y="3219450"/>
          <p14:tracePt t="37514" x="6858000" y="3238500"/>
          <p14:tracePt t="37530" x="6832600" y="3257550"/>
          <p14:tracePt t="37547" x="6813550" y="3263900"/>
          <p14:tracePt t="37564" x="6794500" y="3276600"/>
          <p14:tracePt t="37580" x="6762750" y="3308350"/>
          <p14:tracePt t="37597" x="6750050" y="3321050"/>
          <p14:tracePt t="37614" x="6743700" y="3327400"/>
          <p14:tracePt t="37630" x="6737350" y="3340100"/>
          <p14:tracePt t="37664" x="6737350" y="3359150"/>
          <p14:tracePt t="37680" x="6737350" y="3365500"/>
          <p14:tracePt t="37714" x="6737350" y="3378200"/>
          <p14:tracePt t="37730" x="6737350" y="3390900"/>
          <p14:tracePt t="37747" x="6743700" y="3403600"/>
          <p14:tracePt t="37764" x="6750050" y="3422650"/>
          <p14:tracePt t="37780" x="6756400" y="3467100"/>
          <p14:tracePt t="37797" x="6769100" y="3492500"/>
          <p14:tracePt t="37814" x="6769100" y="3517900"/>
          <p14:tracePt t="37830" x="6775450" y="3524250"/>
          <p14:tracePt t="37847" x="6788150" y="3543300"/>
          <p14:tracePt t="37864" x="6794500" y="3568700"/>
          <p14:tracePt t="37880" x="6794500" y="3587750"/>
          <p14:tracePt t="37897" x="6819900" y="3600450"/>
          <p14:tracePt t="37914" x="6838950" y="3632200"/>
          <p14:tracePt t="37930" x="6851650" y="3632200"/>
          <p14:tracePt t="37947" x="6870700" y="3638550"/>
          <p14:tracePt t="37964" x="6889750" y="3644900"/>
          <p14:tracePt t="37980" x="6902450" y="3644900"/>
          <p14:tracePt t="37997" x="6915150" y="3644900"/>
          <p14:tracePt t="38014" x="6927850" y="3644900"/>
          <p14:tracePt t="38030" x="6946900" y="3644900"/>
          <p14:tracePt t="38047" x="6972300" y="3638550"/>
          <p14:tracePt t="38064" x="6997700" y="3625850"/>
          <p14:tracePt t="38097" x="7010400" y="3619500"/>
          <p14:tracePt t="38114" x="7048500" y="3600450"/>
          <p14:tracePt t="38130" x="7105650" y="3562350"/>
          <p14:tracePt t="38147" x="7105650" y="3556000"/>
          <p14:tracePt t="38164" x="7137400" y="3536950"/>
          <p14:tracePt t="38180" x="7150100" y="3530600"/>
          <p14:tracePt t="38197" x="7175500" y="3511550"/>
          <p14:tracePt t="38214" x="7181850" y="3498850"/>
          <p14:tracePt t="38247" x="7181850" y="3492500"/>
          <p14:tracePt t="38264" x="7175500" y="3473450"/>
          <p14:tracePt t="38280" x="7169150" y="3454400"/>
          <p14:tracePt t="38297" x="7175500" y="3441700"/>
          <p14:tracePt t="38314" x="7156450" y="3384550"/>
          <p14:tracePt t="38330" x="7143750" y="3365500"/>
          <p14:tracePt t="38347" x="7118350" y="3346450"/>
          <p14:tracePt t="38364" x="7105650" y="3333750"/>
          <p14:tracePt t="38380" x="7099300" y="3333750"/>
          <p14:tracePt t="38397" x="7061200" y="3314700"/>
          <p14:tracePt t="38414" x="7042150" y="3302000"/>
          <p14:tracePt t="38430" x="7016750" y="3302000"/>
          <p14:tracePt t="38447" x="6985000" y="3302000"/>
          <p14:tracePt t="38463" x="6972300" y="3308350"/>
          <p14:tracePt t="38480" x="6953250" y="3314700"/>
          <p14:tracePt t="38570" x="6953250" y="3321050"/>
          <p14:tracePt t="38594" x="6953250" y="3327400"/>
          <p14:tracePt t="38618" x="6953250" y="3333750"/>
          <p14:tracePt t="38626" x="6953250" y="3340100"/>
          <p14:tracePt t="38634" x="6953250" y="3352800"/>
          <p14:tracePt t="38647" x="6953250" y="3384550"/>
          <p14:tracePt t="38664" x="6953250" y="3403600"/>
          <p14:tracePt t="38680" x="6965950" y="3441700"/>
          <p14:tracePt t="38697" x="6965950" y="3492500"/>
          <p14:tracePt t="38714" x="6965950" y="3517900"/>
          <p14:tracePt t="38730" x="6965950" y="3543300"/>
          <p14:tracePt t="38747" x="6965950" y="3556000"/>
          <p14:tracePt t="39602" x="6965950" y="3549650"/>
          <p14:tracePt t="39626" x="6908800" y="3536950"/>
          <p14:tracePt t="39634" x="6800850" y="3530600"/>
          <p14:tracePt t="39642" x="6629400" y="3492500"/>
          <p14:tracePt t="39650" x="6400800" y="3467100"/>
          <p14:tracePt t="39664" x="6165850" y="3435350"/>
          <p14:tracePt t="39681" x="5873750" y="3422650"/>
          <p14:tracePt t="39697" x="5054600" y="3321050"/>
          <p14:tracePt t="39714" x="4552950" y="3232150"/>
          <p14:tracePt t="39731" x="4273550" y="3187700"/>
          <p14:tracePt t="39747" x="4165600" y="3168650"/>
          <p14:tracePt t="39764" x="4114800" y="3155950"/>
          <p14:tracePt t="39780" x="3968750" y="3105150"/>
          <p14:tracePt t="39797" x="3841750" y="3054350"/>
          <p14:tracePt t="39814" x="3543300" y="2952750"/>
          <p14:tracePt t="39830" x="3454400" y="2921000"/>
          <p14:tracePt t="39847" x="3371850" y="2889250"/>
          <p14:tracePt t="39864" x="3314700" y="2838450"/>
          <p14:tracePt t="39881" x="3263900" y="2813050"/>
          <p14:tracePt t="39897" x="3219450" y="2781300"/>
          <p14:tracePt t="39914" x="3048000" y="2654300"/>
          <p14:tracePt t="39930" x="2927350" y="2616200"/>
          <p14:tracePt t="39947" x="2787650" y="2546350"/>
          <p14:tracePt t="39964" x="2711450" y="2520950"/>
          <p14:tracePt t="39980" x="2647950" y="2495550"/>
          <p14:tracePt t="39997" x="2578100" y="2457450"/>
          <p14:tracePt t="40014" x="2552700" y="2444750"/>
          <p14:tracePt t="40030" x="2552700" y="2432050"/>
          <p14:tracePt t="40047" x="2501900" y="2400300"/>
          <p14:tracePt t="40064" x="2476500" y="2381250"/>
          <p14:tracePt t="40080" x="2463800" y="2368550"/>
          <p14:tracePt t="40097" x="2457450" y="2362200"/>
          <p14:tracePt t="40154" x="2451100" y="2349500"/>
          <p14:tracePt t="40242" x="2451100" y="2355850"/>
          <p14:tracePt t="40258" x="2451100" y="2362200"/>
          <p14:tracePt t="40274" x="2451100" y="2374900"/>
          <p14:tracePt t="40290" x="2451100" y="2393950"/>
          <p14:tracePt t="40298" x="2457450" y="2393950"/>
          <p14:tracePt t="40306" x="2457450" y="2406650"/>
          <p14:tracePt t="40314" x="2457450" y="2413000"/>
          <p14:tracePt t="40330" x="2470150" y="2419350"/>
          <p14:tracePt t="40347" x="2476500" y="2463800"/>
          <p14:tracePt t="40364" x="2476500" y="2476500"/>
          <p14:tracePt t="40380" x="2489200" y="2495550"/>
          <p14:tracePt t="40397" x="2501900" y="2508250"/>
          <p14:tracePt t="40414" x="2501900" y="2514600"/>
          <p14:tracePt t="40430" x="2508250" y="2514600"/>
          <p14:tracePt t="40466" x="2514600" y="2514600"/>
          <p14:tracePt t="40481" x="2527300" y="2508250"/>
          <p14:tracePt t="40505" x="2533650" y="2501900"/>
          <p14:tracePt t="40514" x="2540000" y="2501900"/>
          <p14:tracePt t="40538" x="2552700" y="2495550"/>
          <p14:tracePt t="40586" x="2565400" y="2489200"/>
          <p14:tracePt t="40626" x="2571750" y="2489200"/>
          <p14:tracePt t="43626" x="2584450" y="2489200"/>
          <p14:tracePt t="43634" x="2590800" y="2489200"/>
          <p14:tracePt t="43642" x="2616200" y="2489200"/>
          <p14:tracePt t="43651" x="2635250" y="2495550"/>
          <p14:tracePt t="43664" x="2647950" y="2495550"/>
          <p14:tracePt t="43680" x="2686050" y="2508250"/>
          <p14:tracePt t="43697" x="2698750" y="2508250"/>
          <p14:tracePt t="43714" x="2711450" y="2520950"/>
          <p14:tracePt t="44026" x="2717800" y="2527300"/>
          <p14:tracePt t="44034" x="2724150" y="2533650"/>
          <p14:tracePt t="44042" x="2749550" y="2540000"/>
          <p14:tracePt t="44050" x="2794000" y="2559050"/>
          <p14:tracePt t="44066" x="2819400" y="2565400"/>
          <p14:tracePt t="44080" x="2857500" y="2578100"/>
          <p14:tracePt t="44097" x="2997200" y="2673350"/>
          <p14:tracePt t="44114" x="3130550" y="2717800"/>
          <p14:tracePt t="44130" x="3213100" y="2743200"/>
          <p14:tracePt t="44147" x="3232150" y="2749550"/>
          <p14:tracePt t="44282" x="3238500" y="2749550"/>
          <p14:tracePt t="44362" x="3244850" y="2749550"/>
          <p14:tracePt t="44378" x="3251200" y="2743200"/>
          <p14:tracePt t="44411" x="3257550" y="2730500"/>
          <p14:tracePt t="44418" x="3263900" y="2724150"/>
          <p14:tracePt t="44426" x="3270250" y="2711450"/>
          <p14:tracePt t="44442" x="3282950" y="2705100"/>
          <p14:tracePt t="44450" x="3295650" y="2692400"/>
          <p14:tracePt t="44466" x="3302000" y="2686050"/>
          <p14:tracePt t="44480" x="3352800" y="2647950"/>
          <p14:tracePt t="44497" x="3371850" y="2635250"/>
          <p14:tracePt t="44513" x="3435350" y="2603500"/>
          <p14:tracePt t="44530" x="3467100" y="2597150"/>
          <p14:tracePt t="44547" x="3473450" y="2597150"/>
          <p14:tracePt t="44563" x="3524250" y="2578100"/>
          <p14:tracePt t="44580" x="3575050" y="2571750"/>
          <p14:tracePt t="44597" x="3613150" y="2571750"/>
          <p14:tracePt t="44614" x="3702050" y="2578100"/>
          <p14:tracePt t="44630" x="3746500" y="2584450"/>
          <p14:tracePt t="44647" x="3784600" y="2590800"/>
          <p14:tracePt t="44664" x="3886200" y="2603500"/>
          <p14:tracePt t="44681" x="3949700" y="2603500"/>
          <p14:tracePt t="44697" x="3994150" y="2603500"/>
          <p14:tracePt t="44714" x="4089400" y="2584450"/>
          <p14:tracePt t="44730" x="4095750" y="2584450"/>
          <p14:tracePt t="44747" x="4121150" y="2565400"/>
          <p14:tracePt t="44764" x="4133850" y="2546350"/>
          <p14:tracePt t="44780" x="4146550" y="2533650"/>
          <p14:tracePt t="44797" x="4146550" y="2520950"/>
          <p14:tracePt t="44814" x="4152900" y="2482850"/>
          <p14:tracePt t="44830" x="4152900" y="2476500"/>
          <p14:tracePt t="44847" x="4152900" y="2463800"/>
          <p14:tracePt t="44864" x="4146550" y="2444750"/>
          <p14:tracePt t="44881" x="4133850" y="2425700"/>
          <p14:tracePt t="44897" x="4127500" y="2406650"/>
          <p14:tracePt t="44914" x="4114800" y="2400300"/>
          <p14:tracePt t="44930" x="4095750" y="2393950"/>
          <p14:tracePt t="44947" x="4032250" y="2381250"/>
          <p14:tracePt t="44964" x="3975100" y="2374900"/>
          <p14:tracePt t="44980" x="3930650" y="2368550"/>
          <p14:tracePt t="44997" x="3917950" y="2362200"/>
          <p14:tracePt t="45014" x="3854450" y="2355850"/>
          <p14:tracePt t="45030" x="3803650" y="2343150"/>
          <p14:tracePt t="45047" x="3784600" y="2343150"/>
          <p14:tracePt t="45063" x="3765550" y="2336800"/>
          <p14:tracePt t="45080" x="3727450" y="2336800"/>
          <p14:tracePt t="45097" x="3714750" y="2349500"/>
          <p14:tracePt t="45114" x="3632200" y="2406650"/>
          <p14:tracePt t="45131" x="3600450" y="2432050"/>
          <p14:tracePt t="45147" x="3568700" y="2463800"/>
          <p14:tracePt t="45164" x="3549650" y="2476500"/>
          <p14:tracePt t="45180" x="3549650" y="2495550"/>
          <p14:tracePt t="45197" x="3549650" y="2501900"/>
          <p14:tracePt t="45214" x="3543300" y="2508250"/>
          <p14:tracePt t="45298" x="3549650" y="2514600"/>
          <p14:tracePt t="45306" x="3556000" y="2514600"/>
          <p14:tracePt t="45314" x="3575050" y="2514600"/>
          <p14:tracePt t="45330" x="3581400" y="2520950"/>
          <p14:tracePt t="45347" x="3670300" y="2533650"/>
          <p14:tracePt t="45364" x="3759200" y="2546350"/>
          <p14:tracePt t="45380" x="3854450" y="2565400"/>
          <p14:tracePt t="45397" x="4057650" y="2565400"/>
          <p14:tracePt t="45414" x="4140200" y="2565400"/>
          <p14:tracePt t="45430" x="4216400" y="2565400"/>
          <p14:tracePt t="45447" x="4311650" y="2565400"/>
          <p14:tracePt t="45449" x="4406900" y="2571750"/>
          <p14:tracePt t="45464" x="4425950" y="2571750"/>
          <p14:tracePt t="45480" x="4445000" y="2578100"/>
          <p14:tracePt t="45497" x="4464050" y="2584450"/>
          <p14:tracePt t="46338" x="4470400" y="2584450"/>
          <p14:tracePt t="46354" x="4489450" y="2584450"/>
          <p14:tracePt t="46362" x="4489450" y="2597150"/>
          <p14:tracePt t="46370" x="4508500" y="2622550"/>
          <p14:tracePt t="46380" x="4540250" y="2654300"/>
          <p14:tracePt t="46397" x="4648200" y="2730500"/>
          <p14:tracePt t="46414" x="4826000" y="2813050"/>
          <p14:tracePt t="46430" x="4984750" y="2870200"/>
          <p14:tracePt t="46447" x="5219700" y="2921000"/>
          <p14:tracePt t="46450" x="5607050" y="2984500"/>
          <p14:tracePt t="46463" x="5753100" y="3003550"/>
          <p14:tracePt t="46480" x="5899150" y="3022600"/>
          <p14:tracePt t="46497" x="5994400" y="3041650"/>
          <p14:tracePt t="46514" x="6330950" y="3086100"/>
          <p14:tracePt t="46530" x="6407150" y="3111500"/>
          <p14:tracePt t="46547" x="6559550" y="3155950"/>
          <p14:tracePt t="46563" x="6654800" y="3181350"/>
          <p14:tracePt t="46580" x="6686550" y="3194050"/>
          <p14:tracePt t="46597" x="6858000" y="3251200"/>
          <p14:tracePt t="46613" x="6934200" y="3289300"/>
          <p14:tracePt t="46630" x="6991350" y="3321050"/>
          <p14:tracePt t="46647" x="7118350" y="3403600"/>
          <p14:tracePt t="46664" x="7156450" y="3435350"/>
          <p14:tracePt t="46680" x="7226300" y="3492500"/>
          <p14:tracePt t="46697" x="7315200" y="3587750"/>
          <p14:tracePt t="46714" x="7385050" y="3644900"/>
          <p14:tracePt t="46730" x="7404100" y="3663950"/>
          <p14:tracePt t="46747" x="7410450" y="3670300"/>
          <p14:tracePt t="46794" x="7410450" y="3676650"/>
          <p14:tracePt t="46818" x="7397750" y="3676650"/>
          <p14:tracePt t="46826" x="7385050" y="3676650"/>
          <p14:tracePt t="46842" x="7372350" y="3676650"/>
          <p14:tracePt t="46850" x="7372350" y="3670300"/>
          <p14:tracePt t="46864" x="7372350" y="3651250"/>
          <p14:tracePt t="46880" x="7359650" y="3651250"/>
          <p14:tracePt t="46897" x="7359650" y="3638550"/>
          <p14:tracePt t="46914" x="7340600" y="3600450"/>
          <p14:tracePt t="46930" x="7321550" y="3587750"/>
          <p14:tracePt t="46947" x="7302500" y="3562350"/>
          <p14:tracePt t="46963" x="7277100" y="3530600"/>
          <p14:tracePt t="46980" x="7258050" y="3505200"/>
          <p14:tracePt t="46997" x="7239000" y="3492500"/>
          <p14:tracePt t="47014" x="7213600" y="3454400"/>
          <p14:tracePt t="47030" x="7194550" y="3448050"/>
          <p14:tracePt t="47047" x="7181850" y="3422650"/>
          <p14:tracePt t="47080" x="7169150" y="3422650"/>
          <p14:tracePt t="47097" x="7162800" y="3422650"/>
          <p14:tracePt t="47114" x="7131050" y="3422650"/>
          <p14:tracePt t="47130" x="7099300" y="3441700"/>
          <p14:tracePt t="47147" x="7042150" y="3473450"/>
          <p14:tracePt t="47163" x="6883400" y="3568700"/>
          <p14:tracePt t="47180" x="6851650" y="3587750"/>
          <p14:tracePt t="47197" x="6807200" y="3613150"/>
          <p14:tracePt t="47214" x="6737350" y="3651250"/>
          <p14:tracePt t="47230" x="6711950" y="3676650"/>
          <p14:tracePt t="47247" x="6648450" y="3727450"/>
          <p14:tracePt t="47263" x="6629400" y="3733800"/>
          <p14:tracePt t="47280" x="6578600" y="3790950"/>
          <p14:tracePt t="47297" x="6451600" y="3873500"/>
          <p14:tracePt t="47313" x="6311900" y="3981450"/>
          <p14:tracePt t="47330" x="6172200" y="4083050"/>
          <p14:tracePt t="47347" x="6064250" y="4159250"/>
          <p14:tracePt t="47364" x="5956300" y="4216400"/>
          <p14:tracePt t="47380" x="5791200" y="4324350"/>
          <p14:tracePt t="47397" x="5727700" y="4356100"/>
          <p14:tracePt t="47413" x="5702300" y="4375150"/>
          <p14:tracePt t="47430" x="5683250" y="4381500"/>
          <p14:tracePt t="47447" x="5683250" y="4387850"/>
          <p14:tracePt t="48234" x="5683250" y="4381500"/>
          <p14:tracePt t="48250" x="5683250" y="4375150"/>
          <p14:tracePt t="48266" x="5689600" y="4368800"/>
          <p14:tracePt t="48274" x="5689600" y="4362450"/>
          <p14:tracePt t="48282" x="5689600" y="4349750"/>
          <p14:tracePt t="48297" x="5689600" y="4330700"/>
          <p14:tracePt t="48313" x="5689600" y="4286250"/>
          <p14:tracePt t="48330" x="5689600" y="4229100"/>
          <p14:tracePt t="48348" x="5689600" y="4203700"/>
          <p14:tracePt t="48364" x="5689600" y="4184650"/>
          <p14:tracePt t="48380" x="5689600" y="4165600"/>
          <p14:tracePt t="48794" x="5683250" y="4165600"/>
          <p14:tracePt t="49026" x="5676900" y="4165600"/>
          <p14:tracePt t="49074" x="5676900" y="4171950"/>
          <p14:tracePt t="49346" x="5676900" y="4178300"/>
          <p14:tracePt t="49354" x="5676900" y="4184650"/>
          <p14:tracePt t="49370" x="5676900" y="4191000"/>
          <p14:tracePt t="49380" x="5670550" y="4203700"/>
          <p14:tracePt t="49397" x="5664200" y="4222750"/>
          <p14:tracePt t="49413" x="5664200" y="4229100"/>
          <p14:tracePt t="49430" x="5664200" y="4235450"/>
          <p14:tracePt t="49447" x="5664200" y="4241800"/>
          <p14:tracePt t="49466" x="5664200" y="4254500"/>
          <p14:tracePt t="49498" x="5664200" y="4260850"/>
          <p14:tracePt t="49514" x="5657850" y="4260850"/>
          <p14:tracePt t="49530" x="5626100" y="4267200"/>
          <p14:tracePt t="49754" x="5626100" y="4260850"/>
          <p14:tracePt t="49777" x="5626100" y="4254500"/>
          <p14:tracePt t="49786" x="5632450" y="4241800"/>
          <p14:tracePt t="49802" x="5638800" y="4229100"/>
          <p14:tracePt t="49809" x="5638800" y="4222750"/>
          <p14:tracePt t="49826" x="5645150" y="4216400"/>
          <p14:tracePt t="49834" x="5651500" y="4203700"/>
          <p14:tracePt t="49850" x="5651500" y="4197350"/>
          <p14:tracePt t="49863" x="5651500" y="4191000"/>
          <p14:tracePt t="50450" x="5651500" y="4197350"/>
          <p14:tracePt t="50538" x="5651500" y="4210050"/>
          <p14:tracePt t="50610" x="5651500" y="4216400"/>
          <p14:tracePt t="50650" x="5651500" y="4222750"/>
          <p14:tracePt t="50681" x="5651500" y="4229100"/>
          <p14:tracePt t="50698" x="5651500" y="4235450"/>
          <p14:tracePt t="50946" x="5651500" y="4229100"/>
          <p14:tracePt t="51042" x="5664200" y="4222750"/>
          <p14:tracePt t="54738" x="5670550" y="4222750"/>
          <p14:tracePt t="54994" x="5670550" y="4229100"/>
          <p14:tracePt t="55010" x="5670550" y="4241800"/>
          <p14:tracePt t="55018" x="5676900" y="4254500"/>
          <p14:tracePt t="55034" x="5676900" y="4260850"/>
          <p14:tracePt t="55047" x="5683250" y="4273550"/>
          <p14:tracePt t="55063" x="5683250" y="4292600"/>
          <p14:tracePt t="55080" x="5683250" y="4305300"/>
          <p14:tracePt t="55097" x="5689600" y="4311650"/>
          <p14:tracePt t="55178" x="5702300" y="4311650"/>
          <p14:tracePt t="55546" x="5715000" y="4311650"/>
          <p14:tracePt t="55570" x="5721350" y="4311650"/>
          <p14:tracePt t="55586" x="5734050" y="4298950"/>
          <p14:tracePt t="55594" x="5746750" y="4292600"/>
          <p14:tracePt t="55610" x="5759450" y="4286250"/>
          <p14:tracePt t="55618" x="5784850" y="4267200"/>
          <p14:tracePt t="55630" x="5810250" y="4254500"/>
          <p14:tracePt t="55647" x="5816600" y="4241800"/>
          <p14:tracePt t="55664" x="5835650" y="4241800"/>
          <p14:tracePt t="55680" x="5835650" y="4235450"/>
          <p14:tracePt t="55699" x="5835650" y="4229100"/>
          <p14:tracePt t="55730" x="5835650" y="4222750"/>
          <p14:tracePt t="55754" x="5842000" y="4216400"/>
          <p14:tracePt t="55762" x="5848350" y="4203700"/>
          <p14:tracePt t="55787" x="5848350" y="4197350"/>
          <p14:tracePt t="55794" x="5848350" y="4191000"/>
          <p14:tracePt t="55802" x="5842000" y="4178300"/>
          <p14:tracePt t="55814" x="5842000" y="4171950"/>
          <p14:tracePt t="55830" x="5842000" y="4121150"/>
          <p14:tracePt t="55847" x="5842000" y="4083050"/>
          <p14:tracePt t="55864" x="5842000" y="4038600"/>
          <p14:tracePt t="55880" x="5835650" y="4013200"/>
          <p14:tracePt t="55897" x="5822950" y="3981450"/>
          <p14:tracePt t="55914" x="5822950" y="3956050"/>
          <p14:tracePt t="55930" x="5816600" y="3943350"/>
          <p14:tracePt t="55947" x="5810250" y="3937000"/>
          <p14:tracePt t="55970" x="5797550" y="3930650"/>
          <p14:tracePt t="56003" x="5791200" y="3930650"/>
          <p14:tracePt t="56034" x="5784850" y="3930650"/>
          <p14:tracePt t="56050" x="5772150" y="3930650"/>
          <p14:tracePt t="56058" x="5759450" y="3930650"/>
          <p14:tracePt t="56074" x="5753100" y="3924300"/>
          <p14:tracePt t="56082" x="5740400" y="3924300"/>
          <p14:tracePt t="56097" x="5727700" y="3917950"/>
          <p14:tracePt t="56114" x="5708650" y="3917950"/>
          <p14:tracePt t="56130" x="5689600" y="3911600"/>
          <p14:tracePt t="56147" x="5638800" y="3898900"/>
          <p14:tracePt t="56164" x="5626100" y="3898900"/>
          <p14:tracePt t="56181" x="5607050" y="3898900"/>
          <p14:tracePt t="56197" x="5575300" y="3898900"/>
          <p14:tracePt t="56214" x="5568950" y="3898900"/>
          <p14:tracePt t="56230" x="5556250" y="3898900"/>
          <p14:tracePt t="56247" x="5543550" y="3898900"/>
          <p14:tracePt t="56280" x="5537200" y="3898900"/>
          <p14:tracePt t="56297" x="5524500" y="3898900"/>
          <p14:tracePt t="56313" x="5511800" y="3905250"/>
          <p14:tracePt t="56330" x="5486400" y="3924300"/>
          <p14:tracePt t="56364" x="5461000" y="3930650"/>
          <p14:tracePt t="56380" x="5448300" y="3949700"/>
          <p14:tracePt t="56397" x="5435600" y="3956050"/>
          <p14:tracePt t="56414" x="5416550" y="3968750"/>
          <p14:tracePt t="56447" x="5391150" y="3981450"/>
          <p14:tracePt t="56464" x="5391150" y="3987800"/>
          <p14:tracePt t="56480" x="5372100" y="3994150"/>
          <p14:tracePt t="56497" x="5359400" y="4006850"/>
          <p14:tracePt t="56514" x="5327650" y="4038600"/>
          <p14:tracePt t="56530" x="5308600" y="4051300"/>
          <p14:tracePt t="56547" x="5289550" y="4064000"/>
          <p14:tracePt t="56564" x="5289550" y="4076700"/>
          <p14:tracePt t="56580" x="5289550" y="4083050"/>
          <p14:tracePt t="56597" x="5289550" y="4095750"/>
          <p14:tracePt t="56614" x="5289550" y="4108450"/>
          <p14:tracePt t="56630" x="5289550" y="4121150"/>
          <p14:tracePt t="56647" x="5289550" y="4140200"/>
          <p14:tracePt t="56664" x="5289550" y="4146550"/>
          <p14:tracePt t="56681" x="5283200" y="4184650"/>
          <p14:tracePt t="56697" x="5270500" y="4216400"/>
          <p14:tracePt t="56714" x="5270500" y="4260850"/>
          <p14:tracePt t="56730" x="5270500" y="4273550"/>
          <p14:tracePt t="56747" x="5270500" y="4286250"/>
          <p14:tracePt t="56764" x="5270500" y="4292600"/>
          <p14:tracePt t="56780" x="5270500" y="4305300"/>
          <p14:tracePt t="56797" x="5264150" y="4318000"/>
          <p14:tracePt t="56813" x="5264150" y="4337050"/>
          <p14:tracePt t="56830" x="5270500" y="4349750"/>
          <p14:tracePt t="56847" x="5276850" y="4356100"/>
          <p14:tracePt t="56864" x="5283200" y="4368800"/>
          <p14:tracePt t="56880" x="5289550" y="4381500"/>
          <p14:tracePt t="56897" x="5295900" y="4400550"/>
          <p14:tracePt t="56914" x="5302250" y="4413250"/>
          <p14:tracePt t="56947" x="5308600" y="4432300"/>
          <p14:tracePt t="56963" x="5314950" y="4438650"/>
          <p14:tracePt t="56980" x="5327650" y="4438650"/>
          <p14:tracePt t="56997" x="5340350" y="4451350"/>
          <p14:tracePt t="57014" x="5353050" y="4451350"/>
          <p14:tracePt t="57030" x="5359400" y="4457700"/>
          <p14:tracePt t="57047" x="5372100" y="4464050"/>
          <p14:tracePt t="57064" x="5441950" y="4470400"/>
          <p14:tracePt t="57080" x="5480050" y="4476750"/>
          <p14:tracePt t="57097" x="5492750" y="4483100"/>
          <p14:tracePt t="57114" x="5530850" y="4489450"/>
          <p14:tracePt t="57130" x="5556250" y="4495800"/>
          <p14:tracePt t="57147" x="5568950" y="4495800"/>
          <p14:tracePt t="57164" x="5588000" y="4495800"/>
          <p14:tracePt t="57180" x="5632450" y="4495800"/>
          <p14:tracePt t="57197" x="5657850" y="4495800"/>
          <p14:tracePt t="57214" x="5689600" y="4495800"/>
          <p14:tracePt t="57230" x="5721350" y="4495800"/>
          <p14:tracePt t="57247" x="5740400" y="4495800"/>
          <p14:tracePt t="57264" x="5753100" y="4495800"/>
          <p14:tracePt t="57280" x="5778500" y="4489450"/>
          <p14:tracePt t="57297" x="5816600" y="4470400"/>
          <p14:tracePt t="57314" x="5842000" y="4464050"/>
          <p14:tracePt t="57330" x="5867400" y="4451350"/>
          <p14:tracePt t="57347" x="5918200" y="4406900"/>
          <p14:tracePt t="57364" x="5937250" y="4387850"/>
          <p14:tracePt t="57380" x="5949950" y="4368800"/>
          <p14:tracePt t="57397" x="5962650" y="4343400"/>
          <p14:tracePt t="57414" x="5969000" y="4305300"/>
          <p14:tracePt t="57430" x="5969000" y="4267200"/>
          <p14:tracePt t="57447" x="5969000" y="4229100"/>
          <p14:tracePt t="57449" x="5969000" y="4210050"/>
          <p14:tracePt t="57464" x="5969000" y="4191000"/>
          <p14:tracePt t="57480" x="5962650" y="4108450"/>
          <p14:tracePt t="57497" x="5962650" y="4089400"/>
          <p14:tracePt t="57514" x="5943600" y="4013200"/>
          <p14:tracePt t="57530" x="5911850" y="3943350"/>
          <p14:tracePt t="57547" x="5892800" y="3892550"/>
          <p14:tracePt t="57564" x="5842000" y="3822700"/>
          <p14:tracePt t="57580" x="5829300" y="3803650"/>
          <p14:tracePt t="57597" x="5797550" y="3790950"/>
          <p14:tracePt t="57614" x="5746750" y="3752850"/>
          <p14:tracePt t="57630" x="5715000" y="3740150"/>
          <p14:tracePt t="57647" x="5695950" y="3733800"/>
          <p14:tracePt t="57664" x="5657850" y="3721100"/>
          <p14:tracePt t="57680" x="5651500" y="3721100"/>
          <p14:tracePt t="57697" x="5632450" y="3721100"/>
          <p14:tracePt t="57714" x="5562600" y="3740150"/>
          <p14:tracePt t="57730" x="5511800" y="3759200"/>
          <p14:tracePt t="57747" x="5461000" y="3771900"/>
          <p14:tracePt t="57764" x="5435600" y="3778250"/>
          <p14:tracePt t="57780" x="5422900" y="3790950"/>
          <p14:tracePt t="57814" x="5403850" y="3797300"/>
          <p14:tracePt t="57830" x="5403850" y="3803650"/>
          <p14:tracePt t="57847" x="5397500" y="3803650"/>
          <p14:tracePt t="57864" x="5397500" y="3822700"/>
          <p14:tracePt t="57881" x="5391150" y="3829050"/>
          <p14:tracePt t="57897" x="5384800" y="3860800"/>
          <p14:tracePt t="57914" x="5365750" y="3892550"/>
          <p14:tracePt t="57930" x="5353050" y="3924300"/>
          <p14:tracePt t="57947" x="5340350" y="3930650"/>
          <p14:tracePt t="57964" x="5327650" y="3962400"/>
          <p14:tracePt t="57980" x="5321300" y="3987800"/>
          <p14:tracePt t="57997" x="5308600" y="4006850"/>
          <p14:tracePt t="58014" x="5302250" y="4044950"/>
          <p14:tracePt t="58030" x="5295900" y="4057650"/>
          <p14:tracePt t="58047" x="5295900" y="4070350"/>
          <p14:tracePt t="58064" x="5289550" y="4114800"/>
          <p14:tracePt t="58080" x="5283200" y="4127500"/>
          <p14:tracePt t="58097" x="5283200" y="4152900"/>
          <p14:tracePt t="58114" x="5283200" y="4184650"/>
          <p14:tracePt t="58130" x="5283200" y="4197350"/>
          <p14:tracePt t="58147" x="5289550" y="4222750"/>
          <p14:tracePt t="58164" x="5295900" y="4248150"/>
          <p14:tracePt t="58180" x="5295900" y="4267200"/>
          <p14:tracePt t="58197" x="5295900" y="4273550"/>
          <p14:tracePt t="58214" x="5295900" y="4279900"/>
          <p14:tracePt t="58230" x="5295900" y="4292600"/>
          <p14:tracePt t="58247" x="5302250" y="4292600"/>
          <p14:tracePt t="58298" x="5308600" y="4292600"/>
          <p14:tracePt t="58378" x="5314950" y="4292600"/>
          <p14:tracePt t="58402" x="5321300" y="4292600"/>
          <p14:tracePt t="58426" x="5327650" y="4292600"/>
          <p14:tracePt t="58442" x="5334000" y="4292600"/>
          <p14:tracePt t="58458" x="5353050" y="4286250"/>
          <p14:tracePt t="58474" x="5353050" y="4279900"/>
          <p14:tracePt t="58482" x="5359400" y="4279900"/>
          <p14:tracePt t="58490" x="5365750" y="4267200"/>
          <p14:tracePt t="58499" x="5378450" y="4267200"/>
          <p14:tracePt t="58513" x="5391150" y="4254500"/>
          <p14:tracePt t="58530" x="5397500" y="4248150"/>
          <p14:tracePt t="58563" x="5416550" y="4248150"/>
          <p14:tracePt t="58580" x="5422900" y="4248150"/>
          <p14:tracePt t="58597" x="5429250" y="4248150"/>
          <p14:tracePt t="58614" x="5448300" y="4273550"/>
          <p14:tracePt t="58630" x="5480050" y="4305300"/>
          <p14:tracePt t="58647" x="5486400" y="4330700"/>
          <p14:tracePt t="58664" x="5492750" y="4343400"/>
          <p14:tracePt t="58680" x="5511800" y="4356100"/>
          <p14:tracePt t="58697" x="5511800" y="4368800"/>
          <p14:tracePt t="58713" x="5524500" y="4381500"/>
          <p14:tracePt t="58730" x="5543550" y="4381500"/>
          <p14:tracePt t="58747" x="5556250" y="4394200"/>
          <p14:tracePt t="58764" x="5581650" y="4394200"/>
          <p14:tracePt t="58780" x="5594350" y="4400550"/>
          <p14:tracePt t="58813" x="5607050" y="4400550"/>
          <p14:tracePt t="58830" x="5626100" y="4387850"/>
          <p14:tracePt t="58847" x="5645150" y="4381500"/>
          <p14:tracePt t="58863" x="5670550" y="4362450"/>
          <p14:tracePt t="58881" x="5689600" y="4337050"/>
          <p14:tracePt t="58897" x="5734050" y="4279900"/>
          <p14:tracePt t="58914" x="5746750" y="4241800"/>
          <p14:tracePt t="58930" x="5759450" y="4216400"/>
          <p14:tracePt t="58947" x="5765800" y="4165600"/>
          <p14:tracePt t="58963" x="5765800" y="4159250"/>
          <p14:tracePt t="58980" x="5765800" y="4140200"/>
          <p14:tracePt t="58997" x="5759450" y="4140200"/>
          <p14:tracePt t="59035" x="5753100" y="4133850"/>
          <p14:tracePt t="59051" x="5740400" y="4133850"/>
          <p14:tracePt t="59066" x="5734050" y="4146550"/>
          <p14:tracePt t="59080" x="5721350" y="4165600"/>
          <p14:tracePt t="59097" x="5702300" y="4216400"/>
          <p14:tracePt t="59114" x="5664200" y="4279900"/>
          <p14:tracePt t="59130" x="5651500" y="4305300"/>
          <p14:tracePt t="59147" x="5638800" y="4330700"/>
          <p14:tracePt t="59164" x="5619750" y="4375150"/>
          <p14:tracePt t="59180" x="5613400" y="4406900"/>
          <p14:tracePt t="59197" x="5600700" y="4470400"/>
          <p14:tracePt t="59213" x="5588000" y="4565650"/>
          <p14:tracePt t="59230" x="5575300" y="4648200"/>
          <p14:tracePt t="59247" x="5562600" y="4775200"/>
          <p14:tracePt t="59264" x="5549900" y="4851400"/>
          <p14:tracePt t="59280" x="5543550" y="4876800"/>
          <p14:tracePt t="59297" x="5543550" y="4921250"/>
          <p14:tracePt t="59330" x="5549900" y="4927600"/>
          <p14:tracePt t="59362" x="5549900" y="4933950"/>
          <p14:tracePt t="59378" x="5556250" y="4946650"/>
          <p14:tracePt t="59386" x="5556250" y="4972050"/>
          <p14:tracePt t="59402" x="5556250" y="4984750"/>
          <p14:tracePt t="59418" x="5549900" y="4997450"/>
          <p14:tracePt t="59430" x="5549900" y="5003800"/>
          <p14:tracePt t="59447" x="5549900" y="5016500"/>
          <p14:tracePt t="59449" x="5549900" y="5022850"/>
          <p14:tracePt t="59464" x="5543550" y="5041900"/>
          <p14:tracePt t="59480" x="5537200" y="5067300"/>
          <p14:tracePt t="59497" x="5537200" y="5080000"/>
          <p14:tracePt t="59513" x="5505450" y="5238750"/>
          <p14:tracePt t="59530" x="5486400" y="5340350"/>
          <p14:tracePt t="59547" x="5499100" y="5486400"/>
          <p14:tracePt t="59563" x="5556250" y="5619750"/>
          <p14:tracePt t="59580" x="5568950" y="5645150"/>
          <p14:tracePt t="59834" x="5568950" y="5638800"/>
          <p14:tracePt t="59914" x="5568950" y="5626100"/>
          <p14:tracePt t="60258" x="5575300" y="5619750"/>
          <p14:tracePt t="60850" x="5588000" y="5613400"/>
          <p14:tracePt t="60858" x="5613400" y="5607050"/>
          <p14:tracePt t="60866" x="5657850" y="5588000"/>
          <p14:tracePt t="60880" x="5721350" y="5581650"/>
          <p14:tracePt t="60897" x="5880100" y="5581650"/>
          <p14:tracePt t="60914" x="6578600" y="5575300"/>
          <p14:tracePt t="60930" x="6750050" y="5575300"/>
          <p14:tracePt t="60947" x="7004050" y="5556250"/>
          <p14:tracePt t="60963" x="7277100" y="5549900"/>
          <p14:tracePt t="60980" x="7372350" y="5549900"/>
          <p14:tracePt t="60997" x="7435850" y="5549900"/>
          <p14:tracePt t="61014" x="7543800" y="5568950"/>
          <p14:tracePt t="61030" x="7677150" y="5581650"/>
          <p14:tracePt t="61047" x="7823200" y="5581650"/>
          <p14:tracePt t="61064" x="8020050" y="5568950"/>
          <p14:tracePt t="61080" x="8070850" y="5568950"/>
          <p14:tracePt t="61097" x="8134350" y="5562600"/>
          <p14:tracePt t="61114" x="8261350" y="5543550"/>
          <p14:tracePt t="61130" x="8318500" y="5530850"/>
          <p14:tracePt t="61147" x="8388350" y="5518150"/>
          <p14:tracePt t="61164" x="8534400" y="5505450"/>
          <p14:tracePt t="61180" x="8623300" y="5492750"/>
          <p14:tracePt t="61197" x="8674100" y="5492750"/>
          <p14:tracePt t="61214" x="8743950" y="5492750"/>
          <p14:tracePt t="61338" x="8731250" y="5492750"/>
          <p14:tracePt t="61346" x="8724900" y="5499100"/>
          <p14:tracePt t="61354" x="8712200" y="5499100"/>
          <p14:tracePt t="61364" x="8686800" y="5505450"/>
          <p14:tracePt t="61380" x="8591550" y="5511800"/>
          <p14:tracePt t="61397" x="8331200" y="5511800"/>
          <p14:tracePt t="61414" x="8286750" y="5511800"/>
          <p14:tracePt t="61430" x="8229600" y="5505450"/>
          <p14:tracePt t="61447" x="8204200" y="5499100"/>
          <p14:tracePt t="61449" x="8197850" y="5499100"/>
          <p14:tracePt t="61464" x="8191500" y="5499100"/>
          <p14:tracePt t="61514" x="8191500" y="5492750"/>
          <p14:tracePt t="61562" x="8191500" y="5486400"/>
          <p14:tracePt t="61570" x="8191500" y="5480050"/>
          <p14:tracePt t="61580" x="8185150" y="5473700"/>
          <p14:tracePt t="61597" x="8185150" y="5467350"/>
          <p14:tracePt t="61614" x="8185150" y="5435600"/>
          <p14:tracePt t="61630" x="8191500" y="5340350"/>
          <p14:tracePt t="61647" x="8191500" y="5257800"/>
          <p14:tracePt t="61664" x="8191500" y="5130800"/>
          <p14:tracePt t="61680" x="8191500" y="4914900"/>
          <p14:tracePt t="61697" x="8216900" y="4794250"/>
          <p14:tracePt t="61714" x="8255000" y="4527550"/>
          <p14:tracePt t="61730" x="8305800" y="4425950"/>
          <p14:tracePt t="61747" x="8324850" y="4343400"/>
          <p14:tracePt t="61764" x="8343900" y="4235450"/>
          <p14:tracePt t="61780" x="8343900" y="4210050"/>
          <p14:tracePt t="61797" x="8356600" y="4165600"/>
          <p14:tracePt t="61814" x="8375650" y="4108450"/>
          <p14:tracePt t="61830" x="8375650" y="4095750"/>
          <p14:tracePt t="61847" x="8375650" y="4076700"/>
          <p14:tracePt t="61864" x="8369300" y="4070350"/>
          <p14:tracePt t="61880" x="8362950" y="4070350"/>
          <p14:tracePt t="61978" x="8362950" y="4057650"/>
          <p14:tracePt t="62002" x="8362950" y="4051300"/>
          <p14:tracePt t="62018" x="8362950" y="4038600"/>
          <p14:tracePt t="62034" x="8362950" y="4032250"/>
          <p14:tracePt t="62042" x="8362950" y="4019550"/>
          <p14:tracePt t="62050" x="8362950" y="4006850"/>
          <p14:tracePt t="62064" x="8350250" y="4000500"/>
          <p14:tracePt t="62080" x="8350250" y="3981450"/>
          <p14:tracePt t="62097" x="8312150" y="3962400"/>
          <p14:tracePt t="62114" x="8102600" y="3873500"/>
          <p14:tracePt t="62130" x="7753350" y="3771900"/>
          <p14:tracePt t="62147" x="7531100" y="3721100"/>
          <p14:tracePt t="62164" x="7423150" y="3689350"/>
          <p14:tracePt t="62180" x="6978650" y="3587750"/>
          <p14:tracePt t="62197" x="6851650" y="3543300"/>
          <p14:tracePt t="62214" x="6794500" y="3517900"/>
          <p14:tracePt t="62230" x="6699250" y="3492500"/>
          <p14:tracePt t="62247" x="6667500" y="3486150"/>
          <p14:tracePt t="62264" x="6667500" y="3473450"/>
          <p14:tracePt t="62280" x="6642100" y="3473450"/>
          <p14:tracePt t="62297" x="6642100" y="3467100"/>
          <p14:tracePt t="62314" x="6635750" y="3460750"/>
          <p14:tracePt t="62330" x="6629400" y="3460750"/>
          <p14:tracePt t="62347" x="6616700" y="3460750"/>
          <p14:tracePt t="62364" x="6604000" y="3448050"/>
          <p14:tracePt t="62380" x="6597650" y="3441700"/>
          <p14:tracePt t="62397" x="6597650" y="3429000"/>
          <p14:tracePt t="62414" x="6591300" y="3422650"/>
          <p14:tracePt t="62430" x="6591300" y="3409950"/>
          <p14:tracePt t="62447" x="6591300" y="3403600"/>
          <p14:tracePt t="62463" x="6591300" y="3397250"/>
          <p14:tracePt t="62626" x="6591300" y="3403600"/>
          <p14:tracePt t="62634" x="6591300" y="3409950"/>
          <p14:tracePt t="62642" x="6591300" y="3435350"/>
          <p14:tracePt t="62650" x="6565900" y="3467100"/>
          <p14:tracePt t="62663" x="6464300" y="3594100"/>
          <p14:tracePt t="62680" x="6362700" y="3683000"/>
          <p14:tracePt t="62697" x="6102350" y="3860800"/>
          <p14:tracePt t="62714" x="5949950" y="3949700"/>
          <p14:tracePt t="62730" x="5848350" y="4000500"/>
          <p14:tracePt t="62747" x="5727700" y="4070350"/>
          <p14:tracePt t="62763" x="5683250" y="4095750"/>
          <p14:tracePt t="62780" x="5670550" y="4102100"/>
          <p14:tracePt t="62842" x="5664200" y="4102100"/>
          <p14:tracePt t="62898" x="5657850" y="4095750"/>
          <p14:tracePt t="62906" x="5657850" y="4089400"/>
          <p14:tracePt t="63250" x="5651500" y="4089400"/>
          <p14:tracePt t="63258" x="5651500" y="4095750"/>
          <p14:tracePt t="63266" x="5638800" y="4102100"/>
          <p14:tracePt t="63280" x="5626100" y="4114800"/>
          <p14:tracePt t="63297" x="5600700" y="4140200"/>
          <p14:tracePt t="63314" x="5594350" y="4146550"/>
          <p14:tracePt t="63330" x="5588000" y="4152900"/>
          <p14:tracePt t="63634" x="5588000" y="4159250"/>
          <p14:tracePt t="63658" x="5619750" y="4165600"/>
          <p14:tracePt t="63666" x="5619750" y="4171950"/>
          <p14:tracePt t="63674" x="5619750" y="4178300"/>
          <p14:tracePt t="63682" x="5619750" y="4184650"/>
          <p14:tracePt t="63697" x="5619750" y="4203700"/>
          <p14:tracePt t="63713" x="5619750" y="4222750"/>
          <p14:tracePt t="63730" x="5619750" y="4229100"/>
          <p14:tracePt t="63747" x="5619750" y="4248150"/>
          <p14:tracePt t="63764" x="5619750" y="4267200"/>
          <p14:tracePt t="63780" x="5619750" y="4286250"/>
          <p14:tracePt t="63797" x="5613400" y="4324350"/>
          <p14:tracePt t="63814" x="5613400" y="4349750"/>
          <p14:tracePt t="63830" x="5613400" y="4356100"/>
          <p14:tracePt t="63847" x="5613400" y="4362450"/>
          <p14:tracePt t="63864" x="5607050" y="4387850"/>
          <p14:tracePt t="63897" x="5607050" y="4394200"/>
          <p14:tracePt t="64234" x="5607050" y="4400550"/>
          <p14:tracePt t="64242" x="5607050" y="4413250"/>
          <p14:tracePt t="64250" x="5607050" y="4425950"/>
          <p14:tracePt t="64263" x="5607050" y="4432300"/>
          <p14:tracePt t="64280" x="5613400" y="4451350"/>
          <p14:tracePt t="64297" x="5619750" y="4489450"/>
          <p14:tracePt t="64314" x="5626100" y="4533900"/>
          <p14:tracePt t="64330" x="5626100" y="4565650"/>
          <p14:tracePt t="64347" x="5638800" y="4610100"/>
          <p14:tracePt t="64364" x="5645150" y="4641850"/>
          <p14:tracePt t="64380" x="5645150" y="4654550"/>
          <p14:tracePt t="64397" x="5638800" y="4718050"/>
          <p14:tracePt t="64413" x="5638800" y="4756150"/>
          <p14:tracePt t="64430" x="5638800" y="4781550"/>
          <p14:tracePt t="64447" x="5632450" y="4826000"/>
          <p14:tracePt t="64449" x="5626100" y="4832350"/>
          <p14:tracePt t="64480" x="5619750" y="4851400"/>
          <p14:tracePt t="64497" x="5619750" y="4908550"/>
          <p14:tracePt t="64513" x="5600700" y="4978400"/>
          <p14:tracePt t="64530" x="5594350" y="5041900"/>
          <p14:tracePt t="64547" x="5588000" y="5060950"/>
          <p14:tracePt t="64564" x="5588000" y="5105400"/>
          <p14:tracePt t="64580" x="5581650" y="5156200"/>
          <p14:tracePt t="64597" x="5568950" y="5207000"/>
          <p14:tracePt t="64614" x="5568950" y="5238750"/>
          <p14:tracePt t="64630" x="5562600" y="5251450"/>
          <p14:tracePt t="64647" x="5562600" y="5289550"/>
          <p14:tracePt t="64664" x="5562600" y="5321300"/>
          <p14:tracePt t="64680" x="5562600" y="5346700"/>
          <p14:tracePt t="64697" x="5562600" y="5359400"/>
          <p14:tracePt t="64713" x="5562600" y="5372100"/>
          <p14:tracePt t="64730" x="5562600" y="5384800"/>
          <p14:tracePt t="64818" x="5562600" y="5372100"/>
          <p14:tracePt t="64826" x="5562600" y="5340350"/>
          <p14:tracePt t="64834" x="5562600" y="5295900"/>
          <p14:tracePt t="64847" x="5562600" y="5232400"/>
          <p14:tracePt t="64864" x="5575300" y="4933950"/>
          <p14:tracePt t="64881" x="5619750" y="4711700"/>
          <p14:tracePt t="64897" x="5626100" y="4641850"/>
          <p14:tracePt t="64914" x="5676900" y="4419600"/>
          <p14:tracePt t="64930" x="5695950" y="4362450"/>
          <p14:tracePt t="64947" x="5702300" y="4343400"/>
          <p14:tracePt t="64964" x="5715000" y="4311650"/>
          <p14:tracePt t="64980" x="5715000" y="4298950"/>
          <p14:tracePt t="64997" x="5715000" y="4279900"/>
          <p14:tracePt t="65013" x="5721350" y="4260850"/>
          <p14:tracePt t="65030" x="5727700" y="4241800"/>
          <p14:tracePt t="65047" x="5727700" y="4235450"/>
          <p14:tracePt t="65080" x="5727700" y="4222750"/>
          <p14:tracePt t="65114" x="5727700" y="4216400"/>
          <p14:tracePt t="65130" x="5734050" y="4210050"/>
          <p14:tracePt t="65242" x="5746750" y="4235450"/>
          <p14:tracePt t="65250" x="5759450" y="4260850"/>
          <p14:tracePt t="65258" x="5778500" y="4279900"/>
          <p14:tracePt t="65266" x="5803900" y="4311650"/>
          <p14:tracePt t="65282" x="5835650" y="4337050"/>
          <p14:tracePt t="65297" x="5937250" y="4445000"/>
          <p14:tracePt t="65313" x="6070600" y="4565650"/>
          <p14:tracePt t="65330" x="6381750" y="4737100"/>
          <p14:tracePt t="65347" x="6584950" y="4826000"/>
          <p14:tracePt t="65364" x="6711950" y="4883150"/>
          <p14:tracePt t="65380" x="6959600" y="4965700"/>
          <p14:tracePt t="65397" x="7423150" y="5086350"/>
          <p14:tracePt t="65414" x="7626350" y="5118100"/>
          <p14:tracePt t="65430" x="7880350" y="5181600"/>
          <p14:tracePt t="65447" x="7975600" y="5207000"/>
          <p14:tracePt t="65463" x="8001000" y="5213350"/>
          <p14:tracePt t="65481" x="8115300" y="5232400"/>
          <p14:tracePt t="65497" x="8159750" y="5251450"/>
          <p14:tracePt t="65514" x="8197850" y="5270500"/>
          <p14:tracePt t="65530" x="8210550" y="5270500"/>
          <p14:tracePt t="65563" x="8204200" y="5270500"/>
          <p14:tracePt t="65580" x="8191500" y="5257800"/>
          <p14:tracePt t="65597" x="8051800" y="5080000"/>
          <p14:tracePt t="65614" x="7797800" y="4889500"/>
          <p14:tracePt t="65630" x="7613650" y="4768850"/>
          <p14:tracePt t="65647" x="6769100" y="4343400"/>
          <p14:tracePt t="65664" x="6140450" y="4108450"/>
          <p14:tracePt t="65680" x="5543550" y="3867150"/>
          <p14:tracePt t="65697" x="4838700" y="3625850"/>
          <p14:tracePt t="65713" x="4699000" y="3575050"/>
          <p14:tracePt t="65730" x="4667250" y="3568700"/>
          <p14:tracePt t="65763" x="4667250" y="3581400"/>
          <p14:tracePt t="65780" x="4679950" y="3632200"/>
          <p14:tracePt t="65797" x="4679950" y="3651250"/>
          <p14:tracePt t="65814" x="4699000" y="3683000"/>
          <p14:tracePt t="65830" x="4699000" y="3708400"/>
          <p14:tracePt t="65847" x="4711700" y="3740150"/>
          <p14:tracePt t="65864" x="4718050" y="3759200"/>
          <p14:tracePt t="65881" x="4730750" y="3765550"/>
          <p14:tracePt t="65897" x="4756150" y="3810000"/>
          <p14:tracePt t="65914" x="4768850" y="3841750"/>
          <p14:tracePt t="65930" x="4819650" y="3911600"/>
          <p14:tracePt t="65947" x="4889500" y="3968750"/>
          <p14:tracePt t="65963" x="4946650" y="4000500"/>
          <p14:tracePt t="65980" x="5124450" y="4089400"/>
          <p14:tracePt t="65997" x="5314950" y="4152900"/>
          <p14:tracePt t="66014" x="5505450" y="4171950"/>
          <p14:tracePt t="66030" x="5892800" y="4184650"/>
          <p14:tracePt t="66047" x="6013450" y="4184650"/>
          <p14:tracePt t="66063" x="6184900" y="4184650"/>
          <p14:tracePt t="66080" x="6464300" y="4159250"/>
          <p14:tracePt t="66097" x="6591300" y="4159250"/>
          <p14:tracePt t="66114" x="6813550" y="4159250"/>
          <p14:tracePt t="66130" x="6927850" y="4159250"/>
          <p14:tracePt t="66147" x="6965950" y="4159250"/>
          <p14:tracePt t="66164" x="7029450" y="4152900"/>
          <p14:tracePt t="66180" x="7150100" y="4152900"/>
          <p14:tracePt t="66197" x="7200900" y="4152900"/>
          <p14:tracePt t="66213" x="7289800" y="4165600"/>
          <p14:tracePt t="66230" x="7397750" y="4171950"/>
          <p14:tracePt t="66247" x="7512050" y="4191000"/>
          <p14:tracePt t="66264" x="7607300" y="4203700"/>
          <p14:tracePt t="66280" x="7651750" y="4216400"/>
          <p14:tracePt t="66297" x="7658100" y="4216400"/>
          <p14:tracePt t="66345" x="7632700" y="4210050"/>
          <p14:tracePt t="66354" x="7581900" y="4191000"/>
          <p14:tracePt t="66364" x="7486650" y="4171950"/>
          <p14:tracePt t="66380" x="7340600" y="4159250"/>
          <p14:tracePt t="66397" x="6407150" y="4121150"/>
          <p14:tracePt t="66414" x="5816600" y="4140200"/>
          <p14:tracePt t="66430" x="5365750" y="4152900"/>
          <p14:tracePt t="66447" x="4819650" y="4184650"/>
          <p14:tracePt t="66449" x="4756150" y="4184650"/>
          <p14:tracePt t="66464" x="4743450" y="4184650"/>
          <p14:tracePt t="66480" x="4711700" y="4191000"/>
          <p14:tracePt t="66497" x="4679950" y="4197350"/>
          <p14:tracePt t="66514" x="4660900" y="4203700"/>
          <p14:tracePt t="66530" x="4648200" y="4203700"/>
          <p14:tracePt t="66682" x="4673600" y="4191000"/>
          <p14:tracePt t="66690" x="4699000" y="4178300"/>
          <p14:tracePt t="66699" x="4718050" y="4165600"/>
          <p14:tracePt t="66713" x="4806950" y="4140200"/>
          <p14:tracePt t="66730" x="5130800" y="4051300"/>
          <p14:tracePt t="66747" x="5226050" y="4044950"/>
          <p14:tracePt t="66763" x="5556250" y="3968750"/>
          <p14:tracePt t="66780" x="6184900" y="3810000"/>
          <p14:tracePt t="66797" x="6394450" y="3759200"/>
          <p14:tracePt t="66814" x="6610350" y="3689350"/>
          <p14:tracePt t="66830" x="6858000" y="3594100"/>
          <p14:tracePt t="66847" x="6985000" y="3536950"/>
          <p14:tracePt t="66863" x="7092950" y="3473450"/>
          <p14:tracePt t="66880" x="7213600" y="3384550"/>
          <p14:tracePt t="66897" x="7239000" y="3352800"/>
          <p14:tracePt t="66914" x="7251700" y="3340100"/>
          <p14:tracePt t="66930" x="7258050" y="3321050"/>
          <p14:tracePt t="66948" x="7258050" y="3314700"/>
          <p14:tracePt t="66963" x="7264400" y="3314700"/>
          <p14:tracePt t="67258" x="7264400" y="3327400"/>
          <p14:tracePt t="67274" x="7258050" y="3340100"/>
          <p14:tracePt t="67298" x="7258050" y="3346450"/>
          <p14:tracePt t="67305" x="7245350" y="3359150"/>
          <p14:tracePt t="67322" x="7232650" y="3365500"/>
          <p14:tracePt t="67330" x="7232650" y="3371850"/>
          <p14:tracePt t="67347" x="7207250" y="3390900"/>
          <p14:tracePt t="67364" x="7131050" y="3435350"/>
          <p14:tracePt t="67380" x="7048500" y="3467100"/>
          <p14:tracePt t="67397" x="6788150" y="3587750"/>
          <p14:tracePt t="67413" x="6654800" y="3644900"/>
          <p14:tracePt t="67430" x="6565900" y="3683000"/>
          <p14:tracePt t="67447" x="6292850" y="3835400"/>
          <p14:tracePt t="67449" x="6261100" y="3854450"/>
          <p14:tracePt t="67464" x="6235700" y="3860800"/>
          <p14:tracePt t="67480" x="6159500" y="3917950"/>
          <p14:tracePt t="67497" x="6121400" y="3949700"/>
          <p14:tracePt t="67514" x="6102350" y="3962400"/>
          <p14:tracePt t="67530" x="6089650" y="3975100"/>
          <p14:tracePt t="67547" x="6076950" y="3975100"/>
          <p14:tracePt t="67634" x="6070600" y="3987800"/>
          <p14:tracePt t="67754" x="6070600" y="3981450"/>
          <p14:tracePt t="67778" x="6070600" y="3975100"/>
          <p14:tracePt t="67890" x="6076950" y="3968750"/>
          <p14:tracePt t="67914" x="6076950" y="3962400"/>
          <p14:tracePt t="67938" x="6083300" y="3949700"/>
          <p14:tracePt t="67947" x="6089650" y="3937000"/>
          <p14:tracePt t="67954" x="6096000" y="3930650"/>
          <p14:tracePt t="67970" x="6096000" y="3917950"/>
          <p14:tracePt t="67994" x="6108700" y="3911600"/>
          <p14:tracePt t="68002" x="6108700" y="3905250"/>
          <p14:tracePt t="68013" x="6108700" y="3892550"/>
          <p14:tracePt t="68030" x="6127750" y="3841750"/>
          <p14:tracePt t="68047" x="6140450" y="3771900"/>
          <p14:tracePt t="68064" x="6140450" y="3606800"/>
          <p14:tracePt t="68080" x="6140450" y="3556000"/>
          <p14:tracePt t="68097" x="6140450" y="3486150"/>
          <p14:tracePt t="68114" x="6140450" y="3359150"/>
          <p14:tracePt t="68130" x="6140450" y="3327400"/>
          <p14:tracePt t="68147" x="6140450" y="3314700"/>
          <p14:tracePt t="68164" x="6140450" y="3308350"/>
          <p14:tracePt t="68180" x="6140450" y="3302000"/>
          <p14:tracePt t="68214" x="6134100" y="3295650"/>
          <p14:tracePt t="68474" x="6127750" y="3295650"/>
          <p14:tracePt t="68498" x="6127750" y="3289300"/>
          <p14:tracePt t="68898" x="6121400" y="3289300"/>
          <p14:tracePt t="68914" x="6121400" y="3295650"/>
          <p14:tracePt t="68922" x="6121400" y="3333750"/>
          <p14:tracePt t="68930" x="6115050" y="3352800"/>
          <p14:tracePt t="68946" x="6076950" y="3530600"/>
          <p14:tracePt t="68963" x="6057900" y="3619500"/>
          <p14:tracePt t="68980" x="6038850" y="3670300"/>
          <p14:tracePt t="68997" x="6026150" y="3689350"/>
          <p14:tracePt t="69013" x="6019800" y="3695700"/>
          <p14:tracePt t="69030" x="6007100" y="3708400"/>
          <p14:tracePt t="69064" x="5994400" y="3721100"/>
          <p14:tracePt t="69080" x="5988050" y="3733800"/>
          <p14:tracePt t="69097" x="5969000" y="3752850"/>
          <p14:tracePt t="69113" x="5880100" y="3803650"/>
          <p14:tracePt t="69130" x="5867400" y="3810000"/>
          <p14:tracePt t="69147" x="5778500" y="3873500"/>
          <p14:tracePt t="69164" x="5740400" y="3905250"/>
          <p14:tracePt t="69180" x="5670550" y="3956050"/>
          <p14:tracePt t="69197" x="5626100" y="3987800"/>
          <p14:tracePt t="69214" x="5594350" y="4006850"/>
          <p14:tracePt t="69230" x="5499100" y="4095750"/>
          <p14:tracePt t="69247" x="5454650" y="4140200"/>
          <p14:tracePt t="69264" x="5435600" y="4178300"/>
          <p14:tracePt t="69280" x="5422900" y="4216400"/>
          <p14:tracePt t="69297" x="5422900" y="4222750"/>
          <p14:tracePt t="69314" x="5422900" y="4235450"/>
          <p14:tracePt t="69386" x="5429250" y="4235450"/>
          <p14:tracePt t="69410" x="5435600" y="4235450"/>
          <p14:tracePt t="69426" x="5441950" y="4235450"/>
          <p14:tracePt t="69434" x="5441950" y="4229100"/>
          <p14:tracePt t="69442" x="5448300" y="4229100"/>
          <p14:tracePt t="69458" x="5461000" y="4216400"/>
          <p14:tracePt t="69474" x="5473700" y="4210050"/>
          <p14:tracePt t="69482" x="5486400" y="4203700"/>
          <p14:tracePt t="69497" x="5499100" y="4197350"/>
          <p14:tracePt t="69514" x="5549900" y="4191000"/>
          <p14:tracePt t="69530" x="5556250" y="4178300"/>
          <p14:tracePt t="69547" x="5568950" y="4178300"/>
          <p14:tracePt t="69564" x="5575300" y="4171950"/>
          <p14:tracePt t="69580" x="5581650" y="4171950"/>
          <p14:tracePt t="69613" x="5588000" y="4171950"/>
          <p14:tracePt t="69786" x="5588000" y="4165600"/>
          <p14:tracePt t="69817" x="5594350" y="4159250"/>
          <p14:tracePt t="69825" x="5600700" y="4146550"/>
          <p14:tracePt t="69834" x="5600700" y="4133850"/>
          <p14:tracePt t="69850" x="5600700" y="4121150"/>
          <p14:tracePt t="69864" x="5600700" y="4102100"/>
          <p14:tracePt t="69880" x="5600700" y="4064000"/>
          <p14:tracePt t="69897" x="5594350" y="4044950"/>
          <p14:tracePt t="69913" x="5588000" y="4038600"/>
          <p14:tracePt t="69930" x="5575300" y="4019550"/>
          <p14:tracePt t="69947" x="5562600" y="4013200"/>
          <p14:tracePt t="69964" x="5549900" y="4013200"/>
          <p14:tracePt t="69980" x="5543550" y="4013200"/>
          <p14:tracePt t="69997" x="5505450" y="4006850"/>
          <p14:tracePt t="70013" x="5492750" y="4006850"/>
          <p14:tracePt t="70030" x="5473700" y="4000500"/>
          <p14:tracePt t="70063" x="5454650" y="3994150"/>
          <p14:tracePt t="70080" x="5441950" y="3994150"/>
          <p14:tracePt t="70097" x="5429250" y="3987800"/>
          <p14:tracePt t="70114" x="5410200" y="3987800"/>
          <p14:tracePt t="70130" x="5384800" y="3981450"/>
          <p14:tracePt t="70147" x="5384800" y="3968750"/>
          <p14:tracePt t="70164" x="5359400" y="3968750"/>
          <p14:tracePt t="70180" x="5346700" y="3968750"/>
          <p14:tracePt t="70197" x="5334000" y="3968750"/>
          <p14:tracePt t="70214" x="5321300" y="3975100"/>
          <p14:tracePt t="70230" x="5295900" y="3994150"/>
          <p14:tracePt t="70247" x="5289550" y="4000500"/>
          <p14:tracePt t="70264" x="5270500" y="4019550"/>
          <p14:tracePt t="70280" x="5257800" y="4032250"/>
          <p14:tracePt t="70297" x="5251450" y="4051300"/>
          <p14:tracePt t="70314" x="5238750" y="4076700"/>
          <p14:tracePt t="70330" x="5238750" y="4089400"/>
          <p14:tracePt t="70347" x="5226050" y="4108450"/>
          <p14:tracePt t="70364" x="5226050" y="4121150"/>
          <p14:tracePt t="70380" x="5219700" y="4140200"/>
          <p14:tracePt t="70397" x="5219700" y="4159250"/>
          <p14:tracePt t="70414" x="5219700" y="4178300"/>
          <p14:tracePt t="70430" x="5213350" y="4203700"/>
          <p14:tracePt t="70447" x="5213350" y="4235450"/>
          <p14:tracePt t="70464" x="5213350" y="4248150"/>
          <p14:tracePt t="70480" x="5213350" y="4267200"/>
          <p14:tracePt t="70497" x="5213350" y="4286250"/>
          <p14:tracePt t="70514" x="5213350" y="4311650"/>
          <p14:tracePt t="70530" x="5213350" y="4324350"/>
          <p14:tracePt t="70547" x="5213350" y="4337050"/>
          <p14:tracePt t="70563" x="5213350" y="4356100"/>
          <p14:tracePt t="70580" x="5213350" y="4368800"/>
          <p14:tracePt t="70597" x="5226050" y="4381500"/>
          <p14:tracePt t="70613" x="5226050" y="4400550"/>
          <p14:tracePt t="70630" x="5226050" y="4406900"/>
          <p14:tracePt t="70647" x="5238750" y="4413250"/>
          <p14:tracePt t="70664" x="5245100" y="4425950"/>
          <p14:tracePt t="70680" x="5264150" y="4438650"/>
          <p14:tracePt t="70697" x="5270500" y="4438650"/>
          <p14:tracePt t="70714" x="5295900" y="4451350"/>
          <p14:tracePt t="70730" x="5314950" y="4464050"/>
          <p14:tracePt t="70747" x="5327650" y="4470400"/>
          <p14:tracePt t="70763" x="5353050" y="4483100"/>
          <p14:tracePt t="70780" x="5359400" y="4489450"/>
          <p14:tracePt t="70796" x="5378450" y="4502150"/>
          <p14:tracePt t="70813" x="5403850" y="4508500"/>
          <p14:tracePt t="70830" x="5416550" y="4508500"/>
          <p14:tracePt t="70847" x="5429250" y="4521200"/>
          <p14:tracePt t="70864" x="5454650" y="4527550"/>
          <p14:tracePt t="70880" x="5467350" y="4527550"/>
          <p14:tracePt t="70897" x="5492750" y="4527550"/>
          <p14:tracePt t="70914" x="5524500" y="4521200"/>
          <p14:tracePt t="70930" x="5543550" y="4508500"/>
          <p14:tracePt t="70947" x="5562600" y="4502150"/>
          <p14:tracePt t="70963" x="5575300" y="4489450"/>
          <p14:tracePt t="70980" x="5588000" y="4476750"/>
          <p14:tracePt t="70997" x="5607050" y="4445000"/>
          <p14:tracePt t="71014" x="5657850" y="4381500"/>
          <p14:tracePt t="71030" x="5676900" y="4349750"/>
          <p14:tracePt t="71047" x="5683250" y="4330700"/>
          <p14:tracePt t="71063" x="5702300" y="4298950"/>
          <p14:tracePt t="71080" x="5708650" y="4273550"/>
          <p14:tracePt t="71097" x="5721350" y="4241800"/>
          <p14:tracePt t="71114" x="5746750" y="4178300"/>
          <p14:tracePt t="71130" x="5746750" y="4171950"/>
          <p14:tracePt t="71146" x="5759450" y="4146550"/>
          <p14:tracePt t="71164" x="5759450" y="4133850"/>
          <p14:tracePt t="71180" x="5765800" y="4089400"/>
          <p14:tracePt t="71197" x="5765800" y="4070350"/>
          <p14:tracePt t="71213" x="5765800" y="4064000"/>
          <p14:tracePt t="71230" x="5765800" y="4044950"/>
          <p14:tracePt t="71247" x="5765800" y="4032250"/>
          <p14:tracePt t="71264" x="5765800" y="4006850"/>
          <p14:tracePt t="71280" x="5740400" y="3975100"/>
          <p14:tracePt t="71297" x="5721350" y="3956050"/>
          <p14:tracePt t="71313" x="5721350" y="3943350"/>
          <p14:tracePt t="71330" x="5715000" y="3930650"/>
          <p14:tracePt t="71347" x="5695950" y="3924300"/>
          <p14:tracePt t="71363" x="5670550" y="3917950"/>
          <p14:tracePt t="71380" x="5657850" y="3917950"/>
          <p14:tracePt t="71397" x="5626100" y="3905250"/>
          <p14:tracePt t="71414" x="5619750" y="3905250"/>
          <p14:tracePt t="71430" x="5594350" y="3905250"/>
          <p14:tracePt t="71447" x="5581650" y="3905250"/>
          <p14:tracePt t="71449" x="5562600" y="3905250"/>
          <p14:tracePt t="71480" x="5549900" y="3911600"/>
          <p14:tracePt t="71794" x="5549900" y="3917950"/>
          <p14:tracePt t="71810" x="5543550" y="3917950"/>
          <p14:tracePt t="71818" x="5543550" y="3924300"/>
          <p14:tracePt t="71835" x="5543550" y="3930650"/>
          <p14:tracePt t="71847" x="5543550" y="3937000"/>
          <p14:tracePt t="71864" x="5549900" y="3981450"/>
          <p14:tracePt t="71880" x="5562600" y="4051300"/>
          <p14:tracePt t="71897" x="5568950" y="4102100"/>
          <p14:tracePt t="71913" x="5575300" y="4133850"/>
          <p14:tracePt t="71930" x="5588000" y="4159250"/>
          <p14:tracePt t="72314" x="5600700" y="4159250"/>
          <p14:tracePt t="73410" x="5600700" y="4152900"/>
          <p14:tracePt t="73418" x="5600700" y="4127500"/>
          <p14:tracePt t="73425" x="5575300" y="4089400"/>
          <p14:tracePt t="73442" x="5537200" y="4025900"/>
          <p14:tracePt t="73451" x="5505450" y="3981450"/>
          <p14:tracePt t="73464" x="5365750" y="3841750"/>
          <p14:tracePt t="73480" x="5238750" y="3752850"/>
          <p14:tracePt t="73497" x="5035550" y="3651250"/>
          <p14:tracePt t="73513" x="4572000" y="3498850"/>
          <p14:tracePt t="73530" x="4114800" y="3397250"/>
          <p14:tracePt t="73546" x="3625850" y="3321050"/>
          <p14:tracePt t="73563" x="2768600" y="3200400"/>
          <p14:tracePt t="73580" x="2355850" y="3251200"/>
          <p14:tracePt t="73597" x="2012950" y="3340100"/>
          <p14:tracePt t="73614" x="1631950" y="3352800"/>
          <p14:tracePt t="73630" x="1492250" y="3340100"/>
          <p14:tracePt t="73647" x="1409700" y="3340100"/>
          <p14:tracePt t="73664" x="1276350" y="3340100"/>
          <p14:tracePt t="73680" x="1206500" y="3340100"/>
          <p14:tracePt t="73697" x="1162050" y="3340100"/>
          <p14:tracePt t="73713" x="1009650" y="3340100"/>
          <p14:tracePt t="73730" x="971550" y="3340100"/>
          <p14:tracePt t="73747" x="946150" y="3340100"/>
          <p14:tracePt t="73764" x="876300" y="3333750"/>
          <p14:tracePt t="73780" x="850900" y="3327400"/>
          <p14:tracePt t="73797" x="800100" y="3321050"/>
          <p14:tracePt t="73813" x="704850" y="3314700"/>
          <p14:tracePt t="73830" x="679450" y="3314700"/>
          <p14:tracePt t="73847" x="647700" y="3321050"/>
          <p14:tracePt t="74010" x="654050" y="3321050"/>
          <p14:tracePt t="74018" x="660400" y="3321050"/>
          <p14:tracePt t="74034" x="685800" y="3314700"/>
          <p14:tracePt t="74050" x="711200" y="3308350"/>
          <p14:tracePt t="74073" x="717550" y="3302000"/>
          <p14:tracePt t="74089" x="717550" y="3295650"/>
          <p14:tracePt t="74098" x="730250" y="3295650"/>
          <p14:tracePt t="74106" x="736600" y="3295650"/>
          <p14:tracePt t="74130" x="749300" y="3295650"/>
          <p14:tracePt t="74138" x="762000" y="3295650"/>
          <p14:tracePt t="74147" x="774700" y="3289300"/>
          <p14:tracePt t="74164" x="812800" y="3282950"/>
          <p14:tracePt t="74180" x="825500" y="3276600"/>
          <p14:tracePt t="74197" x="857250" y="3276600"/>
          <p14:tracePt t="74213" x="876300" y="3270250"/>
          <p14:tracePt t="74230" x="889000" y="3270250"/>
          <p14:tracePt t="74264" x="920750" y="3263900"/>
          <p14:tracePt t="74280" x="927100" y="3263900"/>
          <p14:tracePt t="74297" x="933450" y="3263900"/>
          <p14:tracePt t="74313" x="952500" y="3263900"/>
          <p14:tracePt t="74330" x="958850" y="3263900"/>
          <p14:tracePt t="74347" x="965200" y="3263900"/>
          <p14:tracePt t="74364" x="977900" y="3263900"/>
          <p14:tracePt t="74380" x="984250" y="3263900"/>
          <p14:tracePt t="74397" x="990600" y="3257550"/>
          <p14:tracePt t="75746" x="1003300" y="3257550"/>
          <p14:tracePt t="75786" x="1009650" y="3257550"/>
          <p14:tracePt t="87562" x="1009650" y="3263900"/>
          <p14:tracePt t="87577" x="1009650" y="3270250"/>
          <p14:tracePt t="87594" x="1009650" y="3276600"/>
          <p14:tracePt t="87602" x="1009650" y="3282950"/>
          <p14:tracePt t="112417" x="1009650" y="3270250"/>
          <p14:tracePt t="112425" x="1009650" y="3263900"/>
          <p14:tracePt t="112601" x="1016000" y="3257550"/>
          <p14:tracePt t="113649" x="1016000" y="3251200"/>
          <p14:tracePt t="113713" x="1022350" y="3251200"/>
          <p14:tracePt t="113754" x="1022350" y="3263900"/>
          <p14:tracePt t="113761" x="1028700" y="3263900"/>
          <p14:tracePt t="113770" x="1035050" y="3263900"/>
          <p14:tracePt t="113809" x="1041400" y="3270250"/>
          <p14:tracePt t="113857" x="1041400" y="3276600"/>
          <p14:tracePt t="113913" x="1041400" y="3282950"/>
          <p14:tracePt t="113929" x="1041400" y="3289300"/>
          <p14:tracePt t="113938" x="1047750" y="3289300"/>
          <p14:tracePt t="113948" x="1047750" y="3295650"/>
          <p14:tracePt t="113993" x="1054100" y="3302000"/>
          <p14:tracePt t="114057" x="1054100" y="3308350"/>
          <p14:tracePt t="114073" x="1054100" y="3321050"/>
          <p14:tracePt t="114082" x="1060450" y="3327400"/>
          <p14:tracePt t="114089" x="1060450" y="3340100"/>
          <p14:tracePt t="114098" x="1060450" y="3346450"/>
          <p14:tracePt t="114113" x="1066800" y="3397250"/>
          <p14:tracePt t="114130" x="1079500" y="3479800"/>
          <p14:tracePt t="114147" x="1085850" y="3644900"/>
          <p14:tracePt t="114163" x="1098550" y="3771900"/>
          <p14:tracePt t="114180" x="1136650" y="3867150"/>
          <p14:tracePt t="114197" x="1136650" y="4051300"/>
          <p14:tracePt t="114213" x="1143000" y="4178300"/>
          <p14:tracePt t="114230" x="1143000" y="4248150"/>
          <p14:tracePt t="114246" x="1155700" y="4540250"/>
          <p14:tracePt t="114263" x="1162050" y="4686300"/>
          <p14:tracePt t="114280" x="1162050" y="4864100"/>
          <p14:tracePt t="114297" x="1187450" y="5105400"/>
          <p14:tracePt t="114313" x="1181100" y="5232400"/>
          <p14:tracePt t="114330" x="1181100" y="5353050"/>
          <p14:tracePt t="114347" x="1181100" y="5422900"/>
          <p14:tracePt t="114363" x="1181100" y="5486400"/>
          <p14:tracePt t="114380" x="1181100" y="5524500"/>
          <p14:tracePt t="114397" x="1181100" y="5537200"/>
          <p14:tracePt t="114413" x="1181100" y="5543550"/>
          <p14:tracePt t="114429" x="1174750" y="5549900"/>
          <p14:tracePt t="114463" x="1174750" y="5556250"/>
          <p14:tracePt t="114479" x="1174750" y="5562600"/>
          <p14:tracePt t="114496" x="1168400" y="5600700"/>
          <p14:tracePt t="114513" x="1155700" y="5708650"/>
          <p14:tracePt t="114530" x="1155700" y="5746750"/>
          <p14:tracePt t="114546" x="1155700" y="5759450"/>
          <p14:tracePt t="114563" x="1149350" y="5772150"/>
          <p14:tracePt t="114580" x="1149350" y="5791200"/>
          <p14:tracePt t="114746" x="1143000" y="5791200"/>
          <p14:tracePt t="114761" x="1143000" y="5778500"/>
          <p14:tracePt t="114786" x="1130300" y="5778500"/>
          <p14:tracePt t="114793" x="1130300" y="5772150"/>
          <p14:tracePt t="114802" x="1130300" y="5765800"/>
          <p14:tracePt t="114813" x="1130300" y="5759450"/>
          <p14:tracePt t="114830" x="1123950" y="5753100"/>
          <p14:tracePt t="114847" x="1117600" y="5734050"/>
          <p14:tracePt t="114863" x="1117600" y="5715000"/>
          <p14:tracePt t="114879" x="1104900" y="5715000"/>
          <p14:tracePt t="114896" x="1104900" y="5702300"/>
          <p14:tracePt t="114913" x="1098550" y="5689600"/>
          <p14:tracePt t="114953" x="1098550" y="5683250"/>
          <p14:tracePt t="114963" x="1085850" y="5676900"/>
          <p14:tracePt t="115121" x="1098550" y="5676900"/>
          <p14:tracePt t="115249" x="1092200" y="5670550"/>
          <p14:tracePt t="115289" x="1085850" y="5670550"/>
          <p14:tracePt t="115329" x="1079500" y="5670550"/>
          <p14:tracePt t="115386" x="1079500" y="5657850"/>
          <p14:tracePt t="115402" x="1066800" y="5657850"/>
          <p14:tracePt t="115442" x="1060450" y="5651500"/>
          <p14:tracePt t="115601" x="1054100" y="5651500"/>
          <p14:tracePt t="115633" x="1054100" y="5638800"/>
          <p14:tracePt t="115745" x="1047750" y="5638800"/>
          <p14:tracePt t="116057" x="1035050" y="5638800"/>
          <p14:tracePt t="116177" x="1041400" y="5638800"/>
          <p14:tracePt t="116257" x="1047750" y="5638800"/>
          <p14:tracePt t="116265" x="1054100" y="5638800"/>
          <p14:tracePt t="116273" x="1066800" y="5638800"/>
          <p14:tracePt t="116282" x="1073150" y="5645150"/>
          <p14:tracePt t="116305" x="1085850" y="5645150"/>
          <p14:tracePt t="116313" x="1092200" y="5645150"/>
          <p14:tracePt t="116329" x="1111250" y="5645150"/>
          <p14:tracePt t="116347" x="1130300" y="5638800"/>
          <p14:tracePt t="116363" x="1174750" y="5607050"/>
          <p14:tracePt t="116379" x="1200150" y="5588000"/>
          <p14:tracePt t="116396" x="1333500" y="5499100"/>
          <p14:tracePt t="116413" x="1435100" y="5422900"/>
          <p14:tracePt t="116430" x="1568450" y="5264150"/>
          <p14:tracePt t="116447" x="1676400" y="5175250"/>
          <p14:tracePt t="116449" x="1708150" y="5105400"/>
          <p14:tracePt t="116463" x="1746250" y="5048250"/>
          <p14:tracePt t="116479" x="1835150" y="4876800"/>
          <p14:tracePt t="116496" x="1885950" y="4737100"/>
          <p14:tracePt t="116513" x="1974850" y="4489450"/>
          <p14:tracePt t="116530" x="2000250" y="4286250"/>
          <p14:tracePt t="116546" x="2012950" y="4178300"/>
          <p14:tracePt t="116563" x="2012950" y="4127500"/>
          <p14:tracePt t="116580" x="1987550" y="3987800"/>
          <p14:tracePt t="116597" x="1968500" y="3930650"/>
          <p14:tracePt t="116613" x="1949450" y="3873500"/>
          <p14:tracePt t="116630" x="1924050" y="3797300"/>
          <p14:tracePt t="116646" x="1917700" y="3771900"/>
          <p14:tracePt t="116663" x="1905000" y="3746500"/>
          <p14:tracePt t="116680" x="1879600" y="3727450"/>
          <p14:tracePt t="116697" x="1854200" y="3702050"/>
          <p14:tracePt t="116713" x="1797050" y="3663950"/>
          <p14:tracePt t="116730" x="1790700" y="3657600"/>
          <p14:tracePt t="116746" x="1765300" y="3613150"/>
          <p14:tracePt t="116763" x="1701800" y="3530600"/>
          <p14:tracePt t="116780" x="1644650" y="3473450"/>
          <p14:tracePt t="116796" x="1574800" y="3409950"/>
          <p14:tracePt t="116813" x="1530350" y="3378200"/>
          <p14:tracePt t="116829" x="1511300" y="3359150"/>
          <p14:tracePt t="116846" x="1485900" y="3340100"/>
          <p14:tracePt t="116863" x="1441450" y="3327400"/>
          <p14:tracePt t="116880" x="1416050" y="3321050"/>
          <p14:tracePt t="116897" x="1346200" y="3327400"/>
          <p14:tracePt t="116913" x="1295400" y="3340100"/>
          <p14:tracePt t="116930" x="1219200" y="3365500"/>
          <p14:tracePt t="116946" x="1111250" y="3403600"/>
          <p14:tracePt t="116963" x="1060450" y="3422650"/>
          <p14:tracePt t="116980" x="977900" y="3479800"/>
          <p14:tracePt t="116996" x="965200" y="3486150"/>
          <p14:tracePt t="117013" x="920750" y="3511550"/>
          <p14:tracePt t="117029" x="889000" y="3556000"/>
          <p14:tracePt t="117046" x="869950" y="3587750"/>
          <p14:tracePt t="117063" x="863600" y="3619500"/>
          <p14:tracePt t="117080" x="831850" y="3721100"/>
          <p14:tracePt t="117096" x="825500" y="3778250"/>
          <p14:tracePt t="117113" x="806450" y="3943350"/>
          <p14:tracePt t="117130" x="793750" y="4013200"/>
          <p14:tracePt t="117147" x="793750" y="4064000"/>
          <p14:tracePt t="117163" x="793750" y="4203700"/>
          <p14:tracePt t="117180" x="806450" y="4298950"/>
          <p14:tracePt t="117196" x="825500" y="4464050"/>
          <p14:tracePt t="117213" x="838200" y="4552950"/>
          <p14:tracePt t="117230" x="850900" y="4629150"/>
          <p14:tracePt t="117246" x="850900" y="4686300"/>
          <p14:tracePt t="117263" x="869950" y="4787900"/>
          <p14:tracePt t="117280" x="882650" y="4876800"/>
          <p14:tracePt t="117297" x="908050" y="5003800"/>
          <p14:tracePt t="117313" x="920750" y="5092700"/>
          <p14:tracePt t="117330" x="927100" y="5130800"/>
          <p14:tracePt t="117346" x="946150" y="5226050"/>
          <p14:tracePt t="117364" x="965200" y="5270500"/>
          <p14:tracePt t="117380" x="984250" y="5340350"/>
          <p14:tracePt t="117396" x="1022350" y="5403850"/>
          <p14:tracePt t="117413" x="1028700" y="5422900"/>
          <p14:tracePt t="117430" x="1041400" y="5454650"/>
          <p14:tracePt t="117446" x="1060450" y="5486400"/>
          <p14:tracePt t="117466" x="1066800" y="5486400"/>
          <p14:tracePt t="117480" x="1079500" y="5492750"/>
          <p14:tracePt t="117496" x="1085850" y="5492750"/>
          <p14:tracePt t="117513" x="1104900" y="5492750"/>
          <p14:tracePt t="117530" x="1123950" y="5492750"/>
          <p14:tracePt t="117546" x="1155700" y="5499100"/>
          <p14:tracePt t="117563" x="1231900" y="5499100"/>
          <p14:tracePt t="117580" x="1289050" y="5499100"/>
          <p14:tracePt t="117596" x="1314450" y="5499100"/>
          <p14:tracePt t="117613" x="1377950" y="5492750"/>
          <p14:tracePt t="117630" x="1422400" y="5473700"/>
          <p14:tracePt t="117646" x="1435100" y="5461000"/>
          <p14:tracePt t="117664" x="1466850" y="5410200"/>
          <p14:tracePt t="117680" x="1517650" y="5340350"/>
          <p14:tracePt t="117697" x="1517650" y="5314950"/>
          <p14:tracePt t="117713" x="1574800" y="5105400"/>
          <p14:tracePt t="117730" x="1574800" y="4991100"/>
          <p14:tracePt t="117746" x="1562100" y="4889500"/>
          <p14:tracePt t="117763" x="1543050" y="4667250"/>
          <p14:tracePt t="117780" x="1536700" y="4616450"/>
          <p14:tracePt t="117796" x="1524000" y="4521200"/>
          <p14:tracePt t="117813" x="1485900" y="4305300"/>
          <p14:tracePt t="117830" x="1460500" y="4197350"/>
          <p14:tracePt t="117847" x="1422400" y="4070350"/>
          <p14:tracePt t="117863" x="1416050" y="4032250"/>
          <p14:tracePt t="117880" x="1377950" y="3968750"/>
          <p14:tracePt t="117897" x="1327150" y="3829050"/>
          <p14:tracePt t="117913" x="1289050" y="3740150"/>
          <p14:tracePt t="117930" x="1212850" y="3619500"/>
          <p14:tracePt t="117946" x="1187450" y="3606800"/>
          <p14:tracePt t="117963" x="1174750" y="3562350"/>
          <p14:tracePt t="117980" x="1155700" y="3505200"/>
          <p14:tracePt t="117996" x="1155700" y="3492500"/>
          <p14:tracePt t="118013" x="1149350" y="3454400"/>
          <p14:tracePt t="118030" x="1136650" y="3403600"/>
          <p14:tracePt t="118046" x="1136650" y="3397250"/>
          <p14:tracePt t="118063" x="1136650" y="3365500"/>
          <p14:tracePt t="118079" x="1123950" y="3314700"/>
          <p14:tracePt t="118096" x="1117600" y="3276600"/>
          <p14:tracePt t="118113" x="1104900" y="3257550"/>
          <p14:tracePt t="118201" x="1104900" y="3263900"/>
          <p14:tracePt t="118210" x="1104900" y="3276600"/>
          <p14:tracePt t="118217" x="1104900" y="3289300"/>
          <p14:tracePt t="118230" x="1104900" y="3308350"/>
          <p14:tracePt t="118246" x="1111250" y="3346450"/>
          <p14:tracePt t="118263" x="1117600" y="3409950"/>
          <p14:tracePt t="118280" x="1130300" y="3441700"/>
          <p14:tracePt t="118296" x="1130300" y="3454400"/>
          <p14:tracePt t="118313" x="1130300" y="3517900"/>
          <p14:tracePt t="118330" x="1130300" y="3543300"/>
          <p14:tracePt t="118346" x="1136650" y="3587750"/>
          <p14:tracePt t="118363" x="1149350" y="3721100"/>
          <p14:tracePt t="118380" x="1155700" y="3740150"/>
          <p14:tracePt t="118396" x="1155700" y="3829050"/>
          <p14:tracePt t="118413" x="1143000" y="3943350"/>
          <p14:tracePt t="118430" x="1143000" y="4013200"/>
          <p14:tracePt t="118446" x="1143000" y="4114800"/>
          <p14:tracePt t="118449" x="1130300" y="4248150"/>
          <p14:tracePt t="118465" x="1117600" y="4298950"/>
          <p14:tracePt t="118480" x="1111250" y="4343400"/>
          <p14:tracePt t="118496" x="1085850" y="4464050"/>
          <p14:tracePt t="118513" x="1016000" y="4737100"/>
          <p14:tracePt t="118530" x="965200" y="4946650"/>
          <p14:tracePt t="118546" x="958850" y="5003800"/>
          <p14:tracePt t="118563" x="965200" y="5080000"/>
          <p14:tracePt t="118580" x="952500" y="5289550"/>
          <p14:tracePt t="118596" x="933450" y="5384800"/>
          <p14:tracePt t="118613" x="914400" y="5486400"/>
          <p14:tracePt t="118630" x="965200" y="5562600"/>
          <p14:tracePt t="118647" x="965200" y="5607050"/>
          <p14:tracePt t="118663" x="958850" y="5626100"/>
          <p14:tracePt t="118680" x="958850" y="5651500"/>
          <p14:tracePt t="118697" x="958850" y="5657850"/>
          <p14:tracePt t="118713" x="952500" y="5676900"/>
          <p14:tracePt t="118729" x="946150" y="5689600"/>
          <p14:tracePt t="118763" x="946150" y="5695950"/>
          <p14:tracePt t="118779" x="946150" y="5708650"/>
          <p14:tracePt t="118796" x="939800" y="5740400"/>
          <p14:tracePt t="118813" x="933450" y="5753100"/>
          <p14:tracePt t="118829" x="927100" y="5778500"/>
          <p14:tracePt t="118846" x="927100" y="5803900"/>
          <p14:tracePt t="118863" x="927100" y="5810250"/>
          <p14:tracePt t="118880" x="920750" y="5816600"/>
          <p14:tracePt t="118913" x="933450" y="5816600"/>
          <p14:tracePt t="118930" x="927100" y="5810250"/>
          <p14:tracePt t="118946" x="927100" y="5778500"/>
          <p14:tracePt t="118963" x="933450" y="5746750"/>
          <p14:tracePt t="118980" x="933450" y="5740400"/>
          <p14:tracePt t="118996" x="958850" y="5708650"/>
          <p14:tracePt t="119013" x="965200" y="5695950"/>
          <p14:tracePt t="119030" x="971550" y="5676900"/>
          <p14:tracePt t="119046" x="977900" y="5651500"/>
          <p14:tracePt t="119063" x="984250" y="5651500"/>
          <p14:tracePt t="119089" x="984250" y="5645150"/>
          <p14:tracePt t="119353" x="984250" y="5632450"/>
          <p14:tracePt t="119442" x="984250" y="5626100"/>
          <p14:tracePt t="119465" x="977900" y="5619750"/>
          <p14:tracePt t="119482" x="977900" y="5613400"/>
          <p14:tracePt t="119490" x="984250" y="5613400"/>
          <p14:tracePt t="119522" x="990600" y="5607050"/>
          <p14:tracePt t="119545" x="990600" y="5600700"/>
          <p14:tracePt t="119929" x="1003300" y="5600700"/>
          <p14:tracePt t="120025" x="996950" y="5600700"/>
          <p14:tracePt t="121785" x="996950" y="5607050"/>
          <p14:tracePt t="121793" x="990600" y="5619750"/>
          <p14:tracePt t="121809" x="990600" y="5626100"/>
          <p14:tracePt t="121818" x="984250" y="5632450"/>
          <p14:tracePt t="122729" x="984250" y="5638800"/>
          <p14:tracePt t="179513" x="984250" y="5626100"/>
          <p14:tracePt t="179521" x="990600" y="5626100"/>
          <p14:tracePt t="179544" x="1016000" y="5619750"/>
          <p14:tracePt t="179681" x="1016000" y="5613400"/>
          <p14:tracePt t="179961" x="1016000" y="5600700"/>
          <p14:tracePt t="180025" x="1016000" y="5588000"/>
          <p14:tracePt t="180033" x="1009650" y="5581650"/>
          <p14:tracePt t="180040" x="990600" y="5556250"/>
          <p14:tracePt t="180049" x="990600" y="5537200"/>
          <p14:tracePt t="180062" x="971550" y="5492750"/>
          <p14:tracePt t="180079" x="914400" y="5359400"/>
          <p14:tracePt t="180096" x="774700" y="5168900"/>
          <p14:tracePt t="180113" x="635000" y="5029200"/>
          <p14:tracePt t="180129" x="336550" y="4800600"/>
          <p14:tracePt t="180146" x="82550" y="4648200"/>
          <p14:tracePt t="181976" x="44450" y="6223000"/>
          <p14:tracePt t="181985" x="57150" y="6292850"/>
          <p14:tracePt t="181995" x="184150" y="6477000"/>
          <p14:tracePt t="182012" x="247650" y="6546850"/>
          <p14:tracePt t="182129" x="1892300" y="6731000"/>
          <p14:tracePt t="182146" x="1993900" y="6654800"/>
          <p14:tracePt t="182163" x="2032000" y="6616700"/>
          <p14:tracePt t="182179" x="2044700" y="6610350"/>
          <p14:tracePt t="182196" x="2076450" y="6553200"/>
          <p14:tracePt t="182212" x="2101850" y="6483350"/>
          <p14:tracePt t="182229" x="2089150" y="6432550"/>
          <p14:tracePt t="182246" x="2089150" y="6350000"/>
          <p14:tracePt t="182262" x="2076450" y="6311900"/>
          <p14:tracePt t="182279" x="2076450" y="6305550"/>
          <p14:tracePt t="182296" x="2076450" y="6299200"/>
          <p14:tracePt t="182480" x="2082800" y="6299200"/>
          <p14:tracePt t="182544" x="2063750" y="6299200"/>
          <p14:tracePt t="182552" x="2057400" y="6305550"/>
          <p14:tracePt t="182562" x="2025650" y="6318250"/>
          <p14:tracePt t="182579" x="2006600" y="6318250"/>
          <p14:tracePt t="182596" x="1930400" y="6350000"/>
          <p14:tracePt t="182612" x="1771650" y="6394450"/>
          <p14:tracePt t="182629" x="1701800" y="6419850"/>
          <p14:tracePt t="182646" x="1606550" y="6451600"/>
          <p14:tracePt t="182662" x="1600200" y="6457950"/>
          <p14:tracePt t="182679" x="1587500" y="6464300"/>
          <p14:tracePt t="182696" x="1555750" y="6483350"/>
          <p14:tracePt t="182889" x="1543050" y="6483350"/>
          <p14:tracePt t="182905" x="1530350" y="6483350"/>
          <p14:tracePt t="182929" x="1524000" y="6483350"/>
          <p14:tracePt t="182936" x="1511300" y="6483350"/>
          <p14:tracePt t="182969" x="1504950" y="6483350"/>
          <p14:tracePt t="183009" x="1498600" y="6483350"/>
          <p14:tracePt t="183033" x="1492250" y="6483350"/>
          <p14:tracePt t="183057" x="1492250" y="6477000"/>
          <p14:tracePt t="183065" x="1492250" y="6470650"/>
          <p14:tracePt t="183072" x="1492250" y="6464300"/>
          <p14:tracePt t="183081" x="1479550" y="6464300"/>
          <p14:tracePt t="183393" x="1473200" y="6464300"/>
          <p14:tracePt t="183425" x="1466850" y="6464300"/>
          <p14:tracePt t="183433" x="1466850" y="6470650"/>
          <p14:tracePt t="183449" x="1466850" y="6483350"/>
          <p14:tracePt t="183465" x="1473200" y="6483350"/>
          <p14:tracePt t="183473" x="1492250" y="6496050"/>
          <p14:tracePt t="183481" x="1562100" y="6521450"/>
          <p14:tracePt t="183496" x="1612900" y="6534150"/>
          <p14:tracePt t="183512" x="1968500" y="6604000"/>
          <p14:tracePt t="183529" x="2660650" y="6743700"/>
          <p14:tracePt t="183546" x="2908300" y="6762750"/>
          <p14:tracePt t="183562" x="3371850" y="6819900"/>
          <p14:tracePt t="183579" x="4171950" y="6851650"/>
          <p14:tracePt t="183595" x="4559300" y="6851650"/>
          <p14:tracePt t="183612" x="4762500" y="6845300"/>
          <p14:tracePt t="183629" x="4845050" y="6845300"/>
          <p14:tracePt t="183646" x="5022850" y="6813550"/>
          <p14:tracePt t="183662" x="5073650" y="6813550"/>
          <p14:tracePt t="183679" x="5124450" y="6807200"/>
          <p14:tracePt t="183696" x="5181600" y="6794500"/>
          <p14:tracePt t="183713" x="5194300" y="6794500"/>
          <p14:tracePt t="183729" x="5200650" y="6788150"/>
          <p14:tracePt t="183825" x="5213350" y="6788150"/>
          <p14:tracePt t="183833" x="5226050" y="6781800"/>
          <p14:tracePt t="183841" x="5238750" y="6775450"/>
          <p14:tracePt t="183849" x="5251450" y="6769100"/>
          <p14:tracePt t="183862" x="5270500" y="6769100"/>
          <p14:tracePt t="183879" x="5353050" y="6743700"/>
          <p14:tracePt t="183896" x="5391150" y="6724650"/>
          <p14:tracePt t="183912" x="5410200" y="6724650"/>
          <p14:tracePt t="183929" x="5467350" y="6692900"/>
          <p14:tracePt t="183947" x="5480050" y="6680200"/>
          <p14:tracePt t="183962" x="5480050" y="6673850"/>
          <p14:tracePt t="183979" x="5486400" y="6673850"/>
          <p14:tracePt t="183996" x="5581650" y="6667500"/>
          <p14:tracePt t="184012" x="5657850" y="6654800"/>
          <p14:tracePt t="184029" x="5715000" y="6648450"/>
          <p14:tracePt t="184046" x="5810250" y="6648450"/>
          <p14:tracePt t="184062" x="5842000" y="6648450"/>
          <p14:tracePt t="184079" x="5861050" y="6648450"/>
          <p14:tracePt t="184096" x="5886450" y="6635750"/>
          <p14:tracePt t="184137" x="5886450" y="6629400"/>
          <p14:tracePt t="184153" x="5892800" y="6623050"/>
          <p14:tracePt t="184169" x="5892800" y="6616700"/>
          <p14:tracePt t="184179" x="5899150" y="6610350"/>
          <p14:tracePt t="184196" x="5899150" y="6597650"/>
          <p14:tracePt t="184213" x="5905500" y="6565900"/>
          <p14:tracePt t="184229" x="5905500" y="6553200"/>
          <p14:tracePt t="184246" x="5905500" y="6546850"/>
          <p14:tracePt t="184262" x="5905500" y="6534150"/>
          <p14:tracePt t="184279" x="5892800" y="6515100"/>
          <p14:tracePt t="184296" x="5886450" y="6496050"/>
          <p14:tracePt t="184312" x="5854700" y="6470650"/>
          <p14:tracePt t="184329" x="5689600" y="6388100"/>
          <p14:tracePt t="184346" x="5556250" y="6337300"/>
          <p14:tracePt t="184363" x="5162550" y="6229350"/>
          <p14:tracePt t="184379" x="5003800" y="6216650"/>
          <p14:tracePt t="184396" x="4895850" y="6197600"/>
          <p14:tracePt t="184413" x="4832350" y="6191250"/>
          <p14:tracePt t="184429" x="4819650" y="6191250"/>
          <p14:tracePt t="184462" x="4813300" y="6197600"/>
          <p14:tracePt t="184479" x="4813300" y="6210300"/>
          <p14:tracePt t="184496" x="4806950" y="6248400"/>
          <p14:tracePt t="184512" x="4800600" y="6286500"/>
          <p14:tracePt t="184529" x="4800600" y="6299200"/>
          <p14:tracePt t="184546" x="4800600" y="6330950"/>
          <p14:tracePt t="184562" x="4800600" y="6337300"/>
          <p14:tracePt t="184579" x="4800600" y="6356350"/>
          <p14:tracePt t="184596" x="4800600" y="6362700"/>
          <p14:tracePt t="184629" x="4806950" y="6375400"/>
          <p14:tracePt t="184646" x="4813300" y="6381750"/>
          <p14:tracePt t="184662" x="4895850" y="6419850"/>
          <p14:tracePt t="184679" x="4991100" y="6445250"/>
          <p14:tracePt t="184696" x="5060950" y="6457950"/>
          <p14:tracePt t="184712" x="5295900" y="6565900"/>
          <p14:tracePt t="184729" x="5422900" y="6584950"/>
          <p14:tracePt t="184746" x="5530850" y="6597650"/>
          <p14:tracePt t="184763" x="5734050" y="6623050"/>
          <p14:tracePt t="184779" x="5842000" y="6623050"/>
          <p14:tracePt t="184796" x="5886450" y="6616700"/>
          <p14:tracePt t="184813" x="6026150" y="6584950"/>
          <p14:tracePt t="184829" x="6089650" y="6559550"/>
          <p14:tracePt t="184846" x="6153150" y="6534150"/>
          <p14:tracePt t="184862" x="6197600" y="6496050"/>
          <p14:tracePt t="184879" x="6203950" y="6489700"/>
          <p14:tracePt t="184896" x="6216650" y="6483350"/>
          <p14:tracePt t="184913" x="6223000" y="6477000"/>
          <p14:tracePt t="184929" x="6223000" y="6470650"/>
          <p14:tracePt t="185001" x="6229350" y="6470650"/>
          <p14:tracePt t="185097" x="6223000" y="6477000"/>
          <p14:tracePt t="185121" x="6216650" y="6477000"/>
          <p14:tracePt t="185329" x="6216650" y="6470650"/>
          <p14:tracePt t="185377" x="6210300" y="6470650"/>
          <p14:tracePt t="185433" x="6191250" y="6477000"/>
          <p14:tracePt t="185441" x="6191250" y="6483350"/>
          <p14:tracePt t="185449" x="6146800" y="6502400"/>
          <p14:tracePt t="185462" x="6146800" y="6508750"/>
          <p14:tracePt t="185479" x="6115050" y="6546850"/>
          <p14:tracePt t="185496" x="6070600" y="6572250"/>
          <p14:tracePt t="185512" x="6032500" y="6610350"/>
          <p14:tracePt t="185529" x="6000750" y="6635750"/>
          <p14:tracePt t="185546" x="5988050" y="6648450"/>
          <p14:tracePt t="185562" x="5981700" y="6654800"/>
          <p14:tracePt t="185579" x="5975350" y="6667500"/>
          <p14:tracePt t="185596" x="5969000" y="6673850"/>
          <p14:tracePt t="185673" x="5962650" y="6673850"/>
          <p14:tracePt t="185913" x="5962650" y="6667500"/>
          <p14:tracePt t="185921" x="5962650" y="6661150"/>
          <p14:tracePt t="185929" x="5962650" y="6654800"/>
          <p14:tracePt t="185945" x="5962650" y="6610350"/>
          <p14:tracePt t="185963" x="5969000" y="6546850"/>
          <p14:tracePt t="185979" x="5949950" y="6502400"/>
          <p14:tracePt t="185996" x="5905500" y="6457950"/>
          <p14:tracePt t="186012" x="5867400" y="6419850"/>
          <p14:tracePt t="186029" x="5854700" y="6407150"/>
          <p14:tracePt t="186045" x="5848350" y="6407150"/>
          <p14:tracePt t="186063" x="5835650" y="6388100"/>
          <p14:tracePt t="186079" x="5816600" y="6388100"/>
          <p14:tracePt t="186096" x="5797550" y="6381750"/>
          <p14:tracePt t="186112" x="5791200" y="6381750"/>
          <p14:tracePt t="186129" x="5778500" y="6381750"/>
          <p14:tracePt t="186146" x="5765800" y="6381750"/>
          <p14:tracePt t="186162" x="5746750" y="6388100"/>
          <p14:tracePt t="186179" x="5715000" y="6388100"/>
          <p14:tracePt t="186196" x="5708650" y="6388100"/>
          <p14:tracePt t="186212" x="5683250" y="6394450"/>
          <p14:tracePt t="186229" x="5676900" y="6394450"/>
          <p14:tracePt t="186246" x="5670550" y="6394450"/>
          <p14:tracePt t="186262" x="5651500" y="6394450"/>
          <p14:tracePt t="186279" x="5651500" y="6400800"/>
          <p14:tracePt t="187089" x="5651500" y="6394450"/>
          <p14:tracePt t="187097" x="5651500" y="6381750"/>
          <p14:tracePt t="187105" x="5651500" y="6369050"/>
          <p14:tracePt t="187113" x="5664200" y="6369050"/>
          <p14:tracePt t="187129" x="5664200" y="6350000"/>
          <p14:tracePt t="187145" x="5676900" y="6324600"/>
          <p14:tracePt t="187163" x="5695950" y="6254750"/>
          <p14:tracePt t="187179" x="5708650" y="6178550"/>
          <p14:tracePt t="187196" x="5689600" y="6083300"/>
          <p14:tracePt t="187213" x="5645150" y="5886450"/>
          <p14:tracePt t="187229" x="5619750" y="5803900"/>
          <p14:tracePt t="187246" x="5505450" y="5638800"/>
          <p14:tracePt t="187263" x="5200650" y="5143500"/>
          <p14:tracePt t="187279" x="4902200" y="4787900"/>
          <p14:tracePt t="187296" x="4216400" y="3886200"/>
          <p14:tracePt t="187313" x="3600450" y="3321050"/>
          <p14:tracePt t="187329" x="2387600" y="2381250"/>
          <p14:tracePt t="187346" x="1631950" y="1873250"/>
          <p14:tracePt t="187364" x="952500" y="1562100"/>
          <p14:tracePt t="187379" x="38100" y="1181100"/>
          <p14:tracePt t="189146" x="762000" y="1168400"/>
          <p14:tracePt t="189163" x="1403350" y="1371600"/>
          <p14:tracePt t="189180" x="1682750" y="1466850"/>
          <p14:tracePt t="189196" x="2736850" y="1828800"/>
          <p14:tracePt t="189213" x="3225800" y="2000250"/>
          <p14:tracePt t="189230" x="3765550" y="2203450"/>
          <p14:tracePt t="189247" x="4540250" y="2470150"/>
          <p14:tracePt t="189264" x="4857750" y="2578100"/>
          <p14:tracePt t="189280" x="4972050" y="2641600"/>
          <p14:tracePt t="189296" x="5441950" y="2774950"/>
          <p14:tracePt t="189313" x="5715000" y="2876550"/>
          <p14:tracePt t="189330" x="5880100" y="2946400"/>
          <p14:tracePt t="189346" x="6013450" y="2978150"/>
          <p14:tracePt t="189363" x="6057900" y="2997200"/>
          <p14:tracePt t="189379" x="6318250" y="3079750"/>
          <p14:tracePt t="189396" x="6438900" y="3111500"/>
          <p14:tracePt t="189413" x="6623050" y="3175000"/>
          <p14:tracePt t="189430" x="6781800" y="3206750"/>
          <p14:tracePt t="189446" x="6819900" y="3213100"/>
          <p14:tracePt t="189463" x="6953250" y="3244850"/>
          <p14:tracePt t="189480" x="7016750" y="3257550"/>
          <p14:tracePt t="189496" x="7105650" y="3276600"/>
          <p14:tracePt t="189513" x="7169150" y="3302000"/>
          <p14:tracePt t="189546" x="7175500" y="3302000"/>
          <p14:tracePt t="189579" x="7175500" y="3308350"/>
          <p14:tracePt t="189596" x="7156450" y="3314700"/>
          <p14:tracePt t="189613" x="7099300" y="3327400"/>
          <p14:tracePt t="189630" x="7067550" y="3340100"/>
          <p14:tracePt t="189646" x="6959600" y="3352800"/>
          <p14:tracePt t="189663" x="6877050" y="3371850"/>
          <p14:tracePt t="189680" x="6788150" y="3384550"/>
          <p14:tracePt t="189696" x="6775450" y="3390900"/>
          <p14:tracePt t="189713" x="6769100" y="3397250"/>
          <p14:tracePt t="191193" x="6775450" y="3397250"/>
          <p14:tracePt t="191409" x="6750050" y="3390900"/>
          <p14:tracePt t="191417" x="6699250" y="3390900"/>
          <p14:tracePt t="191429" x="6623050" y="3390900"/>
          <p14:tracePt t="191445" x="6305550" y="3365500"/>
          <p14:tracePt t="191462" x="6203950" y="3365500"/>
          <p14:tracePt t="191479" x="5956300" y="3359150"/>
          <p14:tracePt t="191496" x="5816600" y="3333750"/>
          <p14:tracePt t="191512" x="5556250" y="3327400"/>
          <p14:tracePt t="191529" x="5530850" y="3321050"/>
          <p14:tracePt t="191673" x="5518150" y="3314700"/>
          <p14:tracePt t="191705" x="5518150" y="3308350"/>
          <p14:tracePt t="191721" x="5518150" y="3302000"/>
          <p14:tracePt t="191729" x="5511800" y="3263900"/>
          <p14:tracePt t="191737" x="5505450" y="3238500"/>
          <p14:tracePt t="191746" x="5492750" y="3206750"/>
          <p14:tracePt t="191762" x="5480050" y="3136900"/>
          <p14:tracePt t="191779" x="5473700" y="3092450"/>
          <p14:tracePt t="191795" x="5441950" y="2952750"/>
          <p14:tracePt t="191812" x="5429250" y="2895600"/>
          <p14:tracePt t="191829" x="5422900" y="2838450"/>
          <p14:tracePt t="191846" x="5416550" y="2774950"/>
          <p14:tracePt t="191862" x="5416550" y="2768600"/>
          <p14:tracePt t="191879" x="5416550" y="2762250"/>
          <p14:tracePt t="191896" x="5416550" y="2755900"/>
          <p14:tracePt t="193073" x="5403850" y="2749550"/>
          <p14:tracePt t="193081" x="5365750" y="2724150"/>
          <p14:tracePt t="193089" x="5226050" y="2641600"/>
          <p14:tracePt t="193097" x="5054600" y="2546350"/>
          <p14:tracePt t="193112" x="4787900" y="2425700"/>
          <p14:tracePt t="193129" x="3498850" y="1987550"/>
          <p14:tracePt t="193146" x="2813050" y="1771650"/>
          <p14:tracePt t="193162" x="1524000" y="1365250"/>
          <p14:tracePt t="193179" x="831850" y="1123950"/>
          <p14:tracePt t="193195" x="241300" y="92710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46075" y="736600"/>
            <a:ext cx="8429625" cy="561657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Star topology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Each devices has a dedicated point-to-point link to Hub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Not allowed direct traffic between devices.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Less expensive than a mash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1 channel per 1device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1 I/O port is required</a:t>
            </a:r>
          </a:p>
          <a:p>
            <a:pPr marL="457200" lvl="1" indent="0">
              <a:spcAft>
                <a:spcPts val="600"/>
              </a:spcAft>
              <a:buFontTx/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3314700"/>
            <a:ext cx="4986338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4311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592" x="3968750" y="5524500"/>
          <p14:tracePt t="2911" x="3968750" y="5505450"/>
          <p14:tracePt t="2919" x="3962400" y="5505450"/>
          <p14:tracePt t="2927" x="3949700" y="5499100"/>
          <p14:tracePt t="2950" x="3943350" y="5492750"/>
          <p14:tracePt t="2967" x="3930650" y="5480050"/>
          <p14:tracePt t="2975" x="3930650" y="5473700"/>
          <p14:tracePt t="3031" x="3930650" y="5467350"/>
          <p14:tracePt t="3038" x="3930650" y="5454650"/>
          <p14:tracePt t="3047" x="3917950" y="5441950"/>
          <p14:tracePt t="3055" x="3911600" y="5397500"/>
          <p14:tracePt t="3072" x="3886200" y="5308600"/>
          <p14:tracePt t="3089" x="3860800" y="5162550"/>
          <p14:tracePt t="3106" x="3841750" y="5048250"/>
          <p14:tracePt t="3122" x="3835400" y="4972050"/>
          <p14:tracePt t="3139" x="3835400" y="4667250"/>
          <p14:tracePt t="3156" x="3822700" y="4483100"/>
          <p14:tracePt t="3172" x="3790950" y="4381500"/>
          <p14:tracePt t="3189" x="3708400" y="3975100"/>
          <p14:tracePt t="3206" x="3670300" y="3848100"/>
          <p14:tracePt t="3208" x="3638550" y="3784600"/>
          <p14:tracePt t="3222" x="3536950" y="3581400"/>
          <p14:tracePt t="3239" x="3486150" y="3479800"/>
          <p14:tracePt t="3256" x="3448050" y="3454400"/>
          <p14:tracePt t="3272" x="3390900" y="3422650"/>
          <p14:tracePt t="3289" x="3352800" y="3390900"/>
          <p14:tracePt t="3306" x="3282950" y="3359150"/>
          <p14:tracePt t="3339" x="3263900" y="3359150"/>
          <p14:tracePt t="3356" x="3251200" y="3359150"/>
          <p14:tracePt t="3372" x="3219450" y="3371850"/>
          <p14:tracePt t="3389" x="3200400" y="3397250"/>
          <p14:tracePt t="3406" x="3181350" y="3403600"/>
          <p14:tracePt t="3422" x="3168650" y="3429000"/>
          <p14:tracePt t="3439" x="3155950" y="3441700"/>
          <p14:tracePt t="3456" x="3155950" y="3473450"/>
          <p14:tracePt t="3472" x="3162300" y="3549650"/>
          <p14:tracePt t="3489" x="3162300" y="3562350"/>
          <p14:tracePt t="3506" x="3162300" y="3606800"/>
          <p14:tracePt t="3522" x="3175000" y="3651250"/>
          <p14:tracePt t="3539" x="3187700" y="3689350"/>
          <p14:tracePt t="3556" x="3194050" y="3702050"/>
          <p14:tracePt t="3572" x="3206750" y="3721100"/>
          <p14:tracePt t="3589" x="3206750" y="3765550"/>
          <p14:tracePt t="3606" x="3219450" y="3797300"/>
          <p14:tracePt t="3622" x="3232150" y="3854450"/>
          <p14:tracePt t="3639" x="3251200" y="3930650"/>
          <p14:tracePt t="3656" x="3257550" y="3949700"/>
          <p14:tracePt t="3673" x="3289300" y="4000500"/>
          <p14:tracePt t="3689" x="3321050" y="4044950"/>
          <p14:tracePt t="3706" x="3314700" y="4064000"/>
          <p14:tracePt t="3722" x="3314700" y="4089400"/>
          <p14:tracePt t="3739" x="3314700" y="4108450"/>
          <p14:tracePt t="3775" x="3302000" y="4108450"/>
          <p14:tracePt t="3789" x="3295650" y="4102100"/>
          <p14:tracePt t="3806" x="3263900" y="4083050"/>
          <p14:tracePt t="3823" x="2787650" y="3733800"/>
          <p14:tracePt t="3839" x="1892300" y="3105150"/>
          <p14:tracePt t="3856" x="1428750" y="2781300"/>
          <p14:tracePt t="3872" x="565150" y="2139950"/>
          <p14:tracePt t="3889" x="330200" y="1924050"/>
          <p14:tracePt t="8127" x="38100" y="1835150"/>
          <p14:tracePt t="8135" x="120650" y="1873250"/>
          <p14:tracePt t="8143" x="165100" y="1911350"/>
          <p14:tracePt t="8155" x="285750" y="1974850"/>
          <p14:tracePt t="8172" x="806450" y="2273300"/>
          <p14:tracePt t="8189" x="1041400" y="2419350"/>
          <p14:tracePt t="8206" x="1244600" y="2514600"/>
          <p14:tracePt t="8208" x="1377950" y="2584450"/>
          <p14:tracePt t="8222" x="1822450" y="2889250"/>
          <p14:tracePt t="8239" x="2025650" y="3067050"/>
          <p14:tracePt t="8255" x="2228850" y="3270250"/>
          <p14:tracePt t="8272" x="2533650" y="3587750"/>
          <p14:tracePt t="8289" x="2743200" y="3829050"/>
          <p14:tracePt t="8305" x="2952750" y="4000500"/>
          <p14:tracePt t="8322" x="3365500" y="4254500"/>
          <p14:tracePt t="8339" x="3733800" y="4375150"/>
          <p14:tracePt t="8355" x="3981450" y="4445000"/>
          <p14:tracePt t="8372" x="4286250" y="4546600"/>
          <p14:tracePt t="8389" x="4438650" y="4584700"/>
          <p14:tracePt t="8406" x="4597400" y="4622800"/>
          <p14:tracePt t="8422" x="4832350" y="4679950"/>
          <p14:tracePt t="8439" x="4946650" y="4711700"/>
          <p14:tracePt t="8455" x="5067300" y="4737100"/>
          <p14:tracePt t="8473" x="5130800" y="4743450"/>
          <p14:tracePt t="8489" x="5181600" y="4762500"/>
          <p14:tracePt t="8505" x="5276850" y="4781550"/>
          <p14:tracePt t="8522" x="5346700" y="4794250"/>
          <p14:tracePt t="8539" x="5359400" y="4794250"/>
          <p14:tracePt t="8555" x="5422900" y="4806950"/>
          <p14:tracePt t="8572" x="5537200" y="4832350"/>
          <p14:tracePt t="8589" x="5626100" y="4845050"/>
          <p14:tracePt t="8605" x="5867400" y="4870450"/>
          <p14:tracePt t="8622" x="5994400" y="4889500"/>
          <p14:tracePt t="8639" x="6032500" y="4895850"/>
          <p14:tracePt t="8656" x="6051550" y="4895850"/>
          <p14:tracePt t="8672" x="6076950" y="4895850"/>
          <p14:tracePt t="8689" x="6083300" y="4895850"/>
          <p14:tracePt t="8705" x="6083300" y="4883150"/>
          <p14:tracePt t="8722" x="6051550" y="4870450"/>
          <p14:tracePt t="8739" x="6007100" y="4864100"/>
          <p14:tracePt t="8755" x="6000750" y="4864100"/>
          <p14:tracePt t="8975" x="5988050" y="4864100"/>
          <p14:tracePt t="8991" x="5975350" y="4838700"/>
          <p14:tracePt t="8999" x="5949950" y="4819650"/>
          <p14:tracePt t="9007" x="5880100" y="4787900"/>
          <p14:tracePt t="9022" x="5816600" y="4762500"/>
          <p14:tracePt t="9039" x="5727700" y="4718050"/>
          <p14:tracePt t="9056" x="5695950" y="4699000"/>
          <p14:tracePt t="9072" x="5683250" y="4699000"/>
          <p14:tracePt t="9119" x="5676900" y="4692650"/>
          <p14:tracePt t="9127" x="5670550" y="4692650"/>
          <p14:tracePt t="9183" x="5670550" y="4686300"/>
          <p14:tracePt t="9223" x="5670550" y="4673600"/>
          <p14:tracePt t="9438" x="5683250" y="4667250"/>
          <p14:tracePt t="9447" x="5695950" y="4667250"/>
          <p14:tracePt t="9471" x="5721350" y="4660900"/>
          <p14:tracePt t="9479" x="5727700" y="4660900"/>
          <p14:tracePt t="9489" x="5746750" y="4660900"/>
          <p14:tracePt t="9505" x="5784850" y="4660900"/>
          <p14:tracePt t="9522" x="5899150" y="4660900"/>
          <p14:tracePt t="9539" x="6007100" y="4660900"/>
          <p14:tracePt t="9555" x="6127750" y="4673600"/>
          <p14:tracePt t="9572" x="6305550" y="4673600"/>
          <p14:tracePt t="9589" x="6413500" y="4673600"/>
          <p14:tracePt t="9605" x="6515100" y="4673600"/>
          <p14:tracePt t="9622" x="6604000" y="4673600"/>
          <p14:tracePt t="9639" x="6731000" y="4667250"/>
          <p14:tracePt t="9656" x="6775450" y="4667250"/>
          <p14:tracePt t="9672" x="6838950" y="4654550"/>
          <p14:tracePt t="9689" x="6883400" y="4648200"/>
          <p14:tracePt t="9706" x="6896100" y="4641850"/>
          <p14:tracePt t="9722" x="6934200" y="4622800"/>
          <p14:tracePt t="9739" x="6953250" y="4616450"/>
          <p14:tracePt t="9756" x="6972300" y="4597400"/>
          <p14:tracePt t="9772" x="7023100" y="4552950"/>
          <p14:tracePt t="9789" x="7048500" y="4527550"/>
          <p14:tracePt t="9806" x="7067550" y="4514850"/>
          <p14:tracePt t="9822" x="7150100" y="4425950"/>
          <p14:tracePt t="9839" x="7169150" y="4387850"/>
          <p14:tracePt t="9856" x="7232650" y="4298950"/>
          <p14:tracePt t="9872" x="7258050" y="4267200"/>
          <p14:tracePt t="9889" x="7264400" y="4248150"/>
          <p14:tracePt t="9906" x="7296150" y="4197350"/>
          <p14:tracePt t="9922" x="7302500" y="4159250"/>
          <p14:tracePt t="9939" x="7315200" y="4127500"/>
          <p14:tracePt t="9956" x="7315200" y="4083050"/>
          <p14:tracePt t="9972" x="7302500" y="4013200"/>
          <p14:tracePt t="9989" x="7302500" y="3949700"/>
          <p14:tracePt t="10006" x="7296150" y="3879850"/>
          <p14:tracePt t="10023" x="7251700" y="3765550"/>
          <p14:tracePt t="10039" x="7245350" y="3727450"/>
          <p14:tracePt t="10056" x="7226300" y="3714750"/>
          <p14:tracePt t="10072" x="7188200" y="3657600"/>
          <p14:tracePt t="10089" x="7169150" y="3632200"/>
          <p14:tracePt t="10105" x="7131050" y="3600450"/>
          <p14:tracePt t="10122" x="7112000" y="3594100"/>
          <p14:tracePt t="10139" x="7099300" y="3587750"/>
          <p14:tracePt t="10155" x="7067550" y="3581400"/>
          <p14:tracePt t="10173" x="7023100" y="3562350"/>
          <p14:tracePt t="10189" x="6978650" y="3549650"/>
          <p14:tracePt t="10206" x="6889750" y="3511550"/>
          <p14:tracePt t="10207" x="6864350" y="3505200"/>
          <p14:tracePt t="10222" x="6838950" y="3498850"/>
          <p14:tracePt t="10239" x="6788150" y="3479800"/>
          <p14:tracePt t="10256" x="6680200" y="3467100"/>
          <p14:tracePt t="10272" x="6654800" y="3467100"/>
          <p14:tracePt t="10289" x="6616700" y="3460750"/>
          <p14:tracePt t="10306" x="6546850" y="3454400"/>
          <p14:tracePt t="10322" x="6534150" y="3454400"/>
          <p14:tracePt t="10339" x="6508750" y="3460750"/>
          <p14:tracePt t="10356" x="6426200" y="3473450"/>
          <p14:tracePt t="10372" x="6388100" y="3473450"/>
          <p14:tracePt t="10389" x="6337300" y="3479800"/>
          <p14:tracePt t="10406" x="6286500" y="3486150"/>
          <p14:tracePt t="10423" x="6197600" y="3486150"/>
          <p14:tracePt t="10439" x="6134100" y="3486150"/>
          <p14:tracePt t="10456" x="6019800" y="3486150"/>
          <p14:tracePt t="10472" x="5918200" y="3505200"/>
          <p14:tracePt t="10489" x="5873750" y="3505200"/>
          <p14:tracePt t="10506" x="5753100" y="3530600"/>
          <p14:tracePt t="10522" x="5695950" y="3543300"/>
          <p14:tracePt t="10539" x="5568950" y="3568700"/>
          <p14:tracePt t="10556" x="5518150" y="3575050"/>
          <p14:tracePt t="10572" x="5505450" y="3581400"/>
          <p14:tracePt t="10589" x="5422900" y="3600450"/>
          <p14:tracePt t="10606" x="5378450" y="3613150"/>
          <p14:tracePt t="10623" x="5283200" y="3657600"/>
          <p14:tracePt t="10639" x="5257800" y="3676650"/>
          <p14:tracePt t="10656" x="5238750" y="3683000"/>
          <p14:tracePt t="10672" x="5207000" y="3708400"/>
          <p14:tracePt t="10689" x="5181600" y="3727450"/>
          <p14:tracePt t="10706" x="5143500" y="3784600"/>
          <p14:tracePt t="10722" x="5118100" y="3816350"/>
          <p14:tracePt t="10739" x="5111750" y="3822700"/>
          <p14:tracePt t="10755" x="5080000" y="3854450"/>
          <p14:tracePt t="10772" x="5080000" y="3867150"/>
          <p14:tracePt t="10789" x="5073650" y="3886200"/>
          <p14:tracePt t="10806" x="5067300" y="3911600"/>
          <p14:tracePt t="10822" x="5067300" y="3917950"/>
          <p14:tracePt t="10863" x="5067300" y="3930650"/>
          <p14:tracePt t="10902" x="5067300" y="3937000"/>
          <p14:tracePt t="10910" x="5067300" y="3949700"/>
          <p14:tracePt t="10922" x="5060950" y="3968750"/>
          <p14:tracePt t="10939" x="5060950" y="3987800"/>
          <p14:tracePt t="10955" x="5003800" y="4089400"/>
          <p14:tracePt t="10972" x="4965700" y="4197350"/>
          <p14:tracePt t="10989" x="4845050" y="4362450"/>
          <p14:tracePt t="11006" x="4762500" y="4451350"/>
          <p14:tracePt t="11022" x="4673600" y="4502150"/>
          <p14:tracePt t="11039" x="4540250" y="4591050"/>
          <p14:tracePt t="11056" x="4445000" y="4641850"/>
          <p14:tracePt t="11072" x="4324350" y="4724400"/>
          <p14:tracePt t="11089" x="4298950" y="4743450"/>
          <p14:tracePt t="11105" x="4235450" y="4794250"/>
          <p14:tracePt t="11122" x="4146550" y="4876800"/>
          <p14:tracePt t="11139" x="4095750" y="4927600"/>
          <p14:tracePt t="11156" x="4057650" y="4953000"/>
          <p14:tracePt t="11173" x="4019550" y="4984750"/>
          <p14:tracePt t="11189" x="4006850" y="4997450"/>
          <p14:tracePt t="11206" x="3994150" y="5010150"/>
          <p14:tracePt t="11208" x="3994150" y="5016500"/>
          <p14:tracePt t="11223" x="3987800" y="5022850"/>
          <p14:tracePt t="11239" x="3968750" y="5060950"/>
          <p14:tracePt t="11256" x="3962400" y="5060950"/>
          <p14:tracePt t="11272" x="3956050" y="5080000"/>
          <p14:tracePt t="11289" x="3943350" y="5099050"/>
          <p14:tracePt t="11306" x="3937000" y="5105400"/>
          <p14:tracePt t="11322" x="3930650" y="5124450"/>
          <p14:tracePt t="11339" x="3917950" y="5143500"/>
          <p14:tracePt t="11356" x="3911600" y="5162550"/>
          <p14:tracePt t="11372" x="3911600" y="5187950"/>
          <p14:tracePt t="11389" x="3886200" y="5207000"/>
          <p14:tracePt t="11406" x="3873500" y="5238750"/>
          <p14:tracePt t="11423" x="3854450" y="5264150"/>
          <p14:tracePt t="11591" x="3854450" y="5276850"/>
          <p14:tracePt t="11607" x="3854450" y="5289550"/>
          <p14:tracePt t="11615" x="3860800" y="5302250"/>
          <p14:tracePt t="11638" x="3867150" y="5308600"/>
          <p14:tracePt t="11647" x="3892550" y="5321300"/>
          <p14:tracePt t="11656" x="3905250" y="5321300"/>
          <p14:tracePt t="11672" x="3962400" y="5340350"/>
          <p14:tracePt t="11689" x="3994150" y="5346700"/>
          <p14:tracePt t="11706" x="4038600" y="5346700"/>
          <p14:tracePt t="11722" x="4083050" y="5340350"/>
          <p14:tracePt t="11739" x="4127500" y="5327650"/>
          <p14:tracePt t="11756" x="4171950" y="5302250"/>
          <p14:tracePt t="11772" x="4241800" y="5238750"/>
          <p14:tracePt t="11789" x="4279900" y="5181600"/>
          <p14:tracePt t="11806" x="4324350" y="5137150"/>
          <p14:tracePt t="11822" x="4438650" y="4933950"/>
          <p14:tracePt t="11839" x="4470400" y="4864100"/>
          <p14:tracePt t="11856" x="4495800" y="4794250"/>
          <p14:tracePt t="11872" x="4508500" y="4711700"/>
          <p14:tracePt t="11889" x="4508500" y="4692650"/>
          <p14:tracePt t="11906" x="4508500" y="4660900"/>
          <p14:tracePt t="11922" x="4483100" y="4629150"/>
          <p14:tracePt t="11939" x="4476750" y="4622800"/>
          <p14:tracePt t="11956" x="4470400" y="4616450"/>
          <p14:tracePt t="11972" x="4425950" y="4610100"/>
          <p14:tracePt t="11989" x="4413250" y="4603750"/>
          <p14:tracePt t="12006" x="4387850" y="4603750"/>
          <p14:tracePt t="12022" x="4305300" y="4591050"/>
          <p14:tracePt t="12039" x="4260850" y="4591050"/>
          <p14:tracePt t="12056" x="4235450" y="4584700"/>
          <p14:tracePt t="12072" x="4210050" y="4584700"/>
          <p14:tracePt t="12089" x="4133850" y="4584700"/>
          <p14:tracePt t="12106" x="4095750" y="4584700"/>
          <p14:tracePt t="12122" x="4025900" y="4610100"/>
          <p14:tracePt t="12139" x="3994150" y="4641850"/>
          <p14:tracePt t="12156" x="3968750" y="4660900"/>
          <p14:tracePt t="12173" x="3911600" y="4705350"/>
          <p14:tracePt t="12189" x="3873500" y="4743450"/>
          <p14:tracePt t="12206" x="3848100" y="4768850"/>
          <p14:tracePt t="12208" x="3822700" y="4819650"/>
          <p14:tracePt t="12222" x="3759200" y="4864100"/>
          <p14:tracePt t="12239" x="3746500" y="4889500"/>
          <p14:tracePt t="12256" x="3708400" y="4984750"/>
          <p14:tracePt t="12272" x="3638550" y="5048250"/>
          <p14:tracePt t="12289" x="3619500" y="5130800"/>
          <p14:tracePt t="12305" x="3632200" y="5257800"/>
          <p14:tracePt t="12322" x="3638550" y="5283200"/>
          <p14:tracePt t="12339" x="3733800" y="5359400"/>
          <p14:tracePt t="12356" x="3841750" y="5467350"/>
          <p14:tracePt t="12372" x="3981450" y="5511800"/>
          <p14:tracePt t="12389" x="4089400" y="5549900"/>
          <p14:tracePt t="12405" x="4286250" y="5562600"/>
          <p14:tracePt t="12422" x="4368800" y="5562600"/>
          <p14:tracePt t="12439" x="4749800" y="5562600"/>
          <p14:tracePt t="12455" x="5410200" y="5556250"/>
          <p14:tracePt t="12472" x="5588000" y="5543550"/>
          <p14:tracePt t="12489" x="5670550" y="5537200"/>
          <p14:tracePt t="12505" x="5765800" y="5511800"/>
          <p14:tracePt t="12522" x="5778500" y="5505450"/>
          <p14:tracePt t="12539" x="5772150" y="5499100"/>
          <p14:tracePt t="12555" x="5772150" y="5486400"/>
          <p14:tracePt t="12572" x="5778500" y="5473700"/>
          <p14:tracePt t="12589" x="5778500" y="5435600"/>
          <p14:tracePt t="12606" x="5765800" y="5416550"/>
          <p14:tracePt t="12622" x="5695950" y="5321300"/>
          <p14:tracePt t="12639" x="5651500" y="5283200"/>
          <p14:tracePt t="12656" x="5632450" y="5276850"/>
          <p14:tracePt t="12673" x="5581650" y="5245100"/>
          <p14:tracePt t="12689" x="5575300" y="5238750"/>
          <p14:tracePt t="12706" x="5581650" y="5219700"/>
          <p14:tracePt t="12722" x="5575300" y="5194300"/>
          <p14:tracePt t="12739" x="5562600" y="5187950"/>
          <p14:tracePt t="12756" x="5562600" y="5181600"/>
          <p14:tracePt t="12772" x="5537200" y="5162550"/>
          <p14:tracePt t="12789" x="5530850" y="5162550"/>
          <p14:tracePt t="12805" x="5524500" y="5162550"/>
          <p14:tracePt t="12822" x="5480050" y="5156200"/>
          <p14:tracePt t="12839" x="5422900" y="5156200"/>
          <p14:tracePt t="12872" x="5410200" y="5156200"/>
          <p14:tracePt t="12889" x="5359400" y="5175250"/>
          <p14:tracePt t="12906" x="5314950" y="5213350"/>
          <p14:tracePt t="12922" x="5308600" y="5226050"/>
          <p14:tracePt t="12939" x="5302250" y="5264150"/>
          <p14:tracePt t="12956" x="5321300" y="5289550"/>
          <p14:tracePt t="12972" x="5327650" y="5308600"/>
          <p14:tracePt t="12989" x="5334000" y="5327650"/>
          <p14:tracePt t="13006" x="5378450" y="5365750"/>
          <p14:tracePt t="13022" x="5429250" y="5391150"/>
          <p14:tracePt t="13039" x="5613400" y="5429250"/>
          <p14:tracePt t="13056" x="5784850" y="5429250"/>
          <p14:tracePt t="13072" x="5988050" y="5429250"/>
          <p14:tracePt t="13089" x="6515100" y="5403850"/>
          <p14:tracePt t="13106" x="6699250" y="5391150"/>
          <p14:tracePt t="13122" x="6788150" y="5391150"/>
          <p14:tracePt t="13139" x="6883400" y="5372100"/>
          <p14:tracePt t="13156" x="7067550" y="5340350"/>
          <p14:tracePt t="13172" x="7118350" y="5327650"/>
          <p14:tracePt t="13189" x="7150100" y="5314950"/>
          <p14:tracePt t="13206" x="7200900" y="5295900"/>
          <p14:tracePt t="13222" x="7207250" y="5283200"/>
          <p14:tracePt t="13239" x="7213600" y="5276850"/>
          <p14:tracePt t="13272" x="7226300" y="5270500"/>
          <p14:tracePt t="13289" x="7232650" y="5251450"/>
          <p14:tracePt t="13322" x="7239000" y="5226050"/>
          <p14:tracePt t="13339" x="7239000" y="5187950"/>
          <p14:tracePt t="13356" x="7213600" y="5124450"/>
          <p14:tracePt t="13372" x="7207250" y="5105400"/>
          <p14:tracePt t="13389" x="7162800" y="5048250"/>
          <p14:tracePt t="13406" x="7073900" y="4991100"/>
          <p14:tracePt t="13422" x="6896100" y="4883150"/>
          <p14:tracePt t="13439" x="6864350" y="4857750"/>
          <p14:tracePt t="13456" x="6845300" y="4851400"/>
          <p14:tracePt t="13472" x="6819900" y="4832350"/>
          <p14:tracePt t="13489" x="6800850" y="4806950"/>
          <p14:tracePt t="13506" x="6762750" y="4762500"/>
          <p14:tracePt t="13522" x="6724650" y="4730750"/>
          <p14:tracePt t="13539" x="6673850" y="4673600"/>
          <p14:tracePt t="13556" x="6667500" y="4641850"/>
          <p14:tracePt t="13572" x="6642100" y="4603750"/>
          <p14:tracePt t="13589" x="6604000" y="4514850"/>
          <p14:tracePt t="13606" x="6591300" y="4445000"/>
          <p14:tracePt t="13622" x="6559550" y="4318000"/>
          <p14:tracePt t="13639" x="6553200" y="4292600"/>
          <p14:tracePt t="13656" x="6534150" y="4248150"/>
          <p14:tracePt t="13672" x="6521450" y="4210050"/>
          <p14:tracePt t="13689" x="6515100" y="4184650"/>
          <p14:tracePt t="13706" x="6508750" y="4184650"/>
          <p14:tracePt t="13815" x="6502400" y="4184650"/>
          <p14:tracePt t="13847" x="6489700" y="4184650"/>
          <p14:tracePt t="13879" x="6483350" y="4184650"/>
          <p14:tracePt t="13887" x="6477000" y="4184650"/>
          <p14:tracePt t="13895" x="6470650" y="4171950"/>
          <p14:tracePt t="13906" x="6451600" y="4152900"/>
          <p14:tracePt t="13922" x="6369050" y="4095750"/>
          <p14:tracePt t="13939" x="6362700" y="4095750"/>
          <p14:tracePt t="13956" x="6324600" y="4057650"/>
          <p14:tracePt t="13972" x="6286500" y="4032250"/>
          <p14:tracePt t="13989" x="6273800" y="4032250"/>
          <p14:tracePt t="14006" x="6273800" y="4025900"/>
          <p14:tracePt t="14175" x="6273800" y="4019550"/>
          <p14:tracePt t="14231" x="6273800" y="4013200"/>
          <p14:tracePt t="14255" x="6267450" y="4006850"/>
          <p14:tracePt t="14263" x="6261100" y="4000500"/>
          <p14:tracePt t="14272" x="6242050" y="3994150"/>
          <p14:tracePt t="14289" x="6229350" y="3994150"/>
          <p14:tracePt t="14306" x="6223000" y="3981450"/>
          <p14:tracePt t="14322" x="6223000" y="3968750"/>
          <p14:tracePt t="14339" x="6216650" y="3962400"/>
          <p14:tracePt t="14355" x="6197600" y="3956050"/>
          <p14:tracePt t="14372" x="6197600" y="3937000"/>
          <p14:tracePt t="14389" x="6191250" y="3937000"/>
          <p14:tracePt t="14406" x="6191250" y="3930650"/>
          <p14:tracePt t="14447" x="6184900" y="3930650"/>
          <p14:tracePt t="14583" x="6197600" y="3943350"/>
          <p14:tracePt t="14591" x="6197600" y="3962400"/>
          <p14:tracePt t="14607" x="6203950" y="4000500"/>
          <p14:tracePt t="14615" x="6210300" y="4006850"/>
          <p14:tracePt t="14623" x="6216650" y="4038600"/>
          <p14:tracePt t="14639" x="6242050" y="4102100"/>
          <p14:tracePt t="14655" x="6254750" y="4133850"/>
          <p14:tracePt t="14672" x="6267450" y="4165600"/>
          <p14:tracePt t="14689" x="6286500" y="4229100"/>
          <p14:tracePt t="14705" x="6299200" y="4260850"/>
          <p14:tracePt t="14722" x="6324600" y="4311650"/>
          <p14:tracePt t="14739" x="6356350" y="4406900"/>
          <p14:tracePt t="14755" x="6375400" y="4451350"/>
          <p14:tracePt t="14772" x="6407150" y="4527550"/>
          <p14:tracePt t="14789" x="6419850" y="4546600"/>
          <p14:tracePt t="14806" x="6451600" y="4597400"/>
          <p14:tracePt t="14822" x="6483350" y="4692650"/>
          <p14:tracePt t="14839" x="6496050" y="4724400"/>
          <p14:tracePt t="14855" x="6515100" y="4768850"/>
          <p14:tracePt t="14872" x="6540500" y="4819650"/>
          <p14:tracePt t="14889" x="6565900" y="4851400"/>
          <p14:tracePt t="14906" x="6591300" y="4883150"/>
          <p14:tracePt t="14922" x="6635750" y="4940300"/>
          <p14:tracePt t="14939" x="6661150" y="4946650"/>
          <p14:tracePt t="14956" x="6661150" y="4953000"/>
          <p14:tracePt t="15095" x="6667500" y="4953000"/>
          <p14:tracePt t="15111" x="6667500" y="4959350"/>
          <p14:tracePt t="15134" x="6673850" y="4965700"/>
          <p14:tracePt t="15143" x="6680200" y="4972050"/>
          <p14:tracePt t="15159" x="6680200" y="4978400"/>
          <p14:tracePt t="15215" x="6686550" y="4978400"/>
          <p14:tracePt t="15327" x="6680200" y="4978400"/>
          <p14:tracePt t="15335" x="6680200" y="4965700"/>
          <p14:tracePt t="15351" x="6673850" y="4940300"/>
          <p14:tracePt t="15359" x="6667500" y="4933950"/>
          <p14:tracePt t="15372" x="6661150" y="4914900"/>
          <p14:tracePt t="15389" x="6648450" y="4832350"/>
          <p14:tracePt t="15406" x="6642100" y="4794250"/>
          <p14:tracePt t="15422" x="6642100" y="4679950"/>
          <p14:tracePt t="15439" x="6642100" y="4667250"/>
          <p14:tracePt t="15456" x="6642100" y="4610100"/>
          <p14:tracePt t="15472" x="6642100" y="4552950"/>
          <p14:tracePt t="15489" x="6661150" y="4451350"/>
          <p14:tracePt t="15506" x="6661150" y="4387850"/>
          <p14:tracePt t="15522" x="6667500" y="4343400"/>
          <p14:tracePt t="15539" x="6673850" y="4235450"/>
          <p14:tracePt t="15556" x="6667500" y="4178300"/>
          <p14:tracePt t="15572" x="6667500" y="4114800"/>
          <p14:tracePt t="15589" x="6654800" y="4051300"/>
          <p14:tracePt t="15606" x="6654800" y="4019550"/>
          <p14:tracePt t="15622" x="6654800" y="4000500"/>
          <p14:tracePt t="15639" x="6654800" y="3994150"/>
          <p14:tracePt t="15687" x="6654800" y="3987800"/>
          <p14:tracePt t="15703" x="6654800" y="3981450"/>
          <p14:tracePt t="15719" x="6654800" y="3975100"/>
          <p14:tracePt t="15735" x="6654800" y="3962400"/>
          <p14:tracePt t="15743" x="6648450" y="3956050"/>
          <p14:tracePt t="15755" x="6648450" y="3949700"/>
          <p14:tracePt t="15772" x="6642100" y="3937000"/>
          <p14:tracePt t="15789" x="6642100" y="3930650"/>
          <p14:tracePt t="15806" x="6635750" y="3930650"/>
          <p14:tracePt t="15822" x="6629400" y="3924300"/>
          <p14:tracePt t="15863" x="6623050" y="3924300"/>
          <p14:tracePt t="15886" x="6616700" y="3924300"/>
          <p14:tracePt t="15894" x="6610350" y="3943350"/>
          <p14:tracePt t="15911" x="6604000" y="3962400"/>
          <p14:tracePt t="15922" x="6604000" y="3968750"/>
          <p14:tracePt t="15939" x="6597650" y="3994150"/>
          <p14:tracePt t="15956" x="6597650" y="4013200"/>
          <p14:tracePt t="15991" x="6604000" y="4019550"/>
          <p14:tracePt t="15999" x="6604000" y="4025900"/>
          <p14:tracePt t="16007" x="6610350" y="4025900"/>
          <p14:tracePt t="16023" x="6616700" y="4032250"/>
          <p14:tracePt t="16039" x="6623050" y="4032250"/>
          <p14:tracePt t="16055" x="6642100" y="4044950"/>
          <p14:tracePt t="16072" x="6667500" y="4070350"/>
          <p14:tracePt t="16089" x="6699250" y="4083050"/>
          <p14:tracePt t="16105" x="6794500" y="4121150"/>
          <p14:tracePt t="16122" x="6838950" y="4152900"/>
          <p14:tracePt t="16139" x="6864350" y="4159250"/>
          <p14:tracePt t="16156" x="6985000" y="4197350"/>
          <p14:tracePt t="16172" x="7035800" y="4222750"/>
          <p14:tracePt t="16189" x="7099300" y="4248150"/>
          <p14:tracePt t="16206" x="7188200" y="4286250"/>
          <p14:tracePt t="16222" x="7245350" y="4318000"/>
          <p14:tracePt t="16239" x="7315200" y="4349750"/>
          <p14:tracePt t="16255" x="7340600" y="4375150"/>
          <p14:tracePt t="16272" x="7366000" y="4394200"/>
          <p14:tracePt t="16289" x="7397750" y="4432300"/>
          <p14:tracePt t="16305" x="7423150" y="4445000"/>
          <p14:tracePt t="16322" x="7429500" y="4464050"/>
          <p14:tracePt t="16339" x="7473950" y="4527550"/>
          <p14:tracePt t="16355" x="7518400" y="4578350"/>
          <p14:tracePt t="16372" x="7626350" y="4699000"/>
          <p14:tracePt t="16389" x="7645400" y="4749800"/>
          <p14:tracePt t="16405" x="7670800" y="4768850"/>
          <p14:tracePt t="16422" x="7772400" y="4870450"/>
          <p14:tracePt t="16439" x="7804150" y="4902200"/>
          <p14:tracePt t="16455" x="7848600" y="4921250"/>
          <p14:tracePt t="16472" x="7880350" y="4946650"/>
          <p14:tracePt t="16489" x="7899400" y="4965700"/>
          <p14:tracePt t="16506" x="7969250" y="4991100"/>
          <p14:tracePt t="16522" x="8007350" y="5003800"/>
          <p14:tracePt t="16539" x="8045450" y="5022850"/>
          <p14:tracePt t="16556" x="8102600" y="5054600"/>
          <p14:tracePt t="16572" x="8121650" y="5060950"/>
          <p14:tracePt t="16589" x="8153400" y="5073650"/>
          <p14:tracePt t="16606" x="8191500" y="5092700"/>
          <p14:tracePt t="16622" x="8235950" y="5111750"/>
          <p14:tracePt t="16639" x="8248650" y="5118100"/>
          <p14:tracePt t="16656" x="8255000" y="5118100"/>
          <p14:tracePt t="16672" x="8274050" y="5130800"/>
          <p14:tracePt t="16689" x="8318500" y="5143500"/>
          <p14:tracePt t="16706" x="8337550" y="5149850"/>
          <p14:tracePt t="16722" x="8350250" y="5156200"/>
          <p14:tracePt t="16755" x="8356600" y="5162550"/>
          <p14:tracePt t="16772" x="8369300" y="5162550"/>
          <p14:tracePt t="16789" x="8382000" y="5168900"/>
          <p14:tracePt t="16822" x="8382000" y="5175250"/>
          <p14:tracePt t="16839" x="8388350" y="5175250"/>
          <p14:tracePt t="16856" x="8401050" y="5187950"/>
          <p14:tracePt t="16872" x="8401050" y="5194300"/>
          <p14:tracePt t="16889" x="8407400" y="5194300"/>
          <p14:tracePt t="16906" x="8407400" y="5200650"/>
          <p14:tracePt t="16922" x="8413750" y="5207000"/>
          <p14:tracePt t="16939" x="8420100" y="5213350"/>
          <p14:tracePt t="16972" x="8420100" y="5226050"/>
          <p14:tracePt t="16989" x="8432800" y="5226050"/>
          <p14:tracePt t="17006" x="8432800" y="5238750"/>
          <p14:tracePt t="17022" x="8439150" y="5245100"/>
          <p14:tracePt t="17295" x="8432800" y="5238750"/>
          <p14:tracePt t="17302" x="8432800" y="5226050"/>
          <p14:tracePt t="17311" x="8413750" y="5207000"/>
          <p14:tracePt t="17322" x="8401050" y="5194300"/>
          <p14:tracePt t="17339" x="8331200" y="5137150"/>
          <p14:tracePt t="17355" x="8197850" y="5080000"/>
          <p14:tracePt t="17372" x="7988300" y="5016500"/>
          <p14:tracePt t="17389" x="7327900" y="4902200"/>
          <p14:tracePt t="17405" x="6953250" y="4813300"/>
          <p14:tracePt t="17422" x="6210300" y="4667250"/>
          <p14:tracePt t="17439" x="5981700" y="4603750"/>
          <p14:tracePt t="17455" x="5873750" y="4540250"/>
          <p14:tracePt t="17473" x="5791200" y="4451350"/>
          <p14:tracePt t="17489" x="5765800" y="4419600"/>
          <p14:tracePt t="17506" x="5759450" y="4400550"/>
          <p14:tracePt t="17522" x="5727700" y="4330700"/>
          <p14:tracePt t="17539" x="5715000" y="4298950"/>
          <p14:tracePt t="17556" x="5689600" y="4248150"/>
          <p14:tracePt t="17572" x="5664200" y="4197350"/>
          <p14:tracePt t="17589" x="5645150" y="4178300"/>
          <p14:tracePt t="17606" x="5594350" y="4051300"/>
          <p14:tracePt t="17622" x="5556250" y="3987800"/>
          <p14:tracePt t="17639" x="5549900" y="3962400"/>
          <p14:tracePt t="17656" x="5537200" y="3937000"/>
          <p14:tracePt t="17673" x="5537200" y="3930650"/>
          <p14:tracePt t="17706" x="5537200" y="3937000"/>
          <p14:tracePt t="17727" x="5549900" y="3949700"/>
          <p14:tracePt t="17743" x="5562600" y="3962400"/>
          <p14:tracePt t="17755" x="5568950" y="3975100"/>
          <p14:tracePt t="17772" x="5581650" y="3975100"/>
          <p14:tracePt t="17839" x="5588000" y="3975100"/>
          <p14:tracePt t="17847" x="5588000" y="3962400"/>
          <p14:tracePt t="17862" x="5594350" y="3956050"/>
          <p14:tracePt t="17872" x="5594350" y="3949700"/>
          <p14:tracePt t="17889" x="5594350" y="3943350"/>
          <p14:tracePt t="17906" x="5600700" y="3943350"/>
          <p14:tracePt t="17922" x="5619750" y="3937000"/>
          <p14:tracePt t="17939" x="5638800" y="3930650"/>
          <p14:tracePt t="17956" x="5670550" y="3924300"/>
          <p14:tracePt t="17972" x="5702300" y="3924300"/>
          <p14:tracePt t="17989" x="5765800" y="3911600"/>
          <p14:tracePt t="18006" x="5772150" y="3905250"/>
          <p14:tracePt t="18022" x="5791200" y="3898900"/>
          <p14:tracePt t="18175" x="5791200" y="3892550"/>
          <p14:tracePt t="18215" x="5791200" y="3886200"/>
          <p14:tracePt t="18231" x="5791200" y="3867150"/>
          <p14:tracePt t="18255" x="5791200" y="3854450"/>
          <p14:tracePt t="18263" x="5791200" y="3835400"/>
          <p14:tracePt t="18272" x="5791200" y="3822700"/>
          <p14:tracePt t="18289" x="5791200" y="3778250"/>
          <p14:tracePt t="18305" x="5778500" y="3708400"/>
          <p14:tracePt t="18322" x="5772150" y="3663950"/>
          <p14:tracePt t="18339" x="5765800" y="3600450"/>
          <p14:tracePt t="18355" x="5753100" y="3511550"/>
          <p14:tracePt t="18372" x="5734050" y="3429000"/>
          <p14:tracePt t="18389" x="5727700" y="3371850"/>
          <p14:tracePt t="18405" x="5708650" y="3282950"/>
          <p14:tracePt t="18422" x="5689600" y="3168650"/>
          <p14:tracePt t="18439" x="5683250" y="3117850"/>
          <p14:tracePt t="18456" x="5670550" y="2997200"/>
          <p14:tracePt t="18473" x="5676900" y="2921000"/>
          <p14:tracePt t="18489" x="5676900" y="2851150"/>
          <p14:tracePt t="18506" x="5670550" y="2787650"/>
          <p14:tracePt t="18522" x="5651500" y="2736850"/>
          <p14:tracePt t="18539" x="5645150" y="2698750"/>
          <p14:tracePt t="18556" x="5645150" y="2673350"/>
          <p14:tracePt t="18572" x="5645150" y="2597150"/>
          <p14:tracePt t="18589" x="5645150" y="2584450"/>
          <p14:tracePt t="18605" x="5645150" y="2540000"/>
          <p14:tracePt t="18622" x="5638800" y="2470150"/>
          <p14:tracePt t="18639" x="5638800" y="2432050"/>
          <p14:tracePt t="18656" x="5638800" y="2400300"/>
          <p14:tracePt t="18672" x="5638800" y="2387600"/>
          <p14:tracePt t="18689" x="5632450" y="2336800"/>
          <p14:tracePt t="18706" x="5626100" y="2305050"/>
          <p14:tracePt t="18722" x="5619750" y="2292350"/>
          <p14:tracePt t="18739" x="5613400" y="2286000"/>
          <p14:tracePt t="18903" x="5613400" y="2279650"/>
          <p14:tracePt t="18918" x="5619750" y="2279650"/>
          <p14:tracePt t="18927" x="5619750" y="2266950"/>
          <p14:tracePt t="18939" x="5626100" y="2254250"/>
          <p14:tracePt t="18955" x="5638800" y="2197100"/>
          <p14:tracePt t="18972" x="5657850" y="2038350"/>
          <p14:tracePt t="18989" x="5657850" y="1911350"/>
          <p14:tracePt t="19005" x="5657850" y="1860550"/>
          <p14:tracePt t="19022" x="5594350" y="1625600"/>
          <p14:tracePt t="19039" x="5549900" y="1536700"/>
          <p14:tracePt t="19055" x="5422900" y="1428750"/>
          <p14:tracePt t="19072" x="5353050" y="1409700"/>
          <p14:tracePt t="19089" x="5302250" y="1384300"/>
          <p14:tracePt t="19106" x="5067300" y="1384300"/>
          <p14:tracePt t="19122" x="4914900" y="1409700"/>
          <p14:tracePt t="19158" x="4616450" y="1524000"/>
          <p14:tracePt t="19189" x="4578350" y="1555750"/>
          <p14:tracePt t="19205" x="4572000" y="1568450"/>
          <p14:tracePt t="19207" x="4572000" y="1581150"/>
          <p14:tracePt t="19230" x="4572000" y="1606550"/>
          <p14:tracePt t="19238" x="4572000" y="1625600"/>
          <p14:tracePt t="19255" x="4584700" y="1670050"/>
          <p14:tracePt t="19272" x="4610100" y="1752600"/>
          <p14:tracePt t="19288" x="4724400" y="1866900"/>
          <p14:tracePt t="19305" x="4762500" y="1911350"/>
          <p14:tracePt t="19322" x="4902200" y="1962150"/>
          <p14:tracePt t="19338" x="5143500" y="2006600"/>
          <p14:tracePt t="19355" x="5340350" y="1987550"/>
          <p14:tracePt t="19372" x="5562600" y="1873250"/>
          <p14:tracePt t="19389" x="5626100" y="1828800"/>
          <p14:tracePt t="19405" x="5715000" y="1765300"/>
          <p14:tracePt t="19422" x="5797550" y="1695450"/>
          <p14:tracePt t="19439" x="5803900" y="1695450"/>
          <p14:tracePt t="19472" x="5810250" y="1695450"/>
          <p14:tracePt t="19488" x="5810250" y="1701800"/>
          <p14:tracePt t="19505" x="5810250" y="1765300"/>
          <p14:tracePt t="19522" x="5810250" y="1809750"/>
          <p14:tracePt t="19539" x="5778500" y="2032000"/>
          <p14:tracePt t="19555" x="5778500" y="2197100"/>
          <p14:tracePt t="19572" x="5797550" y="2451100"/>
          <p14:tracePt t="19589" x="5803900" y="2654300"/>
          <p14:tracePt t="19605" x="5803900" y="2724150"/>
          <p14:tracePt t="19622" x="5746750" y="3175000"/>
          <p14:tracePt t="19639" x="5715000" y="3314700"/>
          <p14:tracePt t="19655" x="5683250" y="3600450"/>
          <p14:tracePt t="19672" x="5683250" y="3657600"/>
          <p14:tracePt t="19689" x="5689600" y="3721100"/>
          <p14:tracePt t="19705" x="5740400" y="3771900"/>
          <p14:tracePt t="19722" x="5753100" y="3784600"/>
          <p14:tracePt t="19739" x="5784850" y="3790950"/>
          <p14:tracePt t="19755" x="5803900" y="3790950"/>
          <p14:tracePt t="19772" x="5810250" y="3790950"/>
          <p14:tracePt t="19789" x="5835650" y="3790950"/>
          <p14:tracePt t="19806" x="5854700" y="3784600"/>
          <p14:tracePt t="19822" x="5861050" y="3784600"/>
          <p14:tracePt t="19839" x="5873750" y="3790950"/>
          <p14:tracePt t="19855" x="5892800" y="3810000"/>
          <p14:tracePt t="19872" x="5924550" y="3886200"/>
          <p14:tracePt t="19889" x="5943600" y="3937000"/>
          <p14:tracePt t="19906" x="6045200" y="4171950"/>
          <p14:tracePt t="19922" x="6083300" y="4248150"/>
          <p14:tracePt t="19939" x="6108700" y="4248150"/>
          <p14:tracePt t="19956" x="6121400" y="4235450"/>
          <p14:tracePt t="19972" x="6159500" y="4152900"/>
          <p14:tracePt t="19989" x="6172200" y="4089400"/>
          <p14:tracePt t="20006" x="6242050" y="3879850"/>
          <p14:tracePt t="20022" x="6292850" y="3733800"/>
          <p14:tracePt t="20039" x="6337300" y="3657600"/>
          <p14:tracePt t="20056" x="6350000" y="3632200"/>
          <p14:tracePt t="20072" x="6356350" y="3613150"/>
          <p14:tracePt t="20089" x="6375400" y="3568700"/>
          <p14:tracePt t="20105" x="6381750" y="3556000"/>
          <p14:tracePt t="20122" x="6388100" y="3530600"/>
          <p14:tracePt t="20139" x="6400800" y="3498850"/>
          <p14:tracePt t="20156" x="6407150" y="3498850"/>
          <p14:tracePt t="20172" x="6407150" y="3492500"/>
          <p14:tracePt t="20189" x="6407150" y="3479800"/>
          <p14:tracePt t="20206" x="6407150" y="3473450"/>
          <p14:tracePt t="20207" x="6413500" y="3460750"/>
          <p14:tracePt t="20222" x="6438900" y="3365500"/>
          <p14:tracePt t="20239" x="6451600" y="3276600"/>
          <p14:tracePt t="20255" x="6470650" y="3200400"/>
          <p14:tracePt t="20272" x="6527800" y="2876550"/>
          <p14:tracePt t="20288" x="6559550" y="2667000"/>
          <p14:tracePt t="20305" x="6604000" y="2463800"/>
          <p14:tracePt t="20322" x="6673850" y="2216150"/>
          <p14:tracePt t="20339" x="6699250" y="2095500"/>
          <p14:tracePt t="20355" x="6705600" y="2051050"/>
          <p14:tracePt t="20372" x="6743700" y="1943100"/>
          <p14:tracePt t="20389" x="6750050" y="1930400"/>
          <p14:tracePt t="20406" x="6750050" y="1924050"/>
          <p14:tracePt t="20479" x="6750050" y="1930400"/>
          <p14:tracePt t="20494" x="6756400" y="1930400"/>
          <p14:tracePt t="20511" x="6762750" y="1930400"/>
          <p14:tracePt t="20518" x="6775450" y="1930400"/>
          <p14:tracePt t="20543" x="6788150" y="1930400"/>
          <p14:tracePt t="20551" x="6807200" y="1930400"/>
          <p14:tracePt t="20559" x="6807200" y="1917700"/>
          <p14:tracePt t="20572" x="6813550" y="1917700"/>
          <p14:tracePt t="20589" x="6826250" y="1905000"/>
          <p14:tracePt t="20606" x="6826250" y="1898650"/>
          <p14:tracePt t="20622" x="6832600" y="1898650"/>
          <p14:tracePt t="20647" x="6832600" y="1892300"/>
          <p14:tracePt t="20687" x="6819900" y="1898650"/>
          <p14:tracePt t="20695" x="6788150" y="1911350"/>
          <p14:tracePt t="20705" x="6743700" y="1943100"/>
          <p14:tracePt t="20722" x="6610350" y="2019300"/>
          <p14:tracePt t="20739" x="6400800" y="2108200"/>
          <p14:tracePt t="20756" x="6273800" y="2178050"/>
          <p14:tracePt t="20772" x="6191250" y="2228850"/>
          <p14:tracePt t="20789" x="6165850" y="2254250"/>
          <p14:tracePt t="20806" x="6159500" y="2273300"/>
          <p14:tracePt t="20822" x="6159500" y="2305050"/>
          <p14:tracePt t="20839" x="6159500" y="2343150"/>
          <p14:tracePt t="20855" x="6191250" y="2419350"/>
          <p14:tracePt t="20872" x="6210300" y="2457450"/>
          <p14:tracePt t="20889" x="6261100" y="2495550"/>
          <p14:tracePt t="20906" x="6305550" y="2520950"/>
          <p14:tracePt t="20922" x="6464300" y="2584450"/>
          <p14:tracePt t="20939" x="6584950" y="2590800"/>
          <p14:tracePt t="20956" x="6896100" y="2489200"/>
          <p14:tracePt t="20972" x="7054850" y="2406650"/>
          <p14:tracePt t="20989" x="7131050" y="2349500"/>
          <p14:tracePt t="21006" x="7181850" y="2292350"/>
          <p14:tracePt t="21022" x="7194550" y="2260600"/>
          <p14:tracePt t="21063" x="7188200" y="2266950"/>
          <p14:tracePt t="21079" x="7156450" y="2311400"/>
          <p14:tracePt t="21095" x="7105650" y="2355850"/>
          <p14:tracePt t="21105" x="7080250" y="2413000"/>
          <p14:tracePt t="21122" x="6800850" y="2730500"/>
          <p14:tracePt t="21139" x="6591300" y="3016250"/>
          <p14:tracePt t="21156" x="6369050" y="3333750"/>
          <p14:tracePt t="21173" x="6076950" y="3746500"/>
          <p14:tracePt t="21189" x="5975350" y="3911600"/>
          <p14:tracePt t="21206" x="5886450" y="4102100"/>
          <p14:tracePt t="21207" x="5880100" y="4108450"/>
          <p14:tracePt t="21222" x="5880100" y="4121150"/>
          <p14:tracePt t="21239" x="5880100" y="4127500"/>
          <p14:tracePt t="21270" x="5886450" y="4127500"/>
          <p14:tracePt t="21278" x="5886450" y="4121150"/>
          <p14:tracePt t="21288" x="5892800" y="4121150"/>
          <p14:tracePt t="21305" x="5905500" y="4108450"/>
          <p14:tracePt t="21322" x="5962650" y="4089400"/>
          <p14:tracePt t="21339" x="5988050" y="4089400"/>
          <p14:tracePt t="21355" x="6026150" y="4089400"/>
          <p14:tracePt t="21372" x="6102350" y="4133850"/>
          <p14:tracePt t="21389" x="6178550" y="4178300"/>
          <p14:tracePt t="21406" x="6229350" y="4197350"/>
          <p14:tracePt t="21422" x="6572250" y="4305300"/>
          <p14:tracePt t="21439" x="6718300" y="4330700"/>
          <p14:tracePt t="21456" x="6940550" y="4330700"/>
          <p14:tracePt t="21472" x="7010400" y="4318000"/>
          <p14:tracePt t="21489" x="7112000" y="4273550"/>
          <p14:tracePt t="21505" x="7251700" y="4159250"/>
          <p14:tracePt t="21522" x="7327900" y="4089400"/>
          <p14:tracePt t="21539" x="7404100" y="4032250"/>
          <p14:tracePt t="21556" x="7467600" y="3968750"/>
          <p14:tracePt t="21572" x="7518400" y="3911600"/>
          <p14:tracePt t="21589" x="7524750" y="3886200"/>
          <p14:tracePt t="21606" x="7562850" y="3854450"/>
          <p14:tracePt t="21622" x="7620000" y="3790950"/>
          <p14:tracePt t="21639" x="7645400" y="3771900"/>
          <p14:tracePt t="21656" x="7677150" y="3746500"/>
          <p14:tracePt t="21672" x="7721600" y="3727450"/>
          <p14:tracePt t="21689" x="7778750" y="3708400"/>
          <p14:tracePt t="21706" x="7893050" y="3670300"/>
          <p14:tracePt t="21722" x="8013700" y="3632200"/>
          <p14:tracePt t="21739" x="8108950" y="3606800"/>
          <p14:tracePt t="21755" x="8235950" y="3556000"/>
          <p14:tracePt t="21773" x="8299450" y="3517900"/>
          <p14:tracePt t="21789" x="8350250" y="3498850"/>
          <p14:tracePt t="21806" x="8375650" y="3473450"/>
          <p14:tracePt t="21822" x="8375650" y="3467100"/>
          <p14:tracePt t="21839" x="8388350" y="3467100"/>
          <p14:tracePt t="21856" x="8394700" y="3441700"/>
          <p14:tracePt t="21872" x="8407400" y="3397250"/>
          <p14:tracePt t="21889" x="8413750" y="3352800"/>
          <p14:tracePt t="21906" x="8407400" y="3225800"/>
          <p14:tracePt t="21922" x="8394700" y="3187700"/>
          <p14:tracePt t="21939" x="8369300" y="3117850"/>
          <p14:tracePt t="21956" x="8318500" y="3016250"/>
          <p14:tracePt t="21972" x="8293100" y="2959100"/>
          <p14:tracePt t="21989" x="8242300" y="2908300"/>
          <p14:tracePt t="22006" x="8204200" y="2901950"/>
          <p14:tracePt t="22022" x="8083550" y="2876550"/>
          <p14:tracePt t="22039" x="7854950" y="2870200"/>
          <p14:tracePt t="22056" x="7766050" y="2889250"/>
          <p14:tracePt t="22072" x="7607300" y="2959100"/>
          <p14:tracePt t="22089" x="7569200" y="2984500"/>
          <p14:tracePt t="22106" x="7531100" y="3035300"/>
          <p14:tracePt t="22122" x="7454900" y="3155950"/>
          <p14:tracePt t="22139" x="7423150" y="3263900"/>
          <p14:tracePt t="22156" x="7404100" y="3359150"/>
          <p14:tracePt t="22172" x="7391400" y="3511550"/>
          <p14:tracePt t="22189" x="7404100" y="3600450"/>
          <p14:tracePt t="22206" x="7461250" y="3714750"/>
          <p14:tracePt t="22208" x="7499350" y="3740150"/>
          <p14:tracePt t="22222" x="7543800" y="3784600"/>
          <p14:tracePt t="22239" x="7626350" y="3803650"/>
          <p14:tracePt t="22256" x="7702550" y="3803650"/>
          <p14:tracePt t="22272" x="7804150" y="3759200"/>
          <p14:tracePt t="22289" x="7905750" y="3695700"/>
          <p14:tracePt t="22306" x="8064500" y="3536950"/>
          <p14:tracePt t="22322" x="8121650" y="3448050"/>
          <p14:tracePt t="22339" x="8159750" y="3378200"/>
          <p14:tracePt t="22356" x="8172450" y="3327400"/>
          <p14:tracePt t="22372" x="8172450" y="3321050"/>
          <p14:tracePt t="22406" x="8108950" y="3333750"/>
          <p14:tracePt t="22422" x="7747000" y="3435350"/>
          <p14:tracePt t="22439" x="7346950" y="3549650"/>
          <p14:tracePt t="22456" x="6896100" y="3708400"/>
          <p14:tracePt t="22472" x="6115050" y="3987800"/>
          <p14:tracePt t="22489" x="5683250" y="4070350"/>
          <p14:tracePt t="22630" x="5676900" y="4070350"/>
          <p14:tracePt t="22663" x="5645150" y="4057650"/>
          <p14:tracePt t="22679" x="5638800" y="4051300"/>
          <p14:tracePt t="22686" x="5613400" y="4064000"/>
          <p14:tracePt t="22694" x="5600700" y="4076700"/>
          <p14:tracePt t="22705" x="5537200" y="4140200"/>
          <p14:tracePt t="22722" x="5499100" y="4178300"/>
          <p14:tracePt t="22739" x="5410200" y="4254500"/>
          <p14:tracePt t="22755" x="5340350" y="4343400"/>
          <p14:tracePt t="22772" x="5289550" y="4419600"/>
          <p14:tracePt t="22789" x="5207000" y="4514850"/>
          <p14:tracePt t="22806" x="5156200" y="4578350"/>
          <p14:tracePt t="22822" x="4953000" y="4826000"/>
          <p14:tracePt t="22839" x="4870450" y="4921250"/>
          <p14:tracePt t="22856" x="4762500" y="5048250"/>
          <p14:tracePt t="22872" x="4743450" y="5080000"/>
          <p14:tracePt t="22889" x="4711700" y="5124450"/>
          <p14:tracePt t="22906" x="4705350" y="5130800"/>
          <p14:tracePt t="22923" x="4699000" y="5149850"/>
          <p14:tracePt t="22956" x="4686300" y="5168900"/>
          <p14:tracePt t="22972" x="4667250" y="5175250"/>
          <p14:tracePt t="24471" x="4667250" y="5187950"/>
          <p14:tracePt t="24478" x="4667250" y="5194300"/>
          <p14:tracePt t="24494" x="4667250" y="5200650"/>
          <p14:tracePt t="24505" x="4660900" y="5200650"/>
          <p14:tracePt t="55006" x="4660900" y="5194300"/>
          <p14:tracePt t="55014" x="4660900" y="5187950"/>
          <p14:tracePt t="55102" x="4660900" y="5181600"/>
          <p14:tracePt t="55159" x="4660900" y="5175250"/>
          <p14:tracePt t="55207" x="4660900" y="5168900"/>
          <p14:tracePt t="55214" x="4660900" y="5162550"/>
          <p14:tracePt t="55223" x="4660900" y="5149850"/>
          <p14:tracePt t="55238" x="4641850" y="5073650"/>
          <p14:tracePt t="55255" x="4635500" y="5010150"/>
          <p14:tracePt t="55272" x="4603750" y="4914900"/>
          <p14:tracePt t="55288" x="4603750" y="4908550"/>
          <p14:tracePt t="55327" x="4597400" y="4908550"/>
          <p14:tracePt t="55359" x="4591050" y="4933950"/>
          <p14:tracePt t="55366" x="4572000" y="4940300"/>
          <p14:tracePt t="55375" x="4565650" y="4959350"/>
          <p14:tracePt t="55388" x="4546600" y="5003800"/>
          <p14:tracePt t="55405" x="4527550" y="5060950"/>
          <p14:tracePt t="55422" x="4521200" y="5086350"/>
          <p14:tracePt t="55438" x="4521200" y="5092700"/>
          <p14:tracePt t="55472" x="4565650" y="5124450"/>
          <p14:tracePt t="55488" x="4622800" y="5219700"/>
          <p14:tracePt t="55505" x="4832350" y="5435600"/>
          <p14:tracePt t="55522" x="4889500" y="5505450"/>
          <p14:tracePt t="55538" x="4927600" y="5524500"/>
          <p14:tracePt t="55555" x="4959350" y="5556250"/>
          <p14:tracePt t="55572" x="4978400" y="5568950"/>
          <p14:tracePt t="55588" x="5003800" y="5568950"/>
          <p14:tracePt t="55605" x="5035550" y="5568950"/>
          <p14:tracePt t="55622" x="5067300" y="5556250"/>
          <p14:tracePt t="55638" x="5289550" y="5473700"/>
          <p14:tracePt t="55655" x="5403850" y="5429250"/>
          <p14:tracePt t="55672" x="5524500" y="5372100"/>
          <p14:tracePt t="55688" x="5784850" y="5289550"/>
          <p14:tracePt t="55705" x="5873750" y="5257800"/>
          <p14:tracePt t="55722" x="6032500" y="5213350"/>
          <p14:tracePt t="55738" x="6292850" y="5149850"/>
          <p14:tracePt t="55755" x="6445250" y="5124450"/>
          <p14:tracePt t="55771" x="6565900" y="5111750"/>
          <p14:tracePt t="55788" x="6743700" y="5080000"/>
          <p14:tracePt t="55805" x="6794500" y="5067300"/>
          <p14:tracePt t="55822" x="6921500" y="5035550"/>
          <p14:tracePt t="55838" x="7016750" y="4991100"/>
          <p14:tracePt t="55855" x="7048500" y="4959350"/>
          <p14:tracePt t="55871" x="7080250" y="4914900"/>
          <p14:tracePt t="55888" x="7099300" y="4870450"/>
          <p14:tracePt t="55905" x="7118350" y="4813300"/>
          <p14:tracePt t="55922" x="7131050" y="4705350"/>
          <p14:tracePt t="55938" x="7112000" y="4489450"/>
          <p14:tracePt t="55955" x="7092950" y="4318000"/>
          <p14:tracePt t="55972" x="7080250" y="4235450"/>
          <p14:tracePt t="55988" x="7004050" y="3898900"/>
          <p14:tracePt t="56005" x="6959600" y="3778250"/>
          <p14:tracePt t="56021" x="6788150" y="3454400"/>
          <p14:tracePt t="56038" x="6686550" y="3346450"/>
          <p14:tracePt t="56055" x="6604000" y="3282950"/>
          <p14:tracePt t="56072" x="6502400" y="3225800"/>
          <p14:tracePt t="56088" x="6394450" y="3194050"/>
          <p14:tracePt t="56105" x="6229350" y="3162300"/>
          <p14:tracePt t="56121" x="6165850" y="3149600"/>
          <p14:tracePt t="56138" x="6108700" y="3143250"/>
          <p14:tracePt t="56155" x="6026150" y="3136900"/>
          <p14:tracePt t="56172" x="5956300" y="3130550"/>
          <p14:tracePt t="56189" x="5867400" y="3130550"/>
          <p14:tracePt t="56205" x="5721350" y="3130550"/>
          <p14:tracePt t="56206" x="5689600" y="3136900"/>
          <p14:tracePt t="56222" x="5588000" y="3155950"/>
          <p14:tracePt t="56238" x="5486400" y="3162300"/>
          <p14:tracePt t="56255" x="5429250" y="3187700"/>
          <p14:tracePt t="56272" x="5391150" y="3213100"/>
          <p14:tracePt t="56289" x="5340350" y="3257550"/>
          <p14:tracePt t="56305" x="5314950" y="3282950"/>
          <p14:tracePt t="56322" x="5314950" y="3289300"/>
          <p14:tracePt t="56338" x="5283200" y="3359150"/>
          <p14:tracePt t="56355" x="5264150" y="3409950"/>
          <p14:tracePt t="56372" x="5238750" y="3498850"/>
          <p14:tracePt t="56388" x="5213350" y="3549650"/>
          <p14:tracePt t="56405" x="5213350" y="3568700"/>
          <p14:tracePt t="56422" x="5200650" y="3708400"/>
          <p14:tracePt t="56439" x="5200650" y="3778250"/>
          <p14:tracePt t="56455" x="5194300" y="3924300"/>
          <p14:tracePt t="56472" x="5194300" y="3987800"/>
          <p14:tracePt t="56489" x="5194300" y="4013200"/>
          <p14:tracePt t="56505" x="5194300" y="4171950"/>
          <p14:tracePt t="56522" x="5194300" y="4235450"/>
          <p14:tracePt t="56538" x="5194300" y="4298950"/>
          <p14:tracePt t="56556" x="5194300" y="4362450"/>
          <p14:tracePt t="56572" x="5194300" y="4381500"/>
          <p14:tracePt t="56589" x="5213350" y="4413250"/>
          <p14:tracePt t="56605" x="5245100" y="4438650"/>
          <p14:tracePt t="56622" x="5270500" y="4489450"/>
          <p14:tracePt t="56639" x="5289550" y="4502150"/>
          <p14:tracePt t="56655" x="5289550" y="4521200"/>
          <p14:tracePt t="56672" x="5289550" y="4527550"/>
          <p14:tracePt t="56688" x="5302250" y="4533900"/>
          <p14:tracePt t="56705" x="5314950" y="4540250"/>
          <p14:tracePt t="56722" x="5321300" y="4546600"/>
          <p14:tracePt t="56739" x="5334000" y="4546600"/>
          <p14:tracePt t="56755" x="5378450" y="4565650"/>
          <p14:tracePt t="56772" x="5397500" y="4572000"/>
          <p14:tracePt t="56788" x="5461000" y="4591050"/>
          <p14:tracePt t="56805" x="5568950" y="4622800"/>
          <p14:tracePt t="56822" x="5664200" y="4641850"/>
          <p14:tracePt t="56839" x="5753100" y="4648200"/>
          <p14:tracePt t="56855" x="5886450" y="4667250"/>
          <p14:tracePt t="56872" x="6000750" y="4686300"/>
          <p14:tracePt t="56889" x="6089650" y="4699000"/>
          <p14:tracePt t="56905" x="6146800" y="4711700"/>
          <p14:tracePt t="56922" x="6261100" y="4718050"/>
          <p14:tracePt t="56939" x="6337300" y="4724400"/>
          <p14:tracePt t="56955" x="6483350" y="4724400"/>
          <p14:tracePt t="56972" x="6553200" y="4724400"/>
          <p14:tracePt t="56988" x="6572250" y="4718050"/>
          <p14:tracePt t="57005" x="6635750" y="4699000"/>
          <p14:tracePt t="57022" x="6705600" y="4667250"/>
          <p14:tracePt t="57038" x="6832600" y="4635500"/>
          <p14:tracePt t="57055" x="6940550" y="4584700"/>
          <p14:tracePt t="57072" x="6972300" y="4572000"/>
          <p14:tracePt t="57089" x="7061200" y="4546600"/>
          <p14:tracePt t="57105" x="7200900" y="4495800"/>
          <p14:tracePt t="57122" x="7277100" y="4445000"/>
          <p14:tracePt t="57139" x="7334250" y="4368800"/>
          <p14:tracePt t="57155" x="7372350" y="4298950"/>
          <p14:tracePt t="57172" x="7391400" y="4279900"/>
          <p14:tracePt t="57189" x="7404100" y="4197350"/>
          <p14:tracePt t="57205" x="7397750" y="4064000"/>
          <p14:tracePt t="57207" x="7397750" y="4038600"/>
          <p14:tracePt t="57222" x="7391400" y="3956050"/>
          <p14:tracePt t="57239" x="7334250" y="3790950"/>
          <p14:tracePt t="57255" x="7315200" y="3746500"/>
          <p14:tracePt t="57272" x="7258050" y="3676650"/>
          <p14:tracePt t="57288" x="7169150" y="3619500"/>
          <p14:tracePt t="57305" x="7035800" y="3517900"/>
          <p14:tracePt t="57322" x="6978650" y="3479800"/>
          <p14:tracePt t="57339" x="6953250" y="3467100"/>
          <p14:tracePt t="57355" x="6788150" y="3403600"/>
          <p14:tracePt t="57372" x="6667500" y="3365500"/>
          <p14:tracePt t="57389" x="6470650" y="3333750"/>
          <p14:tracePt t="57405" x="6375400" y="3314700"/>
          <p14:tracePt t="57422" x="6286500" y="3308350"/>
          <p14:tracePt t="57438" x="6146800" y="3282950"/>
          <p14:tracePt t="57455" x="6076950" y="3276600"/>
          <p14:tracePt t="57472" x="6000750" y="3270250"/>
          <p14:tracePt t="57488" x="5930900" y="3270250"/>
          <p14:tracePt t="57505" x="5899150" y="3276600"/>
          <p14:tracePt t="57522" x="5873750" y="3276600"/>
          <p14:tracePt t="57539" x="5810250" y="3295650"/>
          <p14:tracePt t="57555" x="5784850" y="3308350"/>
          <p14:tracePt t="57572" x="5759450" y="3321050"/>
          <p14:tracePt t="57589" x="5715000" y="3346450"/>
          <p14:tracePt t="57605" x="5695950" y="3359150"/>
          <p14:tracePt t="57622" x="5645150" y="3403600"/>
          <p14:tracePt t="57639" x="5632450" y="3422650"/>
          <p14:tracePt t="57655" x="5607050" y="3454400"/>
          <p14:tracePt t="57672" x="5594350" y="3479800"/>
          <p14:tracePt t="57688" x="5568950" y="3498850"/>
          <p14:tracePt t="57705" x="5556250" y="3536950"/>
          <p14:tracePt t="57722" x="5537200" y="3562350"/>
          <p14:tracePt t="57738" x="5524500" y="3600450"/>
          <p14:tracePt t="57755" x="5524500" y="3606800"/>
          <p14:tracePt t="57772" x="5518150" y="3613150"/>
          <p14:tracePt t="57789" x="5518150" y="3632200"/>
          <p14:tracePt t="57806" x="5505450" y="3657600"/>
          <p14:tracePt t="57822" x="5505450" y="3683000"/>
          <p14:tracePt t="57838" x="5505450" y="3708400"/>
          <p14:tracePt t="57855" x="5511800" y="3765550"/>
          <p14:tracePt t="57872" x="5505450" y="3829050"/>
          <p14:tracePt t="57888" x="5505450" y="3860800"/>
          <p14:tracePt t="57905" x="5499100" y="3911600"/>
          <p14:tracePt t="57922" x="5492750" y="3962400"/>
          <p14:tracePt t="57939" x="5499100" y="4006850"/>
          <p14:tracePt t="57955" x="5518150" y="4051300"/>
          <p14:tracePt t="57972" x="5524500" y="4083050"/>
          <p14:tracePt t="57989" x="5530850" y="4089400"/>
          <p14:tracePt t="58005" x="5556250" y="4133850"/>
          <p14:tracePt t="58022" x="5581650" y="4159250"/>
          <p14:tracePt t="58039" x="5600700" y="4178300"/>
          <p14:tracePt t="58055" x="5626100" y="4197350"/>
          <p14:tracePt t="58072" x="5632450" y="4197350"/>
          <p14:tracePt t="58088" x="5638800" y="4210050"/>
          <p14:tracePt t="58105" x="5645150" y="4222750"/>
          <p14:tracePt t="58198" x="5645150" y="4229100"/>
          <p14:tracePt t="58223" x="5645150" y="4235450"/>
          <p14:tracePt t="58230" x="5645150" y="4241800"/>
          <p14:tracePt t="58406" x="5651500" y="4241800"/>
          <p14:tracePt t="58414" x="5664200" y="4241800"/>
          <p14:tracePt t="58422" x="5670550" y="4241800"/>
          <p14:tracePt t="58438" x="5708650" y="4241800"/>
          <p14:tracePt t="58455" x="5715000" y="4241800"/>
          <p14:tracePt t="58472" x="5753100" y="4229100"/>
          <p14:tracePt t="58488" x="5829300" y="4229100"/>
          <p14:tracePt t="58505" x="5892800" y="4229100"/>
          <p14:tracePt t="58522" x="5988050" y="4229100"/>
          <p14:tracePt t="58538" x="6153150" y="4229100"/>
          <p14:tracePt t="58555" x="6203950" y="4235450"/>
          <p14:tracePt t="58572" x="6318250" y="4248150"/>
          <p14:tracePt t="58588" x="6508750" y="4286250"/>
          <p14:tracePt t="58606" x="6667500" y="4305300"/>
          <p14:tracePt t="58622" x="6953250" y="4362450"/>
          <p14:tracePt t="58638" x="6997700" y="4375150"/>
          <p14:tracePt t="58655" x="7073900" y="4381500"/>
          <p14:tracePt t="58672" x="7188200" y="4387850"/>
          <p14:tracePt t="58689" x="7213600" y="4394200"/>
          <p14:tracePt t="58705" x="7226300" y="4394200"/>
          <p14:tracePt t="58722" x="7239000" y="4394200"/>
          <p14:tracePt t="59166" x="7232650" y="4394200"/>
          <p14:tracePt t="59654" x="7232650" y="4381500"/>
          <p14:tracePt t="59663" x="7226300" y="4381500"/>
          <p14:tracePt t="59672" x="7226300" y="4375150"/>
          <p14:tracePt t="59695" x="7226300" y="4368800"/>
          <p14:tracePt t="59705" x="7213600" y="4368800"/>
          <p14:tracePt t="59722" x="7207250" y="4362450"/>
          <p14:tracePt t="59742" x="7200900" y="4362450"/>
          <p14:tracePt t="59766" x="7194550" y="4356100"/>
          <p14:tracePt t="59775" x="7194550" y="4349750"/>
          <p14:tracePt t="59815" x="7188200" y="4349750"/>
          <p14:tracePt t="59830" x="7181850" y="4343400"/>
          <p14:tracePt t="59838" x="7169150" y="4337050"/>
          <p14:tracePt t="59854" x="7131050" y="4337050"/>
          <p14:tracePt t="59862" x="7105650" y="4330700"/>
          <p14:tracePt t="59871" x="7061200" y="4330700"/>
          <p14:tracePt t="59888" x="6870700" y="4330700"/>
          <p14:tracePt t="59905" x="6724650" y="4343400"/>
          <p14:tracePt t="59922" x="6489700" y="4387850"/>
          <p14:tracePt t="59938" x="6445250" y="4400550"/>
          <p14:tracePt t="59955" x="6388100" y="4413250"/>
          <p14:tracePt t="59972" x="6318250" y="4438650"/>
          <p14:tracePt t="59989" x="6286500" y="4457700"/>
          <p14:tracePt t="60022" x="6280150" y="4464050"/>
          <p14:tracePt t="60039" x="6273800" y="4470400"/>
          <p14:tracePt t="60070" x="6273800" y="4476750"/>
          <p14:tracePt t="60254" x="6267450" y="4470400"/>
          <p14:tracePt t="60270" x="6267450" y="4451350"/>
          <p14:tracePt t="60278" x="6267450" y="4432300"/>
          <p14:tracePt t="60288" x="6267450" y="4419600"/>
          <p14:tracePt t="60305" x="6280150" y="4362450"/>
          <p14:tracePt t="60322" x="6286500" y="4324350"/>
          <p14:tracePt t="60338" x="6292850" y="4273550"/>
          <p14:tracePt t="60355" x="6318250" y="4229100"/>
          <p14:tracePt t="60372" x="6337300" y="4197350"/>
          <p14:tracePt t="60388" x="6350000" y="4152900"/>
          <p14:tracePt t="60405" x="6362700" y="4108450"/>
          <p14:tracePt t="60422" x="6375400" y="4051300"/>
          <p14:tracePt t="60438" x="6375400" y="4019550"/>
          <p14:tracePt t="60455" x="6381750" y="3987800"/>
          <p14:tracePt t="60472" x="6381750" y="3956050"/>
          <p14:tracePt t="60488" x="6381750" y="3917950"/>
          <p14:tracePt t="60505" x="6369050" y="3873500"/>
          <p14:tracePt t="60522" x="6350000" y="3841750"/>
          <p14:tracePt t="60538" x="6350000" y="3816350"/>
          <p14:tracePt t="60555" x="6318250" y="3778250"/>
          <p14:tracePt t="60572" x="6261100" y="3695700"/>
          <p14:tracePt t="60589" x="6235700" y="3663950"/>
          <p14:tracePt t="60605" x="6184900" y="3613150"/>
          <p14:tracePt t="60622" x="6140450" y="3587750"/>
          <p14:tracePt t="60638" x="6108700" y="3562350"/>
          <p14:tracePt t="60655" x="6038850" y="3524250"/>
          <p14:tracePt t="60672" x="5988050" y="3511550"/>
          <p14:tracePt t="60689" x="5905500" y="3486150"/>
          <p14:tracePt t="60705" x="5854700" y="3479800"/>
          <p14:tracePt t="60722" x="5835650" y="3479800"/>
          <p14:tracePt t="60739" x="5791200" y="3473450"/>
          <p14:tracePt t="60755" x="5708650" y="3460750"/>
          <p14:tracePt t="60772" x="5657850" y="3454400"/>
          <p14:tracePt t="60788" x="5613400" y="3454400"/>
          <p14:tracePt t="60805" x="5543550" y="3454400"/>
          <p14:tracePt t="60822" x="5454650" y="3473450"/>
          <p14:tracePt t="60838" x="5378450" y="3492500"/>
          <p14:tracePt t="60855" x="5359400" y="3498850"/>
          <p14:tracePt t="60872" x="5314950" y="3517900"/>
          <p14:tracePt t="60889" x="5264150" y="3549650"/>
          <p14:tracePt t="60905" x="5194300" y="3625850"/>
          <p14:tracePt t="60922" x="5162550" y="3670300"/>
          <p14:tracePt t="60939" x="5073650" y="3746500"/>
          <p14:tracePt t="60955" x="5054600" y="3778250"/>
          <p14:tracePt t="60972" x="5029200" y="3797300"/>
          <p14:tracePt t="60988" x="5003800" y="3848100"/>
          <p14:tracePt t="61005" x="4984750" y="3873500"/>
          <p14:tracePt t="61022" x="4978400" y="3930650"/>
          <p14:tracePt t="61038" x="4972050" y="3962400"/>
          <p14:tracePt t="61055" x="4991100" y="3968750"/>
          <p14:tracePt t="61072" x="4997450" y="3987800"/>
          <p14:tracePt t="61088" x="5010150" y="4013200"/>
          <p14:tracePt t="61105" x="5029200" y="4025900"/>
          <p14:tracePt t="61122" x="5060950" y="4051300"/>
          <p14:tracePt t="61138" x="5067300" y="4051300"/>
          <p14:tracePt t="61155" x="5099050" y="4070350"/>
          <p14:tracePt t="61172" x="5168900" y="4102100"/>
          <p14:tracePt t="61189" x="5213350" y="4102100"/>
          <p14:tracePt t="61205" x="5289550" y="4121150"/>
          <p14:tracePt t="61207" x="5327650" y="4121150"/>
          <p14:tracePt t="61222" x="5448300" y="4121150"/>
          <p14:tracePt t="61239" x="5543550" y="4108450"/>
          <p14:tracePt t="61255" x="5664200" y="4083050"/>
          <p14:tracePt t="61272" x="5829300" y="4032250"/>
          <p14:tracePt t="61289" x="5873750" y="4013200"/>
          <p14:tracePt t="61305" x="5892800" y="3987800"/>
          <p14:tracePt t="61322" x="5905500" y="3987800"/>
          <p14:tracePt t="61339" x="5905500" y="3975100"/>
          <p14:tracePt t="61372" x="5905500" y="3968750"/>
          <p14:tracePt t="61388" x="5905500" y="3956050"/>
          <p14:tracePt t="61407" x="5905500" y="3949700"/>
          <p14:tracePt t="61446" x="5905500" y="3943350"/>
          <p14:tracePt t="61472" x="5905500" y="3937000"/>
          <p14:tracePt t="61478" x="5905500" y="3930650"/>
          <p14:tracePt t="61488" x="5905500" y="3924300"/>
          <p14:tracePt t="61510" x="5905500" y="3917950"/>
          <p14:tracePt t="61527" x="5905500" y="3911600"/>
          <p14:tracePt t="61550" x="5899150" y="3911600"/>
          <p14:tracePt t="61558" x="5905500" y="3911600"/>
          <p14:tracePt t="61571" x="5899150" y="3911600"/>
          <p14:tracePt t="61588" x="5892800" y="3911600"/>
          <p14:tracePt t="61605" x="5867400" y="3917950"/>
          <p14:tracePt t="61622" x="5708650" y="3981450"/>
          <p14:tracePt t="61638" x="5581650" y="4032250"/>
          <p14:tracePt t="61655" x="5448300" y="4102100"/>
          <p14:tracePt t="61672" x="5168900" y="4267200"/>
          <p14:tracePt t="61689" x="5086350" y="4311650"/>
          <p14:tracePt t="61705" x="4870450" y="4451350"/>
          <p14:tracePt t="61722" x="4718050" y="4546600"/>
          <p14:tracePt t="61738" x="4603750" y="4635500"/>
          <p14:tracePt t="61755" x="4432300" y="4762500"/>
          <p14:tracePt t="61772" x="4375150" y="4800600"/>
          <p14:tracePt t="61788" x="4305300" y="4851400"/>
          <p14:tracePt t="61805" x="4197350" y="4921250"/>
          <p14:tracePt t="61822" x="4133850" y="4965700"/>
          <p14:tracePt t="61839" x="4089400" y="5003800"/>
          <p14:tracePt t="61855" x="4064000" y="5029200"/>
          <p14:tracePt t="61872" x="4038600" y="5060950"/>
          <p14:tracePt t="61889" x="4013200" y="5086350"/>
          <p14:tracePt t="61905" x="3994150" y="5099050"/>
          <p14:tracePt t="62046" x="4006850" y="5092700"/>
          <p14:tracePt t="62054" x="4032250" y="5067300"/>
          <p14:tracePt t="62062" x="4064000" y="5035550"/>
          <p14:tracePt t="62079" x="4121150" y="5003800"/>
          <p14:tracePt t="62088" x="4178300" y="4965700"/>
          <p14:tracePt t="62105" x="4451350" y="4781550"/>
          <p14:tracePt t="62122" x="4673600" y="4641850"/>
          <p14:tracePt t="62139" x="4902200" y="4514850"/>
          <p14:tracePt t="62155" x="5283200" y="4305300"/>
          <p14:tracePt t="62172" x="5359400" y="4260850"/>
          <p14:tracePt t="62188" x="5467350" y="4222750"/>
          <p14:tracePt t="62205" x="5607050" y="4152900"/>
          <p14:tracePt t="62207" x="5638800" y="4146550"/>
          <p14:tracePt t="62222" x="5740400" y="4114800"/>
          <p14:tracePt t="62238" x="5778500" y="4102100"/>
          <p14:tracePt t="62255" x="5842000" y="4083050"/>
          <p14:tracePt t="62272" x="5861050" y="4076700"/>
          <p14:tracePt t="62288" x="5880100" y="4070350"/>
          <p14:tracePt t="62350" x="5892800" y="4064000"/>
          <p14:tracePt t="62374" x="5911850" y="4064000"/>
          <p14:tracePt t="62382" x="5918200" y="4064000"/>
          <p14:tracePt t="62414" x="5937250" y="4051300"/>
          <p14:tracePt t="62422" x="5949950" y="4044950"/>
          <p14:tracePt t="62431" x="5956300" y="4038600"/>
          <p14:tracePt t="62439" x="5969000" y="4032250"/>
          <p14:tracePt t="62455" x="5988050" y="4025900"/>
          <p14:tracePt t="62472" x="5994400" y="4019550"/>
          <p14:tracePt t="62489" x="6007100" y="4006850"/>
          <p14:tracePt t="62550" x="6007100" y="4013200"/>
          <p14:tracePt t="62566" x="6000750" y="4038600"/>
          <p14:tracePt t="62582" x="5988050" y="4070350"/>
          <p14:tracePt t="62590" x="5962650" y="4095750"/>
          <p14:tracePt t="62598" x="5949950" y="4140200"/>
          <p14:tracePt t="62607" x="5918200" y="4184650"/>
          <p14:tracePt t="62622" x="5810250" y="4349750"/>
          <p14:tracePt t="62638" x="5740400" y="4438650"/>
          <p14:tracePt t="62655" x="5715000" y="4476750"/>
          <p14:tracePt t="62672" x="5581650" y="4648200"/>
          <p14:tracePt t="62689" x="5518150" y="4730750"/>
          <p14:tracePt t="62705" x="5486400" y="4819650"/>
          <p14:tracePt t="62722" x="5480050" y="4857750"/>
          <p14:tracePt t="62738" x="5467350" y="4876800"/>
          <p14:tracePt t="62755" x="5454650" y="4921250"/>
          <p14:tracePt t="62772" x="5454650" y="4940300"/>
          <p14:tracePt t="62805" x="5454650" y="4946650"/>
          <p14:tracePt t="62926" x="5454650" y="4940300"/>
          <p14:tracePt t="62934" x="5461000" y="4921250"/>
          <p14:tracePt t="62942" x="5461000" y="4914900"/>
          <p14:tracePt t="62958" x="5473700" y="4889500"/>
          <p14:tracePt t="62972" x="5505450" y="4832350"/>
          <p14:tracePt t="62989" x="5543550" y="4768850"/>
          <p14:tracePt t="63005" x="5600700" y="4673600"/>
          <p14:tracePt t="63022" x="5791200" y="4425950"/>
          <p14:tracePt t="63038" x="5822950" y="4368800"/>
          <p14:tracePt t="63055" x="5905500" y="4248150"/>
          <p14:tracePt t="63072" x="6096000" y="4051300"/>
          <p14:tracePt t="63088" x="6146800" y="3981450"/>
          <p14:tracePt t="63105" x="6229350" y="3892550"/>
          <p14:tracePt t="63122" x="6248400" y="3886200"/>
          <p14:tracePt t="63138" x="6292850" y="3835400"/>
          <p14:tracePt t="63155" x="6305550" y="3822700"/>
          <p14:tracePt t="63172" x="6318250" y="3816350"/>
          <p14:tracePt t="63214" x="6318250" y="3822700"/>
          <p14:tracePt t="63222" x="6324600" y="3829050"/>
          <p14:tracePt t="63230" x="6337300" y="3841750"/>
          <p14:tracePt t="63238" x="6343650" y="3848100"/>
          <p14:tracePt t="63255" x="6343650" y="3867150"/>
          <p14:tracePt t="63272" x="6381750" y="3937000"/>
          <p14:tracePt t="63289" x="6432550" y="3987800"/>
          <p14:tracePt t="63305" x="6483350" y="4095750"/>
          <p14:tracePt t="63322" x="6610350" y="4248150"/>
          <p14:tracePt t="63338" x="6648450" y="4298950"/>
          <p14:tracePt t="63355" x="6724650" y="4419600"/>
          <p14:tracePt t="63372" x="6826250" y="4565650"/>
          <p14:tracePt t="63388" x="6838950" y="4622800"/>
          <p14:tracePt t="63405" x="6858000" y="4648200"/>
          <p14:tracePt t="63422" x="6870700" y="4711700"/>
          <p14:tracePt t="63439" x="6883400" y="4737100"/>
          <p14:tracePt t="63455" x="6896100" y="4768850"/>
          <p14:tracePt t="63473" x="6921500" y="4832350"/>
          <p14:tracePt t="63489" x="6927850" y="4857750"/>
          <p14:tracePt t="63505" x="6953250" y="4902200"/>
          <p14:tracePt t="63522" x="6953250" y="4914900"/>
          <p14:tracePt t="63539" x="6965950" y="4946650"/>
          <p14:tracePt t="63555" x="6991350" y="4978400"/>
          <p14:tracePt t="63572" x="6991350" y="4984750"/>
          <p14:tracePt t="63694" x="6997700" y="4978400"/>
          <p14:tracePt t="63702" x="6997700" y="4965700"/>
          <p14:tracePt t="63710" x="6997700" y="4946650"/>
          <p14:tracePt t="63727" x="7004050" y="4933950"/>
          <p14:tracePt t="63738" x="7010400" y="4908550"/>
          <p14:tracePt t="63755" x="7029450" y="4838700"/>
          <p14:tracePt t="63772" x="7048500" y="4673600"/>
          <p14:tracePt t="63788" x="7042150" y="4584700"/>
          <p14:tracePt t="63805" x="7048500" y="4470400"/>
          <p14:tracePt t="63822" x="7035800" y="4305300"/>
          <p14:tracePt t="63838" x="7023100" y="4254500"/>
          <p14:tracePt t="63855" x="7004050" y="4191000"/>
          <p14:tracePt t="63872" x="7004050" y="4184650"/>
          <p14:tracePt t="63888" x="6997700" y="4184650"/>
          <p14:tracePt t="64054" x="6991350" y="4171950"/>
          <p14:tracePt t="64070" x="6985000" y="4171950"/>
          <p14:tracePt t="64078" x="6985000" y="4165600"/>
          <p14:tracePt t="64088" x="6978650" y="4159250"/>
          <p14:tracePt t="64222" x="6978650" y="4165600"/>
          <p14:tracePt t="64230" x="6991350" y="4178300"/>
          <p14:tracePt t="64238" x="7010400" y="4191000"/>
          <p14:tracePt t="64255" x="7023100" y="4203700"/>
          <p14:tracePt t="64272" x="7105650" y="4286250"/>
          <p14:tracePt t="64288" x="7213600" y="4337050"/>
          <p14:tracePt t="64305" x="7359650" y="4425950"/>
          <p14:tracePt t="64322" x="7480300" y="4495800"/>
          <p14:tracePt t="64338" x="7569200" y="4546600"/>
          <p14:tracePt t="64355" x="7689850" y="4603750"/>
          <p14:tracePt t="64372" x="7747000" y="4635500"/>
          <p14:tracePt t="64389" x="7766050" y="4648200"/>
          <p14:tracePt t="64406" x="7785100" y="4654550"/>
          <p14:tracePt t="64422" x="7797800" y="4654550"/>
          <p14:tracePt t="64566" x="7785100" y="4648200"/>
          <p14:tracePt t="64574" x="7766050" y="4629150"/>
          <p14:tracePt t="64582" x="7753350" y="4610100"/>
          <p14:tracePt t="64590" x="7715250" y="4597400"/>
          <p14:tracePt t="64605" x="7696200" y="4572000"/>
          <p14:tracePt t="64622" x="7442200" y="4343400"/>
          <p14:tracePt t="64638" x="7289800" y="4229100"/>
          <p14:tracePt t="64655" x="7219950" y="4146550"/>
          <p14:tracePt t="64672" x="6959600" y="3962400"/>
          <p14:tracePt t="64688" x="6889750" y="3886200"/>
          <p14:tracePt t="64705" x="6845300" y="3841750"/>
          <p14:tracePt t="64774" x="6845300" y="3848100"/>
          <p14:tracePt t="64790" x="6845300" y="3867150"/>
          <p14:tracePt t="64807" x="6845300" y="3873500"/>
          <p14:tracePt t="64815" x="6845300" y="3879850"/>
          <p14:tracePt t="64831" x="6845300" y="3892550"/>
          <p14:tracePt t="64838" x="6851650" y="3905250"/>
          <p14:tracePt t="64870" x="6851650" y="3911600"/>
          <p14:tracePt t="64878" x="6851650" y="3917950"/>
          <p14:tracePt t="64888" x="6845300" y="3924300"/>
          <p14:tracePt t="64905" x="6845300" y="3930650"/>
          <p14:tracePt t="64934" x="6838950" y="3937000"/>
          <p14:tracePt t="64950" x="6832600" y="3937000"/>
          <p14:tracePt t="65006" x="6845300" y="3924300"/>
          <p14:tracePt t="65014" x="6851650" y="3879850"/>
          <p14:tracePt t="65022" x="6864350" y="3854450"/>
          <p14:tracePt t="65038" x="6940550" y="3708400"/>
          <p14:tracePt t="65055" x="7213600" y="3333750"/>
          <p14:tracePt t="65072" x="7353300" y="3149600"/>
          <p14:tracePt t="65089" x="7531100" y="2959100"/>
          <p14:tracePt t="65105" x="7880350" y="2565400"/>
          <p14:tracePt t="65122" x="7994650" y="2400300"/>
          <p14:tracePt t="65138" x="8204200" y="2127250"/>
          <p14:tracePt t="65155" x="8235950" y="2057400"/>
          <p14:tracePt t="65172" x="8255000" y="2032000"/>
          <p14:tracePt t="65188" x="8261350" y="2019300"/>
          <p14:tracePt t="65382" x="8261350" y="2025650"/>
          <p14:tracePt t="65390" x="8216900" y="2076450"/>
          <p14:tracePt t="65398" x="8153400" y="2127250"/>
          <p14:tracePt t="65407" x="8083550" y="2184400"/>
          <p14:tracePt t="65422" x="7588250" y="2590800"/>
          <p14:tracePt t="65439" x="7518400" y="2654300"/>
          <p14:tracePt t="65455" x="6959600" y="3079750"/>
          <p14:tracePt t="65473" x="6711950" y="3251200"/>
          <p14:tracePt t="65488" x="6496050" y="3397250"/>
          <p14:tracePt t="65505" x="6457950" y="3422650"/>
          <p14:tracePt t="65522" x="6419850" y="3448050"/>
          <p14:tracePt t="65538" x="6413500" y="3448050"/>
          <p14:tracePt t="65575" x="6413500" y="3454400"/>
          <p14:tracePt t="65590" x="6400800" y="3467100"/>
          <p14:tracePt t="65607" x="6400800" y="3473450"/>
          <p14:tracePt t="65622" x="6394450" y="3492500"/>
          <p14:tracePt t="65638" x="6375400" y="3517900"/>
          <p14:tracePt t="65655" x="6330950" y="3594100"/>
          <p14:tracePt t="65672" x="6311900" y="3632200"/>
          <p14:tracePt t="65689" x="6235700" y="3746500"/>
          <p14:tracePt t="65705" x="6108700" y="3905250"/>
          <p14:tracePt t="65722" x="6064250" y="3968750"/>
          <p14:tracePt t="65739" x="6019800" y="4000500"/>
          <p14:tracePt t="65782" x="6019800" y="3987800"/>
          <p14:tracePt t="65790" x="6019800" y="3956050"/>
          <p14:tracePt t="65805" x="6019800" y="3943350"/>
          <p14:tracePt t="65822" x="6019800" y="3886200"/>
          <p14:tracePt t="65838" x="6019800" y="3860800"/>
          <p14:tracePt t="65855" x="6019800" y="3841750"/>
          <p14:tracePt t="65872" x="6013450" y="3835400"/>
          <p14:tracePt t="65888" x="6013450" y="3829050"/>
          <p14:tracePt t="65905" x="6019800" y="3816350"/>
          <p14:tracePt t="65922" x="6019800" y="3810000"/>
          <p14:tracePt t="65939" x="6019800" y="3790950"/>
          <p14:tracePt t="65955" x="6019800" y="3771900"/>
          <p14:tracePt t="65972" x="6019800" y="3752850"/>
          <p14:tracePt t="65989" x="6026150" y="3721100"/>
          <p14:tracePt t="66005" x="6083300" y="3651250"/>
          <p14:tracePt t="66022" x="6108700" y="3454400"/>
          <p14:tracePt t="66038" x="6121400" y="3289300"/>
          <p14:tracePt t="66055" x="6146800" y="3028950"/>
          <p14:tracePt t="66072" x="6146800" y="2832100"/>
          <p14:tracePt t="66089" x="6134100" y="2641600"/>
          <p14:tracePt t="66105" x="6102350" y="2400300"/>
          <p14:tracePt t="66122" x="6083300" y="2311400"/>
          <p14:tracePt t="66138" x="6083300" y="2292350"/>
          <p14:tracePt t="66155" x="6057900" y="2241550"/>
          <p14:tracePt t="66172" x="6051550" y="2241550"/>
          <p14:tracePt t="66189" x="6057900" y="2241550"/>
          <p14:tracePt t="66205" x="6057900" y="2247900"/>
          <p14:tracePt t="66222" x="6051550" y="2279650"/>
          <p14:tracePt t="66238" x="6045200" y="2298700"/>
          <p14:tracePt t="66255" x="6045200" y="2311400"/>
          <p14:tracePt t="66272" x="6038850" y="2336800"/>
          <p14:tracePt t="66305" x="6032500" y="2349500"/>
          <p14:tracePt t="66322" x="6032500" y="2362200"/>
          <p14:tracePt t="66339" x="6019800" y="2419350"/>
          <p14:tracePt t="66355" x="6013450" y="2470150"/>
          <p14:tracePt t="66372" x="5994400" y="2571750"/>
          <p14:tracePt t="66388" x="5981700" y="2838450"/>
          <p14:tracePt t="66405" x="5956300" y="3009900"/>
          <p14:tracePt t="66422" x="5905500" y="3416300"/>
          <p14:tracePt t="66439" x="5899150" y="3486150"/>
          <p14:tracePt t="66455" x="5892800" y="3606800"/>
          <p14:tracePt t="66472" x="5924550" y="3708400"/>
          <p14:tracePt t="66488" x="5930900" y="3740150"/>
          <p14:tracePt t="66505" x="5930900" y="3765550"/>
          <p14:tracePt t="66538" x="5930900" y="3771900"/>
          <p14:tracePt t="66582" x="5930900" y="3778250"/>
          <p14:tracePt t="66606" x="5930900" y="3784600"/>
          <p14:tracePt t="66614" x="5930900" y="3797300"/>
          <p14:tracePt t="66623" x="5924550" y="3803650"/>
          <p14:tracePt t="66638" x="5918200" y="3829050"/>
          <p14:tracePt t="66655" x="5911850" y="3873500"/>
          <p14:tracePt t="66672" x="5899150" y="3911600"/>
          <p14:tracePt t="66689" x="5899150" y="3917950"/>
          <p14:tracePt t="66705" x="5899150" y="3937000"/>
          <p14:tracePt t="66743" x="5892800" y="3937000"/>
          <p14:tracePt t="66759" x="5892800" y="3930650"/>
          <p14:tracePt t="66766" x="5892800" y="3917950"/>
          <p14:tracePt t="66774" x="5892800" y="3905250"/>
          <p14:tracePt t="66788" x="5886450" y="3892550"/>
          <p14:tracePt t="66805" x="5886450" y="3873500"/>
          <p14:tracePt t="66822" x="5854700" y="3816350"/>
          <p14:tracePt t="66838" x="5842000" y="3803650"/>
          <p14:tracePt t="66855" x="5829300" y="3752850"/>
          <p14:tracePt t="66872" x="5816600" y="3733800"/>
          <p14:tracePt t="66889" x="5791200" y="3695700"/>
          <p14:tracePt t="66905" x="5759450" y="3613150"/>
          <p14:tracePt t="66922" x="5721350" y="3549650"/>
          <p14:tracePt t="66939" x="5670550" y="3479800"/>
          <p14:tracePt t="66955" x="5588000" y="3340100"/>
          <p14:tracePt t="66972" x="5562600" y="3302000"/>
          <p14:tracePt t="66989" x="5524500" y="3219450"/>
          <p14:tracePt t="67005" x="5461000" y="3105150"/>
          <p14:tracePt t="67022" x="5403850" y="2978150"/>
          <p14:tracePt t="67039" x="5378450" y="2921000"/>
          <p14:tracePt t="67055" x="5372100" y="2901950"/>
          <p14:tracePt t="67072" x="5353050" y="2857500"/>
          <p14:tracePt t="67088" x="5353050" y="2825750"/>
          <p14:tracePt t="67105" x="5353050" y="2813050"/>
          <p14:tracePt t="67122" x="5346700" y="2794000"/>
          <p14:tracePt t="67139" x="5340350" y="2781300"/>
          <p14:tracePt t="67155" x="5340350" y="2762250"/>
          <p14:tracePt t="67172" x="5340350" y="2749550"/>
          <p14:tracePt t="67189" x="5334000" y="2736850"/>
          <p14:tracePt t="67205" x="5327650" y="2705100"/>
          <p14:tracePt t="67207" x="5321300" y="2692400"/>
          <p14:tracePt t="67222" x="5314950" y="2679700"/>
          <p14:tracePt t="67238" x="5302250" y="2654300"/>
          <p14:tracePt t="67255" x="5289550" y="2647950"/>
          <p14:tracePt t="67272" x="5283200" y="2641600"/>
          <p14:tracePt t="67289" x="5270500" y="2635250"/>
          <p14:tracePt t="67322" x="5257800" y="2635250"/>
          <p14:tracePt t="67338" x="5251450" y="2635250"/>
          <p14:tracePt t="67355" x="5245100" y="2654300"/>
          <p14:tracePt t="67389" x="5245100" y="2667000"/>
          <p14:tracePt t="67405" x="5245100" y="2679700"/>
          <p14:tracePt t="67422" x="5245100" y="2698750"/>
          <p14:tracePt t="67439" x="5245100" y="2705100"/>
          <p14:tracePt t="67455" x="5245100" y="2730500"/>
          <p14:tracePt t="67472" x="5257800" y="2755900"/>
          <p14:tracePt t="67488" x="5289550" y="2832100"/>
          <p14:tracePt t="67505" x="5314950" y="2895600"/>
          <p14:tracePt t="67522" x="5334000" y="2952750"/>
          <p14:tracePt t="67538" x="5461000" y="3130550"/>
          <p14:tracePt t="67555" x="5549900" y="3282950"/>
          <p14:tracePt t="67572" x="5651500" y="3467100"/>
          <p14:tracePt t="67589" x="5835650" y="3771900"/>
          <p14:tracePt t="67605" x="5867400" y="3841750"/>
          <p14:tracePt t="67622" x="6019800" y="4006850"/>
          <p14:tracePt t="67638" x="6057900" y="4044950"/>
          <p14:tracePt t="67655" x="6064250" y="4044950"/>
          <p14:tracePt t="67689" x="6076950" y="4044950"/>
          <p14:tracePt t="67718" x="6076950" y="4038600"/>
          <p14:tracePt t="67742" x="6076950" y="4032250"/>
          <p14:tracePt t="67758" x="6076950" y="4025900"/>
          <p14:tracePt t="67766" x="6076950" y="4019550"/>
          <p14:tracePt t="67790" x="6070600" y="4019550"/>
          <p14:tracePt t="67878" x="6057900" y="4013200"/>
          <p14:tracePt t="67894" x="6057900" y="4006850"/>
          <p14:tracePt t="67902" x="6045200" y="4000500"/>
          <p14:tracePt t="67910" x="6038850" y="3975100"/>
          <p14:tracePt t="67922" x="5975350" y="3905250"/>
          <p14:tracePt t="67938" x="5943600" y="3854450"/>
          <p14:tracePt t="67955" x="5867400" y="3746500"/>
          <p14:tracePt t="67972" x="5715000" y="3549650"/>
          <p14:tracePt t="67988" x="5588000" y="3384550"/>
          <p14:tracePt t="68005" x="5486400" y="3225800"/>
          <p14:tracePt t="68022" x="5283200" y="2959100"/>
          <p14:tracePt t="68039" x="5226050" y="2863850"/>
          <p14:tracePt t="68055" x="5137150" y="2736850"/>
          <p14:tracePt t="68072" x="5092700" y="2679700"/>
          <p14:tracePt t="68088" x="5073650" y="2654300"/>
          <p14:tracePt t="68105" x="5048250" y="2628900"/>
          <p14:tracePt t="68121" x="5029200" y="2628900"/>
          <p14:tracePt t="68138" x="5010150" y="2609850"/>
          <p14:tracePt t="68155" x="5010150" y="2603500"/>
          <p14:tracePt t="68172" x="4997450" y="2590800"/>
          <p14:tracePt t="68188" x="4991100" y="2578100"/>
          <p14:tracePt t="68205" x="4972050" y="2559050"/>
          <p14:tracePt t="68207" x="4959350" y="2546350"/>
          <p14:tracePt t="68223" x="4927600" y="2501900"/>
          <p14:tracePt t="68238" x="4914900" y="2482850"/>
          <p14:tracePt t="68255" x="4895850" y="2457450"/>
          <p14:tracePt t="68272" x="4876800" y="2425700"/>
          <p14:tracePt t="68289" x="4864100" y="2413000"/>
          <p14:tracePt t="68305" x="4857750" y="2406650"/>
          <p14:tracePt t="68374" x="4857750" y="2413000"/>
          <p14:tracePt t="68382" x="4857750" y="2419350"/>
          <p14:tracePt t="68390" x="4857750" y="2425700"/>
          <p14:tracePt t="68405" x="4857750" y="2438400"/>
          <p14:tracePt t="68422" x="4857750" y="2514600"/>
          <p14:tracePt t="68439" x="4857750" y="2559050"/>
          <p14:tracePt t="68455" x="4883150" y="2616200"/>
          <p14:tracePt t="68472" x="4902200" y="2755900"/>
          <p14:tracePt t="68488" x="4927600" y="2832100"/>
          <p14:tracePt t="68505" x="4959350" y="2895600"/>
          <p14:tracePt t="68522" x="5035550" y="3067050"/>
          <p14:tracePt t="68538" x="5099050" y="3187700"/>
          <p14:tracePt t="68555" x="5156200" y="3340100"/>
          <p14:tracePt t="68572" x="5213350" y="3441700"/>
          <p14:tracePt t="68588" x="5257800" y="3517900"/>
          <p14:tracePt t="68605" x="5314950" y="3625850"/>
          <p14:tracePt t="68622" x="5378450" y="3714750"/>
          <p14:tracePt t="68638" x="5397500" y="3771900"/>
          <p14:tracePt t="68655" x="5448300" y="3854450"/>
          <p14:tracePt t="68672" x="5486400" y="3911600"/>
          <p14:tracePt t="68689" x="5499100" y="3924300"/>
          <p14:tracePt t="68705" x="5581650" y="4013200"/>
          <p14:tracePt t="68722" x="5613400" y="4064000"/>
          <p14:tracePt t="68739" x="5695950" y="4121150"/>
          <p14:tracePt t="68755" x="5721350" y="4159250"/>
          <p14:tracePt t="68772" x="5759450" y="4184650"/>
          <p14:tracePt t="68789" x="5797550" y="4210050"/>
          <p14:tracePt t="68805" x="5822950" y="4222750"/>
          <p14:tracePt t="68822" x="5835650" y="4222750"/>
          <p14:tracePt t="68879" x="5835650" y="4216400"/>
          <p14:tracePt t="68886" x="5829300" y="4203700"/>
          <p14:tracePt t="68902" x="5822950" y="4191000"/>
          <p14:tracePt t="68910" x="5822950" y="4184650"/>
          <p14:tracePt t="68922" x="5791200" y="4152900"/>
          <p14:tracePt t="68939" x="5765800" y="4121150"/>
          <p14:tracePt t="68955" x="5740400" y="4095750"/>
          <p14:tracePt t="68972" x="5676900" y="4064000"/>
          <p14:tracePt t="68989" x="5657850" y="4051300"/>
          <p14:tracePt t="69005" x="5588000" y="4032250"/>
          <p14:tracePt t="69022" x="5461000" y="3968750"/>
          <p14:tracePt t="69039" x="5397500" y="3949700"/>
          <p14:tracePt t="69055" x="5295900" y="3886200"/>
          <p14:tracePt t="69072" x="5276850" y="3873500"/>
          <p14:tracePt t="69089" x="5232400" y="3848100"/>
          <p14:tracePt t="69105" x="5130800" y="3778250"/>
          <p14:tracePt t="69122" x="5060950" y="3733800"/>
          <p14:tracePt t="69138" x="4984750" y="3670300"/>
          <p14:tracePt t="69155" x="4927600" y="3619500"/>
          <p14:tracePt t="69172" x="4908550" y="3606800"/>
          <p14:tracePt t="69189" x="4883150" y="3562350"/>
          <p14:tracePt t="69205" x="4876800" y="3543300"/>
          <p14:tracePt t="69207" x="4864100" y="3536950"/>
          <p14:tracePt t="69222" x="4864100" y="3517900"/>
          <p14:tracePt t="69238" x="4857750" y="3511550"/>
          <p14:tracePt t="69255" x="4857750" y="3505200"/>
          <p14:tracePt t="69272" x="4845050" y="3498850"/>
          <p14:tracePt t="69288" x="4838700" y="3486150"/>
          <p14:tracePt t="69305" x="4838700" y="3467100"/>
          <p14:tracePt t="69322" x="4838700" y="3454400"/>
          <p14:tracePt t="69338" x="4838700" y="3441700"/>
          <p14:tracePt t="69355" x="4826000" y="3371850"/>
          <p14:tracePt t="69372" x="4826000" y="3346450"/>
          <p14:tracePt t="69389" x="4819650" y="3308350"/>
          <p14:tracePt t="69405" x="4806950" y="3257550"/>
          <p14:tracePt t="69422" x="4794250" y="3232150"/>
          <p14:tracePt t="69439" x="4794250" y="3206750"/>
          <p14:tracePt t="69455" x="4794250" y="3200400"/>
          <p14:tracePt t="69488" x="4787900" y="3175000"/>
          <p14:tracePt t="69505" x="4781550" y="3162300"/>
          <p14:tracePt t="69522" x="4730750" y="3092450"/>
          <p14:tracePt t="69782" x="4730750" y="3098800"/>
          <p14:tracePt t="69790" x="4737100" y="3111500"/>
          <p14:tracePt t="69798" x="4762500" y="3136900"/>
          <p14:tracePt t="69807" x="4775200" y="3155950"/>
          <p14:tracePt t="69822" x="4832350" y="3232150"/>
          <p14:tracePt t="69838" x="4864100" y="3257550"/>
          <p14:tracePt t="69855" x="4883150" y="3302000"/>
          <p14:tracePt t="69872" x="4927600" y="3397250"/>
          <p14:tracePt t="69888" x="4959350" y="3448050"/>
          <p14:tracePt t="69905" x="5003800" y="3511550"/>
          <p14:tracePt t="69922" x="5118100" y="3651250"/>
          <p14:tracePt t="69938" x="5143500" y="3689350"/>
          <p14:tracePt t="69955" x="5219700" y="3771900"/>
          <p14:tracePt t="69971" x="5283200" y="3854450"/>
          <p14:tracePt t="69988" x="5340350" y="3911600"/>
          <p14:tracePt t="70005" x="5365750" y="3943350"/>
          <p14:tracePt t="70022" x="5429250" y="3987800"/>
          <p14:tracePt t="70038" x="5461000" y="4006850"/>
          <p14:tracePt t="70055" x="5492750" y="4019550"/>
          <p14:tracePt t="70072" x="5524500" y="4038600"/>
          <p14:tracePt t="70088" x="5543550" y="4038600"/>
          <p14:tracePt t="70105" x="5556250" y="4044950"/>
          <p14:tracePt t="70122" x="5562600" y="4051300"/>
          <p14:tracePt t="70138" x="5575300" y="4051300"/>
          <p14:tracePt t="70155" x="5600700" y="4051300"/>
          <p14:tracePt t="70189" x="5626100" y="4051300"/>
          <p14:tracePt t="70205" x="5645150" y="4051300"/>
          <p14:tracePt t="70207" x="5651500" y="4044950"/>
          <p14:tracePt t="70222" x="5670550" y="4038600"/>
          <p14:tracePt t="71662" x="5670550" y="4025900"/>
          <p14:tracePt t="71678" x="5670550" y="4019550"/>
          <p14:tracePt t="71686" x="5657850" y="4013200"/>
          <p14:tracePt t="71694" x="5651500" y="4000500"/>
          <p14:tracePt t="71705" x="5651500" y="3994150"/>
          <p14:tracePt t="71721" x="5638800" y="3975100"/>
          <p14:tracePt t="71739" x="5600700" y="3917950"/>
          <p14:tracePt t="71755" x="5575300" y="3867150"/>
          <p14:tracePt t="71772" x="5543550" y="3816350"/>
          <p14:tracePt t="71788" x="5511800" y="3746500"/>
          <p14:tracePt t="71805" x="5505450" y="3721100"/>
          <p14:tracePt t="71822" x="5492750" y="3695700"/>
          <p14:tracePt t="72366" x="5480050" y="3683000"/>
          <p14:tracePt t="72374" x="5480050" y="3676650"/>
          <p14:tracePt t="72382" x="5473700" y="3676650"/>
          <p14:tracePt t="72391" x="5473700" y="3670300"/>
          <p14:tracePt t="72405" x="5467350" y="3657600"/>
          <p14:tracePt t="72421" x="5429250" y="3625850"/>
          <p14:tracePt t="72438" x="5422900" y="3613150"/>
          <p14:tracePt t="72455" x="5410200" y="3606800"/>
          <p14:tracePt t="72472" x="5410200" y="3600450"/>
          <p14:tracePt t="74143" x="5416550" y="3638550"/>
          <p14:tracePt t="74150" x="5435600" y="3663950"/>
          <p14:tracePt t="74158" x="5441950" y="3676650"/>
          <p14:tracePt t="74171" x="5448300" y="3708400"/>
          <p14:tracePt t="74188" x="5461000" y="3746500"/>
          <p14:tracePt t="74205" x="5461000" y="3759200"/>
          <p14:tracePt t="74222" x="5461000" y="3771900"/>
          <p14:tracePt t="74238" x="5454650" y="3803650"/>
          <p14:tracePt t="74255" x="5448300" y="3860800"/>
          <p14:tracePt t="74271" x="5435600" y="3905250"/>
          <p14:tracePt t="74288" x="5391150" y="4013200"/>
          <p14:tracePt t="74305" x="5384800" y="4064000"/>
          <p14:tracePt t="74322" x="5359400" y="4127500"/>
          <p14:tracePt t="74338" x="5340350" y="4197350"/>
          <p14:tracePt t="74355" x="5334000" y="4222750"/>
          <p14:tracePt t="74372" x="5327650" y="4241800"/>
          <p14:tracePt t="74388" x="5314950" y="4260850"/>
          <p14:tracePt t="74734" x="5314950" y="4267200"/>
          <p14:tracePt t="74758" x="5314950" y="4273550"/>
          <p14:tracePt t="74790" x="5314950" y="4286250"/>
          <p14:tracePt t="74822" x="5308600" y="4286250"/>
          <p14:tracePt t="74846" x="5295900" y="4292600"/>
          <p14:tracePt t="74862" x="5289550" y="4292600"/>
          <p14:tracePt t="74870" x="5289550" y="4305300"/>
          <p14:tracePt t="74878" x="5283200" y="4305300"/>
          <p14:tracePt t="74888" x="5264150" y="4324350"/>
          <p14:tracePt t="74905" x="5257800" y="4330700"/>
          <p14:tracePt t="74922" x="5238750" y="4349750"/>
          <p14:tracePt t="74939" x="5213350" y="4368800"/>
          <p14:tracePt t="74955" x="5162550" y="4419600"/>
          <p14:tracePt t="74972" x="5137150" y="4425950"/>
          <p14:tracePt t="74988" x="5092700" y="4457700"/>
          <p14:tracePt t="75005" x="5016500" y="4514850"/>
          <p14:tracePt t="75022" x="4940300" y="4572000"/>
          <p14:tracePt t="75038" x="4870450" y="4622800"/>
          <p14:tracePt t="75055" x="4845050" y="4635500"/>
          <p14:tracePt t="75072" x="4813300" y="4654550"/>
          <p14:tracePt t="75088" x="4762500" y="4686300"/>
          <p14:tracePt t="75105" x="4737100" y="4699000"/>
          <p14:tracePt t="75122" x="4686300" y="4724400"/>
          <p14:tracePt t="75138" x="4667250" y="4724400"/>
          <p14:tracePt t="75155" x="4635500" y="4743450"/>
          <p14:tracePt t="75172" x="4546600" y="4787900"/>
          <p14:tracePt t="75188" x="4521200" y="4794250"/>
          <p14:tracePt t="75205" x="4457700" y="4826000"/>
          <p14:tracePt t="75222" x="4375150" y="4870450"/>
          <p14:tracePt t="75238" x="4330700" y="4895850"/>
          <p14:tracePt t="75255" x="4248150" y="4933950"/>
          <p14:tracePt t="75272" x="4197350" y="4965700"/>
          <p14:tracePt t="75288" x="4178300" y="4965700"/>
          <p14:tracePt t="75305" x="4095750" y="4997450"/>
          <p14:tracePt t="75322" x="4051300" y="5022850"/>
          <p14:tracePt t="75338" x="4032250" y="5029200"/>
          <p14:tracePt t="75355" x="4019550" y="5041900"/>
          <p14:tracePt t="75372" x="4006850" y="5041900"/>
          <p14:tracePt t="75389" x="3968750" y="5060950"/>
          <p14:tracePt t="75405" x="3943350" y="5073650"/>
          <p14:tracePt t="75422" x="3917950" y="5092700"/>
          <p14:tracePt t="75438" x="3892550" y="5105400"/>
          <p14:tracePt t="75455" x="3886200" y="5105400"/>
          <p14:tracePt t="75472" x="3848100" y="5137150"/>
          <p14:tracePt t="75488" x="3835400" y="5149850"/>
          <p14:tracePt t="75505" x="3835400" y="5162550"/>
          <p14:tracePt t="75522" x="3810000" y="5168900"/>
          <p14:tracePt t="75538" x="3803650" y="5175250"/>
          <p14:tracePt t="75555" x="3797300" y="5181600"/>
          <p14:tracePt t="75572" x="3790950" y="5187950"/>
          <p14:tracePt t="75605" x="3790950" y="5194300"/>
          <p14:tracePt t="75638" x="3778250" y="5200650"/>
          <p14:tracePt t="75838" x="3771900" y="5200650"/>
          <p14:tracePt t="75958" x="3771900" y="5194300"/>
          <p14:tracePt t="75974" x="3784600" y="5187950"/>
          <p14:tracePt t="75982" x="3784600" y="5175250"/>
          <p14:tracePt t="75990" x="3803650" y="5168900"/>
          <p14:tracePt t="76007" x="3816350" y="5149850"/>
          <p14:tracePt t="76022" x="3892550" y="5080000"/>
          <p14:tracePt t="76038" x="3949700" y="5035550"/>
          <p14:tracePt t="76055" x="4000500" y="4991100"/>
          <p14:tracePt t="76072" x="4152900" y="4895850"/>
          <p14:tracePt t="76088" x="4197350" y="4857750"/>
          <p14:tracePt t="76105" x="4305300" y="4787900"/>
          <p14:tracePt t="76122" x="4400550" y="4730750"/>
          <p14:tracePt t="76138" x="4597400" y="4610100"/>
          <p14:tracePt t="76155" x="4648200" y="4584700"/>
          <p14:tracePt t="76172" x="4679950" y="4578350"/>
          <p14:tracePt t="76246" x="4686300" y="4578350"/>
          <p14:tracePt t="76278" x="4686300" y="4572000"/>
          <p14:tracePt t="76285" x="4699000" y="4572000"/>
          <p14:tracePt t="76293" x="4711700" y="4565650"/>
          <p14:tracePt t="76318" x="4743450" y="4546600"/>
          <p14:tracePt t="76326" x="4749800" y="4540250"/>
          <p14:tracePt t="76338" x="4762500" y="4533900"/>
          <p14:tracePt t="76355" x="4800600" y="4521200"/>
          <p14:tracePt t="76371" x="4845050" y="4495800"/>
          <p14:tracePt t="76389" x="4870450" y="4476750"/>
          <p14:tracePt t="76405" x="4978400" y="4413250"/>
          <p14:tracePt t="76422" x="5048250" y="4349750"/>
          <p14:tracePt t="76438" x="5175250" y="4260850"/>
          <p14:tracePt t="76455" x="5232400" y="4203700"/>
          <p14:tracePt t="76472" x="5270500" y="4165600"/>
          <p14:tracePt t="76488" x="5359400" y="4102100"/>
          <p14:tracePt t="76505" x="5448300" y="4032250"/>
          <p14:tracePt t="76522" x="5480050" y="4006850"/>
          <p14:tracePt t="76538" x="5511800" y="3987800"/>
          <p14:tracePt t="76678" x="5518150" y="3987800"/>
          <p14:tracePt t="76703" x="5530850" y="3987800"/>
          <p14:tracePt t="76718" x="5549900" y="3987800"/>
          <p14:tracePt t="76726" x="5562600" y="3987800"/>
          <p14:tracePt t="76738" x="5575300" y="3987800"/>
          <p14:tracePt t="76755" x="5594350" y="3987800"/>
          <p14:tracePt t="76772" x="5670550" y="3981450"/>
          <p14:tracePt t="76789" x="5715000" y="3975100"/>
          <p14:tracePt t="76805" x="5784850" y="3975100"/>
          <p14:tracePt t="76822" x="5924550" y="3968750"/>
          <p14:tracePt t="76838" x="5962650" y="3962400"/>
          <p14:tracePt t="76855" x="6070600" y="3956050"/>
          <p14:tracePt t="76872" x="6140450" y="3943350"/>
          <p14:tracePt t="76888" x="6172200" y="3930650"/>
          <p14:tracePt t="76905" x="6197600" y="3917950"/>
          <p14:tracePt t="76922" x="6235700" y="3879850"/>
          <p14:tracePt t="76938" x="6248400" y="3860800"/>
          <p14:tracePt t="76955" x="6261100" y="3822700"/>
          <p14:tracePt t="76972" x="6261100" y="3771900"/>
          <p14:tracePt t="76989" x="6254750" y="3733800"/>
          <p14:tracePt t="77005" x="6254750" y="3702050"/>
          <p14:tracePt t="77022" x="6216650" y="3644900"/>
          <p14:tracePt t="77038" x="6210300" y="3619500"/>
          <p14:tracePt t="77055" x="6178550" y="3587750"/>
          <p14:tracePt t="77072" x="6159500" y="3575050"/>
          <p14:tracePt t="77089" x="6134100" y="3562350"/>
          <p14:tracePt t="77105" x="6108700" y="3549650"/>
          <p14:tracePt t="77122" x="6070600" y="3536950"/>
          <p14:tracePt t="77138" x="6045200" y="3530600"/>
          <p14:tracePt t="77155" x="5981700" y="3530600"/>
          <p14:tracePt t="77172" x="5943600" y="3549650"/>
          <p14:tracePt t="77189" x="5937250" y="3556000"/>
          <p14:tracePt t="77205" x="5918200" y="3581400"/>
          <p14:tracePt t="77206" x="5911850" y="3581400"/>
          <p14:tracePt t="77221" x="5899150" y="3619500"/>
          <p14:tracePt t="77238" x="5892800" y="3663950"/>
          <p14:tracePt t="77255" x="5892800" y="3683000"/>
          <p14:tracePt t="77271" x="5892800" y="3689350"/>
          <p14:tracePt t="77288" x="5892800" y="3702050"/>
          <p14:tracePt t="77305" x="5892800" y="3708400"/>
          <p14:tracePt t="77338" x="5892800" y="3733800"/>
          <p14:tracePt t="77355" x="5880100" y="3752850"/>
          <p14:tracePt t="77372" x="5842000" y="3778250"/>
          <p14:tracePt t="77388" x="5670550" y="3898900"/>
          <p14:tracePt t="77405" x="5588000" y="3943350"/>
          <p14:tracePt t="77422" x="5060950" y="4210050"/>
          <p14:tracePt t="77438" x="4813300" y="4318000"/>
          <p14:tracePt t="77455" x="4565650" y="4438650"/>
          <p14:tracePt t="77472" x="4502150" y="4464050"/>
          <p14:tracePt t="77488" x="4432300" y="4495800"/>
          <p14:tracePt t="77505" x="4387850" y="4514850"/>
          <p14:tracePt t="77522" x="4356100" y="4527550"/>
          <p14:tracePt t="77538" x="4343400" y="4533900"/>
          <p14:tracePt t="77555" x="4324350" y="4552950"/>
          <p14:tracePt t="77572" x="4298950" y="4565650"/>
          <p14:tracePt t="77588" x="4286250" y="4584700"/>
          <p14:tracePt t="77605" x="4267200" y="4597400"/>
          <p14:tracePt t="77622" x="4197350" y="4654550"/>
          <p14:tracePt t="77638" x="4165600" y="4686300"/>
          <p14:tracePt t="77655" x="4038600" y="4762500"/>
          <p14:tracePt t="77672" x="3956050" y="4813300"/>
          <p14:tracePt t="77688" x="3937000" y="4832350"/>
          <p14:tracePt t="77705" x="3873500" y="4921250"/>
          <p14:tracePt t="77722" x="3841750" y="4965700"/>
          <p14:tracePt t="77738" x="3822700" y="5016500"/>
          <p14:tracePt t="77755" x="3810000" y="5029200"/>
          <p14:tracePt t="77772" x="3797300" y="5041900"/>
          <p14:tracePt t="77789" x="3790950" y="5067300"/>
          <p14:tracePt t="77805" x="3784600" y="5080000"/>
          <p14:tracePt t="77822" x="3759200" y="5124450"/>
          <p14:tracePt t="77838" x="3752850" y="5137150"/>
          <p14:tracePt t="77855" x="3752850" y="5149850"/>
          <p14:tracePt t="77872" x="3752850" y="5156200"/>
          <p14:tracePt t="77888" x="3752850" y="5200650"/>
          <p14:tracePt t="77905" x="3759200" y="5226050"/>
          <p14:tracePt t="77922" x="3784600" y="5257800"/>
          <p14:tracePt t="77938" x="3784600" y="5283200"/>
          <p14:tracePt t="77955" x="3822700" y="5359400"/>
          <p14:tracePt t="77972" x="3848100" y="5397500"/>
          <p14:tracePt t="77989" x="3860800" y="5416550"/>
          <p14:tracePt t="78005" x="3898900" y="5441950"/>
          <p14:tracePt t="78022" x="3917950" y="5441950"/>
          <p14:tracePt t="78038" x="3943350" y="5454650"/>
          <p14:tracePt t="78055" x="3975100" y="5454650"/>
          <p14:tracePt t="78072" x="4000500" y="5454650"/>
          <p14:tracePt t="78089" x="4044950" y="5429250"/>
          <p14:tracePt t="78105" x="4070350" y="5416550"/>
          <p14:tracePt t="78122" x="4083050" y="5410200"/>
          <p14:tracePt t="78138" x="4146550" y="5384800"/>
          <p14:tracePt t="78155" x="4171950" y="5372100"/>
          <p14:tracePt t="78172" x="4210050" y="5346700"/>
          <p14:tracePt t="78189" x="4273550" y="5308600"/>
          <p14:tracePt t="78205" x="4279900" y="5302250"/>
          <p14:tracePt t="78222" x="4311650" y="5264150"/>
          <p14:tracePt t="78238" x="4311650" y="5245100"/>
          <p14:tracePt t="78255" x="4330700" y="5207000"/>
          <p14:tracePt t="78272" x="4337050" y="5156200"/>
          <p14:tracePt t="78288" x="4337050" y="5143500"/>
          <p14:tracePt t="78305" x="4343400" y="5092700"/>
          <p14:tracePt t="78321" x="4343400" y="5035550"/>
          <p14:tracePt t="78338" x="4337050" y="4997450"/>
          <p14:tracePt t="78355" x="4324350" y="4965700"/>
          <p14:tracePt t="78372" x="4305300" y="4902200"/>
          <p14:tracePt t="78388" x="4305300" y="4889500"/>
          <p14:tracePt t="78405" x="4298950" y="4883150"/>
          <p14:tracePt t="78422" x="4273550" y="4864100"/>
          <p14:tracePt t="78439" x="4260850" y="4851400"/>
          <p14:tracePt t="78455" x="4254500" y="4851400"/>
          <p14:tracePt t="78472" x="4241800" y="4851400"/>
          <p14:tracePt t="78488" x="4210050" y="4845050"/>
          <p14:tracePt t="78505" x="4184650" y="4845050"/>
          <p14:tracePt t="78522" x="4152900" y="4845050"/>
          <p14:tracePt t="78538" x="4140200" y="4851400"/>
          <p14:tracePt t="78555" x="4089400" y="4864100"/>
          <p14:tracePt t="78572" x="4032250" y="4883150"/>
          <p14:tracePt t="78589" x="3924300" y="4914900"/>
          <p14:tracePt t="78605" x="3854450" y="4940300"/>
          <p14:tracePt t="78622" x="3816350" y="4953000"/>
          <p14:tracePt t="78638" x="3746500" y="4984750"/>
          <p14:tracePt t="78655" x="3740150" y="4991100"/>
          <p14:tracePt t="78672" x="3708400" y="5022850"/>
          <p14:tracePt t="78688" x="3702050" y="5041900"/>
          <p14:tracePt t="78722" x="3689350" y="5067300"/>
          <p14:tracePt t="78738" x="3689350" y="5080000"/>
          <p14:tracePt t="78755" x="3689350" y="5105400"/>
          <p14:tracePt t="78772" x="3689350" y="5111750"/>
          <p14:tracePt t="78788" x="3689350" y="5137150"/>
          <p14:tracePt t="78805" x="3689350" y="5149850"/>
          <p14:tracePt t="78822" x="3702050" y="5187950"/>
          <p14:tracePt t="78838" x="3702050" y="5200650"/>
          <p14:tracePt t="78855" x="3702050" y="5213350"/>
          <p14:tracePt t="78871" x="3721100" y="5232400"/>
          <p14:tracePt t="78888" x="3727450" y="5238750"/>
          <p14:tracePt t="78905" x="3727450" y="5245100"/>
          <p14:tracePt t="78938" x="3727450" y="5251450"/>
          <p14:tracePt t="79014" x="3733800" y="5251450"/>
          <p14:tracePt t="79246" x="3733800" y="5245100"/>
          <p14:tracePt t="79310" x="3746500" y="5232400"/>
          <p14:tracePt t="79318" x="3765550" y="5219700"/>
          <p14:tracePt t="79326" x="3778250" y="5219700"/>
          <p14:tracePt t="79338" x="3778250" y="5207000"/>
          <p14:tracePt t="79355" x="3822700" y="5175250"/>
          <p14:tracePt t="79371" x="3835400" y="5162550"/>
          <p14:tracePt t="79388" x="3854450" y="5149850"/>
          <p14:tracePt t="79405" x="3873500" y="5124450"/>
          <p14:tracePt t="79422" x="3892550" y="5105400"/>
          <p14:tracePt t="79438" x="3898900" y="5099050"/>
          <p14:tracePt t="79455" x="3905250" y="5086350"/>
          <p14:tracePt t="79472" x="3911600" y="5067300"/>
          <p14:tracePt t="79488" x="3917950" y="5054600"/>
          <p14:tracePt t="79505" x="3943350" y="5022850"/>
          <p14:tracePt t="79522" x="3943350" y="5003800"/>
          <p14:tracePt t="79538" x="3943350" y="4997450"/>
          <p14:tracePt t="79555" x="3937000" y="4991100"/>
          <p14:tracePt t="79572" x="3937000" y="4984750"/>
          <p14:tracePt t="79846" x="3924300" y="4984750"/>
          <p14:tracePt t="80702" x="3930650" y="4984750"/>
          <p14:tracePt t="80726" x="3930650" y="4965700"/>
          <p14:tracePt t="80734" x="3930650" y="4959350"/>
          <p14:tracePt t="80742" x="3930650" y="4953000"/>
          <p14:tracePt t="80755" x="3930650" y="4946650"/>
          <p14:tracePt t="80772" x="3937000" y="4914900"/>
          <p14:tracePt t="80788" x="3937000" y="4895850"/>
          <p14:tracePt t="80805" x="3943350" y="4889500"/>
          <p14:tracePt t="80822" x="3943350" y="4883150"/>
          <p14:tracePt t="80950" x="3949700" y="4883150"/>
          <p14:tracePt t="80966" x="3949700" y="4895850"/>
          <p14:tracePt t="80974" x="3949700" y="4902200"/>
          <p14:tracePt t="80982" x="3949700" y="4921250"/>
          <p14:tracePt t="80990" x="3949700" y="4933950"/>
          <p14:tracePt t="81005" x="3949700" y="4972050"/>
          <p14:tracePt t="81022" x="3949700" y="5003800"/>
          <p14:tracePt t="81038" x="3949700" y="5035550"/>
          <p14:tracePt t="81055" x="3956050" y="5073650"/>
          <p14:tracePt t="81072" x="3956050" y="5099050"/>
          <p14:tracePt t="81105" x="3962400" y="5111750"/>
          <p14:tracePt t="81122" x="3962400" y="5124450"/>
          <p14:tracePt t="81174" x="3956050" y="5130800"/>
          <p14:tracePt t="81622" x="3956050" y="5124450"/>
          <p14:tracePt t="81630" x="3956050" y="5118100"/>
          <p14:tracePt t="81638" x="3962400" y="5111750"/>
          <p14:tracePt t="81655" x="3975100" y="5092700"/>
          <p14:tracePt t="81672" x="4013200" y="5067300"/>
          <p14:tracePt t="81688" x="4064000" y="5022850"/>
          <p14:tracePt t="81705" x="4114800" y="4978400"/>
          <p14:tracePt t="81721" x="4241800" y="4889500"/>
          <p14:tracePt t="81738" x="4330700" y="4826000"/>
          <p14:tracePt t="81755" x="4387850" y="4800600"/>
          <p14:tracePt t="81771" x="4572000" y="4648200"/>
          <p14:tracePt t="81788" x="4673600" y="4578350"/>
          <p14:tracePt t="81805" x="4800600" y="4489450"/>
          <p14:tracePt t="81822" x="5035550" y="4343400"/>
          <p14:tracePt t="81839" x="5092700" y="4324350"/>
          <p14:tracePt t="81855" x="5130800" y="4292600"/>
          <p14:tracePt t="81872" x="5219700" y="4248150"/>
          <p14:tracePt t="81888" x="5289550" y="4216400"/>
          <p14:tracePt t="81905" x="5340350" y="4191000"/>
          <p14:tracePt t="81922" x="5365750" y="4178300"/>
          <p14:tracePt t="81938" x="5410200" y="4165600"/>
          <p14:tracePt t="81955" x="5467350" y="4140200"/>
          <p14:tracePt t="81972" x="5511800" y="4127500"/>
          <p14:tracePt t="81988" x="5549900" y="4108450"/>
          <p14:tracePt t="82005" x="5607050" y="4076700"/>
          <p14:tracePt t="82022" x="5651500" y="4057650"/>
          <p14:tracePt t="82038" x="5689600" y="4038600"/>
          <p14:tracePt t="82055" x="5791200" y="3987800"/>
          <p14:tracePt t="82072" x="5822950" y="3975100"/>
          <p14:tracePt t="82088" x="5873750" y="3949700"/>
          <p14:tracePt t="82105" x="5886450" y="3943350"/>
          <p14:tracePt t="82122" x="5911850" y="3937000"/>
          <p14:tracePt t="82182" x="5905500" y="3962400"/>
          <p14:tracePt t="82190" x="5899150" y="3981450"/>
          <p14:tracePt t="82198" x="5899150" y="4013200"/>
          <p14:tracePt t="82207" x="5803900" y="4171950"/>
          <p14:tracePt t="82222" x="5715000" y="4318000"/>
          <p14:tracePt t="82238" x="5543550" y="4533900"/>
          <p14:tracePt t="82255" x="5295900" y="4832350"/>
          <p14:tracePt t="82271" x="5149850" y="4972050"/>
          <p14:tracePt t="82289" x="4953000" y="5194300"/>
          <p14:tracePt t="82305" x="4902200" y="5251450"/>
          <p14:tracePt t="82321" x="4889500" y="5276850"/>
          <p14:tracePt t="82338" x="4883150" y="5276850"/>
          <p14:tracePt t="82638" x="4876800" y="5276850"/>
          <p14:tracePt t="82662" x="4857750" y="5276850"/>
          <p14:tracePt t="82670" x="4845050" y="5276850"/>
          <p14:tracePt t="82678" x="4794250" y="5270500"/>
          <p14:tracePt t="82688" x="4730750" y="5270500"/>
          <p14:tracePt t="82705" x="4629150" y="5270500"/>
          <p14:tracePt t="82721" x="4343400" y="5270500"/>
          <p14:tracePt t="82738" x="4197350" y="5276850"/>
          <p14:tracePt t="82755" x="4051300" y="5276850"/>
          <p14:tracePt t="82772" x="3803650" y="5257800"/>
          <p14:tracePt t="82788" x="3714750" y="5257800"/>
          <p14:tracePt t="82805" x="3676650" y="5245100"/>
          <p14:tracePt t="83054" x="3683000" y="5245100"/>
          <p14:tracePt t="83070" x="3702050" y="5245100"/>
          <p14:tracePt t="83078" x="3727450" y="5245100"/>
          <p14:tracePt t="83088" x="3746500" y="5245100"/>
          <p14:tracePt t="83105" x="3765550" y="5245100"/>
          <p14:tracePt t="83121" x="3854450" y="5245100"/>
          <p14:tracePt t="83138" x="4006850" y="5245100"/>
          <p14:tracePt t="83155" x="4133850" y="5238750"/>
          <p14:tracePt t="83172" x="4267200" y="5238750"/>
          <p14:tracePt t="83188" x="4445000" y="5238750"/>
          <p14:tracePt t="83205" x="4533900" y="5238750"/>
          <p14:tracePt t="83207" x="4597400" y="5238750"/>
          <p14:tracePt t="83222" x="4737100" y="5238750"/>
          <p14:tracePt t="83238" x="4946650" y="5238750"/>
          <p14:tracePt t="83255" x="5029200" y="5238750"/>
          <p14:tracePt t="83272" x="5099050" y="5238750"/>
          <p14:tracePt t="83288" x="5137150" y="5232400"/>
          <p14:tracePt t="83305" x="5162550" y="5232400"/>
          <p14:tracePt t="83322" x="5181600" y="5232400"/>
          <p14:tracePt t="83338" x="5187950" y="5226050"/>
          <p14:tracePt t="83372" x="5194300" y="5226050"/>
          <p14:tracePt t="83388" x="5207000" y="5219700"/>
          <p14:tracePt t="83405" x="5226050" y="5213350"/>
          <p14:tracePt t="83422" x="5264150" y="5213350"/>
          <p14:tracePt t="83438" x="5289550" y="5213350"/>
          <p14:tracePt t="83455" x="5308600" y="5213350"/>
          <p14:tracePt t="83472" x="5314950" y="5213350"/>
          <p14:tracePt t="83630" x="5308600" y="5213350"/>
          <p14:tracePt t="83638" x="5283200" y="5213350"/>
          <p14:tracePt t="83646" x="5257800" y="5219700"/>
          <p14:tracePt t="83655" x="5226050" y="5219700"/>
          <p14:tracePt t="83672" x="5041900" y="5245100"/>
          <p14:tracePt t="83688" x="4914900" y="5276850"/>
          <p14:tracePt t="83705" x="4749800" y="5295900"/>
          <p14:tracePt t="83722" x="4527550" y="5308600"/>
          <p14:tracePt t="83738" x="4394200" y="5314950"/>
          <p14:tracePt t="83755" x="4337050" y="5314950"/>
          <p14:tracePt t="83772" x="4146550" y="5314950"/>
          <p14:tracePt t="83788" x="4089400" y="5314950"/>
          <p14:tracePt t="83805" x="4032250" y="5314950"/>
          <p14:tracePt t="83822" x="3981450" y="5314950"/>
          <p14:tracePt t="83855" x="3975100" y="5314950"/>
          <p14:tracePt t="83982" x="3962400" y="5314950"/>
          <p14:tracePt t="84294" x="3962400" y="5308600"/>
          <p14:tracePt t="84326" x="3968750" y="5302250"/>
          <p14:tracePt t="84342" x="3968750" y="5295900"/>
          <p14:tracePt t="84358" x="3968750" y="5289550"/>
          <p14:tracePt t="84374" x="3975100" y="5270500"/>
          <p14:tracePt t="84398" x="3981450" y="5257800"/>
          <p14:tracePt t="84406" x="3994150" y="5251450"/>
          <p14:tracePt t="84414" x="3994150" y="5238750"/>
          <p14:tracePt t="84422" x="4000500" y="5232400"/>
          <p14:tracePt t="84438" x="4019550" y="5207000"/>
          <p14:tracePt t="84455" x="4038600" y="5194300"/>
          <p14:tracePt t="84488" x="4051300" y="5181600"/>
          <p14:tracePt t="84505" x="4064000" y="5168900"/>
          <p14:tracePt t="84521" x="4076700" y="5156200"/>
          <p14:tracePt t="84538" x="4108450" y="5130800"/>
          <p14:tracePt t="84555" x="4108450" y="5124450"/>
          <p14:tracePt t="84572" x="4140200" y="5099050"/>
          <p14:tracePt t="84589" x="4197350" y="5041900"/>
          <p14:tracePt t="84605" x="4241800" y="5010150"/>
          <p14:tracePt t="84622" x="4381500" y="4889500"/>
          <p14:tracePt t="84638" x="4432300" y="4845050"/>
          <p14:tracePt t="84655" x="4508500" y="4768850"/>
          <p14:tracePt t="84672" x="4616450" y="4692650"/>
          <p14:tracePt t="84688" x="4806950" y="4552950"/>
          <p14:tracePt t="84705" x="4895850" y="4495800"/>
          <p14:tracePt t="84721" x="4972050" y="4432300"/>
          <p14:tracePt t="84738" x="5080000" y="4356100"/>
          <p14:tracePt t="84755" x="5143500" y="4298950"/>
          <p14:tracePt t="84772" x="5181600" y="4254500"/>
          <p14:tracePt t="84789" x="5334000" y="4152900"/>
          <p14:tracePt t="84805" x="5391150" y="4114800"/>
          <p14:tracePt t="84822" x="5429250" y="4089400"/>
          <p14:tracePt t="84838" x="5499100" y="4038600"/>
          <p14:tracePt t="84855" x="5518150" y="4025900"/>
          <p14:tracePt t="84872" x="5543550" y="4013200"/>
          <p14:tracePt t="84888" x="5549900" y="4006850"/>
          <p14:tracePt t="84905" x="5568950" y="4000500"/>
          <p14:tracePt t="84922" x="5588000" y="3987800"/>
          <p14:tracePt t="84955" x="5632450" y="3962400"/>
          <p14:tracePt t="84972" x="5645150" y="3956050"/>
          <p14:tracePt t="84988" x="5664200" y="3943350"/>
          <p14:tracePt t="85005" x="5670550" y="3937000"/>
          <p14:tracePt t="85022" x="5702300" y="3917950"/>
          <p14:tracePt t="85038" x="5702300" y="3911600"/>
          <p14:tracePt t="85055" x="5708650" y="3905250"/>
          <p14:tracePt t="85246" x="5702300" y="3905250"/>
          <p14:tracePt t="85254" x="5695950" y="3898900"/>
          <p14:tracePt t="85278" x="5676900" y="3898900"/>
          <p14:tracePt t="85286" x="5670550" y="3898900"/>
          <p14:tracePt t="85295" x="5651500" y="3898900"/>
          <p14:tracePt t="85305" x="5626100" y="3898900"/>
          <p14:tracePt t="85321" x="5581650" y="3898900"/>
          <p14:tracePt t="85338" x="5543550" y="3898900"/>
          <p14:tracePt t="85355" x="5461000" y="3892550"/>
          <p14:tracePt t="85372" x="5429250" y="3892550"/>
          <p14:tracePt t="85388" x="5384800" y="3886200"/>
          <p14:tracePt t="85686" x="5410200" y="3879850"/>
          <p14:tracePt t="85694" x="5416550" y="3879850"/>
          <p14:tracePt t="85705" x="5429250" y="3879850"/>
          <p14:tracePt t="85721" x="5473700" y="3873500"/>
          <p14:tracePt t="85738" x="5480050" y="3873500"/>
          <p14:tracePt t="85755" x="5543550" y="3879850"/>
          <p14:tracePt t="85772" x="5562600" y="3879850"/>
          <p14:tracePt t="85789" x="5619750" y="3886200"/>
          <p14:tracePt t="85805" x="5645150" y="3886200"/>
          <p14:tracePt t="85821" x="5664200" y="3886200"/>
          <p14:tracePt t="85838" x="5670550" y="3886200"/>
          <p14:tracePt t="85855" x="5683250" y="3886200"/>
          <p14:tracePt t="85872" x="5695950" y="3886200"/>
          <p14:tracePt t="85888" x="5702300" y="3886200"/>
          <p14:tracePt t="85905" x="5715000" y="3886200"/>
          <p14:tracePt t="85922" x="5721350" y="3886200"/>
          <p14:tracePt t="86054" x="5721350" y="3892550"/>
          <p14:tracePt t="86086" x="5721350" y="3898900"/>
          <p14:tracePt t="86094" x="5721350" y="3905250"/>
          <p14:tracePt t="86105" x="5721350" y="3911600"/>
          <p14:tracePt t="86134" x="5721350" y="3924300"/>
          <p14:tracePt t="86150" x="5721350" y="3930650"/>
          <p14:tracePt t="86181" x="5721350" y="3937000"/>
          <p14:tracePt t="86213" x="5721350" y="3943350"/>
          <p14:tracePt t="86221" x="5721350" y="3949700"/>
          <p14:tracePt t="86237" x="5721350" y="3956050"/>
          <p14:tracePt t="86246" x="5721350" y="3981450"/>
          <p14:tracePt t="86255" x="5715000" y="4000500"/>
          <p14:tracePt t="86271" x="5702300" y="4013200"/>
          <p14:tracePt t="86288" x="5695950" y="4038600"/>
          <p14:tracePt t="86305" x="5651500" y="4127500"/>
          <p14:tracePt t="86322" x="5638800" y="4171950"/>
          <p14:tracePt t="86338" x="5568950" y="4273550"/>
          <p14:tracePt t="86355" x="5543550" y="4305300"/>
          <p14:tracePt t="86372" x="5511800" y="4349750"/>
          <p14:tracePt t="86389" x="5486400" y="4400550"/>
          <p14:tracePt t="86405" x="5467350" y="4425950"/>
          <p14:tracePt t="86422" x="5454650" y="4457700"/>
          <p14:tracePt t="86438" x="5429250" y="4495800"/>
          <p14:tracePt t="86455" x="5422900" y="4508500"/>
          <p14:tracePt t="86472" x="5416550" y="4546600"/>
          <p14:tracePt t="86488" x="5410200" y="4565650"/>
          <p14:tracePt t="86505" x="5391150" y="4572000"/>
          <p14:tracePt t="86521" x="5384800" y="4603750"/>
          <p14:tracePt t="86538" x="5359400" y="4641850"/>
          <p14:tracePt t="86555" x="5340350" y="4686300"/>
          <p14:tracePt t="86572" x="5327650" y="4737100"/>
          <p14:tracePt t="86588" x="5321300" y="4756150"/>
          <p14:tracePt t="86605" x="5289550" y="4845050"/>
          <p14:tracePt t="86622" x="5257800" y="4921250"/>
          <p14:tracePt t="86638" x="5232400" y="5003800"/>
          <p14:tracePt t="86655" x="5219700" y="5035550"/>
          <p14:tracePt t="86672" x="5213350" y="5054600"/>
          <p14:tracePt t="86688" x="5207000" y="5092700"/>
          <p14:tracePt t="86705" x="5207000" y="5099050"/>
          <p14:tracePt t="86722" x="5207000" y="5111750"/>
          <p14:tracePt t="86766" x="5213350" y="5111750"/>
          <p14:tracePt t="86790" x="5207000" y="5111750"/>
          <p14:tracePt t="87270" x="5207000" y="5105400"/>
          <p14:tracePt t="87710" x="5194300" y="5105400"/>
          <p14:tracePt t="87718" x="5175250" y="5105400"/>
          <p14:tracePt t="87726" x="5105400" y="5111750"/>
          <p14:tracePt t="87738" x="5080000" y="5111750"/>
          <p14:tracePt t="87755" x="4953000" y="5118100"/>
          <p14:tracePt t="87771" x="4737100" y="5130800"/>
          <p14:tracePt t="87788" x="4552950" y="5130800"/>
          <p14:tracePt t="87805" x="4381500" y="5137150"/>
          <p14:tracePt t="87822" x="4191000" y="5149850"/>
          <p14:tracePt t="87838" x="4165600" y="5149850"/>
          <p14:tracePt t="87855" x="4146550" y="5149850"/>
          <p14:tracePt t="87872" x="4121150" y="5156200"/>
          <p14:tracePt t="87888" x="4114800" y="5156200"/>
          <p14:tracePt t="87922" x="4108450" y="5156200"/>
          <p14:tracePt t="87959" x="4108450" y="5162550"/>
          <p14:tracePt t="87975" x="4102100" y="5162550"/>
          <p14:tracePt t="88158" x="4108450" y="5162550"/>
          <p14:tracePt t="88166" x="4114800" y="5162550"/>
          <p14:tracePt t="88174" x="4127500" y="5162550"/>
          <p14:tracePt t="88190" x="4133850" y="5162550"/>
          <p14:tracePt t="88205" x="4146550" y="5162550"/>
          <p14:tracePt t="88222" x="4273550" y="5181600"/>
          <p14:tracePt t="88238" x="4305300" y="5187950"/>
          <p14:tracePt t="88255" x="4495800" y="5207000"/>
          <p14:tracePt t="88272" x="4616450" y="5219700"/>
          <p14:tracePt t="88288" x="4737100" y="5219700"/>
          <p14:tracePt t="88305" x="4940300" y="5226050"/>
          <p14:tracePt t="88321" x="5067300" y="5226050"/>
          <p14:tracePt t="88338" x="5105400" y="5226050"/>
          <p14:tracePt t="88355" x="5181600" y="5226050"/>
          <p14:tracePt t="88371" x="5276850" y="5213350"/>
          <p14:tracePt t="88388" x="5314950" y="5213350"/>
          <p14:tracePt t="88405" x="5346700" y="5207000"/>
          <p14:tracePt t="88422" x="5372100" y="5200650"/>
          <p14:tracePt t="88439" x="5391150" y="5194300"/>
          <p14:tracePt t="88471" x="5403850" y="5194300"/>
          <p14:tracePt t="88488" x="5410200" y="5194300"/>
          <p14:tracePt t="88505" x="5422900" y="5194300"/>
          <p14:tracePt t="88522" x="5435600" y="5194300"/>
          <p14:tracePt t="88538" x="5454650" y="5187950"/>
          <p14:tracePt t="88555" x="5480050" y="5181600"/>
          <p14:tracePt t="88758" x="5467350" y="5181600"/>
          <p14:tracePt t="88766" x="5461000" y="5187950"/>
          <p14:tracePt t="88774" x="5435600" y="5187950"/>
          <p14:tracePt t="88788" x="5410200" y="5187950"/>
          <p14:tracePt t="88805" x="5283200" y="5200650"/>
          <p14:tracePt t="88821" x="5118100" y="5200650"/>
          <p14:tracePt t="88838" x="5035550" y="5200650"/>
          <p14:tracePt t="88855" x="4826000" y="5181600"/>
          <p14:tracePt t="88872" x="4705350" y="5175250"/>
          <p14:tracePt t="88888" x="4451350" y="5143500"/>
          <p14:tracePt t="88905" x="4337050" y="5130800"/>
          <p14:tracePt t="88922" x="4248150" y="5130800"/>
          <p14:tracePt t="88938" x="4203700" y="5124450"/>
          <p14:tracePt t="88955" x="4108450" y="5124450"/>
          <p14:tracePt t="88972" x="4083050" y="5124450"/>
          <p14:tracePt t="88988" x="4057650" y="5124450"/>
          <p14:tracePt t="89005" x="4025900" y="5130800"/>
          <p14:tracePt t="89021" x="4019550" y="5130800"/>
          <p14:tracePt t="89038" x="4006850" y="5130800"/>
          <p14:tracePt t="89071" x="4000500" y="5130800"/>
          <p14:tracePt t="89088" x="3994150" y="5130800"/>
          <p14:tracePt t="89198" x="3981450" y="5130800"/>
          <p14:tracePt t="89286" x="3981450" y="5124450"/>
          <p14:tracePt t="89310" x="3994150" y="5124450"/>
          <p14:tracePt t="89318" x="3994150" y="5118100"/>
          <p14:tracePt t="89326" x="4000500" y="5118100"/>
          <p14:tracePt t="89338" x="4019550" y="5111750"/>
          <p14:tracePt t="89355" x="4038600" y="5111750"/>
          <p14:tracePt t="89371" x="4064000" y="5105400"/>
          <p14:tracePt t="89388" x="4133850" y="5105400"/>
          <p14:tracePt t="89405" x="4178300" y="5105400"/>
          <p14:tracePt t="89421" x="4260850" y="5111750"/>
          <p14:tracePt t="89438" x="4381500" y="5137150"/>
          <p14:tracePt t="89455" x="4406900" y="5137150"/>
          <p14:tracePt t="89471" x="4483100" y="5149850"/>
          <p14:tracePt t="89488" x="4584700" y="5168900"/>
          <p14:tracePt t="89505" x="4648200" y="5175250"/>
          <p14:tracePt t="89522" x="4686300" y="5187950"/>
          <p14:tracePt t="89538" x="4768850" y="5194300"/>
          <p14:tracePt t="89555" x="4787900" y="5194300"/>
          <p14:tracePt t="89572" x="4826000" y="5194300"/>
          <p14:tracePt t="89588" x="4857750" y="5194300"/>
          <p14:tracePt t="89605" x="4889500" y="5194300"/>
          <p14:tracePt t="89622" x="4933950" y="5194300"/>
          <p14:tracePt t="89638" x="4940300" y="5194300"/>
          <p14:tracePt t="89655" x="4965700" y="5194300"/>
          <p14:tracePt t="89672" x="5003800" y="5200650"/>
          <p14:tracePt t="89688" x="5029200" y="5219700"/>
          <p14:tracePt t="89705" x="5060950" y="5232400"/>
          <p14:tracePt t="89722" x="5067300" y="5238750"/>
          <p14:tracePt t="89738" x="5092700" y="5245100"/>
          <p14:tracePt t="89755" x="5118100" y="5264150"/>
          <p14:tracePt t="89771" x="5124450" y="5270500"/>
          <p14:tracePt t="89990" x="5124450" y="5276850"/>
          <p14:tracePt t="90078" x="5111750" y="5276850"/>
          <p14:tracePt t="90086" x="5099050" y="5276850"/>
          <p14:tracePt t="90094" x="5092700" y="5276850"/>
          <p14:tracePt t="90105" x="5073650" y="5270500"/>
          <p14:tracePt t="90121" x="5010150" y="5270500"/>
          <p14:tracePt t="90138" x="4908550" y="5264150"/>
          <p14:tracePt t="90155" x="4781550" y="5257800"/>
          <p14:tracePt t="90171" x="4660900" y="5257800"/>
          <p14:tracePt t="90189" x="4375150" y="5257800"/>
          <p14:tracePt t="90205" x="4203700" y="5257800"/>
          <p14:tracePt t="90207" x="4133850" y="5264150"/>
          <p14:tracePt t="90222" x="4057650" y="5264150"/>
          <p14:tracePt t="90238" x="3810000" y="5264150"/>
          <p14:tracePt t="90255" x="3727450" y="5264150"/>
          <p14:tracePt t="90272" x="3670300" y="5264150"/>
          <p14:tracePt t="90288" x="3613150" y="5270500"/>
          <p14:tracePt t="90305" x="3606800" y="5270500"/>
          <p14:tracePt t="90322" x="3594100" y="5276850"/>
          <p14:tracePt t="90590" x="3619500" y="5270500"/>
          <p14:tracePt t="90598" x="3625850" y="5270500"/>
          <p14:tracePt t="90606" x="3651250" y="5264150"/>
          <p14:tracePt t="90622" x="3657600" y="5264150"/>
          <p14:tracePt t="90638" x="3765550" y="5251450"/>
          <p14:tracePt t="90654" x="3854450" y="5251450"/>
          <p14:tracePt t="90672" x="3930650" y="5251450"/>
          <p14:tracePt t="90688" x="4127500" y="5251450"/>
          <p14:tracePt t="90705" x="4229100" y="5251450"/>
          <p14:tracePt t="90721" x="4254500" y="5251450"/>
          <p14:tracePt t="90738" x="4362450" y="5270500"/>
          <p14:tracePt t="90755" x="4495800" y="5289550"/>
          <p14:tracePt t="90771" x="4572000" y="5302250"/>
          <p14:tracePt t="90788" x="4622800" y="5302250"/>
          <p14:tracePt t="90805" x="4724400" y="5302250"/>
          <p14:tracePt t="90822" x="4819650" y="5308600"/>
          <p14:tracePt t="90838" x="4857750" y="5308600"/>
          <p14:tracePt t="90855" x="4953000" y="5308600"/>
          <p14:tracePt t="90872" x="4997450" y="5308600"/>
          <p14:tracePt t="90888" x="5016500" y="5308600"/>
          <p14:tracePt t="90905" x="5099050" y="5308600"/>
          <p14:tracePt t="90921" x="5175250" y="5308600"/>
          <p14:tracePt t="90938" x="5238750" y="5308600"/>
          <p14:tracePt t="90955" x="5289550" y="5308600"/>
          <p14:tracePt t="90972" x="5321300" y="5308600"/>
          <p14:tracePt t="90988" x="5359400" y="5308600"/>
          <p14:tracePt t="91878" x="5365750" y="5308600"/>
          <p14:tracePt t="92598" x="5372100" y="5308600"/>
          <p14:tracePt t="93886" x="5372100" y="5302250"/>
          <p14:tracePt t="93942" x="5372100" y="5295900"/>
          <p14:tracePt t="93989" x="5365750" y="5283200"/>
          <p14:tracePt t="94006" x="5365750" y="5276850"/>
          <p14:tracePt t="94014" x="5359400" y="5276850"/>
          <p14:tracePt t="94022" x="5359400" y="5270500"/>
          <p14:tracePt t="94038" x="5346700" y="5264150"/>
          <p14:tracePt t="94055" x="5334000" y="5264150"/>
          <p14:tracePt t="94094" x="5334000" y="5251450"/>
          <p14:tracePt t="94126" x="5327650" y="5245100"/>
          <p14:tracePt t="94158" x="5321300" y="5232400"/>
          <p14:tracePt t="94166" x="5314950" y="5232400"/>
          <p14:tracePt t="94302" x="5314950" y="5226050"/>
          <p14:tracePt t="94310" x="5308600" y="5226050"/>
          <p14:tracePt t="94838" x="5308600" y="5219700"/>
          <p14:tracePt t="94845" x="5321300" y="5213350"/>
          <p14:tracePt t="94854" x="5327650" y="5194300"/>
          <p14:tracePt t="94871" x="5346700" y="5181600"/>
          <p14:tracePt t="94888" x="5397500" y="5130800"/>
          <p14:tracePt t="94905" x="5524500" y="5016500"/>
          <p14:tracePt t="94921" x="5588000" y="4959350"/>
          <p14:tracePt t="94938" x="5670550" y="4870450"/>
          <p14:tracePt t="94955" x="5759450" y="4756150"/>
          <p14:tracePt t="94972" x="5835650" y="4673600"/>
          <p14:tracePt t="94988" x="5905500" y="4578350"/>
          <p14:tracePt t="95005" x="5956300" y="4470400"/>
          <p14:tracePt t="95021" x="5981700" y="4425950"/>
          <p14:tracePt t="95055" x="5994400" y="4394200"/>
          <p14:tracePt t="95072" x="5994400" y="4375150"/>
          <p14:tracePt t="95088" x="6000750" y="4356100"/>
          <p14:tracePt t="95105" x="5994400" y="4337050"/>
          <p14:tracePt t="95122" x="5994400" y="4311650"/>
          <p14:tracePt t="95138" x="5988050" y="4311650"/>
          <p14:tracePt t="95155" x="5962650" y="4279900"/>
          <p14:tracePt t="95172" x="5937250" y="4254500"/>
          <p14:tracePt t="95189" x="5892800" y="4216400"/>
          <p14:tracePt t="95205" x="5854700" y="4203700"/>
          <p14:tracePt t="95207" x="5829300" y="4197350"/>
          <p14:tracePt t="95222" x="5759450" y="4165600"/>
          <p14:tracePt t="95238" x="5708650" y="4152900"/>
          <p14:tracePt t="95255" x="5664200" y="4133850"/>
          <p14:tracePt t="95271" x="5575300" y="4095750"/>
          <p14:tracePt t="95288" x="5518150" y="4076700"/>
          <p14:tracePt t="95305" x="5467350" y="4057650"/>
          <p14:tracePt t="95321" x="5410200" y="4038600"/>
          <p14:tracePt t="95338" x="5365750" y="4032250"/>
          <p14:tracePt t="95355" x="5295900" y="4032250"/>
          <p14:tracePt t="95372" x="5219700" y="4032250"/>
          <p14:tracePt t="95388" x="5149850" y="4051300"/>
          <p14:tracePt t="95405" x="5137150" y="4057650"/>
          <p14:tracePt t="95422" x="5029200" y="4089400"/>
          <p14:tracePt t="95438" x="4991100" y="4108450"/>
          <p14:tracePt t="95455" x="4895850" y="4140200"/>
          <p14:tracePt t="95472" x="4889500" y="4146550"/>
          <p14:tracePt t="95488" x="4845050" y="4165600"/>
          <p14:tracePt t="95505" x="4730750" y="4229100"/>
          <p14:tracePt t="95521" x="4679950" y="4254500"/>
          <p14:tracePt t="95538" x="4597400" y="4311650"/>
          <p14:tracePt t="95555" x="4572000" y="4318000"/>
          <p14:tracePt t="95571" x="4546600" y="4343400"/>
          <p14:tracePt t="95588" x="4527550" y="4375150"/>
          <p14:tracePt t="95605" x="4502150" y="4406900"/>
          <p14:tracePt t="95622" x="4495800" y="4425950"/>
          <p14:tracePt t="95638" x="4489450" y="4432300"/>
          <p14:tracePt t="95655" x="4489450" y="4451350"/>
          <p14:tracePt t="95672" x="4489450" y="4464050"/>
          <p14:tracePt t="95688" x="4489450" y="4476750"/>
          <p14:tracePt t="95705" x="4495800" y="4489450"/>
          <p14:tracePt t="95722" x="4495800" y="4502150"/>
          <p14:tracePt t="95738" x="4502150" y="4508500"/>
          <p14:tracePt t="95755" x="4514850" y="4521200"/>
          <p14:tracePt t="95772" x="4527550" y="4527550"/>
          <p14:tracePt t="95788" x="4540250" y="4527550"/>
          <p14:tracePt t="95805" x="4552950" y="4533900"/>
          <p14:tracePt t="95822" x="4597400" y="4546600"/>
          <p14:tracePt t="95838" x="4603750" y="4546600"/>
          <p14:tracePt t="95855" x="4648200" y="4552950"/>
          <p14:tracePt t="95871" x="4667250" y="4552950"/>
          <p14:tracePt t="95888" x="4718050" y="4559300"/>
          <p14:tracePt t="95905" x="4768850" y="4559300"/>
          <p14:tracePt t="95922" x="4794250" y="4552950"/>
          <p14:tracePt t="95938" x="4813300" y="4552950"/>
          <p14:tracePt t="95955" x="4838700" y="4546600"/>
          <p14:tracePt t="95972" x="4857750" y="4533900"/>
          <p14:tracePt t="95988" x="4876800" y="4521200"/>
          <p14:tracePt t="96022" x="4876800" y="4514850"/>
          <p14:tracePt t="96038" x="4876800" y="4502150"/>
          <p14:tracePt t="96166" x="4883150" y="4502150"/>
          <p14:tracePt t="96174" x="4883150" y="4508500"/>
          <p14:tracePt t="96190" x="4895850" y="4514850"/>
          <p14:tracePt t="96198" x="4902200" y="4514850"/>
          <p14:tracePt t="96207" x="4933950" y="4527550"/>
          <p14:tracePt t="96222" x="4940300" y="4527550"/>
          <p14:tracePt t="96238" x="5048250" y="4533900"/>
          <p14:tracePt t="96255" x="5143500" y="4546600"/>
          <p14:tracePt t="96272" x="5207000" y="4546600"/>
          <p14:tracePt t="96288" x="5378450" y="4546600"/>
          <p14:tracePt t="96305" x="5397500" y="4546600"/>
          <p14:tracePt t="96322" x="5480050" y="4546600"/>
          <p14:tracePt t="96338" x="5549900" y="4546600"/>
          <p14:tracePt t="96355" x="5645150" y="4546600"/>
          <p14:tracePt t="96371" x="5689600" y="4546600"/>
          <p14:tracePt t="96388" x="5708650" y="4546600"/>
          <p14:tracePt t="96404" x="5727700" y="4540250"/>
          <p14:tracePt t="96422" x="5727700" y="4533900"/>
          <p14:tracePt t="96446" x="5727700" y="4527550"/>
          <p14:tracePt t="96630" x="5727700" y="4521200"/>
          <p14:tracePt t="96646" x="5727700" y="4514850"/>
          <p14:tracePt t="96670" x="5721350" y="4514850"/>
          <p14:tracePt t="96677" x="5721350" y="4502150"/>
          <p14:tracePt t="96694" x="5708650" y="4502150"/>
          <p14:tracePt t="96718" x="5708650" y="4495800"/>
          <p14:tracePt t="96733" x="5708650" y="4489450"/>
          <p14:tracePt t="96742" x="5702300" y="4489450"/>
          <p14:tracePt t="96758" x="5695950" y="4483100"/>
          <p14:tracePt t="96771" x="5676900" y="4476750"/>
          <p14:tracePt t="96788" x="5638800" y="4470400"/>
          <p14:tracePt t="96805" x="5581650" y="4464050"/>
          <p14:tracePt t="96821" x="5543550" y="4464050"/>
          <p14:tracePt t="96838" x="5530850" y="4464050"/>
          <p14:tracePt t="96855" x="5524500" y="4476750"/>
          <p14:tracePt t="96888" x="5518150" y="4483100"/>
          <p14:tracePt t="96905" x="5518150" y="4495800"/>
          <p14:tracePt t="96926" x="5518150" y="4502150"/>
          <p14:tracePt t="96938" x="5518150" y="4508500"/>
          <p14:tracePt t="96955" x="5518150" y="4521200"/>
          <p14:tracePt t="96972" x="5524500" y="4540250"/>
          <p14:tracePt t="96988" x="5537200" y="4552950"/>
          <p14:tracePt t="97005" x="5543550" y="4552950"/>
          <p14:tracePt t="97021" x="5549900" y="4559300"/>
          <p14:tracePt t="97046" x="5556250" y="4559300"/>
          <p14:tracePt t="97070" x="5556250" y="4552950"/>
          <p14:tracePt t="97078" x="5556250" y="4546600"/>
          <p14:tracePt t="97088" x="5562600" y="4540250"/>
          <p14:tracePt t="97105" x="5562600" y="4521200"/>
          <p14:tracePt t="97122" x="5549900" y="4489450"/>
          <p14:tracePt t="97138" x="5543550" y="4470400"/>
          <p14:tracePt t="97155" x="5543550" y="4432300"/>
          <p14:tracePt t="97171" x="5530850" y="4400550"/>
          <p14:tracePt t="97188" x="5511800" y="4356100"/>
          <p14:tracePt t="97205" x="5511800" y="4343400"/>
          <p14:tracePt t="97221" x="5511800" y="4337050"/>
          <p14:tracePt t="97302" x="5511800" y="4349750"/>
          <p14:tracePt t="97310" x="5511800" y="4375150"/>
          <p14:tracePt t="97321" x="5524500" y="4375150"/>
          <p14:tracePt t="97338" x="5543550" y="4406900"/>
          <p14:tracePt t="97355" x="5562600" y="4438650"/>
          <p14:tracePt t="97372" x="5600700" y="4483100"/>
          <p14:tracePt t="97388" x="5607050" y="4502150"/>
          <p14:tracePt t="97405" x="5619750" y="4527550"/>
          <p14:tracePt t="97421" x="5632450" y="4527550"/>
          <p14:tracePt t="97438" x="5632450" y="4540250"/>
          <p14:tracePt t="97455" x="5645150" y="4540250"/>
          <p14:tracePt t="97472" x="5651500" y="4540250"/>
          <p14:tracePt t="97509" x="5657850" y="4540250"/>
          <p14:tracePt t="97533" x="5670550" y="4540250"/>
          <p14:tracePt t="97542" x="5670550" y="4533900"/>
          <p14:tracePt t="97558" x="5695950" y="4514850"/>
          <p14:tracePt t="97574" x="5715000" y="4508500"/>
          <p14:tracePt t="97588" x="5734050" y="4489450"/>
          <p14:tracePt t="97605" x="5753100" y="4464050"/>
          <p14:tracePt t="97621" x="5784850" y="4387850"/>
          <p14:tracePt t="97638" x="5791200" y="4368800"/>
          <p14:tracePt t="97655" x="5772150" y="4337050"/>
          <p14:tracePt t="97672" x="5753100" y="4311650"/>
          <p14:tracePt t="97688" x="5727700" y="4273550"/>
          <p14:tracePt t="97705" x="5657850" y="4229100"/>
          <p14:tracePt t="97721" x="5562600" y="4197350"/>
          <p14:tracePt t="97738" x="5441950" y="4178300"/>
          <p14:tracePt t="97755" x="5314950" y="4171950"/>
          <p14:tracePt t="97772" x="5251450" y="4171950"/>
          <p14:tracePt t="97788" x="5207000" y="4171950"/>
          <p14:tracePt t="97805" x="5156200" y="4191000"/>
          <p14:tracePt t="97822" x="5130800" y="4203700"/>
          <p14:tracePt t="97838" x="5086350" y="4222750"/>
          <p14:tracePt t="97855" x="5067300" y="4235450"/>
          <p14:tracePt t="97871" x="5041900" y="4254500"/>
          <p14:tracePt t="97888" x="5029200" y="4260850"/>
          <p14:tracePt t="97905" x="5016500" y="4273550"/>
          <p14:tracePt t="97922" x="4940300" y="4305300"/>
          <p14:tracePt t="97938" x="4927600" y="4305300"/>
          <p14:tracePt t="97955" x="4902200" y="4318000"/>
          <p14:tracePt t="97972" x="4857750" y="4337050"/>
          <p14:tracePt t="97989" x="4832350" y="4337050"/>
          <p14:tracePt t="98005" x="4819650" y="4343400"/>
          <p14:tracePt t="98118" x="4819650" y="4349750"/>
          <p14:tracePt t="98158" x="4819650" y="4362450"/>
          <p14:tracePt t="98174" x="4819650" y="4368800"/>
          <p14:tracePt t="98182" x="4832350" y="4375150"/>
          <p14:tracePt t="98190" x="4851400" y="4387850"/>
          <p14:tracePt t="98207" x="4864100" y="4394200"/>
          <p14:tracePt t="98221" x="4889500" y="4413250"/>
          <p14:tracePt t="98238" x="4959350" y="4445000"/>
          <p14:tracePt t="98255" x="5029200" y="4464050"/>
          <p14:tracePt t="98271" x="5156200" y="4483100"/>
          <p14:tracePt t="98288" x="5187950" y="4489450"/>
          <p14:tracePt t="98305" x="5295900" y="4495800"/>
          <p14:tracePt t="98322" x="5397500" y="4495800"/>
          <p14:tracePt t="98338" x="5562600" y="4495800"/>
          <p14:tracePt t="98355" x="5670550" y="4489450"/>
          <p14:tracePt t="98372" x="5727700" y="4489450"/>
          <p14:tracePt t="98388" x="5797550" y="4489450"/>
          <p14:tracePt t="98404" x="5822950" y="4489450"/>
          <p14:tracePt t="98421" x="5829300" y="4476750"/>
          <p14:tracePt t="98598" x="5829300" y="4470400"/>
          <p14:tracePt t="98654" x="5816600" y="4470400"/>
          <p14:tracePt t="98662" x="5803900" y="4464050"/>
          <p14:tracePt t="98678" x="5784850" y="4457700"/>
          <p14:tracePt t="98688" x="5765800" y="4451350"/>
          <p14:tracePt t="98705" x="5664200" y="4445000"/>
          <p14:tracePt t="98721" x="5600700" y="4445000"/>
          <p14:tracePt t="98738" x="5575300" y="4445000"/>
          <p14:tracePt t="98755" x="5556250" y="4445000"/>
          <p14:tracePt t="98771" x="5549900" y="4445000"/>
          <p14:tracePt t="98788" x="5543550" y="4451350"/>
          <p14:tracePt t="98830" x="5543550" y="4457700"/>
          <p14:tracePt t="98845" x="5543550" y="4464050"/>
          <p14:tracePt t="98853" x="5537200" y="4470400"/>
          <p14:tracePt t="98878" x="5537200" y="4476750"/>
          <p14:tracePt t="98894" x="5537200" y="4489450"/>
          <p14:tracePt t="98910" x="5537200" y="4495800"/>
          <p14:tracePt t="98934" x="5543550" y="4495800"/>
          <p14:tracePt t="98942" x="5543550" y="4502150"/>
          <p14:tracePt t="98949" x="5543550" y="4508500"/>
          <p14:tracePt t="98958" x="5549900" y="4508500"/>
          <p14:tracePt t="98971" x="5556250" y="4508500"/>
          <p14:tracePt t="98988" x="5581650" y="4514850"/>
          <p14:tracePt t="99005" x="5638800" y="4533900"/>
          <p14:tracePt t="99021" x="5702300" y="4540250"/>
          <p14:tracePt t="99038" x="5753100" y="4546600"/>
          <p14:tracePt t="99055" x="5937250" y="4572000"/>
          <p14:tracePt t="99071" x="6057900" y="4578350"/>
          <p14:tracePt t="99088" x="6229350" y="4591050"/>
          <p14:tracePt t="99105" x="6280150" y="4597400"/>
          <p14:tracePt t="99122" x="6350000" y="4597400"/>
          <p14:tracePt t="99138" x="6413500" y="4603750"/>
          <p14:tracePt t="99155" x="6489700" y="4603750"/>
          <p14:tracePt t="99172" x="6496050" y="4603750"/>
          <p14:tracePt t="99188" x="6502400" y="4603750"/>
          <p14:tracePt t="99366" x="6508750" y="4603750"/>
          <p14:tracePt t="99414" x="6508750" y="4597400"/>
          <p14:tracePt t="99430" x="6515100" y="4584700"/>
          <p14:tracePt t="99446" x="6515100" y="4578350"/>
          <p14:tracePt t="99454" x="6521450" y="4572000"/>
          <p14:tracePt t="99478" x="6521450" y="4565650"/>
          <p14:tracePt t="99494" x="6534150" y="4559300"/>
          <p14:tracePt t="99542" x="6546850" y="4552950"/>
          <p14:tracePt t="99582" x="6546850" y="4546600"/>
          <p14:tracePt t="99606" x="6553200" y="4546600"/>
          <p14:tracePt t="99654" x="6572250" y="4546600"/>
          <p14:tracePt t="100158" x="6565900" y="4546600"/>
          <p14:tracePt t="100175" x="6553200" y="4546600"/>
          <p14:tracePt t="100190" x="6546850" y="4559300"/>
          <p14:tracePt t="100206" x="6534150" y="4559300"/>
          <p14:tracePt t="100238" x="6527800" y="4565650"/>
          <p14:tracePt t="100245" x="6521450" y="4565650"/>
          <p14:tracePt t="100270" x="6508750" y="4572000"/>
          <p14:tracePt t="100302" x="6502400" y="4572000"/>
          <p14:tracePt t="100326" x="6489700" y="4584700"/>
          <p14:tracePt t="100358" x="6483350" y="4584700"/>
          <p14:tracePt t="100374" x="6483350" y="4597400"/>
          <p14:tracePt t="100422" x="6477000" y="4603750"/>
          <p14:tracePt t="100438" x="6477000" y="4616450"/>
          <p14:tracePt t="100462" x="6483350" y="4622800"/>
          <p14:tracePt t="100478" x="6483350" y="4629150"/>
          <p14:tracePt t="100485" x="6489700" y="4635500"/>
          <p14:tracePt t="100494" x="6496050" y="4641850"/>
          <p14:tracePt t="100518" x="6496050" y="4648200"/>
          <p14:tracePt t="100526" x="6508750" y="4648200"/>
          <p14:tracePt t="100542" x="6515100" y="4654550"/>
          <p14:tracePt t="100686" x="6515100" y="4648200"/>
          <p14:tracePt t="100774" x="6521450" y="4641850"/>
          <p14:tracePt t="100790" x="6527800" y="4635500"/>
          <p14:tracePt t="100798" x="6534150" y="4629150"/>
          <p14:tracePt t="100807" x="6546850" y="4622800"/>
          <p14:tracePt t="100830" x="6578600" y="4610100"/>
          <p14:tracePt t="100838" x="6604000" y="4597400"/>
          <p14:tracePt t="100855" x="6635750" y="4584700"/>
          <p14:tracePt t="100871" x="6775450" y="4533900"/>
          <p14:tracePt t="100888" x="6826250" y="4521200"/>
          <p14:tracePt t="100905" x="6908800" y="4508500"/>
          <p14:tracePt t="100922" x="6972300" y="4483100"/>
          <p14:tracePt t="100938" x="7054850" y="4457700"/>
          <p14:tracePt t="100955" x="7124700" y="4438650"/>
          <p14:tracePt t="100971" x="7169150" y="4419600"/>
          <p14:tracePt t="100989" x="7226300" y="4394200"/>
          <p14:tracePt t="101005" x="7258050" y="4381500"/>
          <p14:tracePt t="101022" x="7289800" y="4362450"/>
          <p14:tracePt t="101302" x="7296150" y="4362450"/>
          <p14:tracePt t="101390" x="7308850" y="4362450"/>
          <p14:tracePt t="101406" x="7302500" y="4362450"/>
          <p14:tracePt t="101422" x="7296150" y="4362450"/>
          <p14:tracePt t="101438" x="7283450" y="4375150"/>
          <p14:tracePt t="101446" x="7264400" y="4387850"/>
          <p14:tracePt t="101454" x="7137400" y="4438650"/>
          <p14:tracePt t="101471" x="6991350" y="4495800"/>
          <p14:tracePt t="101488" x="6737350" y="4622800"/>
          <p14:tracePt t="101505" x="6680200" y="4654550"/>
          <p14:tracePt t="101522" x="6610350" y="4692650"/>
          <p14:tracePt t="101538" x="6559550" y="4724400"/>
          <p14:tracePt t="101571" x="6553200" y="4737100"/>
          <p14:tracePt t="102694" x="6546850" y="4730750"/>
          <p14:tracePt t="102718" x="6534150" y="4724400"/>
          <p14:tracePt t="102726" x="6521450" y="4724400"/>
          <p14:tracePt t="102734" x="6483350" y="4724400"/>
          <p14:tracePt t="102742" x="6432550" y="4724400"/>
          <p14:tracePt t="102754" x="6375400" y="4730750"/>
          <p14:tracePt t="102771" x="6089650" y="4768850"/>
          <p14:tracePt t="102788" x="5975350" y="4787900"/>
          <p14:tracePt t="102805" x="5695950" y="4819650"/>
          <p14:tracePt t="102821" x="5175250" y="4895850"/>
          <p14:tracePt t="102838" x="5029200" y="4908550"/>
          <p14:tracePt t="102855" x="4908550" y="4914900"/>
          <p14:tracePt t="102872" x="4864100" y="4914900"/>
          <p14:tracePt t="102888" x="4819650" y="4921250"/>
          <p14:tracePt t="102904" x="4813300" y="4927600"/>
          <p14:tracePt t="102921" x="4794250" y="4933950"/>
          <p14:tracePt t="102938" x="4781550" y="4940300"/>
          <p14:tracePt t="102955" x="4768850" y="4953000"/>
          <p14:tracePt t="102972" x="4743450" y="4978400"/>
          <p14:tracePt t="102988" x="4730750" y="4991100"/>
          <p14:tracePt t="103005" x="4692650" y="5016500"/>
          <p14:tracePt t="103022" x="4648200" y="5041900"/>
          <p14:tracePt t="103038" x="4610100" y="5080000"/>
          <p14:tracePt t="103055" x="4591050" y="5092700"/>
          <p14:tracePt t="103072" x="4565650" y="5118100"/>
          <p14:tracePt t="103088" x="4495800" y="5168900"/>
          <p14:tracePt t="103105" x="4470400" y="5181600"/>
          <p14:tracePt t="103121" x="4445000" y="5200650"/>
          <p14:tracePt t="103155" x="4432300" y="5213350"/>
          <p14:tracePt t="103198" x="4419600" y="5213350"/>
          <p14:tracePt t="103294" x="4413250" y="5213350"/>
          <p14:tracePt t="103334" x="4413250" y="5207000"/>
          <p14:tracePt t="103342" x="4406900" y="5200650"/>
          <p14:tracePt t="103366" x="4394200" y="5200650"/>
          <p14:tracePt t="103374" x="4394200" y="5194300"/>
          <p14:tracePt t="103397" x="4394200" y="5187950"/>
          <p14:tracePt t="103430" x="4394200" y="5181600"/>
          <p14:tracePt t="103494" x="4394200" y="5175250"/>
          <p14:tracePt t="103566" x="4387850" y="5181600"/>
          <p14:tracePt t="103574" x="4381500" y="5187950"/>
          <p14:tracePt t="103582" x="4368800" y="5194300"/>
          <p14:tracePt t="103590" x="4356100" y="5219700"/>
          <p14:tracePt t="103604" x="4343400" y="5219700"/>
          <p14:tracePt t="103621" x="4292600" y="5264150"/>
          <p14:tracePt t="103638" x="4248150" y="5283200"/>
          <p14:tracePt t="103655" x="4203700" y="5314950"/>
          <p14:tracePt t="103672" x="4191000" y="5321300"/>
          <p14:tracePt t="103688" x="4178300" y="5327650"/>
          <p14:tracePt t="103705" x="4171950" y="5327650"/>
          <p14:tracePt t="103758" x="4159250" y="5334000"/>
          <p14:tracePt t="103926" x="4152900" y="5321300"/>
          <p14:tracePt t="103942" x="4146550" y="5321300"/>
          <p14:tracePt t="103949" x="4140200" y="5302250"/>
          <p14:tracePt t="103958" x="4140200" y="5295900"/>
          <p14:tracePt t="103971" x="4127500" y="5283200"/>
          <p14:tracePt t="103988" x="4127500" y="5251450"/>
          <p14:tracePt t="104005" x="4127500" y="5245100"/>
          <p14:tracePt t="104078" x="4121150" y="5245100"/>
          <p14:tracePt t="104102" x="4114800" y="5238750"/>
          <p14:tracePt t="104110" x="4108450" y="5238750"/>
          <p14:tracePt t="104126" x="4102100" y="5232400"/>
          <p14:tracePt t="104134" x="4095750" y="5232400"/>
          <p14:tracePt t="104142" x="4089400" y="5232400"/>
          <p14:tracePt t="104158" x="4076700" y="5232400"/>
          <p14:tracePt t="104172" x="4070350" y="5226050"/>
          <p14:tracePt t="104188" x="4064000" y="5226050"/>
          <p14:tracePt t="104205" x="4044950" y="5213350"/>
          <p14:tracePt t="104278" x="4044950" y="5207000"/>
          <p14:tracePt t="104310" x="4032250" y="5200650"/>
          <p14:tracePt t="104341" x="4032250" y="5194300"/>
          <p14:tracePt t="104349" x="4038600" y="5187950"/>
          <p14:tracePt t="104357" x="4038600" y="5181600"/>
          <p14:tracePt t="104371" x="4038600" y="5175250"/>
          <p14:tracePt t="104388" x="4044950" y="5162550"/>
          <p14:tracePt t="104404" x="4044950" y="5143500"/>
          <p14:tracePt t="104421" x="4051300" y="5130800"/>
          <p14:tracePt t="104438" x="4070350" y="5111750"/>
          <p14:tracePt t="104455" x="4070350" y="5099050"/>
          <p14:tracePt t="104472" x="4083050" y="5099050"/>
          <p14:tracePt t="104488" x="4083050" y="5092700"/>
          <p14:tracePt t="104505" x="4089400" y="5080000"/>
          <p14:tracePt t="104522" x="4095750" y="5080000"/>
          <p14:tracePt t="104538" x="4108450" y="5073650"/>
          <p14:tracePt t="104555" x="4121150" y="5060950"/>
          <p14:tracePt t="104588" x="4127500" y="5048250"/>
          <p14:tracePt t="104605" x="4140200" y="5035550"/>
          <p14:tracePt t="104621" x="4159250" y="5022850"/>
          <p14:tracePt t="104638" x="4159250" y="5016500"/>
          <p14:tracePt t="104655" x="4171950" y="4997450"/>
          <p14:tracePt t="104672" x="4171950" y="4991100"/>
          <p14:tracePt t="104688" x="4171950" y="4972050"/>
          <p14:tracePt t="104704" x="4178300" y="4933950"/>
          <p14:tracePt t="104721" x="4171950" y="4883150"/>
          <p14:tracePt t="104738" x="4171950" y="4851400"/>
          <p14:tracePt t="104754" x="4171950" y="4826000"/>
          <p14:tracePt t="104771" x="4165600" y="4794250"/>
          <p14:tracePt t="104788" x="4165600" y="4756150"/>
          <p14:tracePt t="104804" x="4159250" y="4743450"/>
          <p14:tracePt t="104821" x="4140200" y="4724400"/>
          <p14:tracePt t="104855" x="4121150" y="4718050"/>
          <p14:tracePt t="104871" x="4108450" y="4711700"/>
          <p14:tracePt t="104888" x="4095750" y="4711700"/>
          <p14:tracePt t="104905" x="4057650" y="4718050"/>
          <p14:tracePt t="104922" x="4038600" y="4724400"/>
          <p14:tracePt t="104938" x="4019550" y="4724400"/>
          <p14:tracePt t="104955" x="3968750" y="4737100"/>
          <p14:tracePt t="104972" x="3956050" y="4743450"/>
          <p14:tracePt t="104988" x="3949700" y="4743450"/>
          <p14:tracePt t="105005" x="3937000" y="4749800"/>
          <p14:tracePt t="105022" x="3905250" y="4768850"/>
          <p14:tracePt t="105038" x="3892550" y="4781550"/>
          <p14:tracePt t="105055" x="3892550" y="4787900"/>
          <p14:tracePt t="105071" x="3879850" y="4800600"/>
          <p14:tracePt t="105088" x="3867150" y="4832350"/>
          <p14:tracePt t="105105" x="3848100" y="4889500"/>
          <p14:tracePt t="105121" x="3835400" y="4921250"/>
          <p14:tracePt t="105138" x="3829050" y="4972050"/>
          <p14:tracePt t="105155" x="3822700" y="5022850"/>
          <p14:tracePt t="105172" x="3816350" y="5067300"/>
          <p14:tracePt t="105188" x="3803650" y="5105400"/>
          <p14:tracePt t="105205" x="3803650" y="5143500"/>
          <p14:tracePt t="105207" x="3803650" y="5149850"/>
          <p14:tracePt t="105222" x="3803650" y="5162550"/>
          <p14:tracePt t="105238" x="3803650" y="5181600"/>
          <p14:tracePt t="105255" x="3803650" y="5194300"/>
          <p14:tracePt t="105271" x="3803650" y="5207000"/>
          <p14:tracePt t="105288" x="3810000" y="5232400"/>
          <p14:tracePt t="105305" x="3816350" y="5232400"/>
          <p14:tracePt t="105321" x="3822700" y="5245100"/>
          <p14:tracePt t="105338" x="3841750" y="5257800"/>
          <p14:tracePt t="105371" x="3854450" y="5257800"/>
          <p14:tracePt t="105388" x="3867150" y="5264150"/>
          <p14:tracePt t="105405" x="3867150" y="5276850"/>
          <p14:tracePt t="105422" x="3905250" y="5289550"/>
          <p14:tracePt t="105438" x="3924300" y="5302250"/>
          <p14:tracePt t="105455" x="3962400" y="5308600"/>
          <p14:tracePt t="105472" x="3987800" y="5314950"/>
          <p14:tracePt t="105488" x="4051300" y="5327650"/>
          <p14:tracePt t="105505" x="4076700" y="5334000"/>
          <p14:tracePt t="105522" x="4108450" y="5334000"/>
          <p14:tracePt t="105538" x="4133850" y="5340350"/>
          <p14:tracePt t="105555" x="4203700" y="5340350"/>
          <p14:tracePt t="105572" x="4222750" y="5340350"/>
          <p14:tracePt t="105588" x="4254500" y="5327650"/>
          <p14:tracePt t="105605" x="4292600" y="5308600"/>
          <p14:tracePt t="105621" x="4292600" y="5283200"/>
          <p14:tracePt t="105638" x="4298950" y="5232400"/>
          <p14:tracePt t="105655" x="4248150" y="5149850"/>
          <p14:tracePt t="105671" x="4235450" y="5111750"/>
          <p14:tracePt t="105688" x="4171950" y="5048250"/>
          <p14:tracePt t="105705" x="4171950" y="5035550"/>
          <p14:tracePt t="105721" x="4152900" y="5016500"/>
          <p14:tracePt t="105738" x="4146550" y="5016500"/>
          <p14:tracePt t="105755" x="4133850" y="5010150"/>
          <p14:tracePt t="105772" x="4121150" y="5010150"/>
          <p14:tracePt t="105805" x="4114800" y="5016500"/>
          <p14:tracePt t="105822" x="4102100" y="5029200"/>
          <p14:tracePt t="105838" x="4083050" y="5041900"/>
          <p14:tracePt t="105855" x="4076700" y="5048250"/>
          <p14:tracePt t="105872" x="4057650" y="5054600"/>
          <p14:tracePt t="105888" x="4044950" y="5067300"/>
          <p14:tracePt t="105905" x="4044950" y="5073650"/>
          <p14:tracePt t="105922" x="4038600" y="5086350"/>
          <p14:tracePt t="105938" x="4032250" y="5092700"/>
          <p14:tracePt t="105955" x="4019550" y="5111750"/>
          <p14:tracePt t="105972" x="3994150" y="5111750"/>
          <p14:tracePt t="105988" x="3975100" y="5130800"/>
          <p14:tracePt t="106005" x="3975100" y="5137150"/>
          <p14:tracePt t="106110" x="3968750" y="5137150"/>
          <p14:tracePt t="106174" x="3968750" y="5130800"/>
          <p14:tracePt t="106182" x="3968750" y="5124450"/>
          <p14:tracePt t="106190" x="3968750" y="5111750"/>
          <p14:tracePt t="106207" x="3987800" y="5073650"/>
          <p14:tracePt t="106221" x="4013200" y="5060950"/>
          <p14:tracePt t="106238" x="4025900" y="5048250"/>
          <p14:tracePt t="106254" x="4038600" y="5029200"/>
          <p14:tracePt t="106271" x="4044950" y="5029200"/>
          <p14:tracePt t="106304" x="4051300" y="5029200"/>
          <p14:tracePt t="106566" x="4051300" y="5016500"/>
          <p14:tracePt t="106574" x="4044950" y="4997450"/>
          <p14:tracePt t="106581" x="4038600" y="4965700"/>
          <p14:tracePt t="106590" x="4032250" y="4914900"/>
          <p14:tracePt t="106604" x="4019550" y="4870450"/>
          <p14:tracePt t="106621" x="3943350" y="4654550"/>
          <p14:tracePt t="106638" x="3905250" y="4533900"/>
          <p14:tracePt t="106655" x="3797300" y="4267200"/>
          <p14:tracePt t="106672" x="3746500" y="4152900"/>
          <p14:tracePt t="106688" x="3683000" y="4051300"/>
          <p14:tracePt t="106705" x="3632200" y="3994150"/>
          <p14:tracePt t="106721" x="3606800" y="3962400"/>
          <p14:tracePt t="106738" x="3594100" y="3956050"/>
          <p14:tracePt t="106755" x="3587750" y="3949700"/>
          <p14:tracePt t="106790" x="3587750" y="3956050"/>
          <p14:tracePt t="106805" x="3581400" y="3968750"/>
          <p14:tracePt t="106821" x="3581400" y="4032250"/>
          <p14:tracePt t="106838" x="3606800" y="4127500"/>
          <p14:tracePt t="106855" x="3613150" y="4165600"/>
          <p14:tracePt t="106871" x="3644900" y="4254500"/>
          <p14:tracePt t="106888" x="3733800" y="4400550"/>
          <p14:tracePt t="106905" x="3790950" y="4483100"/>
          <p14:tracePt t="106922" x="3822700" y="4552950"/>
          <p14:tracePt t="106938" x="3879850" y="4597400"/>
          <p14:tracePt t="106955" x="3898900" y="4616450"/>
          <p14:tracePt t="106972" x="3905250" y="4641850"/>
          <p14:tracePt t="106988" x="3962400" y="4673600"/>
          <p14:tracePt t="107005" x="3968750" y="4705350"/>
          <p14:tracePt t="107021" x="3975100" y="4768850"/>
          <p14:tracePt t="107038" x="3975100" y="4787900"/>
          <p14:tracePt t="107054" x="3975100" y="4826000"/>
          <p14:tracePt t="107071" x="3975100" y="4889500"/>
          <p14:tracePt t="107088" x="3975100" y="4914900"/>
          <p14:tracePt t="107105" x="3975100" y="4940300"/>
          <p14:tracePt t="107121" x="3975100" y="4965700"/>
          <p14:tracePt t="107582" x="3975100" y="4972050"/>
          <p14:tracePt t="107606" x="3968750" y="4978400"/>
          <p14:tracePt t="107614" x="3968750" y="4984750"/>
          <p14:tracePt t="107638" x="3956050" y="5010150"/>
          <p14:tracePt t="107645" x="3949700" y="5016500"/>
          <p14:tracePt t="107661" x="3949700" y="5022850"/>
          <p14:tracePt t="107677" x="3949700" y="5029200"/>
          <p14:tracePt t="107688" x="3949700" y="5035550"/>
          <p14:tracePt t="107710" x="3949700" y="5041900"/>
          <p14:tracePt t="107726" x="3943350" y="5054600"/>
          <p14:tracePt t="108598" x="3956050" y="5054600"/>
          <p14:tracePt t="108614" x="3962400" y="5048250"/>
          <p14:tracePt t="108622" x="3968750" y="5048250"/>
          <p14:tracePt t="108630" x="3975100" y="5048250"/>
          <p14:tracePt t="108638" x="3987800" y="5048250"/>
          <p14:tracePt t="108655" x="3994150" y="5048250"/>
          <p14:tracePt t="108672" x="4019550" y="5041900"/>
          <p14:tracePt t="108688" x="4038600" y="5035550"/>
          <p14:tracePt t="108704" x="4064000" y="5035550"/>
          <p14:tracePt t="108721" x="4076700" y="5035550"/>
          <p14:tracePt t="108755" x="4083050" y="5035550"/>
          <p14:tracePt t="108771" x="4095750" y="5029200"/>
          <p14:tracePt t="108886" x="4095750" y="5035550"/>
          <p14:tracePt t="108902" x="4095750" y="5041900"/>
          <p14:tracePt t="108926" x="4095750" y="5048250"/>
          <p14:tracePt t="108934" x="4095750" y="5054600"/>
          <p14:tracePt t="108942" x="4095750" y="5060950"/>
          <p14:tracePt t="108955" x="4089400" y="5073650"/>
          <p14:tracePt t="108971" x="4083050" y="5073650"/>
          <p14:tracePt t="109366" x="4083050" y="5067300"/>
          <p14:tracePt t="109382" x="4083050" y="5060950"/>
          <p14:tracePt t="109398" x="4083050" y="5054600"/>
          <p14:tracePt t="109406" x="4089400" y="5048250"/>
          <p14:tracePt t="109414" x="4102100" y="5041900"/>
          <p14:tracePt t="109422" x="4114800" y="5022850"/>
          <p14:tracePt t="109438" x="4159250" y="4991100"/>
          <p14:tracePt t="109455" x="4191000" y="4978400"/>
          <p14:tracePt t="109471" x="4279900" y="4895850"/>
          <p14:tracePt t="109488" x="4311650" y="4870450"/>
          <p14:tracePt t="109505" x="4387850" y="4813300"/>
          <p14:tracePt t="109521" x="4470400" y="4756150"/>
          <p14:tracePt t="109538" x="4565650" y="4686300"/>
          <p14:tracePt t="109555" x="4648200" y="4629150"/>
          <p14:tracePt t="109571" x="4654550" y="4622800"/>
          <p14:tracePt t="109588" x="4775200" y="4552950"/>
          <p14:tracePt t="109605" x="4819650" y="4527550"/>
          <p14:tracePt t="109622" x="4895850" y="4470400"/>
          <p14:tracePt t="109638" x="4965700" y="4425950"/>
          <p14:tracePt t="109655" x="4972050" y="4425950"/>
          <p14:tracePt t="109672" x="5022850" y="4394200"/>
          <p14:tracePt t="109688" x="5086350" y="4349750"/>
          <p14:tracePt t="109704" x="5149850" y="4305300"/>
          <p14:tracePt t="109721" x="5270500" y="4216400"/>
          <p14:tracePt t="109738" x="5321300" y="4165600"/>
          <p14:tracePt t="109755" x="5372100" y="4140200"/>
          <p14:tracePt t="109771" x="5448300" y="4089400"/>
          <p14:tracePt t="109788" x="5562600" y="4000500"/>
          <p14:tracePt t="109805" x="5594350" y="3981450"/>
          <p14:tracePt t="109821" x="5651500" y="3949700"/>
          <p14:tracePt t="109838" x="5708650" y="3905250"/>
          <p14:tracePt t="109855" x="5721350" y="3892550"/>
          <p14:tracePt t="109872" x="5734050" y="3886200"/>
          <p14:tracePt t="109910" x="5746750" y="3879850"/>
          <p14:tracePt t="110038" x="5746750" y="3873500"/>
          <p14:tracePt t="110053" x="5746750" y="3867150"/>
          <p14:tracePt t="110062" x="5746750" y="3860800"/>
          <p14:tracePt t="110078" x="5746750" y="3854450"/>
          <p14:tracePt t="110094" x="5734050" y="3848100"/>
          <p14:tracePt t="110104" x="5734050" y="3841750"/>
          <p14:tracePt t="110121" x="5708650" y="3822700"/>
          <p14:tracePt t="110138" x="5676900" y="3822700"/>
          <p14:tracePt t="110154" x="5664200" y="3822700"/>
          <p14:tracePt t="110171" x="5651500" y="3822700"/>
          <p14:tracePt t="110188" x="5632450" y="3829050"/>
          <p14:tracePt t="110205" x="5613400" y="3841750"/>
          <p14:tracePt t="110207" x="5607050" y="3848100"/>
          <p14:tracePt t="110221" x="5588000" y="3854450"/>
          <p14:tracePt t="110238" x="5549900" y="3879850"/>
          <p14:tracePt t="110255" x="5524500" y="3898900"/>
          <p14:tracePt t="110271" x="5480050" y="3924300"/>
          <p14:tracePt t="110288" x="5397500" y="3968750"/>
          <p14:tracePt t="110304" x="5334000" y="4013200"/>
          <p14:tracePt t="110321" x="5200650" y="4095750"/>
          <p14:tracePt t="110338" x="5111750" y="4146550"/>
          <p14:tracePt t="110354" x="5022850" y="4210050"/>
          <p14:tracePt t="110372" x="4902200" y="4298950"/>
          <p14:tracePt t="110388" x="4819650" y="4356100"/>
          <p14:tracePt t="110405" x="4800600" y="4375150"/>
          <p14:tracePt t="110422" x="4660900" y="4476750"/>
          <p14:tracePt t="110438" x="4622800" y="4495800"/>
          <p14:tracePt t="110455" x="4559300" y="4552950"/>
          <p14:tracePt t="110471" x="4514850" y="4591050"/>
          <p14:tracePt t="110488" x="4502150" y="4597400"/>
          <p14:tracePt t="110505" x="4413250" y="4673600"/>
          <p14:tracePt t="110521" x="4349750" y="4711700"/>
          <p14:tracePt t="110538" x="4197350" y="4800600"/>
          <p14:tracePt t="110555" x="4146550" y="4838700"/>
          <p14:tracePt t="110571" x="4114800" y="4857750"/>
          <p14:tracePt t="110588" x="4064000" y="4914900"/>
          <p14:tracePt t="110605" x="4025900" y="4940300"/>
          <p14:tracePt t="110621" x="4006850" y="4965700"/>
          <p14:tracePt t="110638" x="3994150" y="4965700"/>
          <p14:tracePt t="110655" x="3975100" y="4984750"/>
          <p14:tracePt t="110672" x="3949700" y="4997450"/>
          <p14:tracePt t="110688" x="3943350" y="5010150"/>
          <p14:tracePt t="110705" x="3924300" y="5022850"/>
          <p14:tracePt t="110721" x="3905250" y="5035550"/>
          <p14:tracePt t="110738" x="3892550" y="5048250"/>
          <p14:tracePt t="110755" x="3886200" y="5054600"/>
          <p14:tracePt t="110772" x="3879850" y="5060950"/>
          <p14:tracePt t="110788" x="3867150" y="5067300"/>
          <p14:tracePt t="110805" x="3854450" y="5073650"/>
          <p14:tracePt t="110918" x="3854450" y="5067300"/>
          <p14:tracePt t="110926" x="3860800" y="5060950"/>
          <p14:tracePt t="110942" x="3867150" y="5048250"/>
          <p14:tracePt t="110950" x="3873500" y="5029200"/>
          <p14:tracePt t="110958" x="3911600" y="4997450"/>
          <p14:tracePt t="110971" x="3924300" y="4972050"/>
          <p14:tracePt t="110988" x="3987800" y="4921250"/>
          <p14:tracePt t="111005" x="4044950" y="4870450"/>
          <p14:tracePt t="111021" x="4184650" y="4775200"/>
          <p14:tracePt t="111038" x="4267200" y="4724400"/>
          <p14:tracePt t="111055" x="4356100" y="4667250"/>
          <p14:tracePt t="111071" x="4565650" y="4559300"/>
          <p14:tracePt t="111088" x="4673600" y="4483100"/>
          <p14:tracePt t="111104" x="4781550" y="4419600"/>
          <p14:tracePt t="111121" x="4914900" y="4349750"/>
          <p14:tracePt t="111138" x="5035550" y="4286250"/>
          <p14:tracePt t="111155" x="5105400" y="4241800"/>
          <p14:tracePt t="111172" x="5276850" y="4165600"/>
          <p14:tracePt t="111188" x="5365750" y="4121150"/>
          <p14:tracePt t="111205" x="5391150" y="4108450"/>
          <p14:tracePt t="111207" x="5441950" y="4076700"/>
          <p14:tracePt t="111221" x="5537200" y="4019550"/>
          <p14:tracePt t="111238" x="5575300" y="3994150"/>
          <p14:tracePt t="111255" x="5607050" y="3968750"/>
          <p14:tracePt t="111271" x="5638800" y="3949700"/>
          <p14:tracePt t="111288" x="5645150" y="3943350"/>
          <p14:tracePt t="111305" x="5651500" y="3937000"/>
          <p14:tracePt t="111321" x="5657850" y="3937000"/>
          <p14:tracePt t="111502" x="5626100" y="3962400"/>
          <p14:tracePt t="111510" x="5588000" y="3994150"/>
          <p14:tracePt t="111526" x="5524500" y="4044950"/>
          <p14:tracePt t="111538" x="5429250" y="4108450"/>
          <p14:tracePt t="111555" x="4813300" y="4521200"/>
          <p14:tracePt t="111571" x="4419600" y="4743450"/>
          <p14:tracePt t="111588" x="3575050" y="5226050"/>
          <p14:tracePt t="111605" x="3371850" y="5334000"/>
          <p14:tracePt t="111621" x="2882900" y="5626100"/>
          <p14:tracePt t="111638" x="2800350" y="5695950"/>
          <p14:tracePt t="111655" x="2762250" y="5721350"/>
          <p14:tracePt t="111830" x="2762250" y="5715000"/>
          <p14:tracePt t="111846" x="2774950" y="5715000"/>
          <p14:tracePt t="111853" x="2787650" y="5708650"/>
          <p14:tracePt t="111878" x="2800350" y="5708650"/>
          <p14:tracePt t="111885" x="2832100" y="5702300"/>
          <p14:tracePt t="111894" x="2863850" y="5702300"/>
          <p14:tracePt t="111904" x="2876550" y="5702300"/>
          <p14:tracePt t="111921" x="2940050" y="5715000"/>
          <p14:tracePt t="111938" x="3041650" y="5727700"/>
          <p14:tracePt t="111955" x="3098800" y="5740400"/>
          <p14:tracePt t="111971" x="3117850" y="5740400"/>
          <p14:tracePt t="111988" x="3187700" y="5740400"/>
          <p14:tracePt t="112005" x="3327400" y="5740400"/>
          <p14:tracePt t="112021" x="3441700" y="5734050"/>
          <p14:tracePt t="112038" x="3638550" y="5708650"/>
          <p14:tracePt t="112055" x="3708400" y="5689600"/>
          <p14:tracePt t="112071" x="3784600" y="5664200"/>
          <p14:tracePt t="112088" x="3917950" y="5607050"/>
          <p14:tracePt t="112105" x="3962400" y="5581650"/>
          <p14:tracePt t="112121" x="3981450" y="5556250"/>
          <p14:tracePt t="112138" x="4019550" y="5524500"/>
          <p14:tracePt t="112155" x="4044950" y="5480050"/>
          <p14:tracePt t="112172" x="4064000" y="5454650"/>
          <p14:tracePt t="112188" x="4095750" y="5391150"/>
          <p14:tracePt t="112205" x="4102100" y="5353050"/>
          <p14:tracePt t="112207" x="4114800" y="5321300"/>
          <p14:tracePt t="112221" x="4121150" y="5295900"/>
          <p14:tracePt t="112238" x="4146550" y="5194300"/>
          <p14:tracePt t="112255" x="4152900" y="5130800"/>
          <p14:tracePt t="112272" x="4159250" y="5099050"/>
          <p14:tracePt t="112288" x="4171950" y="5029200"/>
          <p14:tracePt t="112305" x="4171950" y="4997450"/>
          <p14:tracePt t="112321" x="4171950" y="4991100"/>
          <p14:tracePt t="112338" x="4171950" y="4946650"/>
          <p14:tracePt t="112355" x="4165600" y="4927600"/>
          <p14:tracePt t="112371" x="4152900" y="4914900"/>
          <p14:tracePt t="112388" x="4127500" y="4889500"/>
          <p14:tracePt t="112405" x="4095750" y="4876800"/>
          <p14:tracePt t="112422" x="4006850" y="4851400"/>
          <p14:tracePt t="112438" x="3924300" y="4845050"/>
          <p14:tracePt t="112455" x="3841750" y="4838700"/>
          <p14:tracePt t="112471" x="3721100" y="4813300"/>
          <p14:tracePt t="112488" x="3657600" y="4806950"/>
          <p14:tracePt t="112505" x="3651250" y="4806950"/>
          <p14:tracePt t="112521" x="3619500" y="4806950"/>
          <p14:tracePt t="112538" x="3587750" y="4806950"/>
          <p14:tracePt t="112555" x="3575050" y="4806950"/>
          <p14:tracePt t="112571" x="3556000" y="4819650"/>
          <p14:tracePt t="112588" x="3549650" y="4832350"/>
          <p14:tracePt t="112605" x="3517900" y="4864100"/>
          <p14:tracePt t="112622" x="3473450" y="4921250"/>
          <p14:tracePt t="112638" x="3454400" y="4953000"/>
          <p14:tracePt t="112655" x="3435350" y="4997450"/>
          <p14:tracePt t="112672" x="3416300" y="5029200"/>
          <p14:tracePt t="112688" x="3403600" y="5067300"/>
          <p14:tracePt t="112705" x="3390900" y="5143500"/>
          <p14:tracePt t="112721" x="3390900" y="5181600"/>
          <p14:tracePt t="112738" x="3403600" y="5219700"/>
          <p14:tracePt t="112755" x="3403600" y="5264150"/>
          <p14:tracePt t="112772" x="3416300" y="5289550"/>
          <p14:tracePt t="112788" x="3429000" y="5308600"/>
          <p14:tracePt t="112805" x="3454400" y="5334000"/>
          <p14:tracePt t="112821" x="3473450" y="5353050"/>
          <p14:tracePt t="112838" x="3479800" y="5359400"/>
          <p14:tracePt t="112855" x="3505200" y="5372100"/>
          <p14:tracePt t="112871" x="3524250" y="5378450"/>
          <p14:tracePt t="112888" x="3556000" y="5391150"/>
          <p14:tracePt t="112905" x="3587750" y="5397500"/>
          <p14:tracePt t="112922" x="3594100" y="5397500"/>
          <p14:tracePt t="112938" x="3625850" y="5397500"/>
          <p14:tracePt t="112955" x="3702050" y="5403850"/>
          <p14:tracePt t="112971" x="3746500" y="5403850"/>
          <p14:tracePt t="112988" x="3784600" y="5403850"/>
          <p14:tracePt t="113005" x="3841750" y="5397500"/>
          <p14:tracePt t="113021" x="3911600" y="5391150"/>
          <p14:tracePt t="113038" x="3943350" y="5384800"/>
          <p14:tracePt t="113055" x="4025900" y="5353050"/>
          <p14:tracePt t="113071" x="4070350" y="5340350"/>
          <p14:tracePt t="113088" x="4114800" y="5314950"/>
          <p14:tracePt t="113105" x="4159250" y="5283200"/>
          <p14:tracePt t="113121" x="4178300" y="5251450"/>
          <p14:tracePt t="113138" x="4210050" y="5213350"/>
          <p14:tracePt t="113154" x="4241800" y="5137150"/>
          <p14:tracePt t="113171" x="4248150" y="5086350"/>
          <p14:tracePt t="113188" x="4254500" y="5054600"/>
          <p14:tracePt t="113205" x="4248150" y="4946650"/>
          <p14:tracePt t="113207" x="4248150" y="4921250"/>
          <p14:tracePt t="113221" x="4248150" y="4883150"/>
          <p14:tracePt t="113238" x="4222750" y="4832350"/>
          <p14:tracePt t="113255" x="4184650" y="4775200"/>
          <p14:tracePt t="113271" x="4178300" y="4762500"/>
          <p14:tracePt t="113288" x="4152900" y="4730750"/>
          <p14:tracePt t="113305" x="4083050" y="4692650"/>
          <p14:tracePt t="113321" x="4044950" y="4679950"/>
          <p14:tracePt t="113338" x="3949700" y="4648200"/>
          <p14:tracePt t="113355" x="3930650" y="4648200"/>
          <p14:tracePt t="113371" x="3886200" y="4641850"/>
          <p14:tracePt t="113388" x="3854450" y="4635500"/>
          <p14:tracePt t="113405" x="3803650" y="4635500"/>
          <p14:tracePt t="113421" x="3784600" y="4635500"/>
          <p14:tracePt t="113455" x="3771900" y="4641850"/>
          <p14:tracePt t="113472" x="3752850" y="4660900"/>
          <p14:tracePt t="113488" x="3733800" y="4679950"/>
          <p14:tracePt t="113505" x="3708400" y="4705350"/>
          <p14:tracePt t="113521" x="3683000" y="4730750"/>
          <p14:tracePt t="113538" x="3670300" y="4749800"/>
          <p14:tracePt t="113555" x="3644900" y="4768850"/>
          <p14:tracePt t="113571" x="3613150" y="4813300"/>
          <p14:tracePt t="113588" x="3600450" y="4838700"/>
          <p14:tracePt t="113605" x="3575050" y="4883150"/>
          <p14:tracePt t="113621" x="3536950" y="4902200"/>
          <p14:tracePt t="113638" x="3530600" y="4946650"/>
          <p14:tracePt t="113655" x="3473450" y="5003800"/>
          <p14:tracePt t="113672" x="3460750" y="5048250"/>
          <p14:tracePt t="113688" x="3460750" y="5054600"/>
          <p14:tracePt t="113705" x="3441700" y="5111750"/>
          <p14:tracePt t="113722" x="3429000" y="5149850"/>
          <p14:tracePt t="113738" x="3422650" y="5200650"/>
          <p14:tracePt t="113754" x="3422650" y="5283200"/>
          <p14:tracePt t="113771" x="3422650" y="5314950"/>
          <p14:tracePt t="113788" x="3422650" y="5334000"/>
          <p14:tracePt t="113805" x="3429000" y="5384800"/>
          <p14:tracePt t="113821" x="3448050" y="5422900"/>
          <p14:tracePt t="113838" x="3448050" y="5454650"/>
          <p14:tracePt t="113855" x="3460750" y="5480050"/>
          <p14:tracePt t="113871" x="3460750" y="5492750"/>
          <p14:tracePt t="113888" x="3473450" y="5505450"/>
          <p14:tracePt t="113905" x="3473450" y="5518150"/>
          <p14:tracePt t="113922" x="3486150" y="5537200"/>
          <p14:tracePt t="113938" x="3498850" y="5543550"/>
          <p14:tracePt t="113955" x="3511550" y="5549900"/>
          <p14:tracePt t="113971" x="3524250" y="5556250"/>
          <p14:tracePt t="113988" x="3536950" y="5562600"/>
          <p14:tracePt t="114005" x="3575050" y="5575300"/>
          <p14:tracePt t="114021" x="3657600" y="5581650"/>
          <p14:tracePt t="114038" x="3663950" y="5581650"/>
          <p14:tracePt t="114055" x="3733800" y="5575300"/>
          <p14:tracePt t="114071" x="3873500" y="5530850"/>
          <p14:tracePt t="114088" x="3937000" y="5492750"/>
          <p14:tracePt t="114105" x="4127500" y="5365750"/>
          <p14:tracePt t="114121" x="4146550" y="5327650"/>
          <p14:tracePt t="114138" x="4159250" y="5302250"/>
          <p14:tracePt t="114155" x="4165600" y="5264150"/>
          <p14:tracePt t="114172" x="4165600" y="5194300"/>
          <p14:tracePt t="114188" x="4159250" y="5168900"/>
          <p14:tracePt t="114205" x="4159250" y="5162550"/>
          <p14:tracePt t="114221" x="4159250" y="5156200"/>
          <p14:tracePt t="114462" x="4159250" y="5149850"/>
          <p14:tracePt t="114470" x="4159250" y="5143500"/>
          <p14:tracePt t="114478" x="4171950" y="5118100"/>
          <p14:tracePt t="114494" x="4178300" y="5086350"/>
          <p14:tracePt t="114504" x="4203700" y="5067300"/>
          <p14:tracePt t="114521" x="4235450" y="5003800"/>
          <p14:tracePt t="114538" x="4292600" y="4933950"/>
          <p14:tracePt t="114554" x="4318000" y="4902200"/>
          <p14:tracePt t="114571" x="4324350" y="4902200"/>
          <p14:tracePt t="114662" x="4305300" y="4927600"/>
          <p14:tracePt t="114670" x="4273550" y="4946650"/>
          <p14:tracePt t="114678" x="4254500" y="4965700"/>
          <p14:tracePt t="114688" x="4216400" y="4984750"/>
          <p14:tracePt t="114705" x="4171950" y="5016500"/>
          <p14:tracePt t="114722" x="4044950" y="5099050"/>
          <p14:tracePt t="114738" x="4013200" y="5118100"/>
          <p14:tracePt t="114755" x="3949700" y="5156200"/>
          <p14:tracePt t="114771" x="3943350" y="5162550"/>
          <p14:tracePt t="114910" x="3943350" y="5156200"/>
          <p14:tracePt t="114926" x="3943350" y="5149850"/>
          <p14:tracePt t="114933" x="3943350" y="5143500"/>
          <p14:tracePt t="114942" x="3943350" y="5137150"/>
          <p14:tracePt t="114955" x="3956050" y="5118100"/>
          <p14:tracePt t="114971" x="3968750" y="5099050"/>
          <p14:tracePt t="114988" x="3975100" y="5086350"/>
          <p14:tracePt t="115005" x="4013200" y="5035550"/>
          <p14:tracePt t="115021" x="4076700" y="4978400"/>
          <p14:tracePt t="115038" x="4127500" y="4914900"/>
          <p14:tracePt t="115055" x="4222750" y="4838700"/>
          <p14:tracePt t="115071" x="4292600" y="4762500"/>
          <p14:tracePt t="115088" x="4394200" y="4679950"/>
          <p14:tracePt t="115105" x="4514850" y="4591050"/>
          <p14:tracePt t="115121" x="4572000" y="4527550"/>
          <p14:tracePt t="115138" x="4654550" y="4483100"/>
          <p14:tracePt t="115155" x="4686300" y="4457700"/>
          <p14:tracePt t="115171" x="4794250" y="4375150"/>
          <p14:tracePt t="115188" x="4851400" y="4330700"/>
          <p14:tracePt t="115205" x="4902200" y="4292600"/>
          <p14:tracePt t="115206" x="4978400" y="4229100"/>
          <p14:tracePt t="115221" x="5022850" y="4203700"/>
          <p14:tracePt t="115238" x="5041900" y="4178300"/>
          <p14:tracePt t="115255" x="5105400" y="4140200"/>
          <p14:tracePt t="115271" x="5143500" y="4114800"/>
          <p14:tracePt t="115288" x="5175250" y="4095750"/>
          <p14:tracePt t="115305" x="5219700" y="4064000"/>
          <p14:tracePt t="115321" x="5238750" y="4051300"/>
          <p14:tracePt t="115338" x="5257800" y="4038600"/>
          <p14:tracePt t="115355" x="5289550" y="4019550"/>
          <p14:tracePt t="115371" x="5314950" y="4000500"/>
          <p14:tracePt t="115388" x="5359400" y="3975100"/>
          <p14:tracePt t="115405" x="5365750" y="3975100"/>
          <p14:tracePt t="115422" x="5391150" y="3962400"/>
          <p14:tracePt t="115438" x="5422900" y="3943350"/>
          <p14:tracePt t="115455" x="5441950" y="3930650"/>
          <p14:tracePt t="115472" x="5480050" y="3905250"/>
          <p14:tracePt t="115488" x="5511800" y="3892550"/>
          <p14:tracePt t="115505" x="5524500" y="3879850"/>
          <p14:tracePt t="115521" x="5537200" y="3873500"/>
          <p14:tracePt t="115538" x="5575300" y="3848100"/>
          <p14:tracePt t="115555" x="5575300" y="3841750"/>
          <p14:tracePt t="115571" x="5588000" y="3835400"/>
          <p14:tracePt t="115773" x="5581650" y="3841750"/>
          <p14:tracePt t="115782" x="5549900" y="3854450"/>
          <p14:tracePt t="115790" x="5518150" y="3873500"/>
          <p14:tracePt t="115807" x="5467350" y="3905250"/>
          <p14:tracePt t="115821" x="5289550" y="4006850"/>
          <p14:tracePt t="115838" x="5213350" y="4051300"/>
          <p14:tracePt t="115854" x="5041900" y="4146550"/>
          <p14:tracePt t="115871" x="4978400" y="4184650"/>
          <p14:tracePt t="115888" x="4953000" y="4197350"/>
          <p14:tracePt t="115904" x="4826000" y="4254500"/>
          <p14:tracePt t="115921" x="4775200" y="4298950"/>
          <p14:tracePt t="115938" x="4730750" y="4324350"/>
          <p14:tracePt t="115955" x="4610100" y="4419600"/>
          <p14:tracePt t="115971" x="4578350" y="4451350"/>
          <p14:tracePt t="115988" x="4483100" y="4533900"/>
          <p14:tracePt t="116005" x="4298950" y="4699000"/>
          <p14:tracePt t="116021" x="4133850" y="4832350"/>
          <p14:tracePt t="116038" x="4044950" y="4902200"/>
          <p14:tracePt t="116055" x="3981450" y="4940300"/>
          <p14:tracePt t="116072" x="3930650" y="4991100"/>
          <p14:tracePt t="116088" x="3917950" y="5010150"/>
          <p14:tracePt t="116121" x="3911600" y="5010150"/>
          <p14:tracePt t="116437" x="3943350" y="4997450"/>
          <p14:tracePt t="116445" x="3975100" y="4972050"/>
          <p14:tracePt t="116454" x="3994150" y="4959350"/>
          <p14:tracePt t="116471" x="4108450" y="4895850"/>
          <p14:tracePt t="116488" x="4241800" y="4806950"/>
          <p14:tracePt t="116504" x="4394200" y="4730750"/>
          <p14:tracePt t="116521" x="4508500" y="4673600"/>
          <p14:tracePt t="116538" x="4845050" y="4533900"/>
          <p14:tracePt t="116554" x="4997450" y="4476750"/>
          <p14:tracePt t="116571" x="5060950" y="4451350"/>
          <p14:tracePt t="116588" x="5276850" y="4387850"/>
          <p14:tracePt t="116604" x="5391150" y="4349750"/>
          <p14:tracePt t="116621" x="5562600" y="4279900"/>
          <p14:tracePt t="116638" x="5607050" y="4260850"/>
          <p14:tracePt t="116655" x="5632450" y="4254500"/>
          <p14:tracePt t="116672" x="5657850" y="4241800"/>
          <p14:tracePt t="116688" x="5702300" y="4216400"/>
          <p14:tracePt t="116705" x="5721350" y="4191000"/>
          <p14:tracePt t="116709" x="5734050" y="4191000"/>
          <p14:tracePt t="116738" x="5753100" y="4178300"/>
          <p14:tracePt t="116755" x="5753100" y="4171950"/>
          <p14:tracePt t="116771" x="5778500" y="4159250"/>
          <p14:tracePt t="116788" x="5803900" y="4114800"/>
          <p14:tracePt t="116805" x="5816600" y="4095750"/>
          <p14:tracePt t="116821" x="5842000" y="4051300"/>
          <p14:tracePt t="116855" x="5848350" y="4032250"/>
          <p14:tracePt t="116871" x="5854700" y="4006850"/>
          <p14:tracePt t="116888" x="5861050" y="3987800"/>
          <p14:tracePt t="116905" x="5867400" y="3968750"/>
          <p14:tracePt t="116938" x="5867400" y="3962400"/>
          <p14:tracePt t="116954" x="5873750" y="3956050"/>
          <p14:tracePt t="116989" x="5873750" y="3949700"/>
          <p14:tracePt t="116997" x="5873750" y="3943350"/>
          <p14:tracePt t="117029" x="5873750" y="3937000"/>
          <p14:tracePt t="117061" x="5867400" y="3930650"/>
          <p14:tracePt t="117110" x="5861050" y="3930650"/>
          <p14:tracePt t="117134" x="5848350" y="3924300"/>
          <p14:tracePt t="117165" x="5842000" y="3924300"/>
          <p14:tracePt t="117181" x="5829300" y="3924300"/>
          <p14:tracePt t="117197" x="5816600" y="3917950"/>
          <p14:tracePt t="117214" x="5791200" y="3917950"/>
          <p14:tracePt t="117221" x="5753100" y="3930650"/>
          <p14:tracePt t="117238" x="5734050" y="3937000"/>
          <p14:tracePt t="117245" x="5695950" y="3962400"/>
          <p14:tracePt t="117254" x="5651500" y="3975100"/>
          <p14:tracePt t="117271" x="5391150" y="4114800"/>
          <p14:tracePt t="117288" x="5207000" y="4197350"/>
          <p14:tracePt t="117305" x="4718050" y="4457700"/>
          <p14:tracePt t="117321" x="4603750" y="4521200"/>
          <p14:tracePt t="117338" x="4381500" y="4654550"/>
          <p14:tracePt t="117355" x="4114800" y="4813300"/>
          <p14:tracePt t="117371" x="4013200" y="4895850"/>
          <p14:tracePt t="117388" x="3854450" y="5035550"/>
          <p14:tracePt t="117405" x="3810000" y="5073650"/>
          <p14:tracePt t="117421" x="3714750" y="5162550"/>
          <p14:tracePt t="117438" x="3632200" y="5245100"/>
          <p14:tracePt t="117455" x="3594100" y="5283200"/>
          <p14:tracePt t="117472" x="3556000" y="5314950"/>
          <p14:tracePt t="117488" x="3536950" y="5340350"/>
          <p14:tracePt t="117505" x="3498850" y="5365750"/>
          <p14:tracePt t="117521" x="3486150" y="5378450"/>
          <p14:tracePt t="117538" x="3473450" y="5397500"/>
          <p14:tracePt t="117555" x="3467100" y="5397500"/>
          <p14:tracePt t="117571" x="3454400" y="5416550"/>
          <p14:tracePt t="117588" x="3441700" y="5422900"/>
          <p14:tracePt t="117605" x="3441700" y="5429250"/>
          <p14:tracePt t="117662" x="3435350" y="5429250"/>
          <p14:tracePt t="117805" x="3454400" y="5429250"/>
          <p14:tracePt t="117814" x="3467100" y="5429250"/>
          <p14:tracePt t="117822" x="3479800" y="5429250"/>
          <p14:tracePt t="117838" x="3498850" y="5429250"/>
          <p14:tracePt t="117855" x="3536950" y="5435600"/>
          <p14:tracePt t="117871" x="3625850" y="5448300"/>
          <p14:tracePt t="117888" x="3689350" y="5461000"/>
          <p14:tracePt t="117904" x="3752850" y="5467350"/>
          <p14:tracePt t="117922" x="3829050" y="5473700"/>
          <p14:tracePt t="117938" x="3860800" y="5480050"/>
          <p14:tracePt t="117955" x="3943350" y="5480050"/>
          <p14:tracePt t="117971" x="3981450" y="5480050"/>
          <p14:tracePt t="117988" x="4038600" y="5454650"/>
          <p14:tracePt t="118005" x="4083050" y="5429250"/>
          <p14:tracePt t="118021" x="4127500" y="5391150"/>
          <p14:tracePt t="118038" x="4197350" y="5257800"/>
          <p14:tracePt t="118055" x="4235450" y="5175250"/>
          <p14:tracePt t="118071" x="4267200" y="5086350"/>
          <p14:tracePt t="118088" x="4375150" y="4876800"/>
          <p14:tracePt t="118105" x="4387850" y="4794250"/>
          <p14:tracePt t="118121" x="4387850" y="4775200"/>
          <p14:tracePt t="118138" x="4375150" y="4711700"/>
          <p14:tracePt t="118155" x="4375150" y="4686300"/>
          <p14:tracePt t="118171" x="4362450" y="4660900"/>
          <p14:tracePt t="118188" x="4318000" y="4635500"/>
          <p14:tracePt t="118205" x="4305300" y="4629150"/>
          <p14:tracePt t="118221" x="4197350" y="4603750"/>
          <p14:tracePt t="118238" x="4133850" y="4591050"/>
          <p14:tracePt t="118255" x="4064000" y="4572000"/>
          <p14:tracePt t="118271" x="3949700" y="4559300"/>
          <p14:tracePt t="118288" x="3937000" y="4552950"/>
          <p14:tracePt t="118305" x="3898900" y="4546600"/>
          <p14:tracePt t="118321" x="3822700" y="4540250"/>
          <p14:tracePt t="118338" x="3803650" y="4540250"/>
          <p14:tracePt t="118355" x="3778250" y="4552950"/>
          <p14:tracePt t="118371" x="3759200" y="4565650"/>
          <p14:tracePt t="118388" x="3721100" y="4603750"/>
          <p14:tracePt t="118405" x="3676650" y="4667250"/>
          <p14:tracePt t="118421" x="3619500" y="4743450"/>
          <p14:tracePt t="118438" x="3581400" y="4787900"/>
          <p14:tracePt t="118455" x="3543300" y="4857750"/>
          <p14:tracePt t="118471" x="3511550" y="4908550"/>
          <p14:tracePt t="118488" x="3492500" y="4953000"/>
          <p14:tracePt t="118505" x="3492500" y="5035550"/>
          <p14:tracePt t="118521" x="3486150" y="5086350"/>
          <p14:tracePt t="118538" x="3486150" y="5111750"/>
          <p14:tracePt t="118555" x="3492500" y="5200650"/>
          <p14:tracePt t="118571" x="3498850" y="5245100"/>
          <p14:tracePt t="118588" x="3517900" y="5302250"/>
          <p14:tracePt t="118605" x="3556000" y="5378450"/>
          <p14:tracePt t="118621" x="3581400" y="5422900"/>
          <p14:tracePt t="118638" x="3606800" y="5461000"/>
          <p14:tracePt t="118655" x="3638550" y="5486400"/>
          <p14:tracePt t="118671" x="3657600" y="5505450"/>
          <p14:tracePt t="118688" x="3714750" y="5543550"/>
          <p14:tracePt t="118705" x="3759200" y="5562600"/>
          <p14:tracePt t="118721" x="3784600" y="5575300"/>
          <p14:tracePt t="118738" x="3879850" y="5588000"/>
          <p14:tracePt t="118754" x="3937000" y="5594350"/>
          <p14:tracePt t="118771" x="3987800" y="5594350"/>
          <p14:tracePt t="118788" x="4070350" y="5588000"/>
          <p14:tracePt t="118805" x="4102100" y="5581650"/>
          <p14:tracePt t="118821" x="4222750" y="5549900"/>
          <p14:tracePt t="118838" x="4318000" y="5518150"/>
          <p14:tracePt t="118855" x="4362450" y="5492750"/>
          <p14:tracePt t="118871" x="4387850" y="5461000"/>
          <p14:tracePt t="118888" x="4425950" y="5391150"/>
          <p14:tracePt t="118905" x="4457700" y="5327650"/>
          <p14:tracePt t="118921" x="4483100" y="5264150"/>
          <p14:tracePt t="118938" x="4527550" y="5143500"/>
          <p14:tracePt t="118955" x="4533900" y="5105400"/>
          <p14:tracePt t="118971" x="4540250" y="5054600"/>
          <p14:tracePt t="118988" x="4540250" y="5048250"/>
          <p14:tracePt t="119005" x="4533900" y="4984750"/>
          <p14:tracePt t="119021" x="4521200" y="4940300"/>
          <p14:tracePt t="119038" x="4495800" y="4876800"/>
          <p14:tracePt t="119055" x="4489450" y="4851400"/>
          <p14:tracePt t="119071" x="4457700" y="4838700"/>
          <p14:tracePt t="119088" x="4413250" y="4806950"/>
          <p14:tracePt t="119105" x="4381500" y="4787900"/>
          <p14:tracePt t="119121" x="4298950" y="4762500"/>
          <p14:tracePt t="119138" x="4235450" y="4743450"/>
          <p14:tracePt t="119155" x="4216400" y="4737100"/>
          <p14:tracePt t="119172" x="4171950" y="4737100"/>
          <p14:tracePt t="119188" x="4070350" y="4724400"/>
          <p14:tracePt t="119205" x="4019550" y="4737100"/>
          <p14:tracePt t="119207" x="4006850" y="4743450"/>
          <p14:tracePt t="119222" x="3905250" y="4787900"/>
          <p14:tracePt t="119238" x="3886200" y="4813300"/>
          <p14:tracePt t="119255" x="3822700" y="4876800"/>
          <p14:tracePt t="119271" x="3727450" y="4965700"/>
          <p14:tracePt t="119288" x="3714750" y="4997450"/>
          <p14:tracePt t="119304" x="3676650" y="5054600"/>
          <p14:tracePt t="119321" x="3651250" y="5086350"/>
          <p14:tracePt t="119338" x="3638550" y="5105400"/>
          <p14:tracePt t="119355" x="3632200" y="5168900"/>
          <p14:tracePt t="119371" x="3632200" y="5200650"/>
          <p14:tracePt t="119388" x="3632200" y="5238750"/>
          <p14:tracePt t="119405" x="3638550" y="5245100"/>
          <p14:tracePt t="119421" x="3644900" y="5340350"/>
          <p14:tracePt t="119438" x="3651250" y="5391150"/>
          <p14:tracePt t="119455" x="3676650" y="5492750"/>
          <p14:tracePt t="119472" x="3689350" y="5537200"/>
          <p14:tracePt t="119488" x="3702050" y="5568950"/>
          <p14:tracePt t="119505" x="3733800" y="5619750"/>
          <p14:tracePt t="119521" x="3746500" y="5638800"/>
          <p14:tracePt t="119538" x="3784600" y="5683250"/>
          <p14:tracePt t="119555" x="3797300" y="5689600"/>
          <p14:tracePt t="119571" x="3816350" y="5702300"/>
          <p14:tracePt t="119588" x="3841750" y="5708650"/>
          <p14:tracePt t="119605" x="3898900" y="5715000"/>
          <p14:tracePt t="119621" x="3981450" y="5708650"/>
          <p14:tracePt t="119638" x="4013200" y="5708650"/>
          <p14:tracePt t="119654" x="4121150" y="5695950"/>
          <p14:tracePt t="119672" x="4178300" y="5683250"/>
          <p14:tracePt t="119688" x="4260850" y="5664200"/>
          <p14:tracePt t="119705" x="4394200" y="5638800"/>
          <p14:tracePt t="119721" x="4419600" y="5632450"/>
          <p14:tracePt t="119738" x="4438650" y="5619750"/>
          <p14:tracePt t="119754" x="4483100" y="5607050"/>
          <p14:tracePt t="119771" x="4533900" y="5588000"/>
          <p14:tracePt t="119788" x="4546600" y="5581650"/>
          <p14:tracePt t="119805" x="4559300" y="5568950"/>
          <p14:tracePt t="119821" x="4584700" y="5556250"/>
          <p14:tracePt t="119838" x="4591050" y="5549900"/>
          <p14:tracePt t="119855" x="4597400" y="5543550"/>
          <p14:tracePt t="119910" x="4603750" y="5543550"/>
          <p14:tracePt t="119957" x="4603750" y="5537200"/>
          <p14:tracePt t="119997" x="4603750" y="5530850"/>
          <p14:tracePt t="120006" x="4603750" y="5524500"/>
          <p14:tracePt t="120014" x="4603750" y="5511800"/>
          <p14:tracePt t="120038" x="4641850" y="5499100"/>
          <p14:tracePt t="120046" x="4641850" y="5486400"/>
          <p14:tracePt t="120062" x="4654550" y="5480050"/>
          <p14:tracePt t="120071" x="4660900" y="5480050"/>
          <p14:tracePt t="120822" x="4648200" y="5480050"/>
          <p14:tracePt t="120837" x="4648200" y="5486400"/>
          <p14:tracePt t="120846" x="4635500" y="5499100"/>
          <p14:tracePt t="120855" x="4635500" y="5505450"/>
          <p14:tracePt t="120871" x="4622800" y="5505450"/>
          <p14:tracePt t="120888" x="4610100" y="5518150"/>
          <p14:tracePt t="120904" x="4603750" y="5530850"/>
          <p14:tracePt t="120921" x="4591050" y="5549900"/>
          <p14:tracePt t="120938" x="4578350" y="5562600"/>
          <p14:tracePt t="120954" x="4572000" y="5562600"/>
          <p14:tracePt t="120971" x="4559300" y="5568950"/>
          <p14:tracePt t="121005" x="4552950" y="5575300"/>
          <p14:tracePt t="121022" x="4552950" y="5581650"/>
          <p14:tracePt t="121118" x="4546600" y="5588000"/>
          <p14:tracePt t="121278" x="4540250" y="5600700"/>
          <p14:tracePt t="121309" x="4546600" y="5600700"/>
          <p14:tracePt t="126709" x="4546600" y="5594350"/>
          <p14:tracePt t="127678" x="4546600" y="5588000"/>
          <p14:tracePt t="127694" x="4540250" y="5588000"/>
          <p14:tracePt t="127701" x="4540250" y="5581650"/>
          <p14:tracePt t="141189" x="4540250" y="5562600"/>
          <p14:tracePt t="141197" x="4514850" y="5537200"/>
          <p14:tracePt t="141207" x="4451350" y="5429250"/>
          <p14:tracePt t="141221" x="4216400" y="5041900"/>
          <p14:tracePt t="141238" x="3937000" y="4140200"/>
          <p14:tracePt t="141254" x="3771900" y="3625850"/>
          <p14:tracePt t="141271" x="3663950" y="3378200"/>
          <p14:tracePt t="141287" x="3448050" y="3035300"/>
          <p14:tracePt t="141304" x="3124200" y="2520950"/>
          <p14:tracePt t="141321" x="2863850" y="2324100"/>
          <p14:tracePt t="141338" x="2590800" y="2203450"/>
          <p14:tracePt t="141354" x="2197100" y="2082800"/>
          <p14:tracePt t="141371" x="1955800" y="2038350"/>
          <p14:tracePt t="141387" x="1828800" y="2038350"/>
          <p14:tracePt t="141404" x="1733550" y="2063750"/>
          <p14:tracePt t="141421" x="1676400" y="2082800"/>
          <p14:tracePt t="141437" x="1644650" y="2101850"/>
          <p14:tracePt t="141454" x="1600200" y="2133600"/>
          <p14:tracePt t="141471" x="1524000" y="2159000"/>
          <p14:tracePt t="141487" x="1377950" y="2209800"/>
          <p14:tracePt t="141504" x="1314450" y="2216150"/>
          <p14:tracePt t="141521" x="1250950" y="2209800"/>
          <p14:tracePt t="141538" x="1117600" y="2184400"/>
          <p14:tracePt t="141554" x="1028700" y="2133600"/>
          <p14:tracePt t="141571" x="800100" y="2012950"/>
          <p14:tracePt t="141587" x="704850" y="1924050"/>
          <p14:tracePt t="141604" x="577850" y="1841500"/>
          <p14:tracePt t="141621" x="330200" y="1619250"/>
          <p14:tracePt t="141637" x="241300" y="1498600"/>
          <p14:tracePt t="141654" x="57150" y="132080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46075" y="736600"/>
            <a:ext cx="8429625" cy="561657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Bus topology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Multipoint topology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All devices are linked to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Backbone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By drop lines and taps nodes are connected to the bus.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Advantage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Easy to installation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Disadvantage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Difficult reconnection and fault isolation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Backbone fault is fatal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4914900"/>
            <a:ext cx="8131175" cy="131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8627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729" x="4489450" y="3695700"/>
          <p14:tracePt t="737" x="4483100" y="3695700"/>
          <p14:tracePt t="745" x="4445000" y="3683000"/>
          <p14:tracePt t="760" x="4425950" y="3676650"/>
          <p14:tracePt t="777" x="4381500" y="3625850"/>
          <p14:tracePt t="793" x="4311650" y="3594100"/>
          <p14:tracePt t="810" x="4203700" y="3536950"/>
          <p14:tracePt t="826" x="3917950" y="3441700"/>
          <p14:tracePt t="843" x="3727450" y="3378200"/>
          <p14:tracePt t="860" x="3575050" y="3352800"/>
          <p14:tracePt t="876" x="3060700" y="3270250"/>
          <p14:tracePt t="893" x="2870200" y="3251200"/>
          <p14:tracePt t="910" x="2622550" y="3238500"/>
          <p14:tracePt t="927" x="2540000" y="3257550"/>
          <p14:tracePt t="944" x="2495550" y="3270250"/>
          <p14:tracePt t="960" x="2406650" y="3321050"/>
          <p14:tracePt t="977" x="2362200" y="3378200"/>
          <p14:tracePt t="993" x="2292350" y="3460750"/>
          <p14:tracePt t="1010" x="2286000" y="3486150"/>
          <p14:tracePt t="1027" x="2286000" y="3498850"/>
          <p14:tracePt t="1044" x="2286000" y="3511550"/>
          <p14:tracePt t="1060" x="2292350" y="3536950"/>
          <p14:tracePt t="1077" x="2305050" y="3549650"/>
          <p14:tracePt t="1093" x="2311400" y="3549650"/>
          <p14:tracePt t="1127" x="2330450" y="3556000"/>
          <p14:tracePt t="1143" x="2355850" y="3568700"/>
          <p14:tracePt t="1160" x="2406650" y="3587750"/>
          <p14:tracePt t="1177" x="2457450" y="3606800"/>
          <p14:tracePt t="1193" x="2565400" y="3632200"/>
          <p14:tracePt t="1210" x="2667000" y="3670300"/>
          <p14:tracePt t="1226" x="2762250" y="3695700"/>
          <p14:tracePt t="1243" x="2971800" y="3733800"/>
          <p14:tracePt t="1260" x="3016250" y="3740150"/>
          <p14:tracePt t="1276" x="3111500" y="3752850"/>
          <p14:tracePt t="1293" x="3282950" y="3752850"/>
          <p14:tracePt t="1309" x="3384550" y="3733800"/>
          <p14:tracePt t="1326" x="3467100" y="3695700"/>
          <p14:tracePt t="1343" x="3549650" y="3632200"/>
          <p14:tracePt t="1360" x="3556000" y="3619500"/>
          <p14:tracePt t="1376" x="3581400" y="3549650"/>
          <p14:tracePt t="1393" x="3562350" y="3384550"/>
          <p14:tracePt t="1410" x="3543300" y="3276600"/>
          <p14:tracePt t="1427" x="3365500" y="2952750"/>
          <p14:tracePt t="1443" x="3263900" y="2806700"/>
          <p14:tracePt t="1460" x="3124200" y="2603500"/>
          <p14:tracePt t="1477" x="2889250" y="2355850"/>
          <p14:tracePt t="1493" x="2463800" y="1981200"/>
          <p14:tracePt t="1510" x="2266950" y="1809750"/>
          <p14:tracePt t="1527" x="2152650" y="1746250"/>
          <p14:tracePt t="1544" x="1866900" y="1517650"/>
          <p14:tracePt t="1560" x="1708150" y="1441450"/>
          <p14:tracePt t="1562" x="1644650" y="1422400"/>
          <p14:tracePt t="1577" x="1517650" y="1377950"/>
          <p14:tracePt t="1593" x="1504950" y="1377950"/>
          <p14:tracePt t="1610" x="1479550" y="1377950"/>
          <p14:tracePt t="1627" x="1460500" y="1397000"/>
          <p14:tracePt t="1643" x="1441450" y="1416050"/>
          <p14:tracePt t="1660" x="1422400" y="1454150"/>
          <p14:tracePt t="1677" x="1403350" y="1473200"/>
          <p14:tracePt t="1693" x="1397000" y="1479550"/>
          <p14:tracePt t="1710" x="1384300" y="1485900"/>
          <p14:tracePt t="1727" x="1371600" y="1485900"/>
          <p14:tracePt t="1743" x="1358900" y="1485900"/>
          <p14:tracePt t="1760" x="1333500" y="1485900"/>
          <p14:tracePt t="1776" x="1295400" y="1485900"/>
          <p14:tracePt t="1793" x="1168400" y="1397000"/>
          <p14:tracePt t="1810" x="1073150" y="1339850"/>
          <p14:tracePt t="1826" x="927100" y="1263650"/>
          <p14:tracePt t="1843" x="838200" y="1212850"/>
          <p14:tracePt t="1860" x="793750" y="1193800"/>
          <p14:tracePt t="1876" x="666750" y="1143000"/>
          <p14:tracePt t="1893" x="647700" y="1130300"/>
          <p14:tracePt t="1910" x="615950" y="1111250"/>
          <p14:tracePt t="1926" x="603250" y="1111250"/>
          <p14:tracePt t="2105" x="603250" y="1104900"/>
          <p14:tracePt t="2129" x="603250" y="1085850"/>
          <p14:tracePt t="2145" x="596900" y="1079500"/>
          <p14:tracePt t="2153" x="596900" y="1066800"/>
          <p14:tracePt t="2162" x="590550" y="1066800"/>
          <p14:tracePt t="2176" x="590550" y="1054100"/>
          <p14:tracePt t="2194" x="590550" y="1047750"/>
          <p14:tracePt t="2921" x="590550" y="1041400"/>
          <p14:tracePt t="2961" x="590550" y="1028700"/>
          <p14:tracePt t="2969" x="590550" y="1022350"/>
          <p14:tracePt t="2985" x="590550" y="1009650"/>
          <p14:tracePt t="2993" x="590550" y="996950"/>
          <p14:tracePt t="3010" x="590550" y="990600"/>
          <p14:tracePt t="3026" x="590550" y="984250"/>
          <p14:tracePt t="3043" x="590550" y="977900"/>
          <p14:tracePt t="3060" x="590550" y="965200"/>
          <p14:tracePt t="3076" x="590550" y="952500"/>
          <p14:tracePt t="3093" x="590550" y="946150"/>
          <p14:tracePt t="3401" x="590550" y="952500"/>
          <p14:tracePt t="3409" x="590550" y="958850"/>
          <p14:tracePt t="3417" x="584200" y="958850"/>
          <p14:tracePt t="3426" x="577850" y="971550"/>
          <p14:tracePt t="3443" x="577850" y="984250"/>
          <p14:tracePt t="3460" x="571500" y="990600"/>
          <p14:tracePt t="3476" x="571500" y="996950"/>
          <p14:tracePt t="3493" x="571500" y="1003300"/>
          <p14:tracePt t="3510" x="558800" y="1009650"/>
          <p14:tracePt t="6881" x="565150" y="1003300"/>
          <p14:tracePt t="7585" x="565150" y="990600"/>
          <p14:tracePt t="7593" x="558800" y="990600"/>
          <p14:tracePt t="7625" x="558800" y="984250"/>
          <p14:tracePt t="7633" x="558800" y="977900"/>
          <p14:tracePt t="7643" x="558800" y="971550"/>
          <p14:tracePt t="7660" x="552450" y="946150"/>
          <p14:tracePt t="7693" x="539750" y="920750"/>
          <p14:tracePt t="7710" x="539750" y="914400"/>
          <p14:tracePt t="7726" x="514350" y="908050"/>
          <p14:tracePt t="7743" x="495300" y="889000"/>
          <p14:tracePt t="7760" x="469900" y="876300"/>
          <p14:tracePt t="7776" x="444500" y="869950"/>
          <p14:tracePt t="7793" x="412750" y="863600"/>
          <p14:tracePt t="7810" x="349250" y="844550"/>
          <p14:tracePt t="7826" x="260350" y="831850"/>
          <p14:tracePt t="7844" x="82550" y="793750"/>
          <p14:tracePt t="7860" x="31750" y="793750"/>
          <p14:tracePt t="11120" x="6350" y="577850"/>
          <p14:tracePt t="11130" x="69850" y="609600"/>
          <p14:tracePt t="11143" x="88900" y="622300"/>
          <p14:tracePt t="11160" x="114300" y="628650"/>
          <p14:tracePt t="11176" x="203200" y="685800"/>
          <p14:tracePt t="11193" x="254000" y="698500"/>
          <p14:tracePt t="11210" x="273050" y="717550"/>
          <p14:tracePt t="11226" x="279400" y="723900"/>
          <p14:tracePt t="11243" x="285750" y="730250"/>
          <p14:tracePt t="11321" x="285750" y="736600"/>
          <p14:tracePt t="11336" x="292100" y="742950"/>
          <p14:tracePt t="11344" x="298450" y="749300"/>
          <p14:tracePt t="11352" x="311150" y="755650"/>
          <p14:tracePt t="11361" x="311150" y="768350"/>
          <p14:tracePt t="11376" x="323850" y="793750"/>
          <p14:tracePt t="11393" x="330200" y="825500"/>
          <p14:tracePt t="11410" x="336550" y="831850"/>
          <p14:tracePt t="11426" x="355600" y="882650"/>
          <p14:tracePt t="11443" x="374650" y="920750"/>
          <p14:tracePt t="11460" x="387350" y="946150"/>
          <p14:tracePt t="11477" x="425450" y="1003300"/>
          <p14:tracePt t="11493" x="425450" y="1016000"/>
          <p14:tracePt t="11510" x="431800" y="1016000"/>
          <p14:tracePt t="11543" x="438150" y="1022350"/>
          <p14:tracePt t="11625" x="450850" y="1016000"/>
          <p14:tracePt t="11641" x="450850" y="1009650"/>
          <p14:tracePt t="11657" x="450850" y="1003300"/>
          <p14:tracePt t="11665" x="457200" y="1003300"/>
          <p14:tracePt t="11676" x="457200" y="996950"/>
          <p14:tracePt t="11693" x="463550" y="990600"/>
          <p14:tracePt t="11710" x="463550" y="984250"/>
          <p14:tracePt t="11727" x="469900" y="984250"/>
          <p14:tracePt t="12161" x="476250" y="984250"/>
          <p14:tracePt t="12185" x="546100" y="984250"/>
          <p14:tracePt t="12193" x="590550" y="984250"/>
          <p14:tracePt t="12201" x="609600" y="984250"/>
          <p14:tracePt t="12217" x="615950" y="990600"/>
          <p14:tracePt t="12233" x="628650" y="996950"/>
          <p14:tracePt t="12243" x="635000" y="1003300"/>
          <p14:tracePt t="12260" x="666750" y="1047750"/>
          <p14:tracePt t="12276" x="723900" y="1225550"/>
          <p14:tracePt t="12293" x="749300" y="1346200"/>
          <p14:tracePt t="12310" x="774700" y="1473200"/>
          <p14:tracePt t="12326" x="774700" y="1689100"/>
          <p14:tracePt t="12344" x="781050" y="1835150"/>
          <p14:tracePt t="12360" x="774700" y="2025650"/>
          <p14:tracePt t="12377" x="781050" y="2495550"/>
          <p14:tracePt t="12393" x="781050" y="2774950"/>
          <p14:tracePt t="12410" x="781050" y="2895600"/>
          <p14:tracePt t="12426" x="806450" y="3435350"/>
          <p14:tracePt t="12443" x="819150" y="3695700"/>
          <p14:tracePt t="12460" x="857250" y="4171950"/>
          <p14:tracePt t="12477" x="889000" y="4324350"/>
          <p14:tracePt t="12493" x="927100" y="4413250"/>
          <p14:tracePt t="12510" x="965200" y="4641850"/>
          <p14:tracePt t="12527" x="990600" y="4781550"/>
          <p14:tracePt t="12543" x="1009650" y="4883150"/>
          <p14:tracePt t="12560" x="1022350" y="5010150"/>
          <p14:tracePt t="12563" x="1041400" y="5048250"/>
          <p14:tracePt t="12576" x="1041400" y="5086350"/>
          <p14:tracePt t="12593" x="1066800" y="5137150"/>
          <p14:tracePt t="12610" x="1092200" y="5207000"/>
          <p14:tracePt t="12626" x="1104900" y="5219700"/>
          <p14:tracePt t="12643" x="1117600" y="5245100"/>
          <p14:tracePt t="12660" x="1149350" y="5295900"/>
          <p14:tracePt t="12676" x="1155700" y="5327650"/>
          <p14:tracePt t="12693" x="1162050" y="5372100"/>
          <p14:tracePt t="12710" x="1219200" y="5448300"/>
          <p14:tracePt t="12726" x="1250950" y="5473700"/>
          <p14:tracePt t="12743" x="1276350" y="5518150"/>
          <p14:tracePt t="12760" x="1301750" y="5530850"/>
          <p14:tracePt t="12776" x="1308100" y="5581650"/>
          <p14:tracePt t="12793" x="1327150" y="5657850"/>
          <p14:tracePt t="12810" x="1333500" y="5695950"/>
          <p14:tracePt t="12827" x="1352550" y="5734050"/>
          <p14:tracePt t="12843" x="1371600" y="5772150"/>
          <p14:tracePt t="12860" x="1384300" y="5797550"/>
          <p14:tracePt t="12876" x="1397000" y="5810250"/>
          <p14:tracePt t="12893" x="1428750" y="5835650"/>
          <p14:tracePt t="12910" x="1454150" y="5835650"/>
          <p14:tracePt t="12926" x="1473200" y="5835650"/>
          <p14:tracePt t="12943" x="1485900" y="5842000"/>
          <p14:tracePt t="12960" x="1511300" y="5842000"/>
          <p14:tracePt t="12977" x="1549400" y="5835650"/>
          <p14:tracePt t="12993" x="1600200" y="5810250"/>
          <p14:tracePt t="13027" x="1606550" y="5803900"/>
          <p14:tracePt t="13043" x="1612900" y="5797550"/>
          <p14:tracePt t="13353" x="1612900" y="5803900"/>
          <p14:tracePt t="13361" x="1619250" y="5803900"/>
          <p14:tracePt t="13368" x="1619250" y="5810250"/>
          <p14:tracePt t="13384" x="1619250" y="5822950"/>
          <p14:tracePt t="13393" x="1619250" y="5829300"/>
          <p14:tracePt t="13410" x="1619250" y="5835650"/>
          <p14:tracePt t="13552" x="1619250" y="5842000"/>
          <p14:tracePt t="13568" x="1625600" y="5842000"/>
          <p14:tracePt t="13592" x="1638300" y="5842000"/>
          <p14:tracePt t="13624" x="1644650" y="5842000"/>
          <p14:tracePt t="13632" x="1657350" y="5842000"/>
          <p14:tracePt t="13648" x="1670050" y="5835650"/>
          <p14:tracePt t="13785" x="1670050" y="5829300"/>
          <p14:tracePt t="13794" x="1663700" y="5829300"/>
          <p14:tracePt t="13817" x="1657350" y="5829300"/>
          <p14:tracePt t="13833" x="1644650" y="5829300"/>
          <p14:tracePt t="13849" x="1631950" y="5829300"/>
          <p14:tracePt t="13865" x="1619250" y="5829300"/>
          <p14:tracePt t="13929" x="1612900" y="5829300"/>
          <p14:tracePt t="14633" x="1625600" y="5829300"/>
          <p14:tracePt t="14640" x="1638300" y="5829300"/>
          <p14:tracePt t="14649" x="1644650" y="5829300"/>
          <p14:tracePt t="14659" x="1657350" y="5829300"/>
          <p14:tracePt t="14676" x="1663700" y="5829300"/>
          <p14:tracePt t="14693" x="1682750" y="5829300"/>
          <p14:tracePt t="14710" x="1701800" y="5835650"/>
          <p14:tracePt t="14726" x="1720850" y="5835650"/>
          <p14:tracePt t="14743" x="1733550" y="5842000"/>
          <p14:tracePt t="14760" x="1739900" y="5842000"/>
          <p14:tracePt t="14776" x="1765300" y="5848350"/>
          <p14:tracePt t="14793" x="1778000" y="5848350"/>
          <p14:tracePt t="14810" x="1790700" y="5854700"/>
          <p14:tracePt t="14826" x="1809750" y="5854700"/>
          <p14:tracePt t="14844" x="1822450" y="5854700"/>
          <p14:tracePt t="14860" x="1860550" y="5861050"/>
          <p14:tracePt t="14893" x="1879600" y="5873750"/>
          <p14:tracePt t="14910" x="1905000" y="5873750"/>
          <p14:tracePt t="14926" x="1943100" y="5873750"/>
          <p14:tracePt t="14943" x="1949450" y="5873750"/>
          <p14:tracePt t="14960" x="1974850" y="5880100"/>
          <p14:tracePt t="14977" x="2006600" y="5886450"/>
          <p14:tracePt t="14993" x="2070100" y="5886450"/>
          <p14:tracePt t="15010" x="2101850" y="5886450"/>
          <p14:tracePt t="15027" x="2120900" y="5886450"/>
          <p14:tracePt t="15043" x="2178050" y="5892800"/>
          <p14:tracePt t="15060" x="2228850" y="5892800"/>
          <p14:tracePt t="15076" x="2266950" y="5892800"/>
          <p14:tracePt t="15093" x="2305050" y="5892800"/>
          <p14:tracePt t="15110" x="2336800" y="5899150"/>
          <p14:tracePt t="15127" x="2343150" y="5899150"/>
          <p14:tracePt t="15143" x="2368550" y="5905500"/>
          <p14:tracePt t="15160" x="2393950" y="5905500"/>
          <p14:tracePt t="15177" x="2438400" y="5905500"/>
          <p14:tracePt t="15193" x="2470150" y="5905500"/>
          <p14:tracePt t="15210" x="2482850" y="5905500"/>
          <p14:tracePt t="15226" x="2508250" y="5905500"/>
          <p14:tracePt t="15243" x="2546350" y="5905500"/>
          <p14:tracePt t="15260" x="2578100" y="5905500"/>
          <p14:tracePt t="15276" x="2609850" y="5905500"/>
          <p14:tracePt t="15293" x="2635250" y="5905500"/>
          <p14:tracePt t="15310" x="2641600" y="5905500"/>
          <p14:tracePt t="15326" x="2679700" y="5911850"/>
          <p14:tracePt t="15343" x="2698750" y="5911850"/>
          <p14:tracePt t="15360" x="2730500" y="5918200"/>
          <p14:tracePt t="15377" x="2768600" y="5924550"/>
          <p14:tracePt t="15393" x="2781300" y="5924550"/>
          <p14:tracePt t="15410" x="2794000" y="5924550"/>
          <p14:tracePt t="15426" x="2806700" y="5924550"/>
          <p14:tracePt t="15443" x="2825750" y="5924550"/>
          <p14:tracePt t="15460" x="2844800" y="5924550"/>
          <p14:tracePt t="15476" x="2870200" y="5924550"/>
          <p14:tracePt t="15510" x="2882900" y="5924550"/>
          <p14:tracePt t="15526" x="2901950" y="5924550"/>
          <p14:tracePt t="15543" x="2927350" y="5924550"/>
          <p14:tracePt t="15560" x="2952750" y="5924550"/>
          <p14:tracePt t="15563" x="2959100" y="5924550"/>
          <p14:tracePt t="15577" x="2984500" y="5924550"/>
          <p14:tracePt t="15593" x="3022600" y="5924550"/>
          <p14:tracePt t="15609" x="3054350" y="5930900"/>
          <p14:tracePt t="15626" x="3067050" y="5937250"/>
          <p14:tracePt t="15643" x="3117850" y="5943600"/>
          <p14:tracePt t="15660" x="3149600" y="5943600"/>
          <p14:tracePt t="15676" x="3155950" y="5943600"/>
          <p14:tracePt t="15693" x="3187700" y="5949950"/>
          <p14:tracePt t="15710" x="3219450" y="5956300"/>
          <p14:tracePt t="15726" x="3289300" y="5962650"/>
          <p14:tracePt t="15743" x="3321050" y="5962650"/>
          <p14:tracePt t="15760" x="3359150" y="5962650"/>
          <p14:tracePt t="15776" x="3416300" y="5962650"/>
          <p14:tracePt t="15793" x="3467100" y="5962650"/>
          <p14:tracePt t="15810" x="3505200" y="5962650"/>
          <p14:tracePt t="15826" x="3517900" y="5962650"/>
          <p14:tracePt t="15843" x="3562350" y="5962650"/>
          <p14:tracePt t="15860" x="3575050" y="5962650"/>
          <p14:tracePt t="15877" x="3587750" y="5962650"/>
          <p14:tracePt t="15893" x="3600450" y="5962650"/>
          <p14:tracePt t="15910" x="3613150" y="5969000"/>
          <p14:tracePt t="15926" x="3625850" y="5969000"/>
          <p14:tracePt t="15944" x="3638550" y="5969000"/>
          <p14:tracePt t="15960" x="3663950" y="5969000"/>
          <p14:tracePt t="15977" x="3670300" y="5975350"/>
          <p14:tracePt t="15993" x="3695700" y="5975350"/>
          <p14:tracePt t="16010" x="3708400" y="5981700"/>
          <p14:tracePt t="16026" x="3740150" y="5981700"/>
          <p14:tracePt t="16043" x="3752850" y="5981700"/>
          <p14:tracePt t="16060" x="3790950" y="5981700"/>
          <p14:tracePt t="16077" x="3803650" y="5981700"/>
          <p14:tracePt t="16093" x="3829050" y="5988050"/>
          <p14:tracePt t="16110" x="3867150" y="5994400"/>
          <p14:tracePt t="16143" x="3886200" y="5994400"/>
          <p14:tracePt t="16160" x="3924300" y="6000750"/>
          <p14:tracePt t="16176" x="3949700" y="6000750"/>
          <p14:tracePt t="16193" x="3968750" y="6000750"/>
          <p14:tracePt t="16210" x="3975100" y="6007100"/>
          <p14:tracePt t="16226" x="4006850" y="6007100"/>
          <p14:tracePt t="16243" x="4019550" y="6007100"/>
          <p14:tracePt t="16276" x="4038600" y="6007100"/>
          <p14:tracePt t="16293" x="4051300" y="6007100"/>
          <p14:tracePt t="16310" x="4070350" y="6007100"/>
          <p14:tracePt t="16326" x="4083050" y="6007100"/>
          <p14:tracePt t="16343" x="4108450" y="6013450"/>
          <p14:tracePt t="16360" x="4140200" y="6019800"/>
          <p14:tracePt t="16376" x="4165600" y="6032500"/>
          <p14:tracePt t="16393" x="4216400" y="6032500"/>
          <p14:tracePt t="16410" x="4254500" y="6045200"/>
          <p14:tracePt t="16427" x="4286250" y="6051550"/>
          <p14:tracePt t="16443" x="4324350" y="6057900"/>
          <p14:tracePt t="16460" x="4368800" y="6057900"/>
          <p14:tracePt t="16476" x="4400550" y="6057900"/>
          <p14:tracePt t="16493" x="4438650" y="6057900"/>
          <p14:tracePt t="16510" x="4521200" y="6051550"/>
          <p14:tracePt t="16527" x="4552950" y="6051550"/>
          <p14:tracePt t="16543" x="4584700" y="6045200"/>
          <p14:tracePt t="16560" x="4629150" y="6032500"/>
          <p14:tracePt t="16576" x="4660900" y="6026150"/>
          <p14:tracePt t="16593" x="4711700" y="6007100"/>
          <p14:tracePt t="16610" x="4813300" y="5981700"/>
          <p14:tracePt t="16626" x="4864100" y="5969000"/>
          <p14:tracePt t="16643" x="4959350" y="5962650"/>
          <p14:tracePt t="16660" x="5054600" y="5962650"/>
          <p14:tracePt t="16676" x="5111750" y="5962650"/>
          <p14:tracePt t="16693" x="5213350" y="5962650"/>
          <p14:tracePt t="16710" x="5416550" y="5969000"/>
          <p14:tracePt t="16726" x="5499100" y="5969000"/>
          <p14:tracePt t="16743" x="5581650" y="5981700"/>
          <p14:tracePt t="16760" x="5657850" y="5988050"/>
          <p14:tracePt t="16777" x="5765800" y="6000750"/>
          <p14:tracePt t="16793" x="5816600" y="6013450"/>
          <p14:tracePt t="16810" x="5905500" y="6019800"/>
          <p14:tracePt t="16826" x="5918200" y="6019800"/>
          <p14:tracePt t="16843" x="5956300" y="6026150"/>
          <p14:tracePt t="16860" x="6013450" y="6026150"/>
          <p14:tracePt t="16877" x="6051550" y="6026150"/>
          <p14:tracePt t="16893" x="6108700" y="6026150"/>
          <p14:tracePt t="16910" x="6172200" y="6026150"/>
          <p14:tracePt t="16943" x="6229350" y="6019800"/>
          <p14:tracePt t="16960" x="6299200" y="6007100"/>
          <p14:tracePt t="16976" x="6432550" y="5981700"/>
          <p14:tracePt t="16993" x="6470650" y="5975350"/>
          <p14:tracePt t="17010" x="6527800" y="5969000"/>
          <p14:tracePt t="17027" x="6591300" y="5956300"/>
          <p14:tracePt t="17043" x="6629400" y="5956300"/>
          <p14:tracePt t="17060" x="6686550" y="5937250"/>
          <p14:tracePt t="17076" x="6794500" y="5924550"/>
          <p14:tracePt t="17093" x="6864350" y="5918200"/>
          <p14:tracePt t="17110" x="6883400" y="5911850"/>
          <p14:tracePt t="17126" x="6940550" y="5905500"/>
          <p14:tracePt t="17143" x="7035800" y="5899150"/>
          <p14:tracePt t="17160" x="7092950" y="5899150"/>
          <p14:tracePt t="17176" x="7175500" y="5892800"/>
          <p14:tracePt t="17193" x="7226300" y="5892800"/>
          <p14:tracePt t="17210" x="7277100" y="5886450"/>
          <p14:tracePt t="17226" x="7315200" y="5880100"/>
          <p14:tracePt t="17243" x="7346950" y="5880100"/>
          <p14:tracePt t="17260" x="7366000" y="5880100"/>
          <p14:tracePt t="17276" x="7378700" y="5880100"/>
          <p14:tracePt t="17293" x="7385050" y="5880100"/>
          <p14:tracePt t="17310" x="7410450" y="5880100"/>
          <p14:tracePt t="17327" x="7416800" y="5880100"/>
          <p14:tracePt t="17343" x="7435850" y="5886450"/>
          <p14:tracePt t="17360" x="7454900" y="5886450"/>
          <p14:tracePt t="17376" x="7493000" y="5892800"/>
          <p14:tracePt t="17393" x="7537450" y="5905500"/>
          <p14:tracePt t="17410" x="7569200" y="5905500"/>
          <p14:tracePt t="17426" x="7581900" y="5905500"/>
          <p14:tracePt t="17443" x="7594600" y="5911850"/>
          <p14:tracePt t="17459" x="7632700" y="5918200"/>
          <p14:tracePt t="17476" x="7664450" y="5918200"/>
          <p14:tracePt t="17493" x="7683500" y="5918200"/>
          <p14:tracePt t="17510" x="7696200" y="5918200"/>
          <p14:tracePt t="17543" x="7715250" y="5918200"/>
          <p14:tracePt t="17560" x="7721600" y="5911850"/>
          <p14:tracePt t="17577" x="7740650" y="5905500"/>
          <p14:tracePt t="17593" x="7759700" y="5899150"/>
          <p14:tracePt t="17610" x="7766050" y="5899150"/>
          <p14:tracePt t="17627" x="7772400" y="5899150"/>
          <p14:tracePt t="17660" x="7785100" y="5899150"/>
          <p14:tracePt t="17769" x="7791450" y="5899150"/>
          <p14:tracePt t="17944" x="7778750" y="5899150"/>
          <p14:tracePt t="17952" x="7778750" y="5892800"/>
          <p14:tracePt t="17992" x="7772400" y="5892800"/>
          <p14:tracePt t="18016" x="7766050" y="5892800"/>
          <p14:tracePt t="18024" x="7753350" y="5892800"/>
          <p14:tracePt t="18032" x="7740650" y="5892800"/>
          <p14:tracePt t="18048" x="7734300" y="5892800"/>
          <p14:tracePt t="18060" x="7727950" y="5892800"/>
          <p14:tracePt t="18076" x="7702550" y="5892800"/>
          <p14:tracePt t="18093" x="7658100" y="5892800"/>
          <p14:tracePt t="18109" x="7620000" y="5899150"/>
          <p14:tracePt t="18126" x="7543800" y="5899150"/>
          <p14:tracePt t="18143" x="7512050" y="5899150"/>
          <p14:tracePt t="18160" x="7442200" y="5899150"/>
          <p14:tracePt t="18176" x="7277100" y="5899150"/>
          <p14:tracePt t="18193" x="7169150" y="5892800"/>
          <p14:tracePt t="18209" x="7080250" y="5892800"/>
          <p14:tracePt t="18226" x="6953250" y="5892800"/>
          <p14:tracePt t="18243" x="6838950" y="5899150"/>
          <p14:tracePt t="18260" x="6756400" y="5899150"/>
          <p14:tracePt t="18276" x="6572250" y="5899150"/>
          <p14:tracePt t="18293" x="6477000" y="5905500"/>
          <p14:tracePt t="18310" x="6432550" y="5905500"/>
          <p14:tracePt t="18326" x="6273800" y="5905500"/>
          <p14:tracePt t="18343" x="6197600" y="5892800"/>
          <p14:tracePt t="18360" x="6108700" y="5880100"/>
          <p14:tracePt t="18376" x="5899150" y="5880100"/>
          <p14:tracePt t="18393" x="5873750" y="5880100"/>
          <p14:tracePt t="18410" x="5791200" y="5880100"/>
          <p14:tracePt t="18426" x="5734050" y="5880100"/>
          <p14:tracePt t="18443" x="5676900" y="5886450"/>
          <p14:tracePt t="18459" x="5588000" y="5886450"/>
          <p14:tracePt t="18476" x="5467350" y="5892800"/>
          <p14:tracePt t="18493" x="5435600" y="5892800"/>
          <p14:tracePt t="18510" x="5365750" y="5892800"/>
          <p14:tracePt t="18526" x="5175250" y="5867400"/>
          <p14:tracePt t="18543" x="5060950" y="5848350"/>
          <p14:tracePt t="18560" x="4851400" y="5829300"/>
          <p14:tracePt t="18561" x="4832350" y="5822950"/>
          <p14:tracePt t="18576" x="4756150" y="5810250"/>
          <p14:tracePt t="18593" x="4629150" y="5784850"/>
          <p14:tracePt t="18610" x="4362450" y="5765800"/>
          <p14:tracePt t="18626" x="4216400" y="5772150"/>
          <p14:tracePt t="18643" x="3962400" y="5772150"/>
          <p14:tracePt t="18660" x="3892550" y="5772150"/>
          <p14:tracePt t="18676" x="3816350" y="5778500"/>
          <p14:tracePt t="18693" x="3733800" y="5778500"/>
          <p14:tracePt t="18710" x="3556000" y="5778500"/>
          <p14:tracePt t="18726" x="3460750" y="5778500"/>
          <p14:tracePt t="18743" x="3295650" y="5778500"/>
          <p14:tracePt t="18760" x="3276600" y="5778500"/>
          <p14:tracePt t="18776" x="3168650" y="5778500"/>
          <p14:tracePt t="18793" x="3041650" y="5778500"/>
          <p14:tracePt t="18809" x="2978150" y="5772150"/>
          <p14:tracePt t="18826" x="2933700" y="5765800"/>
          <p14:tracePt t="18843" x="2889250" y="5765800"/>
          <p14:tracePt t="18859" x="2794000" y="5759450"/>
          <p14:tracePt t="18876" x="2711450" y="5753100"/>
          <p14:tracePt t="18893" x="2622550" y="5753100"/>
          <p14:tracePt t="18910" x="2489200" y="5746750"/>
          <p14:tracePt t="18926" x="2413000" y="5746750"/>
          <p14:tracePt t="18943" x="2368550" y="5746750"/>
          <p14:tracePt t="18960" x="2247900" y="5740400"/>
          <p14:tracePt t="18976" x="2127250" y="5740400"/>
          <p14:tracePt t="18993" x="2082800" y="5740400"/>
          <p14:tracePt t="19010" x="2051050" y="5740400"/>
          <p14:tracePt t="19026" x="2044700" y="5740400"/>
          <p14:tracePt t="19043" x="2006600" y="5746750"/>
          <p14:tracePt t="19060" x="1962150" y="5746750"/>
          <p14:tracePt t="19076" x="1943100" y="5746750"/>
          <p14:tracePt t="19093" x="1924050" y="5746750"/>
          <p14:tracePt t="19110" x="1892300" y="5753100"/>
          <p14:tracePt t="19126" x="1860550" y="5759450"/>
          <p14:tracePt t="19143" x="1822450" y="5765800"/>
          <p14:tracePt t="19160" x="1765300" y="5784850"/>
          <p14:tracePt t="19176" x="1733550" y="5791200"/>
          <p14:tracePt t="19210" x="1720850" y="5797550"/>
          <p14:tracePt t="19227" x="1708150" y="5803900"/>
          <p14:tracePt t="19243" x="1695450" y="5803900"/>
          <p14:tracePt t="19260" x="1682750" y="5810250"/>
          <p14:tracePt t="19276" x="1663700" y="5816600"/>
          <p14:tracePt t="19293" x="1657350" y="5822950"/>
          <p14:tracePt t="19310" x="1625600" y="5835650"/>
          <p14:tracePt t="19326" x="1612900" y="5842000"/>
          <p14:tracePt t="19343" x="1606550" y="5842000"/>
          <p14:tracePt t="19360" x="1606550" y="5854700"/>
          <p14:tracePt t="19377" x="1593850" y="5854700"/>
          <p14:tracePt t="19401" x="1581150" y="5861050"/>
          <p14:tracePt t="19728" x="1593850" y="5861050"/>
          <p14:tracePt t="19752" x="1612900" y="5861050"/>
          <p14:tracePt t="19760" x="1619250" y="5861050"/>
          <p14:tracePt t="19776" x="1631950" y="5861050"/>
          <p14:tracePt t="19785" x="1651000" y="5861050"/>
          <p14:tracePt t="19793" x="1670050" y="5861050"/>
          <p14:tracePt t="19810" x="1727200" y="5861050"/>
          <p14:tracePt t="19826" x="1822450" y="5873750"/>
          <p14:tracePt t="19843" x="2012950" y="5880100"/>
          <p14:tracePt t="19859" x="2152650" y="5911850"/>
          <p14:tracePt t="19876" x="2203450" y="5918200"/>
          <p14:tracePt t="19893" x="2482850" y="5930900"/>
          <p14:tracePt t="19909" x="2673350" y="5956300"/>
          <p14:tracePt t="19926" x="2832100" y="5969000"/>
          <p14:tracePt t="19943" x="3333750" y="6019800"/>
          <p14:tracePt t="19960" x="3530600" y="6038850"/>
          <p14:tracePt t="19977" x="4330700" y="6146800"/>
          <p14:tracePt t="19993" x="4705350" y="6184900"/>
          <p14:tracePt t="20010" x="5035550" y="6235700"/>
          <p14:tracePt t="20026" x="5403850" y="6299200"/>
          <p14:tracePt t="20043" x="5543550" y="6299200"/>
          <p14:tracePt t="20060" x="5657850" y="6311900"/>
          <p14:tracePt t="20076" x="5778500" y="6311900"/>
          <p14:tracePt t="20093" x="5905500" y="6305550"/>
          <p14:tracePt t="20110" x="5949950" y="6305550"/>
          <p14:tracePt t="20126" x="5988050" y="6299200"/>
          <p14:tracePt t="20143" x="6007100" y="6292850"/>
          <p14:tracePt t="20160" x="6019800" y="6286500"/>
          <p14:tracePt t="20185" x="6019800" y="6280150"/>
          <p14:tracePt t="20217" x="6019800" y="6273800"/>
          <p14:tracePt t="20225" x="6019800" y="6261100"/>
          <p14:tracePt t="20233" x="6013450" y="6235700"/>
          <p14:tracePt t="20345" x="6007100" y="6235700"/>
          <p14:tracePt t="20361" x="6000750" y="6229350"/>
          <p14:tracePt t="20369" x="5975350" y="6229350"/>
          <p14:tracePt t="20377" x="5949950" y="6229350"/>
          <p14:tracePt t="20393" x="5829300" y="6229350"/>
          <p14:tracePt t="20410" x="5588000" y="6235700"/>
          <p14:tracePt t="20426" x="5492750" y="6254750"/>
          <p14:tracePt t="20443" x="5454650" y="6273800"/>
          <p14:tracePt t="20460" x="5308600" y="6318250"/>
          <p14:tracePt t="20476" x="5276850" y="6330950"/>
          <p14:tracePt t="20493" x="5187950" y="6350000"/>
          <p14:tracePt t="20510" x="5162550" y="6350000"/>
          <p14:tracePt t="20526" x="5143500" y="6350000"/>
          <p14:tracePt t="20543" x="5105400" y="6362700"/>
          <p14:tracePt t="20560" x="4965700" y="6375400"/>
          <p14:tracePt t="20562" x="4946650" y="6375400"/>
          <p14:tracePt t="20576" x="4857750" y="6375400"/>
          <p14:tracePt t="20593" x="4654550" y="6343650"/>
          <p14:tracePt t="20610" x="4610100" y="6343650"/>
          <p14:tracePt t="20626" x="4495800" y="6305550"/>
          <p14:tracePt t="20643" x="4267200" y="6235700"/>
          <p14:tracePt t="20660" x="4140200" y="6184900"/>
          <p14:tracePt t="20676" x="3930650" y="6108700"/>
          <p14:tracePt t="20693" x="3816350" y="6064250"/>
          <p14:tracePt t="20710" x="3759200" y="6045200"/>
          <p14:tracePt t="20726" x="3587750" y="5981700"/>
          <p14:tracePt t="20744" x="3511550" y="5962650"/>
          <p14:tracePt t="20760" x="3454400" y="5937250"/>
          <p14:tracePt t="20777" x="3409950" y="5924550"/>
          <p14:tracePt t="20793" x="3403600" y="5924550"/>
          <p14:tracePt t="20826" x="3390900" y="5924550"/>
          <p14:tracePt t="20843" x="3384550" y="5924550"/>
          <p14:tracePt t="20860" x="3340100" y="5943600"/>
          <p14:tracePt t="20876" x="3295650" y="5969000"/>
          <p14:tracePt t="20893" x="3187700" y="6007100"/>
          <p14:tracePt t="20910" x="3143250" y="6026150"/>
          <p14:tracePt t="20926" x="3105150" y="6038850"/>
          <p14:tracePt t="20943" x="3086100" y="6045200"/>
          <p14:tracePt t="20960" x="3048000" y="6064250"/>
          <p14:tracePt t="20977" x="3016250" y="6070600"/>
          <p14:tracePt t="20993" x="3003550" y="6070600"/>
          <p14:tracePt t="21041" x="3003550" y="6064250"/>
          <p14:tracePt t="21049" x="3003550" y="6051550"/>
          <p14:tracePt t="21060" x="3003550" y="6038850"/>
          <p14:tracePt t="21076" x="3009900" y="5918200"/>
          <p14:tracePt t="21093" x="2990850" y="5822950"/>
          <p14:tracePt t="21110" x="2984500" y="5746750"/>
          <p14:tracePt t="21126" x="2990850" y="5683250"/>
          <p14:tracePt t="21143" x="2990850" y="5594350"/>
          <p14:tracePt t="21160" x="2990850" y="5549900"/>
          <p14:tracePt t="21176" x="2990850" y="5499100"/>
          <p14:tracePt t="21193" x="2990850" y="5486400"/>
          <p14:tracePt t="21210" x="2990850" y="5480050"/>
          <p14:tracePt t="21227" x="2990850" y="5461000"/>
          <p14:tracePt t="21243" x="2984500" y="5448300"/>
          <p14:tracePt t="21260" x="2978150" y="5435600"/>
          <p14:tracePt t="21277" x="2978150" y="5429250"/>
          <p14:tracePt t="21293" x="2978150" y="5416550"/>
          <p14:tracePt t="21310" x="2978150" y="5403850"/>
          <p14:tracePt t="21327" x="2978150" y="5359400"/>
          <p14:tracePt t="21343" x="2971800" y="5314950"/>
          <p14:tracePt t="21360" x="2965450" y="5270500"/>
          <p14:tracePt t="21376" x="2965450" y="5194300"/>
          <p14:tracePt t="21393" x="2965450" y="5175250"/>
          <p14:tracePt t="21410" x="2959100" y="5149850"/>
          <p14:tracePt t="21427" x="2940050" y="5099050"/>
          <p14:tracePt t="21443" x="2921000" y="5060950"/>
          <p14:tracePt t="21460" x="2889250" y="5029200"/>
          <p14:tracePt t="21477" x="2857500" y="5003800"/>
          <p14:tracePt t="21493" x="2819400" y="4978400"/>
          <p14:tracePt t="21510" x="2800350" y="4972050"/>
          <p14:tracePt t="21527" x="2736850" y="4946650"/>
          <p14:tracePt t="21543" x="2730500" y="4946650"/>
          <p14:tracePt t="21560" x="2724150" y="4946650"/>
          <p14:tracePt t="21576" x="2692400" y="4946650"/>
          <p14:tracePt t="21593" x="2679700" y="4953000"/>
          <p14:tracePt t="21610" x="2660650" y="4953000"/>
          <p14:tracePt t="21627" x="2641600" y="4959350"/>
          <p14:tracePt t="21643" x="2603500" y="4972050"/>
          <p14:tracePt t="21660" x="2590800" y="4978400"/>
          <p14:tracePt t="21676" x="2571750" y="4991100"/>
          <p14:tracePt t="21693" x="2501900" y="5041900"/>
          <p14:tracePt t="21710" x="2457450" y="5086350"/>
          <p14:tracePt t="21726" x="2451100" y="5105400"/>
          <p14:tracePt t="21760" x="2438400" y="5124450"/>
          <p14:tracePt t="21777" x="2425700" y="5162550"/>
          <p14:tracePt t="21793" x="2425700" y="5181600"/>
          <p14:tracePt t="21810" x="2425700" y="5213350"/>
          <p14:tracePt t="21827" x="2425700" y="5219700"/>
          <p14:tracePt t="21843" x="2425700" y="5238750"/>
          <p14:tracePt t="21860" x="2432050" y="5257800"/>
          <p14:tracePt t="21876" x="2438400" y="5283200"/>
          <p14:tracePt t="21893" x="2444750" y="5302250"/>
          <p14:tracePt t="21910" x="2444750" y="5308600"/>
          <p14:tracePt t="21926" x="2451100" y="5334000"/>
          <p14:tracePt t="21943" x="2476500" y="5365750"/>
          <p14:tracePt t="21960" x="2489200" y="5384800"/>
          <p14:tracePt t="21976" x="2540000" y="5435600"/>
          <p14:tracePt t="21993" x="2571750" y="5441950"/>
          <p14:tracePt t="22010" x="2597150" y="5461000"/>
          <p14:tracePt t="22026" x="2647950" y="5486400"/>
          <p14:tracePt t="22043" x="2698750" y="5499100"/>
          <p14:tracePt t="22060" x="2736850" y="5511800"/>
          <p14:tracePt t="22076" x="2755900" y="5518150"/>
          <p14:tracePt t="22093" x="2832100" y="5537200"/>
          <p14:tracePt t="22110" x="2889250" y="5537200"/>
          <p14:tracePt t="22126" x="2927350" y="5543550"/>
          <p14:tracePt t="22143" x="3035300" y="5549900"/>
          <p14:tracePt t="22160" x="3086100" y="5549900"/>
          <p14:tracePt t="22176" x="3149600" y="5549900"/>
          <p14:tracePt t="22193" x="3244850" y="5530850"/>
          <p14:tracePt t="22210" x="3282950" y="5518150"/>
          <p14:tracePt t="22226" x="3321050" y="5505450"/>
          <p14:tracePt t="22243" x="3352800" y="5486400"/>
          <p14:tracePt t="22260" x="3365500" y="5480050"/>
          <p14:tracePt t="22276" x="3365500" y="5473700"/>
          <p14:tracePt t="22293" x="3365500" y="5461000"/>
          <p14:tracePt t="22310" x="3378200" y="5441950"/>
          <p14:tracePt t="22326" x="3384550" y="5378450"/>
          <p14:tracePt t="22343" x="3384550" y="5308600"/>
          <p14:tracePt t="22360" x="3365500" y="5207000"/>
          <p14:tracePt t="22376" x="3346450" y="5149850"/>
          <p14:tracePt t="22393" x="3282950" y="5048250"/>
          <p14:tracePt t="22410" x="3244850" y="5003800"/>
          <p14:tracePt t="22427" x="3175000" y="4953000"/>
          <p14:tracePt t="22443" x="3060700" y="4889500"/>
          <p14:tracePt t="22460" x="3028950" y="4870450"/>
          <p14:tracePt t="22477" x="2927350" y="4826000"/>
          <p14:tracePt t="22493" x="2851150" y="4800600"/>
          <p14:tracePt t="22510" x="2813050" y="4787900"/>
          <p14:tracePt t="22526" x="2787650" y="4787900"/>
          <p14:tracePt t="22543" x="2768600" y="4787900"/>
          <p14:tracePt t="22560" x="2749550" y="4787900"/>
          <p14:tracePt t="22561" x="2743200" y="4787900"/>
          <p14:tracePt t="22576" x="2711450" y="4800600"/>
          <p14:tracePt t="22593" x="2679700" y="4819650"/>
          <p14:tracePt t="22609" x="2628900" y="4851400"/>
          <p14:tracePt t="22626" x="2609850" y="4857750"/>
          <p14:tracePt t="22643" x="2571750" y="4876800"/>
          <p14:tracePt t="22660" x="2514600" y="4927600"/>
          <p14:tracePt t="22676" x="2482850" y="4965700"/>
          <p14:tracePt t="22693" x="2432050" y="5016500"/>
          <p14:tracePt t="22710" x="2425700" y="5029200"/>
          <p14:tracePt t="22726" x="2400300" y="5067300"/>
          <p14:tracePt t="22743" x="2381250" y="5124450"/>
          <p14:tracePt t="22760" x="2368550" y="5162550"/>
          <p14:tracePt t="22776" x="2368550" y="5213350"/>
          <p14:tracePt t="22793" x="2374900" y="5219700"/>
          <p14:tracePt t="22810" x="2374900" y="5238750"/>
          <p14:tracePt t="22827" x="2381250" y="5276850"/>
          <p14:tracePt t="22843" x="2387600" y="5289550"/>
          <p14:tracePt t="22860" x="2387600" y="5302250"/>
          <p14:tracePt t="22876" x="2393950" y="5308600"/>
          <p14:tracePt t="22893" x="2400300" y="5327650"/>
          <p14:tracePt t="22910" x="2413000" y="5346700"/>
          <p14:tracePt t="22926" x="2425700" y="5359400"/>
          <p14:tracePt t="22943" x="2451100" y="5384800"/>
          <p14:tracePt t="22960" x="2482850" y="5410200"/>
          <p14:tracePt t="22976" x="2508250" y="5429250"/>
          <p14:tracePt t="22993" x="2527300" y="5435600"/>
          <p14:tracePt t="23010" x="2590800" y="5461000"/>
          <p14:tracePt t="23026" x="2628900" y="5473700"/>
          <p14:tracePt t="23043" x="2698750" y="5492750"/>
          <p14:tracePt t="23059" x="2711450" y="5492750"/>
          <p14:tracePt t="23076" x="2755900" y="5499100"/>
          <p14:tracePt t="23093" x="2838450" y="5511800"/>
          <p14:tracePt t="23110" x="2870200" y="5518150"/>
          <p14:tracePt t="23126" x="2908300" y="5518150"/>
          <p14:tracePt t="23143" x="2940050" y="5511800"/>
          <p14:tracePt t="23160" x="3022600" y="5480050"/>
          <p14:tracePt t="23176" x="3041650" y="5454650"/>
          <p14:tracePt t="23193" x="3073400" y="5422900"/>
          <p14:tracePt t="23210" x="3086100" y="5384800"/>
          <p14:tracePt t="23226" x="3098800" y="5378450"/>
          <p14:tracePt t="23243" x="3105150" y="5302250"/>
          <p14:tracePt t="23260" x="3111500" y="5245100"/>
          <p14:tracePt t="23276" x="3105150" y="5181600"/>
          <p14:tracePt t="23293" x="3079750" y="5086350"/>
          <p14:tracePt t="23310" x="3054350" y="5054600"/>
          <p14:tracePt t="23326" x="3028950" y="5041900"/>
          <p14:tracePt t="23343" x="2990850" y="5010150"/>
          <p14:tracePt t="23360" x="2959100" y="4991100"/>
          <p14:tracePt t="23376" x="2863850" y="4953000"/>
          <p14:tracePt t="23393" x="2832100" y="4953000"/>
          <p14:tracePt t="23409" x="2813050" y="4946650"/>
          <p14:tracePt t="23426" x="2749550" y="4927600"/>
          <p14:tracePt t="23443" x="2711450" y="4927600"/>
          <p14:tracePt t="23460" x="2667000" y="4933950"/>
          <p14:tracePt t="23476" x="2578100" y="4965700"/>
          <p14:tracePt t="23493" x="2565400" y="4972050"/>
          <p14:tracePt t="23509" x="2540000" y="4991100"/>
          <p14:tracePt t="23526" x="2470150" y="5035550"/>
          <p14:tracePt t="23543" x="2444750" y="5054600"/>
          <p14:tracePt t="23560" x="2425700" y="5092700"/>
          <p14:tracePt t="23562" x="2425700" y="5105400"/>
          <p14:tracePt t="23576" x="2425700" y="5111750"/>
          <p14:tracePt t="23593" x="2425700" y="5124450"/>
          <p14:tracePt t="23609" x="2425700" y="5156200"/>
          <p14:tracePt t="23626" x="2432050" y="5168900"/>
          <p14:tracePt t="23643" x="2438400" y="5168900"/>
          <p14:tracePt t="23660" x="2451100" y="5187950"/>
          <p14:tracePt t="23676" x="2470150" y="5194300"/>
          <p14:tracePt t="23693" x="2476500" y="5207000"/>
          <p14:tracePt t="23710" x="2520950" y="5226050"/>
          <p14:tracePt t="23726" x="2533650" y="5226050"/>
          <p14:tracePt t="23743" x="2578100" y="5245100"/>
          <p14:tracePt t="23760" x="2654300" y="5276850"/>
          <p14:tracePt t="23776" x="2755900" y="5295900"/>
          <p14:tracePt t="23793" x="2870200" y="5340350"/>
          <p14:tracePt t="23810" x="2889250" y="5346700"/>
          <p14:tracePt t="23826" x="2940050" y="5365750"/>
          <p14:tracePt t="23843" x="3060700" y="5391150"/>
          <p14:tracePt t="23859" x="3111500" y="5391150"/>
          <p14:tracePt t="23876" x="3168650" y="5391150"/>
          <p14:tracePt t="23893" x="3213100" y="5384800"/>
          <p14:tracePt t="23909" x="3225800" y="5378450"/>
          <p14:tracePt t="23926" x="3263900" y="5353050"/>
          <p14:tracePt t="23943" x="3295650" y="5289550"/>
          <p14:tracePt t="23960" x="3308350" y="5245100"/>
          <p14:tracePt t="23976" x="3321050" y="5149850"/>
          <p14:tracePt t="23993" x="3321050" y="5073650"/>
          <p14:tracePt t="24009" x="3308350" y="5010150"/>
          <p14:tracePt t="24026" x="3276600" y="4959350"/>
          <p14:tracePt t="24043" x="3187700" y="4889500"/>
          <p14:tracePt t="24060" x="3149600" y="4870450"/>
          <p14:tracePt t="24076" x="3079750" y="4845050"/>
          <p14:tracePt t="24093" x="3009900" y="4832350"/>
          <p14:tracePt t="24110" x="2927350" y="4832350"/>
          <p14:tracePt t="24126" x="2844800" y="4851400"/>
          <p14:tracePt t="24143" x="2717800" y="4902200"/>
          <p14:tracePt t="24160" x="2679700" y="4921250"/>
          <p14:tracePt t="24176" x="2616200" y="4965700"/>
          <p14:tracePt t="24193" x="2578100" y="4997450"/>
          <p14:tracePt t="24210" x="2559050" y="5041900"/>
          <p14:tracePt t="24226" x="2540000" y="5067300"/>
          <p14:tracePt t="24243" x="2527300" y="5092700"/>
          <p14:tracePt t="24259" x="2527300" y="5130800"/>
          <p14:tracePt t="24276" x="2533650" y="5162550"/>
          <p14:tracePt t="24293" x="2533650" y="5194300"/>
          <p14:tracePt t="24310" x="2533650" y="5232400"/>
          <p14:tracePt t="24326" x="2565400" y="5245100"/>
          <p14:tracePt t="24343" x="2571750" y="5251450"/>
          <p14:tracePt t="24360" x="2597150" y="5264150"/>
          <p14:tracePt t="24376" x="2635250" y="5283200"/>
          <p14:tracePt t="24393" x="2698750" y="5308600"/>
          <p14:tracePt t="24409" x="2882900" y="5353050"/>
          <p14:tracePt t="24426" x="2927350" y="5359400"/>
          <p14:tracePt t="24443" x="3067050" y="5378450"/>
          <p14:tracePt t="24459" x="3422650" y="5410200"/>
          <p14:tracePt t="24476" x="3613150" y="5435600"/>
          <p14:tracePt t="24493" x="3981450" y="5486400"/>
          <p14:tracePt t="24509" x="4146550" y="5511800"/>
          <p14:tracePt t="24526" x="4197350" y="5518150"/>
          <p14:tracePt t="24543" x="4337050" y="5524500"/>
          <p14:tracePt t="24560" x="4514850" y="5530850"/>
          <p14:tracePt t="24562" x="4565650" y="5530850"/>
          <p14:tracePt t="24577" x="4616450" y="5530850"/>
          <p14:tracePt t="24593" x="4718050" y="5518150"/>
          <p14:tracePt t="24610" x="4724400" y="5511800"/>
          <p14:tracePt t="24626" x="4749800" y="5511800"/>
          <p14:tracePt t="24643" x="4787900" y="5499100"/>
          <p14:tracePt t="24659" x="4800600" y="5499100"/>
          <p14:tracePt t="24676" x="4832350" y="5486400"/>
          <p14:tracePt t="24693" x="4851400" y="5480050"/>
          <p14:tracePt t="24710" x="4914900" y="5454650"/>
          <p14:tracePt t="24727" x="4953000" y="5448300"/>
          <p14:tracePt t="24743" x="4959350" y="5448300"/>
          <p14:tracePt t="24760" x="4991100" y="5422900"/>
          <p14:tracePt t="24776" x="5010150" y="5397500"/>
          <p14:tracePt t="24793" x="5016500" y="5378450"/>
          <p14:tracePt t="24810" x="5022850" y="5359400"/>
          <p14:tracePt t="24843" x="5016500" y="5308600"/>
          <p14:tracePt t="24859" x="5016500" y="5289550"/>
          <p14:tracePt t="24876" x="5003800" y="5276850"/>
          <p14:tracePt t="24893" x="4953000" y="5232400"/>
          <p14:tracePt t="24909" x="4902200" y="5200650"/>
          <p14:tracePt t="24926" x="4838700" y="5175250"/>
          <p14:tracePt t="24943" x="4743450" y="5137150"/>
          <p14:tracePt t="24960" x="4718050" y="5130800"/>
          <p14:tracePt t="24976" x="4705350" y="5124450"/>
          <p14:tracePt t="24993" x="4686300" y="5118100"/>
          <p14:tracePt t="25009" x="4673600" y="5118100"/>
          <p14:tracePt t="25026" x="4667250" y="5118100"/>
          <p14:tracePt t="25043" x="4648200" y="5130800"/>
          <p14:tracePt t="25060" x="4616450" y="5162550"/>
          <p14:tracePt t="25076" x="4584700" y="5187950"/>
          <p14:tracePt t="25093" x="4572000" y="5219700"/>
          <p14:tracePt t="25110" x="4546600" y="5251450"/>
          <p14:tracePt t="25126" x="4521200" y="5276850"/>
          <p14:tracePt t="25143" x="4514850" y="5295900"/>
          <p14:tracePt t="25160" x="4514850" y="5302250"/>
          <p14:tracePt t="25176" x="4508500" y="5314950"/>
          <p14:tracePt t="25193" x="4508500" y="5334000"/>
          <p14:tracePt t="25210" x="4508500" y="5340350"/>
          <p14:tracePt t="25226" x="4508500" y="5353050"/>
          <p14:tracePt t="25243" x="4514850" y="5353050"/>
          <p14:tracePt t="25260" x="4514850" y="5359400"/>
          <p14:tracePt t="25277" x="4514850" y="5372100"/>
          <p14:tracePt t="25293" x="4527550" y="5384800"/>
          <p14:tracePt t="25310" x="4527550" y="5397500"/>
          <p14:tracePt t="25326" x="4552950" y="5422900"/>
          <p14:tracePt t="25343" x="4584700" y="5435600"/>
          <p14:tracePt t="25360" x="4610100" y="5461000"/>
          <p14:tracePt t="25376" x="4730750" y="5486400"/>
          <p14:tracePt t="25393" x="4737100" y="5499100"/>
          <p14:tracePt t="25410" x="4838700" y="5518150"/>
          <p14:tracePt t="25426" x="4895850" y="5530850"/>
          <p14:tracePt t="25443" x="4972050" y="5537200"/>
          <p14:tracePt t="25460" x="5124450" y="5537200"/>
          <p14:tracePt t="25476" x="5162550" y="5537200"/>
          <p14:tracePt t="25493" x="5308600" y="5537200"/>
          <p14:tracePt t="25509" x="5461000" y="5537200"/>
          <p14:tracePt t="25526" x="5848350" y="5537200"/>
          <p14:tracePt t="25543" x="6115050" y="5556250"/>
          <p14:tracePt t="25560" x="6578600" y="5613400"/>
          <p14:tracePt t="25576" x="6965950" y="5676900"/>
          <p14:tracePt t="25593" x="7239000" y="5715000"/>
          <p14:tracePt t="25610" x="7600950" y="5753100"/>
          <p14:tracePt t="25626" x="7727950" y="5759450"/>
          <p14:tracePt t="25643" x="7778750" y="5759450"/>
          <p14:tracePt t="25660" x="7842250" y="5759450"/>
          <p14:tracePt t="25676" x="7848600" y="5759450"/>
          <p14:tracePt t="25693" x="7854950" y="5753100"/>
          <p14:tracePt t="25729" x="7854950" y="5740400"/>
          <p14:tracePt t="25743" x="7854950" y="5734050"/>
          <p14:tracePt t="25760" x="7854950" y="5721350"/>
          <p14:tracePt t="25776" x="7810500" y="5638800"/>
          <p14:tracePt t="25793" x="7785100" y="5607050"/>
          <p14:tracePt t="25810" x="7702550" y="5549900"/>
          <p14:tracePt t="25826" x="7531100" y="5435600"/>
          <p14:tracePt t="25843" x="7454900" y="5410200"/>
          <p14:tracePt t="25860" x="7372350" y="5372100"/>
          <p14:tracePt t="25876" x="7213600" y="5327650"/>
          <p14:tracePt t="25893" x="7194550" y="5321300"/>
          <p14:tracePt t="25909" x="7131050" y="5314950"/>
          <p14:tracePt t="25926" x="7061200" y="5295900"/>
          <p14:tracePt t="25943" x="6985000" y="5295900"/>
          <p14:tracePt t="25960" x="6908800" y="5295900"/>
          <p14:tracePt t="25976" x="6705600" y="5295900"/>
          <p14:tracePt t="25993" x="6584950" y="5302250"/>
          <p14:tracePt t="26010" x="6362700" y="5340350"/>
          <p14:tracePt t="26026" x="6229350" y="5365750"/>
          <p14:tracePt t="26043" x="6076950" y="5397500"/>
          <p14:tracePt t="26060" x="6032500" y="5410200"/>
          <p14:tracePt t="26076" x="5975350" y="5441950"/>
          <p14:tracePt t="26093" x="5924550" y="5473700"/>
          <p14:tracePt t="26110" x="5899150" y="5486400"/>
          <p14:tracePt t="26126" x="5892800" y="5505450"/>
          <p14:tracePt t="26143" x="5892800" y="5543550"/>
          <p14:tracePt t="26160" x="5886450" y="5568950"/>
          <p14:tracePt t="26176" x="5911850" y="5670550"/>
          <p14:tracePt t="26193" x="5930900" y="5708650"/>
          <p14:tracePt t="26210" x="5969000" y="5753100"/>
          <p14:tracePt t="26226" x="6013450" y="5759450"/>
          <p14:tracePt t="26243" x="6140450" y="5791200"/>
          <p14:tracePt t="26260" x="6216650" y="5803900"/>
          <p14:tracePt t="26276" x="6305550" y="5810250"/>
          <p14:tracePt t="26293" x="6419850" y="5778500"/>
          <p14:tracePt t="26310" x="6477000" y="5740400"/>
          <p14:tracePt t="26326" x="6521450" y="5721350"/>
          <p14:tracePt t="26343" x="6610350" y="5626100"/>
          <p14:tracePt t="26360" x="6642100" y="5568950"/>
          <p14:tracePt t="26376" x="6686550" y="5397500"/>
          <p14:tracePt t="26393" x="6680200" y="5308600"/>
          <p14:tracePt t="26410" x="6654800" y="5270500"/>
          <p14:tracePt t="26426" x="6578600" y="5175250"/>
          <p14:tracePt t="26443" x="6489700" y="5118100"/>
          <p14:tracePt t="26460" x="6388100" y="5080000"/>
          <p14:tracePt t="26476" x="6273800" y="5060950"/>
          <p14:tracePt t="26493" x="6235700" y="5060950"/>
          <p14:tracePt t="26510" x="6197600" y="5060950"/>
          <p14:tracePt t="26526" x="6178550" y="5067300"/>
          <p14:tracePt t="26543" x="6165850" y="5086350"/>
          <p14:tracePt t="26560" x="6159500" y="5099050"/>
          <p14:tracePt t="26562" x="6140450" y="5137150"/>
          <p14:tracePt t="26576" x="6140450" y="5149850"/>
          <p14:tracePt t="26593" x="6140450" y="5181600"/>
          <p14:tracePt t="26609" x="6178550" y="5264150"/>
          <p14:tracePt t="26626" x="6191250" y="5283200"/>
          <p14:tracePt t="26643" x="6223000" y="5302250"/>
          <p14:tracePt t="26659" x="6242050" y="5308600"/>
          <p14:tracePt t="26676" x="6286500" y="5314950"/>
          <p14:tracePt t="26693" x="6318250" y="5314950"/>
          <p14:tracePt t="26709" x="6356350" y="5283200"/>
          <p14:tracePt t="26726" x="6369050" y="5270500"/>
          <p14:tracePt t="26743" x="6375400" y="5257800"/>
          <p14:tracePt t="26760" x="6375400" y="5251450"/>
          <p14:tracePt t="26776" x="6375400" y="5245100"/>
          <p14:tracePt t="26881" x="6375400" y="5257800"/>
          <p14:tracePt t="26904" x="6375400" y="5264150"/>
          <p14:tracePt t="27008" x="6369050" y="5251450"/>
          <p14:tracePt t="27072" x="6362700" y="5251450"/>
          <p14:tracePt t="27080" x="6356350" y="5251450"/>
          <p14:tracePt t="27088" x="6343650" y="5245100"/>
          <p14:tracePt t="27097" x="6337300" y="5232400"/>
          <p14:tracePt t="27109" x="6324600" y="5232400"/>
          <p14:tracePt t="27127" x="6324600" y="5219700"/>
          <p14:tracePt t="27176" x="6324600" y="5226050"/>
          <p14:tracePt t="27184" x="6324600" y="5232400"/>
          <p14:tracePt t="27193" x="6324600" y="5251450"/>
          <p14:tracePt t="27209" x="6324600" y="5283200"/>
          <p14:tracePt t="27226" x="6311900" y="5353050"/>
          <p14:tracePt t="27243" x="6305550" y="5384800"/>
          <p14:tracePt t="27259" x="6299200" y="5441950"/>
          <p14:tracePt t="27276" x="6299200" y="5511800"/>
          <p14:tracePt t="27293" x="6299200" y="5537200"/>
          <p14:tracePt t="27310" x="6299200" y="5562600"/>
          <p14:tracePt t="27326" x="6299200" y="5575300"/>
          <p14:tracePt t="27343" x="6299200" y="5588000"/>
          <p14:tracePt t="27360" x="6299200" y="5626100"/>
          <p14:tracePt t="27376" x="6292850" y="5676900"/>
          <p14:tracePt t="27393" x="6292850" y="5721350"/>
          <p14:tracePt t="27410" x="6318250" y="5765800"/>
          <p14:tracePt t="27426" x="6318250" y="5791200"/>
          <p14:tracePt t="27443" x="6318250" y="5810250"/>
          <p14:tracePt t="27460" x="6318250" y="5829300"/>
          <p14:tracePt t="27476" x="6318250" y="5842000"/>
          <p14:tracePt t="27493" x="6286500" y="5854700"/>
          <p14:tracePt t="27510" x="6286500" y="5861050"/>
          <p14:tracePt t="27526" x="6292850" y="5867400"/>
          <p14:tracePt t="27543" x="6292850" y="5873750"/>
          <p14:tracePt t="27560" x="6292850" y="5886450"/>
          <p14:tracePt t="27562" x="6292850" y="5892800"/>
          <p14:tracePt t="27584" x="6292850" y="5899150"/>
          <p14:tracePt t="27624" x="6292850" y="5905500"/>
          <p14:tracePt t="27640" x="6292850" y="5911850"/>
          <p14:tracePt t="27648" x="6299200" y="5911850"/>
          <p14:tracePt t="27659" x="6299200" y="5918200"/>
          <p14:tracePt t="27676" x="6299200" y="5930900"/>
          <p14:tracePt t="27736" x="6305550" y="5930900"/>
          <p14:tracePt t="27784" x="6305550" y="5937250"/>
          <p14:tracePt t="27801" x="6311900" y="5937250"/>
          <p14:tracePt t="27808" x="6311900" y="5943600"/>
          <p14:tracePt t="27817" x="6330950" y="5943600"/>
          <p14:tracePt t="27832" x="6343650" y="5962650"/>
          <p14:tracePt t="27843" x="6343650" y="5981700"/>
          <p14:tracePt t="27860" x="6337300" y="6007100"/>
          <p14:tracePt t="27876" x="6337300" y="6019800"/>
          <p14:tracePt t="28008" x="6337300" y="6013450"/>
          <p14:tracePt t="28016" x="6337300" y="5988050"/>
          <p14:tracePt t="28026" x="6337300" y="5975350"/>
          <p14:tracePt t="28043" x="6330950" y="5969000"/>
          <p14:tracePt t="28060" x="6350000" y="5937250"/>
          <p14:tracePt t="28112" x="6362700" y="5937250"/>
          <p14:tracePt t="28136" x="6362700" y="5943600"/>
          <p14:tracePt t="28160" x="6362700" y="5949950"/>
          <p14:tracePt t="28176" x="6362700" y="5969000"/>
          <p14:tracePt t="28184" x="6362700" y="5988050"/>
          <p14:tracePt t="28200" x="6369050" y="6000750"/>
          <p14:tracePt t="28209" x="6369050" y="6019800"/>
          <p14:tracePt t="28226" x="6375400" y="6057900"/>
          <p14:tracePt t="28243" x="6388100" y="6127750"/>
          <p14:tracePt t="28259" x="6407150" y="6165850"/>
          <p14:tracePt t="28276" x="6426200" y="6184900"/>
          <p14:tracePt t="28293" x="6426200" y="6191250"/>
          <p14:tracePt t="28352" x="6426200" y="6184900"/>
          <p14:tracePt t="28360" x="6426200" y="6178550"/>
          <p14:tracePt t="28368" x="6419850" y="6159500"/>
          <p14:tracePt t="28376" x="6419850" y="6146800"/>
          <p14:tracePt t="28393" x="6419850" y="6115050"/>
          <p14:tracePt t="28409" x="6419850" y="6057900"/>
          <p14:tracePt t="28426" x="6413500" y="5988050"/>
          <p14:tracePt t="28443" x="6426200" y="5956300"/>
          <p14:tracePt t="28459" x="6426200" y="5918200"/>
          <p14:tracePt t="28476" x="6426200" y="5899150"/>
          <p14:tracePt t="28493" x="6426200" y="5886450"/>
          <p14:tracePt t="28510" x="6426200" y="5861050"/>
          <p14:tracePt t="28526" x="6426200" y="5829300"/>
          <p14:tracePt t="28543" x="6426200" y="5803900"/>
          <p14:tracePt t="28559" x="6426200" y="5765800"/>
          <p14:tracePt t="28576" x="6432550" y="5657850"/>
          <p14:tracePt t="28593" x="6426200" y="5619750"/>
          <p14:tracePt t="28610" x="6432550" y="5543550"/>
          <p14:tracePt t="28626" x="6432550" y="5441950"/>
          <p14:tracePt t="28643" x="6426200" y="5384800"/>
          <p14:tracePt t="28659" x="6432550" y="5365750"/>
          <p14:tracePt t="28676" x="6445250" y="5314950"/>
          <p14:tracePt t="28693" x="6451600" y="5283200"/>
          <p14:tracePt t="28709" x="6451600" y="5251450"/>
          <p14:tracePt t="28726" x="6438900" y="5232400"/>
          <p14:tracePt t="28743" x="6438900" y="5226050"/>
          <p14:tracePt t="28776" x="6432550" y="5226050"/>
          <p14:tracePt t="28800" x="6426200" y="5226050"/>
          <p14:tracePt t="28824" x="6432550" y="5226050"/>
          <p14:tracePt t="28832" x="6432550" y="5232400"/>
          <p14:tracePt t="28843" x="6432550" y="5238750"/>
          <p14:tracePt t="28859" x="6432550" y="5245100"/>
          <p14:tracePt t="28888" x="6432550" y="5251450"/>
          <p14:tracePt t="28896" x="6432550" y="5257800"/>
          <p14:tracePt t="28910" x="6445250" y="5264150"/>
          <p14:tracePt t="28926" x="6445250" y="5295900"/>
          <p14:tracePt t="28943" x="6451600" y="5340350"/>
          <p14:tracePt t="28960" x="6445250" y="5480050"/>
          <p14:tracePt t="28976" x="6426200" y="5600700"/>
          <p14:tracePt t="28993" x="6407150" y="5715000"/>
          <p14:tracePt t="29009" x="6394450" y="5778500"/>
          <p14:tracePt t="29026" x="6388100" y="5810250"/>
          <p14:tracePt t="29043" x="6388100" y="5842000"/>
          <p14:tracePt t="29059" x="6388100" y="5854700"/>
          <p14:tracePt t="29076" x="6381750" y="5861050"/>
          <p14:tracePt t="29093" x="6381750" y="5873750"/>
          <p14:tracePt t="29208" x="6381750" y="5880100"/>
          <p14:tracePt t="29216" x="6381750" y="5886450"/>
          <p14:tracePt t="29664" x="6388100" y="5880100"/>
          <p14:tracePt t="29672" x="6388100" y="5867400"/>
          <p14:tracePt t="29680" x="6400800" y="5842000"/>
          <p14:tracePt t="29693" x="6426200" y="5791200"/>
          <p14:tracePt t="29709" x="6457950" y="5740400"/>
          <p14:tracePt t="29726" x="6477000" y="5670550"/>
          <p14:tracePt t="29743" x="6502400" y="5581650"/>
          <p14:tracePt t="29759" x="6553200" y="5473700"/>
          <p14:tracePt t="29776" x="6546850" y="5448300"/>
          <p14:tracePt t="29952" x="6546850" y="5441950"/>
          <p14:tracePt t="29960" x="6540500" y="5441950"/>
          <p14:tracePt t="29968" x="6540500" y="5435600"/>
          <p14:tracePt t="29984" x="6534150" y="5429250"/>
          <p14:tracePt t="29993" x="6534150" y="5416550"/>
          <p14:tracePt t="30009" x="6521450" y="5397500"/>
          <p14:tracePt t="30026" x="6508750" y="5391150"/>
          <p14:tracePt t="30064" x="6508750" y="5378450"/>
          <p14:tracePt t="30076" x="6502400" y="5378450"/>
          <p14:tracePt t="30104" x="6502400" y="5384800"/>
          <p14:tracePt t="30120" x="6483350" y="5397500"/>
          <p14:tracePt t="30128" x="6483350" y="5403850"/>
          <p14:tracePt t="30144" x="6470650" y="5410200"/>
          <p14:tracePt t="30161" x="6464300" y="5416550"/>
          <p14:tracePt t="30176" x="6438900" y="5448300"/>
          <p14:tracePt t="30193" x="6419850" y="5486400"/>
          <p14:tracePt t="30209" x="6394450" y="5530850"/>
          <p14:tracePt t="30226" x="6381750" y="5530850"/>
          <p14:tracePt t="30243" x="6375400" y="5549900"/>
          <p14:tracePt t="30276" x="6375400" y="5562600"/>
          <p14:tracePt t="30293" x="6375400" y="5568950"/>
          <p14:tracePt t="30326" x="6375400" y="5588000"/>
          <p14:tracePt t="30343" x="6369050" y="5594350"/>
          <p14:tracePt t="30360" x="6362700" y="5626100"/>
          <p14:tracePt t="30376" x="6362700" y="5638800"/>
          <p14:tracePt t="30393" x="6362700" y="5657850"/>
          <p14:tracePt t="30409" x="6350000" y="5664200"/>
          <p14:tracePt t="30426" x="6350000" y="5676900"/>
          <p14:tracePt t="30443" x="6350000" y="5689600"/>
          <p14:tracePt t="30476" x="6350000" y="5695950"/>
          <p14:tracePt t="30497" x="6350000" y="5702300"/>
          <p14:tracePt t="30509" x="6350000" y="5708650"/>
          <p14:tracePt t="30656" x="6350000" y="5715000"/>
          <p14:tracePt t="30696" x="6356350" y="5721350"/>
          <p14:tracePt t="30704" x="6356350" y="5727700"/>
          <p14:tracePt t="30728" x="6356350" y="5734050"/>
          <p14:tracePt t="30752" x="6362700" y="5734050"/>
          <p14:tracePt t="30768" x="6362700" y="5740400"/>
          <p14:tracePt t="30776" x="6369050" y="5746750"/>
          <p14:tracePt t="30792" x="6369050" y="5753100"/>
          <p14:tracePt t="30800" x="6375400" y="5753100"/>
          <p14:tracePt t="30809" x="6381750" y="5753100"/>
          <p14:tracePt t="30826" x="6400800" y="5765800"/>
          <p14:tracePt t="30843" x="6483350" y="5791200"/>
          <p14:tracePt t="30859" x="6502400" y="5797550"/>
          <p14:tracePt t="30876" x="6584950" y="5816600"/>
          <p14:tracePt t="30893" x="6648450" y="5829300"/>
          <p14:tracePt t="30909" x="6788150" y="5842000"/>
          <p14:tracePt t="30926" x="6864350" y="5842000"/>
          <p14:tracePt t="30943" x="6934200" y="5842000"/>
          <p14:tracePt t="30960" x="7048500" y="5835650"/>
          <p14:tracePt t="30976" x="7150100" y="5822950"/>
          <p14:tracePt t="30993" x="7245350" y="5803900"/>
          <p14:tracePt t="31009" x="7385050" y="5759450"/>
          <p14:tracePt t="31026" x="7416800" y="5740400"/>
          <p14:tracePt t="31043" x="7423150" y="5734050"/>
          <p14:tracePt t="31059" x="7448550" y="5715000"/>
          <p14:tracePt t="31076" x="7448550" y="5708650"/>
          <p14:tracePt t="31093" x="7448550" y="5695950"/>
          <p14:tracePt t="31110" x="7442200" y="5670550"/>
          <p14:tracePt t="31126" x="7442200" y="5657850"/>
          <p14:tracePt t="31143" x="7429500" y="5613400"/>
          <p14:tracePt t="31160" x="7416800" y="5600700"/>
          <p14:tracePt t="31176" x="7366000" y="5562600"/>
          <p14:tracePt t="31193" x="7327900" y="5537200"/>
          <p14:tracePt t="31209" x="7270750" y="5511800"/>
          <p14:tracePt t="31226" x="7175500" y="5486400"/>
          <p14:tracePt t="31243" x="7073900" y="5467350"/>
          <p14:tracePt t="31259" x="6889750" y="5454650"/>
          <p14:tracePt t="31276" x="6845300" y="5454650"/>
          <p14:tracePt t="31293" x="6762750" y="5454650"/>
          <p14:tracePt t="31310" x="6705600" y="5467350"/>
          <p14:tracePt t="31326" x="6661150" y="5473700"/>
          <p14:tracePt t="31343" x="6597650" y="5518150"/>
          <p14:tracePt t="31360" x="6565900" y="5543550"/>
          <p14:tracePt t="31376" x="6546850" y="5562600"/>
          <p14:tracePt t="31393" x="6553200" y="5581650"/>
          <p14:tracePt t="31409" x="6546850" y="5613400"/>
          <p14:tracePt t="31426" x="6546850" y="5664200"/>
          <p14:tracePt t="31443" x="6546850" y="5683250"/>
          <p14:tracePt t="31459" x="6553200" y="5715000"/>
          <p14:tracePt t="31476" x="6559550" y="5715000"/>
          <p14:tracePt t="31493" x="6565900" y="5727700"/>
          <p14:tracePt t="31509" x="6578600" y="5727700"/>
          <p14:tracePt t="31680" x="6572250" y="5727700"/>
          <p14:tracePt t="31688" x="6565900" y="5734050"/>
          <p14:tracePt t="31704" x="6559550" y="5734050"/>
          <p14:tracePt t="31736" x="6553200" y="5734050"/>
          <p14:tracePt t="31744" x="6546850" y="5734050"/>
          <p14:tracePt t="31752" x="6534150" y="5734050"/>
          <p14:tracePt t="33032" x="6527800" y="5721350"/>
          <p14:tracePt t="33040" x="6502400" y="5702300"/>
          <p14:tracePt t="33048" x="6438900" y="5657850"/>
          <p14:tracePt t="33059" x="6343650" y="5613400"/>
          <p14:tracePt t="33076" x="6076950" y="5511800"/>
          <p14:tracePt t="33093" x="5467350" y="5276850"/>
          <p14:tracePt t="33109" x="5295900" y="5232400"/>
          <p14:tracePt t="33126" x="4965700" y="5124450"/>
          <p14:tracePt t="33143" x="4375150" y="5029200"/>
          <p14:tracePt t="33160" x="3994150" y="4991100"/>
          <p14:tracePt t="33176" x="3492500" y="4978400"/>
          <p14:tracePt t="33193" x="3060700" y="4984750"/>
          <p14:tracePt t="33209" x="2863850" y="4984750"/>
          <p14:tracePt t="33226" x="2717800" y="4991100"/>
          <p14:tracePt t="33243" x="2546350" y="4997450"/>
          <p14:tracePt t="33259" x="2444750" y="4997450"/>
          <p14:tracePt t="33276" x="2381250" y="4991100"/>
          <p14:tracePt t="33293" x="2362200" y="4984750"/>
          <p14:tracePt t="33309" x="2247900" y="4984750"/>
          <p14:tracePt t="33326" x="2165350" y="4984750"/>
          <p14:tracePt t="33343" x="2057400" y="4965700"/>
          <p14:tracePt t="33360" x="1987550" y="4965700"/>
          <p14:tracePt t="33376" x="1943100" y="4965700"/>
          <p14:tracePt t="33393" x="1860550" y="4965700"/>
          <p14:tracePt t="33410" x="1841500" y="4972050"/>
          <p14:tracePt t="33426" x="1803400" y="4991100"/>
          <p14:tracePt t="33443" x="1797050" y="5016500"/>
          <p14:tracePt t="33459" x="1797050" y="5035550"/>
          <p14:tracePt t="33476" x="1803400" y="5080000"/>
          <p14:tracePt t="33493" x="1835150" y="5137150"/>
          <p14:tracePt t="33509" x="1847850" y="5162550"/>
          <p14:tracePt t="33526" x="1860550" y="5181600"/>
          <p14:tracePt t="33543" x="1873250" y="5200650"/>
          <p14:tracePt t="33560" x="1911350" y="5219700"/>
          <p14:tracePt t="33562" x="1924050" y="5232400"/>
          <p14:tracePt t="33576" x="1968500" y="5251450"/>
          <p14:tracePt t="33593" x="2000250" y="5264150"/>
          <p14:tracePt t="33609" x="2070100" y="5276850"/>
          <p14:tracePt t="33626" x="2127250" y="5276850"/>
          <p14:tracePt t="33643" x="2171700" y="5283200"/>
          <p14:tracePt t="33659" x="2311400" y="5302250"/>
          <p14:tracePt t="33676" x="2400300" y="5321300"/>
          <p14:tracePt t="33693" x="2508250" y="5334000"/>
          <p14:tracePt t="33709" x="2705100" y="5359400"/>
          <p14:tracePt t="33726" x="2781300" y="5365750"/>
          <p14:tracePt t="33743" x="2889250" y="5384800"/>
          <p14:tracePt t="33760" x="3048000" y="5416550"/>
          <p14:tracePt t="33776" x="3206750" y="5435600"/>
          <p14:tracePt t="33793" x="3302000" y="5448300"/>
          <p14:tracePt t="33810" x="3397250" y="5448300"/>
          <p14:tracePt t="33826" x="3422650" y="5448300"/>
          <p14:tracePt t="33843" x="3441700" y="5448300"/>
          <p14:tracePt t="33876" x="3435350" y="5435600"/>
          <p14:tracePt t="33936" x="3422650" y="5435600"/>
          <p14:tracePt t="33944" x="3416300" y="5429250"/>
          <p14:tracePt t="33952" x="3409950" y="5429250"/>
          <p14:tracePt t="33968" x="3403600" y="5422900"/>
          <p14:tracePt t="33977" x="3384550" y="5422900"/>
          <p14:tracePt t="33993" x="3359150" y="5422900"/>
          <p14:tracePt t="34009" x="3327400" y="5422900"/>
          <p14:tracePt t="34026" x="3321050" y="5422900"/>
          <p14:tracePt t="34043" x="3308350" y="5422900"/>
          <p14:tracePt t="34059" x="3302000" y="5422900"/>
          <p14:tracePt t="34240" x="3302000" y="5429250"/>
          <p14:tracePt t="34256" x="3295650" y="5429250"/>
          <p14:tracePt t="34264" x="3289300" y="5435600"/>
          <p14:tracePt t="34280" x="3289300" y="5454650"/>
          <p14:tracePt t="34288" x="3289300" y="5473700"/>
          <p14:tracePt t="34296" x="3276600" y="5492750"/>
          <p14:tracePt t="34309" x="3270250" y="5499100"/>
          <p14:tracePt t="34326" x="3251200" y="5575300"/>
          <p14:tracePt t="34343" x="3238500" y="5619750"/>
          <p14:tracePt t="34360" x="3219450" y="5657850"/>
          <p14:tracePt t="34376" x="3187700" y="5784850"/>
          <p14:tracePt t="34393" x="3162300" y="5835650"/>
          <p14:tracePt t="34409" x="3124200" y="5899150"/>
          <p14:tracePt t="34426" x="3086100" y="5930900"/>
          <p14:tracePt t="34443" x="3073400" y="5937250"/>
          <p14:tracePt t="34459" x="3028950" y="5949950"/>
          <p14:tracePt t="34476" x="3003550" y="5956300"/>
          <p14:tracePt t="34493" x="2914650" y="5962650"/>
          <p14:tracePt t="34509" x="2857500" y="5962650"/>
          <p14:tracePt t="34526" x="2838450" y="5962650"/>
          <p14:tracePt t="34543" x="2755900" y="5969000"/>
          <p14:tracePt t="34560" x="2597150" y="5981700"/>
          <p14:tracePt t="34562" x="2590800" y="5981700"/>
          <p14:tracePt t="34576" x="2540000" y="5988050"/>
          <p14:tracePt t="34593" x="2425700" y="6007100"/>
          <p14:tracePt t="34609" x="2419350" y="6007100"/>
          <p14:tracePt t="34626" x="2406650" y="6013450"/>
          <p14:tracePt t="34643" x="2387600" y="6013450"/>
          <p14:tracePt t="34659" x="2336800" y="6019800"/>
          <p14:tracePt t="34676" x="2330450" y="6019800"/>
          <p14:tracePt t="34693" x="2279650" y="6019800"/>
          <p14:tracePt t="34709" x="2241550" y="6013450"/>
          <p14:tracePt t="34726" x="2114550" y="5988050"/>
          <p14:tracePt t="34743" x="2063750" y="5981700"/>
          <p14:tracePt t="34760" x="1968500" y="5962650"/>
          <p14:tracePt t="34776" x="1778000" y="5924550"/>
          <p14:tracePt t="34793" x="1714500" y="5911850"/>
          <p14:tracePt t="34809" x="1682750" y="5905500"/>
          <p14:tracePt t="34826" x="1670050" y="5905500"/>
          <p14:tracePt t="34952" x="1676400" y="5905500"/>
          <p14:tracePt t="34968" x="1682750" y="5905500"/>
          <p14:tracePt t="34976" x="1695450" y="5899150"/>
          <p14:tracePt t="34984" x="1708150" y="5892800"/>
          <p14:tracePt t="34992" x="1720850" y="5892800"/>
          <p14:tracePt t="35009" x="1752600" y="5886450"/>
          <p14:tracePt t="35026" x="1803400" y="5880100"/>
          <p14:tracePt t="35043" x="1892300" y="5873750"/>
          <p14:tracePt t="35059" x="1930400" y="5873750"/>
          <p14:tracePt t="35076" x="2006600" y="5873750"/>
          <p14:tracePt t="35093" x="2146300" y="5880100"/>
          <p14:tracePt t="35109" x="2298700" y="5905500"/>
          <p14:tracePt t="35126" x="2425700" y="5924550"/>
          <p14:tracePt t="35143" x="2514600" y="5924550"/>
          <p14:tracePt t="35160" x="2743200" y="5949950"/>
          <p14:tracePt t="35176" x="2940050" y="5981700"/>
          <p14:tracePt t="35193" x="3155950" y="5994400"/>
          <p14:tracePt t="35209" x="3302000" y="6000750"/>
          <p14:tracePt t="35226" x="3359150" y="6000750"/>
          <p14:tracePt t="35243" x="3625850" y="6000750"/>
          <p14:tracePt t="35259" x="3727450" y="6007100"/>
          <p14:tracePt t="35276" x="3848100" y="6019800"/>
          <p14:tracePt t="35293" x="4044950" y="6032500"/>
          <p14:tracePt t="35309" x="4152900" y="6032500"/>
          <p14:tracePt t="35326" x="4203700" y="6038850"/>
          <p14:tracePt t="35343" x="4330700" y="6038850"/>
          <p14:tracePt t="35359" x="4508500" y="6045200"/>
          <p14:tracePt t="35376" x="4660900" y="6057900"/>
          <p14:tracePt t="35393" x="4838700" y="6064250"/>
          <p14:tracePt t="35410" x="4889500" y="6070600"/>
          <p14:tracePt t="35426" x="4959350" y="6076950"/>
          <p14:tracePt t="35443" x="5118100" y="6096000"/>
          <p14:tracePt t="35460" x="5194300" y="6102350"/>
          <p14:tracePt t="35476" x="5289550" y="6108700"/>
          <p14:tracePt t="35493" x="5416550" y="6115050"/>
          <p14:tracePt t="35510" x="5461000" y="6121400"/>
          <p14:tracePt t="35526" x="5537200" y="6134100"/>
          <p14:tracePt t="35543" x="5645150" y="6140450"/>
          <p14:tracePt t="35560" x="5740400" y="6140450"/>
          <p14:tracePt t="35562" x="5791200" y="6140450"/>
          <p14:tracePt t="35576" x="5899150" y="6140450"/>
          <p14:tracePt t="35593" x="6083300" y="6121400"/>
          <p14:tracePt t="35609" x="6210300" y="6096000"/>
          <p14:tracePt t="35626" x="6369050" y="6076950"/>
          <p14:tracePt t="35643" x="6597650" y="6057900"/>
          <p14:tracePt t="35659" x="6737350" y="6038850"/>
          <p14:tracePt t="35676" x="6851650" y="6013450"/>
          <p14:tracePt t="35693" x="6915150" y="6000750"/>
          <p14:tracePt t="35710" x="7092950" y="5975350"/>
          <p14:tracePt t="35726" x="7213600" y="5962650"/>
          <p14:tracePt t="35743" x="7480300" y="5930900"/>
          <p14:tracePt t="35760" x="7537450" y="5918200"/>
          <p14:tracePt t="35776" x="7613650" y="5911850"/>
          <p14:tracePt t="35793" x="7740650" y="5911850"/>
          <p14:tracePt t="35810" x="7804150" y="5911850"/>
          <p14:tracePt t="35826" x="7842250" y="5911850"/>
          <p14:tracePt t="35843" x="7880350" y="5911850"/>
          <p14:tracePt t="35860" x="7943850" y="5905500"/>
          <p14:tracePt t="35876" x="7956550" y="5905500"/>
          <p14:tracePt t="35893" x="7962900" y="5905500"/>
          <p14:tracePt t="35909" x="7981950" y="5905500"/>
          <p14:tracePt t="35926" x="7988300" y="5905500"/>
          <p14:tracePt t="36008" x="8001000" y="5892800"/>
          <p14:tracePt t="36232" x="8001000" y="5886450"/>
          <p14:tracePt t="36328" x="7994650" y="5886450"/>
          <p14:tracePt t="36384" x="7988300" y="5892800"/>
          <p14:tracePt t="36424" x="7988300" y="5899150"/>
          <p14:tracePt t="36432" x="7981950" y="5899150"/>
          <p14:tracePt t="36448" x="7975600" y="5905500"/>
          <p14:tracePt t="36464" x="7962900" y="5918200"/>
          <p14:tracePt t="36476" x="7956550" y="5918200"/>
          <p14:tracePt t="36492" x="7956550" y="5924550"/>
          <p14:tracePt t="38208" x="7950200" y="5924550"/>
          <p14:tracePt t="38232" x="7943850" y="5924550"/>
          <p14:tracePt t="38248" x="7931150" y="5924550"/>
          <p14:tracePt t="38256" x="7924800" y="5918200"/>
          <p14:tracePt t="38272" x="7924800" y="5911850"/>
          <p14:tracePt t="38288" x="7924800" y="5899150"/>
          <p14:tracePt t="38296" x="7918450" y="5899150"/>
          <p14:tracePt t="38312" x="7912100" y="5899150"/>
          <p14:tracePt t="38326" x="7899400" y="5899150"/>
          <p14:tracePt t="38344" x="7886700" y="5899150"/>
          <p14:tracePt t="38361" x="7874000" y="5899150"/>
          <p14:tracePt t="38376" x="7867650" y="5905500"/>
          <p14:tracePt t="38912" x="7861300" y="5905500"/>
          <p14:tracePt t="39064" x="7842250" y="5905500"/>
          <p14:tracePt t="39072" x="7804150" y="5892800"/>
          <p14:tracePt t="39080" x="7785100" y="5873750"/>
          <p14:tracePt t="39093" x="7727950" y="5848350"/>
          <p14:tracePt t="39109" x="7435850" y="5816600"/>
          <p14:tracePt t="39126" x="7346950" y="5816600"/>
          <p14:tracePt t="39143" x="7346950" y="5835650"/>
          <p14:tracePt t="39344" x="7334250" y="5810250"/>
          <p14:tracePt t="39352" x="7289800" y="5803900"/>
          <p14:tracePt t="39361" x="7283450" y="5797550"/>
          <p14:tracePt t="39376" x="7264400" y="5778500"/>
          <p14:tracePt t="39392" x="7264400" y="5772150"/>
          <p14:tracePt t="39409" x="7251700" y="5772150"/>
          <p14:tracePt t="39968" x="7245350" y="5765800"/>
          <p14:tracePt t="40032" x="7239000" y="5765800"/>
          <p14:tracePt t="40056" x="7239000" y="5759450"/>
          <p14:tracePt t="40064" x="7239000" y="5753100"/>
          <p14:tracePt t="40368" x="7239000" y="5746750"/>
          <p14:tracePt t="40400" x="7239000" y="5740400"/>
          <p14:tracePt t="41416" x="7232650" y="5740400"/>
          <p14:tracePt t="41424" x="7232650" y="5734050"/>
          <p14:tracePt t="41568" x="7226300" y="5734050"/>
          <p14:tracePt t="41592" x="7219950" y="5734050"/>
          <p14:tracePt t="41824" x="7219950" y="5740400"/>
          <p14:tracePt t="42328" x="7219950" y="5734050"/>
          <p14:tracePt t="42384" x="7219950" y="5727700"/>
          <p14:tracePt t="42600" x="7219950" y="5715000"/>
          <p14:tracePt t="42632" x="7219950" y="5708650"/>
          <p14:tracePt t="42656" x="7219950" y="5702300"/>
          <p14:tracePt t="42672" x="7219950" y="5695950"/>
          <p14:tracePt t="42720" x="7213600" y="5689600"/>
          <p14:tracePt t="42744" x="7200900" y="5689600"/>
          <p14:tracePt t="42776" x="7194550" y="5683250"/>
          <p14:tracePt t="42808" x="7181850" y="5683250"/>
          <p14:tracePt t="43216" x="7181850" y="5695950"/>
          <p14:tracePt t="43248" x="7181850" y="5702300"/>
          <p14:tracePt t="43256" x="7181850" y="5708650"/>
          <p14:tracePt t="43264" x="7181850" y="5715000"/>
          <p14:tracePt t="43276" x="7181850" y="5721350"/>
          <p14:tracePt t="43293" x="7181850" y="5734050"/>
          <p14:tracePt t="43309" x="7181850" y="5746750"/>
          <p14:tracePt t="43326" x="7188200" y="5753100"/>
          <p14:tracePt t="43342" x="7188200" y="5765800"/>
          <p14:tracePt t="43359" x="7194550" y="5772150"/>
          <p14:tracePt t="43544" x="7162800" y="5753100"/>
          <p14:tracePt t="43552" x="7092950" y="5721350"/>
          <p14:tracePt t="43561" x="7010400" y="5657850"/>
          <p14:tracePt t="43576" x="6870700" y="5568950"/>
          <p14:tracePt t="43592" x="6286500" y="5276850"/>
          <p14:tracePt t="43609" x="6013450" y="5156200"/>
          <p14:tracePt t="43626" x="5702300" y="4965700"/>
          <p14:tracePt t="43642" x="5086350" y="4610100"/>
          <p14:tracePt t="43659" x="5016500" y="4565650"/>
          <p14:tracePt t="43676" x="4667250" y="4438650"/>
          <p14:tracePt t="43693" x="4006850" y="4191000"/>
          <p14:tracePt t="43709" x="3835400" y="4121150"/>
          <p14:tracePt t="43726" x="3695700" y="4070350"/>
          <p14:tracePt t="43743" x="3511550" y="4019550"/>
          <p14:tracePt t="43760" x="3479800" y="4013200"/>
          <p14:tracePt t="43776" x="3282950" y="3937000"/>
          <p14:tracePt t="43793" x="3181350" y="3892550"/>
          <p14:tracePt t="43809" x="3003550" y="3810000"/>
          <p14:tracePt t="43826" x="2921000" y="3752850"/>
          <p14:tracePt t="43843" x="2863850" y="3733800"/>
          <p14:tracePt t="43860" x="2768600" y="3663950"/>
          <p14:tracePt t="43876" x="2603500" y="3562350"/>
          <p14:tracePt t="43893" x="2520950" y="3498850"/>
          <p14:tracePt t="43909" x="2413000" y="3416300"/>
          <p14:tracePt t="43926" x="2374900" y="3403600"/>
          <p14:tracePt t="43942" x="2343150" y="3378200"/>
          <p14:tracePt t="43960" x="2305050" y="3359150"/>
          <p14:tracePt t="43976" x="2235200" y="3340100"/>
          <p14:tracePt t="43993" x="2197100" y="3327400"/>
          <p14:tracePt t="44010" x="2184400" y="3314700"/>
          <p14:tracePt t="44026" x="2089150" y="3263900"/>
          <p14:tracePt t="44043" x="2044700" y="3232150"/>
          <p14:tracePt t="44059" x="1917700" y="3168650"/>
          <p14:tracePt t="44076" x="1828800" y="3124200"/>
          <p14:tracePt t="44093" x="1714500" y="3086100"/>
          <p14:tracePt t="44109" x="1670050" y="3073400"/>
          <p14:tracePt t="44126" x="1593850" y="3048000"/>
          <p14:tracePt t="44143" x="1530350" y="3028950"/>
          <p14:tracePt t="44160" x="1466850" y="3003550"/>
          <p14:tracePt t="44176" x="1422400" y="2997200"/>
          <p14:tracePt t="44193" x="1377950" y="2990850"/>
          <p14:tracePt t="44209" x="1352550" y="2978150"/>
          <p14:tracePt t="44226" x="1339850" y="2971800"/>
          <p14:tracePt t="44243" x="1301750" y="2965450"/>
          <p14:tracePt t="44259" x="1282700" y="2959100"/>
          <p14:tracePt t="44276" x="1276350" y="2952750"/>
          <p14:tracePt t="44293" x="1257300" y="2952750"/>
          <p14:tracePt t="44309" x="1231900" y="2940050"/>
          <p14:tracePt t="44326" x="1219200" y="2940050"/>
          <p14:tracePt t="44343" x="1206500" y="2933700"/>
          <p14:tracePt t="44376" x="1187450" y="2933700"/>
          <p14:tracePt t="44393" x="1174750" y="2927350"/>
          <p14:tracePt t="44409" x="1162050" y="2921000"/>
          <p14:tracePt t="44426" x="1155700" y="2914650"/>
          <p14:tracePt t="44443" x="1130300" y="2908300"/>
          <p14:tracePt t="44476" x="1123950" y="2908300"/>
          <p14:tracePt t="44493" x="1117600" y="2901950"/>
          <p14:tracePt t="44509" x="1117600" y="2895600"/>
          <p14:tracePt t="44529" x="1111250" y="2895600"/>
          <p14:tracePt t="44543" x="1098550" y="2889250"/>
          <p14:tracePt t="44560" x="1092200" y="2882900"/>
          <p14:tracePt t="44576" x="1073150" y="2870200"/>
          <p14:tracePt t="44593" x="1066800" y="2863850"/>
          <p14:tracePt t="44609" x="1054100" y="2857500"/>
          <p14:tracePt t="44712" x="1041400" y="2851150"/>
          <p14:tracePt t="44824" x="1041400" y="2844800"/>
          <p14:tracePt t="44896" x="1035050" y="2844800"/>
          <p14:tracePt t="44920" x="1035050" y="2838450"/>
          <p14:tracePt t="45128" x="1035050" y="2832100"/>
          <p14:tracePt t="45152" x="1028700" y="2825750"/>
          <p14:tracePt t="45216" x="1028700" y="2819400"/>
          <p14:tracePt t="46056" x="1035050" y="2819400"/>
          <p14:tracePt t="46176" x="1035050" y="2825750"/>
          <p14:tracePt t="46184" x="1041400" y="2832100"/>
          <p14:tracePt t="46201" x="1041400" y="2838450"/>
          <p14:tracePt t="46209" x="1047750" y="2838450"/>
          <p14:tracePt t="46226" x="1054100" y="2838450"/>
          <p14:tracePt t="46242" x="1054100" y="2851150"/>
          <p14:tracePt t="46259" x="1060450" y="2863850"/>
          <p14:tracePt t="46276" x="1060450" y="2870200"/>
          <p14:tracePt t="46293" x="1066800" y="2882900"/>
          <p14:tracePt t="46309" x="1066800" y="2889250"/>
          <p14:tracePt t="46326" x="1085850" y="2895600"/>
          <p14:tracePt t="46343" x="1085850" y="2914650"/>
          <p14:tracePt t="46360" x="1092200" y="2927350"/>
          <p14:tracePt t="46376" x="1098550" y="2952750"/>
          <p14:tracePt t="46392" x="1104900" y="2971800"/>
          <p14:tracePt t="46409" x="1111250" y="2984500"/>
          <p14:tracePt t="46426" x="1123950" y="3003550"/>
          <p14:tracePt t="46443" x="1136650" y="3028950"/>
          <p14:tracePt t="46459" x="1143000" y="3041650"/>
          <p14:tracePt t="46476" x="1143000" y="3048000"/>
          <p14:tracePt t="46492" x="1149350" y="3060700"/>
          <p14:tracePt t="46509" x="1155700" y="3067050"/>
          <p14:tracePt t="46526" x="1174750" y="3079750"/>
          <p14:tracePt t="46543" x="1181100" y="3092450"/>
          <p14:tracePt t="46559" x="1193800" y="3111500"/>
          <p14:tracePt t="46576" x="1206500" y="3124200"/>
          <p14:tracePt t="46592" x="1225550" y="3130550"/>
          <p14:tracePt t="46609" x="1263650" y="3149600"/>
          <p14:tracePt t="46626" x="1282700" y="3162300"/>
          <p14:tracePt t="46643" x="1327150" y="3187700"/>
          <p14:tracePt t="46660" x="1346200" y="3194050"/>
          <p14:tracePt t="46676" x="1371600" y="3225800"/>
          <p14:tracePt t="46693" x="1422400" y="3257550"/>
          <p14:tracePt t="46709" x="1454150" y="3263900"/>
          <p14:tracePt t="46726" x="1485900" y="3282950"/>
          <p14:tracePt t="46743" x="1492250" y="3289300"/>
          <p14:tracePt t="46760" x="1543050" y="3302000"/>
          <p14:tracePt t="46776" x="1574800" y="3321050"/>
          <p14:tracePt t="46793" x="1619250" y="3327400"/>
          <p14:tracePt t="46809" x="1638300" y="3327400"/>
          <p14:tracePt t="46826" x="1651000" y="3327400"/>
          <p14:tracePt t="46843" x="1657350" y="3333750"/>
          <p14:tracePt t="46859" x="1682750" y="3340100"/>
          <p14:tracePt t="46876" x="1689100" y="3340100"/>
          <p14:tracePt t="46893" x="1701800" y="3340100"/>
          <p14:tracePt t="46910" x="1714500" y="3346450"/>
          <p14:tracePt t="46926" x="1727200" y="3352800"/>
          <p14:tracePt t="46961" x="1739900" y="3352800"/>
          <p14:tracePt t="46976" x="1752600" y="3352800"/>
          <p14:tracePt t="47008" x="1758950" y="3352800"/>
          <p14:tracePt t="47016" x="1771650" y="3352800"/>
          <p14:tracePt t="47026" x="1778000" y="3352800"/>
          <p14:tracePt t="47043" x="1790700" y="3352800"/>
          <p14:tracePt t="47059" x="1816100" y="3352800"/>
          <p14:tracePt t="47076" x="1828800" y="3352800"/>
          <p14:tracePt t="47093" x="1873250" y="3352800"/>
          <p14:tracePt t="47109" x="1879600" y="3352800"/>
          <p14:tracePt t="47126" x="1905000" y="3352800"/>
          <p14:tracePt t="47143" x="1936750" y="3352800"/>
          <p14:tracePt t="47159" x="1974850" y="3346450"/>
          <p14:tracePt t="47176" x="2025650" y="3340100"/>
          <p14:tracePt t="47193" x="2070100" y="3340100"/>
          <p14:tracePt t="47209" x="2101850" y="3340100"/>
          <p14:tracePt t="47226" x="2171700" y="3333750"/>
          <p14:tracePt t="47243" x="2197100" y="3333750"/>
          <p14:tracePt t="47260" x="2254250" y="3333750"/>
          <p14:tracePt t="47276" x="2311400" y="3333750"/>
          <p14:tracePt t="47293" x="2362200" y="3333750"/>
          <p14:tracePt t="47309" x="2457450" y="3340100"/>
          <p14:tracePt t="47326" x="2514600" y="3340100"/>
          <p14:tracePt t="47343" x="2571750" y="3340100"/>
          <p14:tracePt t="47360" x="2597150" y="3340100"/>
          <p14:tracePt t="47376" x="2705100" y="3346450"/>
          <p14:tracePt t="47393" x="2755900" y="3346450"/>
          <p14:tracePt t="47409" x="2838450" y="3352800"/>
          <p14:tracePt t="47426" x="2901950" y="3359150"/>
          <p14:tracePt t="47443" x="2940050" y="3359150"/>
          <p14:tracePt t="47459" x="2984500" y="3359150"/>
          <p14:tracePt t="47476" x="3073400" y="3359150"/>
          <p14:tracePt t="47493" x="3149600" y="3359150"/>
          <p14:tracePt t="47509" x="3206750" y="3359150"/>
          <p14:tracePt t="47526" x="3308350" y="3359150"/>
          <p14:tracePt t="47543" x="3321050" y="3359150"/>
          <p14:tracePt t="47560" x="3378200" y="3359150"/>
          <p14:tracePt t="47562" x="3397250" y="3359150"/>
          <p14:tracePt t="47576" x="3441700" y="3359150"/>
          <p14:tracePt t="47593" x="3460750" y="3359150"/>
          <p14:tracePt t="47610" x="3467100" y="3359150"/>
          <p14:tracePt t="48152" x="3473450" y="3352800"/>
          <p14:tracePt t="48232" x="3473450" y="3346450"/>
          <p14:tracePt t="48240" x="3422650" y="3340100"/>
          <p14:tracePt t="48249" x="3403600" y="3333750"/>
          <p14:tracePt t="48259" x="3365500" y="3333750"/>
          <p14:tracePt t="48276" x="3282950" y="3321050"/>
          <p14:tracePt t="48292" x="3143250" y="3321050"/>
          <p14:tracePt t="48309" x="3041650" y="3321050"/>
          <p14:tracePt t="48326" x="2927350" y="3327400"/>
          <p14:tracePt t="48342" x="2736850" y="3327400"/>
          <p14:tracePt t="48359" x="2622550" y="3333750"/>
          <p14:tracePt t="48376" x="2527300" y="3340100"/>
          <p14:tracePt t="48393" x="2368550" y="3340100"/>
          <p14:tracePt t="48409" x="2298700" y="3340100"/>
          <p14:tracePt t="48426" x="2235200" y="3346450"/>
          <p14:tracePt t="48443" x="2152650" y="3352800"/>
          <p14:tracePt t="48459" x="2127250" y="3352800"/>
          <p14:tracePt t="48476" x="2101850" y="3352800"/>
          <p14:tracePt t="48493" x="2038350" y="3352800"/>
          <p14:tracePt t="48509" x="2012950" y="3359150"/>
          <p14:tracePt t="48526" x="1987550" y="3359150"/>
          <p14:tracePt t="48543" x="1981200" y="3359150"/>
          <p14:tracePt t="48560" x="1968500" y="3359150"/>
          <p14:tracePt t="48562" x="1955800" y="3359150"/>
          <p14:tracePt t="48576" x="1917700" y="3359150"/>
          <p14:tracePt t="48593" x="1860550" y="3371850"/>
          <p14:tracePt t="48610" x="1797050" y="3371850"/>
          <p14:tracePt t="48626" x="1752600" y="3371850"/>
          <p14:tracePt t="48643" x="1739900" y="3371850"/>
          <p14:tracePt t="48660" x="1670050" y="3371850"/>
          <p14:tracePt t="48676" x="1663700" y="3371850"/>
          <p14:tracePt t="48709" x="1657350" y="3371850"/>
          <p14:tracePt t="48888" x="1651000" y="3371850"/>
          <p14:tracePt t="48904" x="1651000" y="3365500"/>
          <p14:tracePt t="48944" x="1651000" y="3352800"/>
          <p14:tracePt t="48976" x="1657350" y="3352800"/>
          <p14:tracePt t="48992" x="1676400" y="3340100"/>
          <p14:tracePt t="49008" x="1689100" y="3333750"/>
          <p14:tracePt t="49024" x="1720850" y="3327400"/>
          <p14:tracePt t="49032" x="1727200" y="3327400"/>
          <p14:tracePt t="49043" x="1739900" y="3321050"/>
          <p14:tracePt t="49059" x="1752600" y="3314700"/>
          <p14:tracePt t="49076" x="1784350" y="3308350"/>
          <p14:tracePt t="49093" x="1854200" y="3308350"/>
          <p14:tracePt t="49109" x="1911350" y="3308350"/>
          <p14:tracePt t="49126" x="1955800" y="3308350"/>
          <p14:tracePt t="49143" x="2108200" y="3308350"/>
          <p14:tracePt t="49159" x="2146300" y="3308350"/>
          <p14:tracePt t="49176" x="2279650" y="3308350"/>
          <p14:tracePt t="49193" x="2438400" y="3314700"/>
          <p14:tracePt t="49209" x="2520950" y="3314700"/>
          <p14:tracePt t="49226" x="2635250" y="3333750"/>
          <p14:tracePt t="49243" x="2673350" y="3333750"/>
          <p14:tracePt t="49259" x="2705100" y="3340100"/>
          <p14:tracePt t="49276" x="2806700" y="3352800"/>
          <p14:tracePt t="49293" x="2959100" y="3352800"/>
          <p14:tracePt t="49309" x="3073400" y="3359150"/>
          <p14:tracePt t="49326" x="3143250" y="3365500"/>
          <p14:tracePt t="49343" x="3244850" y="3365500"/>
          <p14:tracePt t="49359" x="3333750" y="3371850"/>
          <p14:tracePt t="49376" x="3454400" y="3371850"/>
          <p14:tracePt t="49393" x="3575050" y="3365500"/>
          <p14:tracePt t="49409" x="3619500" y="3365500"/>
          <p14:tracePt t="49426" x="3638550" y="3365500"/>
          <p14:tracePt t="49443" x="3676650" y="3365500"/>
          <p14:tracePt t="49459" x="3714750" y="3365500"/>
          <p14:tracePt t="49476" x="3727450" y="3365500"/>
          <p14:tracePt t="49493" x="3746500" y="3359150"/>
          <p14:tracePt t="49526" x="3752850" y="3359150"/>
          <p14:tracePt t="49608" x="3752850" y="3352800"/>
          <p14:tracePt t="49696" x="3752850" y="3346450"/>
          <p14:tracePt t="49704" x="3746500" y="3340100"/>
          <p14:tracePt t="49720" x="3740150" y="3333750"/>
          <p14:tracePt t="49728" x="3733800" y="3333750"/>
          <p14:tracePt t="49743" x="3714750" y="3327400"/>
          <p14:tracePt t="49760" x="3708400" y="3327400"/>
          <p14:tracePt t="49776" x="3581400" y="3289300"/>
          <p14:tracePt t="49793" x="3467100" y="3270250"/>
          <p14:tracePt t="49809" x="3340100" y="3257550"/>
          <p14:tracePt t="49826" x="3168650" y="3244850"/>
          <p14:tracePt t="49843" x="3067050" y="3244850"/>
          <p14:tracePt t="49859" x="2946400" y="3244850"/>
          <p14:tracePt t="49876" x="2743200" y="3251200"/>
          <p14:tracePt t="49893" x="2667000" y="3251200"/>
          <p14:tracePt t="49910" x="2514600" y="3276600"/>
          <p14:tracePt t="49926" x="2482850" y="3282950"/>
          <p14:tracePt t="49943" x="2406650" y="3295650"/>
          <p14:tracePt t="49960" x="2368550" y="3302000"/>
          <p14:tracePt t="49976" x="2286000" y="3314700"/>
          <p14:tracePt t="49993" x="2266950" y="3314700"/>
          <p14:tracePt t="50010" x="2216150" y="3327400"/>
          <p14:tracePt t="50026" x="2184400" y="3327400"/>
          <p14:tracePt t="50043" x="2159000" y="3333750"/>
          <p14:tracePt t="50059" x="2114550" y="3340100"/>
          <p14:tracePt t="50076" x="2082800" y="3346450"/>
          <p14:tracePt t="50093" x="2051050" y="3346450"/>
          <p14:tracePt t="50109" x="2019300" y="3346450"/>
          <p14:tracePt t="50126" x="1987550" y="3346450"/>
          <p14:tracePt t="50143" x="1949450" y="3346450"/>
          <p14:tracePt t="50160" x="1905000" y="3346450"/>
          <p14:tracePt t="50176" x="1879600" y="3346450"/>
          <p14:tracePt t="50193" x="1873250" y="3340100"/>
          <p14:tracePt t="50209" x="1860550" y="3340100"/>
          <p14:tracePt t="50226" x="1854200" y="3340100"/>
          <p14:tracePt t="50352" x="1841500" y="3333750"/>
          <p14:tracePt t="50376" x="1835150" y="3333750"/>
          <p14:tracePt t="50392" x="1828800" y="3333750"/>
          <p14:tracePt t="50400" x="1822450" y="3333750"/>
          <p14:tracePt t="50409" x="1816100" y="3327400"/>
          <p14:tracePt t="50426" x="1803400" y="3321050"/>
          <p14:tracePt t="50443" x="1784350" y="3321050"/>
          <p14:tracePt t="50460" x="1771650" y="3321050"/>
          <p14:tracePt t="50476" x="1746250" y="3314700"/>
          <p14:tracePt t="50493" x="1714500" y="3314700"/>
          <p14:tracePt t="50509" x="1695450" y="3308350"/>
          <p14:tracePt t="50543" x="1689100" y="3308350"/>
          <p14:tracePt t="50560" x="1682750" y="3308350"/>
          <p14:tracePt t="50576" x="1670050" y="3308350"/>
          <p14:tracePt t="50824" x="1670050" y="3295650"/>
          <p14:tracePt t="50832" x="1676400" y="3295650"/>
          <p14:tracePt t="50842" x="1695450" y="3295650"/>
          <p14:tracePt t="50864" x="1701800" y="3295650"/>
          <p14:tracePt t="50888" x="1708150" y="3295650"/>
          <p14:tracePt t="50897" x="1714500" y="3295650"/>
          <p14:tracePt t="50909" x="1714500" y="3289300"/>
          <p14:tracePt t="50926" x="1727200" y="3289300"/>
          <p14:tracePt t="50943" x="1746250" y="3289300"/>
          <p14:tracePt t="50960" x="1758950" y="3289300"/>
          <p14:tracePt t="50976" x="1803400" y="3289300"/>
          <p14:tracePt t="50993" x="1822450" y="3289300"/>
          <p14:tracePt t="51010" x="1854200" y="3289300"/>
          <p14:tracePt t="51026" x="1905000" y="3289300"/>
          <p14:tracePt t="51043" x="1924050" y="3289300"/>
          <p14:tracePt t="51060" x="1955800" y="3295650"/>
          <p14:tracePt t="51076" x="2019300" y="3302000"/>
          <p14:tracePt t="51093" x="2076450" y="3308350"/>
          <p14:tracePt t="51109" x="2114550" y="3308350"/>
          <p14:tracePt t="51126" x="2184400" y="3321050"/>
          <p14:tracePt t="51143" x="2203450" y="3327400"/>
          <p14:tracePt t="51160" x="2247900" y="3327400"/>
          <p14:tracePt t="51176" x="2324100" y="3340100"/>
          <p14:tracePt t="51193" x="2368550" y="3340100"/>
          <p14:tracePt t="51210" x="2425700" y="3340100"/>
          <p14:tracePt t="51226" x="2444750" y="3340100"/>
          <p14:tracePt t="51243" x="2546350" y="3352800"/>
          <p14:tracePt t="51259" x="2597150" y="3352800"/>
          <p14:tracePt t="51276" x="2603500" y="3352800"/>
          <p14:tracePt t="51293" x="2724150" y="3365500"/>
          <p14:tracePt t="51310" x="2774950" y="3365500"/>
          <p14:tracePt t="51326" x="2787650" y="3365500"/>
          <p14:tracePt t="51343" x="2851150" y="3371850"/>
          <p14:tracePt t="51360" x="2870200" y="3371850"/>
          <p14:tracePt t="51376" x="2882900" y="3371850"/>
          <p14:tracePt t="51512" x="2876550" y="3371850"/>
          <p14:tracePt t="51520" x="2851150" y="3371850"/>
          <p14:tracePt t="51528" x="2832100" y="3371850"/>
          <p14:tracePt t="51543" x="2813050" y="3371850"/>
          <p14:tracePt t="51560" x="2743200" y="3371850"/>
          <p14:tracePt t="51576" x="2590800" y="3384550"/>
          <p14:tracePt t="51593" x="2489200" y="3397250"/>
          <p14:tracePt t="51609" x="2247900" y="3409950"/>
          <p14:tracePt t="51626" x="2120900" y="3416300"/>
          <p14:tracePt t="51643" x="2057400" y="3422650"/>
          <p14:tracePt t="51660" x="1917700" y="3435350"/>
          <p14:tracePt t="51676" x="1809750" y="3460750"/>
          <p14:tracePt t="51693" x="1651000" y="3479800"/>
          <p14:tracePt t="51710" x="1600200" y="3492500"/>
          <p14:tracePt t="51726" x="1536700" y="3517900"/>
          <p14:tracePt t="51743" x="1460500" y="3543300"/>
          <p14:tracePt t="51759" x="1384300" y="3568700"/>
          <p14:tracePt t="51776" x="1263650" y="3619500"/>
          <p14:tracePt t="51793" x="1238250" y="3619500"/>
          <p14:tracePt t="51809" x="1193800" y="3638550"/>
          <p14:tracePt t="51826" x="1104900" y="3663950"/>
          <p14:tracePt t="51843" x="1054100" y="3676650"/>
          <p14:tracePt t="51859" x="984250" y="3683000"/>
          <p14:tracePt t="51876" x="958850" y="3689350"/>
          <p14:tracePt t="51893" x="946150" y="3689350"/>
          <p14:tracePt t="51909" x="933450" y="3695700"/>
          <p14:tracePt t="51926" x="927100" y="3695700"/>
          <p14:tracePt t="51943" x="920750" y="3695700"/>
          <p14:tracePt t="51960" x="901700" y="3702050"/>
          <p14:tracePt t="51976" x="863600" y="3702050"/>
          <p14:tracePt t="51993" x="850900" y="3708400"/>
          <p14:tracePt t="52120" x="844550" y="3708400"/>
          <p14:tracePt t="52232" x="844550" y="3702050"/>
          <p14:tracePt t="52249" x="857250" y="3695700"/>
          <p14:tracePt t="52256" x="863600" y="3695700"/>
          <p14:tracePt t="52264" x="876300" y="3689350"/>
          <p14:tracePt t="52288" x="882650" y="3689350"/>
          <p14:tracePt t="52296" x="882650" y="3683000"/>
          <p14:tracePt t="52309" x="901700" y="3676650"/>
          <p14:tracePt t="52328" x="914400" y="3670300"/>
          <p14:tracePt t="52344" x="927100" y="3663950"/>
          <p14:tracePt t="52368" x="927100" y="3657600"/>
          <p14:tracePt t="52392" x="933450" y="3657600"/>
          <p14:tracePt t="52416" x="946150" y="3657600"/>
          <p14:tracePt t="52424" x="946150" y="3651250"/>
          <p14:tracePt t="52432" x="952500" y="3651250"/>
          <p14:tracePt t="52456" x="958850" y="3638550"/>
          <p14:tracePt t="52488" x="971550" y="3638550"/>
          <p14:tracePt t="52504" x="977900" y="3638550"/>
          <p14:tracePt t="52512" x="990600" y="3632200"/>
          <p14:tracePt t="52544" x="996950" y="3632200"/>
          <p14:tracePt t="52552" x="1003300" y="3625850"/>
          <p14:tracePt t="52568" x="1009650" y="3625850"/>
          <p14:tracePt t="52576" x="1009650" y="3619500"/>
          <p14:tracePt t="52600" x="1022350" y="3619500"/>
          <p14:tracePt t="58392" x="1016000" y="3619500"/>
          <p14:tracePt t="66816" x="1022350" y="3619500"/>
          <p14:tracePt t="66824" x="1022350" y="3625850"/>
          <p14:tracePt t="66832" x="1028700" y="3632200"/>
          <p14:tracePt t="66842" x="1041400" y="3638550"/>
          <p14:tracePt t="66859" x="1060450" y="3683000"/>
          <p14:tracePt t="66876" x="1104900" y="3733800"/>
          <p14:tracePt t="66892" x="1123950" y="3765550"/>
          <p14:tracePt t="66909" x="1143000" y="3784600"/>
          <p14:tracePt t="66926" x="1162050" y="3841750"/>
          <p14:tracePt t="66942" x="1174750" y="3886200"/>
          <p14:tracePt t="66959" x="1187450" y="3937000"/>
          <p14:tracePt t="66976" x="1200150" y="3975100"/>
          <p14:tracePt t="66993" x="1206500" y="3994150"/>
          <p14:tracePt t="67009" x="1231900" y="4044950"/>
          <p14:tracePt t="67026" x="1250950" y="4089400"/>
          <p14:tracePt t="67043" x="1250950" y="4114800"/>
          <p14:tracePt t="67059" x="1270000" y="4152900"/>
          <p14:tracePt t="67076" x="1270000" y="4171950"/>
          <p14:tracePt t="67093" x="1270000" y="4184650"/>
          <p14:tracePt t="67109" x="1276350" y="4210050"/>
          <p14:tracePt t="67126" x="1282700" y="4248150"/>
          <p14:tracePt t="67142" x="1289050" y="4279900"/>
          <p14:tracePt t="67159" x="1295400" y="4311650"/>
          <p14:tracePt t="67176" x="1295400" y="4330700"/>
          <p14:tracePt t="67192" x="1301750" y="4343400"/>
          <p14:tracePt t="67209" x="1301750" y="4356100"/>
          <p14:tracePt t="67226" x="1314450" y="4368800"/>
          <p14:tracePt t="67243" x="1314450" y="4375150"/>
          <p14:tracePt t="67259" x="1314450" y="4381500"/>
          <p14:tracePt t="67276" x="1314450" y="4387850"/>
          <p14:tracePt t="67293" x="1314450" y="4394200"/>
          <p14:tracePt t="67309" x="1314450" y="4406900"/>
          <p14:tracePt t="67326" x="1314450" y="4419600"/>
          <p14:tracePt t="67342" x="1314450" y="4438650"/>
          <p14:tracePt t="67359" x="1320800" y="4457700"/>
          <p14:tracePt t="67376" x="1320800" y="4464050"/>
          <p14:tracePt t="67392" x="1320800" y="4470400"/>
          <p14:tracePt t="67416" x="1327150" y="4476750"/>
          <p14:tracePt t="67456" x="1333500" y="4476750"/>
          <p14:tracePt t="67480" x="1339850" y="4483100"/>
          <p14:tracePt t="67504" x="1346200" y="4483100"/>
          <p14:tracePt t="67512" x="1352550" y="4483100"/>
          <p14:tracePt t="67520" x="1365250" y="4489450"/>
          <p14:tracePt t="67528" x="1365250" y="4495800"/>
          <p14:tracePt t="67544" x="1377950" y="4514850"/>
          <p14:tracePt t="67559" x="1377950" y="4521200"/>
          <p14:tracePt t="67576" x="1435100" y="4622800"/>
          <p14:tracePt t="67592" x="1473200" y="4705350"/>
          <p14:tracePt t="67609" x="1504950" y="4787900"/>
          <p14:tracePt t="67626" x="1517650" y="4883150"/>
          <p14:tracePt t="67642" x="1530350" y="4953000"/>
          <p14:tracePt t="67659" x="1536700" y="5010150"/>
          <p14:tracePt t="67676" x="1549400" y="5105400"/>
          <p14:tracePt t="67692" x="1549400" y="5143500"/>
          <p14:tracePt t="67709" x="1549400" y="5181600"/>
          <p14:tracePt t="67726" x="1543050" y="5232400"/>
          <p14:tracePt t="67742" x="1536700" y="5251450"/>
          <p14:tracePt t="67759" x="1530350" y="5276850"/>
          <p14:tracePt t="67776" x="1517650" y="5346700"/>
          <p14:tracePt t="67793" x="1511300" y="5365750"/>
          <p14:tracePt t="67809" x="1473200" y="5461000"/>
          <p14:tracePt t="67826" x="1460500" y="5524500"/>
          <p14:tracePt t="67843" x="1479550" y="5581650"/>
          <p14:tracePt t="67859" x="1460500" y="5676900"/>
          <p14:tracePt t="67876" x="1447800" y="5740400"/>
          <p14:tracePt t="67893" x="1447800" y="5772150"/>
          <p14:tracePt t="67909" x="1441450" y="5892800"/>
          <p14:tracePt t="67926" x="1441450" y="5981700"/>
          <p14:tracePt t="67943" x="1441450" y="6045200"/>
          <p14:tracePt t="67959" x="1460500" y="6108700"/>
          <p14:tracePt t="67976" x="1479550" y="6115050"/>
          <p14:tracePt t="68000" x="1485900" y="6115050"/>
          <p14:tracePt t="68024" x="1498600" y="6121400"/>
          <p14:tracePt t="68032" x="1504950" y="6121400"/>
          <p14:tracePt t="68043" x="1511300" y="6127750"/>
          <p14:tracePt t="68059" x="1524000" y="6127750"/>
          <p14:tracePt t="68076" x="1530350" y="6127750"/>
          <p14:tracePt t="68093" x="1574800" y="6127750"/>
          <p14:tracePt t="68109" x="1676400" y="6115050"/>
          <p14:tracePt t="68126" x="1701800" y="6108700"/>
          <p14:tracePt t="68142" x="1720850" y="6108700"/>
          <p14:tracePt t="68159" x="1746250" y="6108700"/>
          <p14:tracePt t="68176" x="1765300" y="6102350"/>
          <p14:tracePt t="68193" x="1790700" y="6096000"/>
          <p14:tracePt t="68209" x="1809750" y="6083300"/>
          <p14:tracePt t="68226" x="1816100" y="6083300"/>
          <p14:tracePt t="68243" x="1841500" y="6064250"/>
          <p14:tracePt t="68259" x="1885950" y="6045200"/>
          <p14:tracePt t="68276" x="1905000" y="6038850"/>
          <p14:tracePt t="68292" x="1917700" y="6026150"/>
          <p14:tracePt t="68309" x="1943100" y="6013450"/>
          <p14:tracePt t="68342" x="1955800" y="6007100"/>
          <p14:tracePt t="68368" x="1955800" y="6000750"/>
          <p14:tracePt t="68392" x="1955800" y="5994400"/>
          <p14:tracePt t="68456" x="1949450" y="5994400"/>
          <p14:tracePt t="68464" x="1949450" y="5988050"/>
          <p14:tracePt t="68488" x="1943100" y="5981700"/>
          <p14:tracePt t="68512" x="1930400" y="5975350"/>
          <p14:tracePt t="68520" x="1924050" y="5962650"/>
          <p14:tracePt t="68528" x="1917700" y="5962650"/>
          <p14:tracePt t="68542" x="1898650" y="5956300"/>
          <p14:tracePt t="68559" x="1854200" y="5930900"/>
          <p14:tracePt t="68561" x="1835150" y="5924550"/>
          <p14:tracePt t="68576" x="1809750" y="5918200"/>
          <p14:tracePt t="68592" x="1803400" y="5911850"/>
          <p14:tracePt t="68609" x="1765300" y="5905500"/>
          <p14:tracePt t="68626" x="1752600" y="5905500"/>
          <p14:tracePt t="68832" x="1758950" y="5905500"/>
          <p14:tracePt t="68840" x="1771650" y="5905500"/>
          <p14:tracePt t="68856" x="1797050" y="5899150"/>
          <p14:tracePt t="68864" x="1822450" y="5892800"/>
          <p14:tracePt t="68876" x="1841500" y="5892800"/>
          <p14:tracePt t="68892" x="1993900" y="5886450"/>
          <p14:tracePt t="68909" x="2114550" y="5886450"/>
          <p14:tracePt t="68926" x="2247900" y="5892800"/>
          <p14:tracePt t="68942" x="2451100" y="5911850"/>
          <p14:tracePt t="68959" x="2578100" y="5924550"/>
          <p14:tracePt t="68976" x="2819400" y="5956300"/>
          <p14:tracePt t="68992" x="2914650" y="5975350"/>
          <p14:tracePt t="69009" x="3022600" y="5981700"/>
          <p14:tracePt t="69026" x="3092450" y="5981700"/>
          <p14:tracePt t="69043" x="3289300" y="5981700"/>
          <p14:tracePt t="69059" x="3390900" y="5981700"/>
          <p14:tracePt t="69076" x="3606800" y="5981700"/>
          <p14:tracePt t="69092" x="3759200" y="5988050"/>
          <p14:tracePt t="69109" x="3854450" y="6000750"/>
          <p14:tracePt t="69126" x="3898900" y="6000750"/>
          <p14:tracePt t="69142" x="4152900" y="6019800"/>
          <p14:tracePt t="69159" x="4292600" y="6019800"/>
          <p14:tracePt t="69176" x="4565650" y="6026150"/>
          <p14:tracePt t="69192" x="4673600" y="6026150"/>
          <p14:tracePt t="69209" x="4743450" y="6026150"/>
          <p14:tracePt t="69226" x="4921250" y="6026150"/>
          <p14:tracePt t="69242" x="5029200" y="6026150"/>
          <p14:tracePt t="69259" x="5124450" y="6026150"/>
          <p14:tracePt t="69276" x="5289550" y="6032500"/>
          <p14:tracePt t="69292" x="5397500" y="6032500"/>
          <p14:tracePt t="69309" x="5461000" y="6032500"/>
          <p14:tracePt t="69326" x="5575300" y="6032500"/>
          <p14:tracePt t="69342" x="5778500" y="6032500"/>
          <p14:tracePt t="69359" x="5911850" y="6032500"/>
          <p14:tracePt t="69376" x="6140450" y="6019800"/>
          <p14:tracePt t="69393" x="6191250" y="6019800"/>
          <p14:tracePt t="69409" x="6292850" y="6007100"/>
          <p14:tracePt t="69426" x="6394450" y="6000750"/>
          <p14:tracePt t="69442" x="6610350" y="5988050"/>
          <p14:tracePt t="69459" x="6724650" y="5981700"/>
          <p14:tracePt t="69476" x="6826250" y="5981700"/>
          <p14:tracePt t="69493" x="7004050" y="5975350"/>
          <p14:tracePt t="69509" x="7099300" y="5975350"/>
          <p14:tracePt t="69526" x="7175500" y="5969000"/>
          <p14:tracePt t="69542" x="7346950" y="5969000"/>
          <p14:tracePt t="69559" x="7435850" y="5962650"/>
          <p14:tracePt t="69561" x="7467600" y="5962650"/>
          <p14:tracePt t="69576" x="7512050" y="5962650"/>
          <p14:tracePt t="69592" x="7588250" y="5962650"/>
          <p14:tracePt t="69609" x="7620000" y="5962650"/>
          <p14:tracePt t="69626" x="7645400" y="5956300"/>
          <p14:tracePt t="69642" x="7651750" y="5956300"/>
          <p14:tracePt t="69659" x="7670800" y="5956300"/>
          <p14:tracePt t="69676" x="7683500" y="5956300"/>
          <p14:tracePt t="69693" x="7708900" y="5949950"/>
          <p14:tracePt t="69709" x="7727950" y="5943600"/>
          <p14:tracePt t="69824" x="7734300" y="5937250"/>
          <p14:tracePt t="69848" x="7702550" y="5918200"/>
          <p14:tracePt t="69856" x="7632700" y="5899150"/>
          <p14:tracePt t="69864" x="7556500" y="5880100"/>
          <p14:tracePt t="69876" x="7461250" y="5854700"/>
          <p14:tracePt t="69892" x="6807200" y="5784850"/>
          <p14:tracePt t="69909" x="6629400" y="5772150"/>
          <p14:tracePt t="69926" x="6299200" y="5772150"/>
          <p14:tracePt t="69943" x="6115050" y="5772150"/>
          <p14:tracePt t="69959" x="5581650" y="5778500"/>
          <p14:tracePt t="69976" x="5162550" y="5778500"/>
          <p14:tracePt t="69993" x="4984750" y="5772150"/>
          <p14:tracePt t="70009" x="4464050" y="5778500"/>
          <p14:tracePt t="70026" x="4260850" y="5778500"/>
          <p14:tracePt t="70042" x="4019550" y="5778500"/>
          <p14:tracePt t="70059" x="3886200" y="5784850"/>
          <p14:tracePt t="70076" x="3816350" y="5784850"/>
          <p14:tracePt t="70093" x="3714750" y="5784850"/>
          <p14:tracePt t="70109" x="3651250" y="5784850"/>
          <p14:tracePt t="70126" x="3562350" y="5784850"/>
          <p14:tracePt t="70143" x="3302000" y="5797550"/>
          <p14:tracePt t="70159" x="3130550" y="5797550"/>
          <p14:tracePt t="70176" x="2990850" y="5803900"/>
          <p14:tracePt t="70193" x="2730500" y="5791200"/>
          <p14:tracePt t="70209" x="2584450" y="5784850"/>
          <p14:tracePt t="70226" x="2355850" y="5765800"/>
          <p14:tracePt t="70242" x="2279650" y="5753100"/>
          <p14:tracePt t="70259" x="2165350" y="5734050"/>
          <p14:tracePt t="70276" x="2025650" y="5721350"/>
          <p14:tracePt t="70293" x="1917700" y="5715000"/>
          <p14:tracePt t="70309" x="1841500" y="5708650"/>
          <p14:tracePt t="70326" x="1739900" y="5702300"/>
          <p14:tracePt t="70343" x="1733550" y="5702300"/>
          <p14:tracePt t="70504" x="1752600" y="5702300"/>
          <p14:tracePt t="70528" x="1765300" y="5708650"/>
          <p14:tracePt t="70536" x="1771650" y="5708650"/>
          <p14:tracePt t="70544" x="1784350" y="5708650"/>
          <p14:tracePt t="70559" x="1803400" y="5715000"/>
          <p14:tracePt t="70576" x="1841500" y="5727700"/>
          <p14:tracePt t="70592" x="1866900" y="5740400"/>
          <p14:tracePt t="70609" x="1898650" y="5753100"/>
          <p14:tracePt t="70626" x="1924050" y="5765800"/>
          <p14:tracePt t="70642" x="1930400" y="5765800"/>
          <p14:tracePt t="70712" x="1924050" y="5765800"/>
          <p14:tracePt t="70720" x="1905000" y="5753100"/>
          <p14:tracePt t="70728" x="1879600" y="5746750"/>
          <p14:tracePt t="70742" x="1860550" y="5721350"/>
          <p14:tracePt t="70759" x="1784350" y="5645150"/>
          <p14:tracePt t="70776" x="1739900" y="5505450"/>
          <p14:tracePt t="70793" x="1733550" y="5454650"/>
          <p14:tracePt t="70809" x="1689100" y="5238750"/>
          <p14:tracePt t="70826" x="1701800" y="5099050"/>
          <p14:tracePt t="70843" x="1714500" y="4946650"/>
          <p14:tracePt t="70859" x="1720850" y="4826000"/>
          <p14:tracePt t="70876" x="1727200" y="4794250"/>
          <p14:tracePt t="70892" x="1739900" y="4730750"/>
          <p14:tracePt t="70909" x="1758950" y="4641850"/>
          <p14:tracePt t="70926" x="1758950" y="4616450"/>
          <p14:tracePt t="70942" x="1765300" y="4591050"/>
          <p14:tracePt t="70959" x="1771650" y="4578350"/>
          <p14:tracePt t="70976" x="1771650" y="4572000"/>
          <p14:tracePt t="71009" x="1778000" y="4572000"/>
          <p14:tracePt t="71056" x="1778000" y="4552950"/>
          <p14:tracePt t="71072" x="1771650" y="4546600"/>
          <p14:tracePt t="71080" x="1758950" y="4527550"/>
          <p14:tracePt t="71088" x="1752600" y="4527550"/>
          <p14:tracePt t="71096" x="1733550" y="4521200"/>
          <p14:tracePt t="71109" x="1689100" y="4495800"/>
          <p14:tracePt t="71126" x="1676400" y="4489450"/>
          <p14:tracePt t="71143" x="1638300" y="4483100"/>
          <p14:tracePt t="71159" x="1625600" y="4483100"/>
          <p14:tracePt t="71176" x="1619250" y="4483100"/>
          <p14:tracePt t="71192" x="1606550" y="4483100"/>
          <p14:tracePt t="71209" x="1600200" y="4483100"/>
          <p14:tracePt t="71226" x="1593850" y="4483100"/>
          <p14:tracePt t="71242" x="1568450" y="4495800"/>
          <p14:tracePt t="71276" x="1511300" y="4527550"/>
          <p14:tracePt t="71293" x="1498600" y="4533900"/>
          <p14:tracePt t="71309" x="1479550" y="4540250"/>
          <p14:tracePt t="71326" x="1473200" y="4546600"/>
          <p14:tracePt t="71359" x="1466850" y="4552950"/>
          <p14:tracePt t="71471" x="1466850" y="4559300"/>
          <p14:tracePt t="75112" x="1454150" y="4552950"/>
          <p14:tracePt t="75120" x="1435100" y="4552950"/>
          <p14:tracePt t="75128" x="1416050" y="4552950"/>
          <p14:tracePt t="75142" x="1422400" y="4584700"/>
          <p14:tracePt t="75159" x="1466850" y="4648200"/>
          <p14:tracePt t="75175" x="1543050" y="4749800"/>
          <p14:tracePt t="75192" x="1543050" y="4756150"/>
          <p14:tracePt t="75209" x="1543050" y="4794250"/>
          <p14:tracePt t="75226" x="1543050" y="4826000"/>
          <p14:tracePt t="75242" x="1543050" y="4845050"/>
          <p14:tracePt t="75259" x="1536700" y="4895850"/>
          <p14:tracePt t="75275" x="1536700" y="4914900"/>
          <p14:tracePt t="75292" x="1536700" y="4940300"/>
          <p14:tracePt t="75309" x="1530350" y="4997450"/>
          <p14:tracePt t="75326" x="1536700" y="5086350"/>
          <p14:tracePt t="75342" x="1587500" y="5149850"/>
          <p14:tracePt t="75359" x="1593850" y="5187950"/>
          <p14:tracePt t="75376" x="1638300" y="5359400"/>
          <p14:tracePt t="75392" x="1657350" y="5422900"/>
          <p14:tracePt t="75409" x="1720850" y="5549900"/>
          <p14:tracePt t="75426" x="1752600" y="5619750"/>
          <p14:tracePt t="75442" x="1771650" y="5651500"/>
          <p14:tracePt t="75459" x="1816100" y="5727700"/>
          <p14:tracePt t="75476" x="1905000" y="5810250"/>
          <p14:tracePt t="75492" x="1943100" y="5842000"/>
          <p14:tracePt t="75509" x="2012950" y="5880100"/>
          <p14:tracePt t="75526" x="2063750" y="5899150"/>
          <p14:tracePt t="75543" x="2082800" y="5918200"/>
          <p14:tracePt t="75560" x="2222500" y="5969000"/>
          <p14:tracePt t="75561" x="2254250" y="5969000"/>
          <p14:tracePt t="75576" x="2330450" y="6000750"/>
          <p14:tracePt t="75592" x="2590800" y="6070600"/>
          <p14:tracePt t="75609" x="2686050" y="6096000"/>
          <p14:tracePt t="75626" x="2730500" y="6108700"/>
          <p14:tracePt t="75642" x="2863850" y="6134100"/>
          <p14:tracePt t="75659" x="2927350" y="6140450"/>
          <p14:tracePt t="75676" x="3016250" y="6140450"/>
          <p14:tracePt t="75693" x="3162300" y="6127750"/>
          <p14:tracePt t="75709" x="3276600" y="6121400"/>
          <p14:tracePt t="75726" x="3308350" y="6108700"/>
          <p14:tracePt t="75743" x="3448050" y="6089650"/>
          <p14:tracePt t="75759" x="3498850" y="6076950"/>
          <p14:tracePt t="75776" x="3530600" y="6064250"/>
          <p14:tracePt t="75792" x="3536950" y="6064250"/>
          <p14:tracePt t="75809" x="3549650" y="6057900"/>
          <p14:tracePt t="75826" x="3562350" y="6051550"/>
          <p14:tracePt t="75842" x="3587750" y="6051550"/>
          <p14:tracePt t="75859" x="3594100" y="6038850"/>
          <p14:tracePt t="75876" x="3619500" y="6032500"/>
          <p14:tracePt t="75892" x="3638550" y="6019800"/>
          <p14:tracePt t="75909" x="3644900" y="6019800"/>
          <p14:tracePt t="75926" x="3657600" y="6000750"/>
          <p14:tracePt t="75942" x="3676650" y="5981700"/>
          <p14:tracePt t="75959" x="3689350" y="5962650"/>
          <p14:tracePt t="75976" x="3721100" y="5937250"/>
          <p14:tracePt t="75992" x="3727450" y="5930900"/>
          <p14:tracePt t="76009" x="3733800" y="5911850"/>
          <p14:tracePt t="76026" x="3752850" y="5892800"/>
          <p14:tracePt t="76042" x="3765550" y="5880100"/>
          <p14:tracePt t="76059" x="3771900" y="5848350"/>
          <p14:tracePt t="76076" x="3778250" y="5829300"/>
          <p14:tracePt t="76092" x="3778250" y="5816600"/>
          <p14:tracePt t="76109" x="3797300" y="5791200"/>
          <p14:tracePt t="76126" x="3797300" y="5784850"/>
          <p14:tracePt t="76159" x="3797300" y="5778500"/>
          <p14:tracePt t="76192" x="3797300" y="5772150"/>
          <p14:tracePt t="76287" x="3797300" y="5765800"/>
          <p14:tracePt t="76304" x="3790950" y="5765800"/>
          <p14:tracePt t="76312" x="3790950" y="5753100"/>
          <p14:tracePt t="76616" x="3790950" y="5765800"/>
          <p14:tracePt t="76624" x="3790950" y="5778500"/>
          <p14:tracePt t="76648" x="3784600" y="5791200"/>
          <p14:tracePt t="76656" x="3771900" y="5829300"/>
          <p14:tracePt t="76664" x="3765550" y="5848350"/>
          <p14:tracePt t="76675" x="3759200" y="5873750"/>
          <p14:tracePt t="76692" x="3752850" y="5899150"/>
          <p14:tracePt t="76709" x="3740150" y="5975350"/>
          <p14:tracePt t="76725" x="3733800" y="5994400"/>
          <p14:tracePt t="76742" x="3727450" y="6032500"/>
          <p14:tracePt t="76759" x="3721100" y="6076950"/>
          <p14:tracePt t="76776" x="3702050" y="6115050"/>
          <p14:tracePt t="76809" x="3695700" y="6121400"/>
          <p14:tracePt t="76840" x="3708400" y="6121400"/>
          <p14:tracePt t="76848" x="3727450" y="6115050"/>
          <p14:tracePt t="76872" x="3727450" y="6108700"/>
          <p14:tracePt t="76896" x="3733800" y="6089650"/>
          <p14:tracePt t="76904" x="3733800" y="6076950"/>
          <p14:tracePt t="76912" x="3740150" y="6057900"/>
          <p14:tracePt t="76926" x="3746500" y="6038850"/>
          <p14:tracePt t="76942" x="3759200" y="6007100"/>
          <p14:tracePt t="76959" x="3771900" y="5930900"/>
          <p14:tracePt t="76976" x="3784600" y="5873750"/>
          <p14:tracePt t="76992" x="3790950" y="5861050"/>
          <p14:tracePt t="77009" x="3803650" y="5829300"/>
          <p14:tracePt t="77026" x="3810000" y="5816600"/>
          <p14:tracePt t="77043" x="3816350" y="5816600"/>
          <p14:tracePt t="77059" x="3841750" y="5797550"/>
          <p14:tracePt t="77076" x="3848100" y="5797550"/>
          <p14:tracePt t="77093" x="3860800" y="5791200"/>
          <p14:tracePt t="77109" x="3867150" y="5791200"/>
          <p14:tracePt t="77126" x="3879850" y="5791200"/>
          <p14:tracePt t="77142" x="3886200" y="5797550"/>
          <p14:tracePt t="77159" x="3898900" y="5810250"/>
          <p14:tracePt t="77176" x="3905250" y="5854700"/>
          <p14:tracePt t="77193" x="3905250" y="5867400"/>
          <p14:tracePt t="77209" x="3905250" y="5911850"/>
          <p14:tracePt t="77226" x="3905250" y="5943600"/>
          <p14:tracePt t="77242" x="3898900" y="5962650"/>
          <p14:tracePt t="77259" x="3898900" y="5969000"/>
          <p14:tracePt t="77392" x="3898900" y="5981700"/>
          <p14:tracePt t="77408" x="3911600" y="5981700"/>
          <p14:tracePt t="77424" x="3924300" y="5988050"/>
          <p14:tracePt t="77432" x="3956050" y="6007100"/>
          <p14:tracePt t="77442" x="3981450" y="6013450"/>
          <p14:tracePt t="77459" x="4051300" y="6051550"/>
          <p14:tracePt t="77476" x="4241800" y="6127750"/>
          <p14:tracePt t="77492" x="4362450" y="6159500"/>
          <p14:tracePt t="77509" x="4413250" y="6172200"/>
          <p14:tracePt t="77526" x="4679950" y="6229350"/>
          <p14:tracePt t="77542" x="4851400" y="6254750"/>
          <p14:tracePt t="77559" x="5022850" y="6273800"/>
          <p14:tracePt t="77561" x="5264150" y="6292850"/>
          <p14:tracePt t="77576" x="5422900" y="6305550"/>
          <p14:tracePt t="77592" x="5492750" y="6311900"/>
          <p14:tracePt t="77609" x="5715000" y="6324600"/>
          <p14:tracePt t="77626" x="6172200" y="6337300"/>
          <p14:tracePt t="77642" x="6388100" y="6337300"/>
          <p14:tracePt t="77659" x="6565900" y="6337300"/>
          <p14:tracePt t="77676" x="6775450" y="6324600"/>
          <p14:tracePt t="77692" x="6819900" y="6311900"/>
          <p14:tracePt t="77709" x="6902450" y="6292850"/>
          <p14:tracePt t="77726" x="6978650" y="6261100"/>
          <p14:tracePt t="77742" x="7004050" y="6248400"/>
          <p14:tracePt t="77759" x="7042150" y="6223000"/>
          <p14:tracePt t="77776" x="7099300" y="6178550"/>
          <p14:tracePt t="77792" x="7143750" y="6140450"/>
          <p14:tracePt t="77809" x="7219950" y="6102350"/>
          <p14:tracePt t="77826" x="7321550" y="6051550"/>
          <p14:tracePt t="77843" x="7372350" y="6013450"/>
          <p14:tracePt t="77859" x="7391400" y="5981700"/>
          <p14:tracePt t="77876" x="7454900" y="5918200"/>
          <p14:tracePt t="77892" x="7493000" y="5867400"/>
          <p14:tracePt t="77909" x="7518400" y="5829300"/>
          <p14:tracePt t="77926" x="7556500" y="5740400"/>
          <p14:tracePt t="77943" x="7550150" y="5670550"/>
          <p14:tracePt t="77959" x="7543800" y="5626100"/>
          <p14:tracePt t="77976" x="7410450" y="5397500"/>
          <p14:tracePt t="77992" x="7353300" y="5283200"/>
          <p14:tracePt t="78009" x="7194550" y="5092700"/>
          <p14:tracePt t="78026" x="7124700" y="5060950"/>
          <p14:tracePt t="78043" x="6991350" y="4953000"/>
          <p14:tracePt t="78059" x="6565900" y="4686300"/>
          <p14:tracePt t="78076" x="6280150" y="4527550"/>
          <p14:tracePt t="78093" x="5943600" y="4400550"/>
          <p14:tracePt t="78109" x="5797550" y="4330700"/>
          <p14:tracePt t="78126" x="5372100" y="4184650"/>
          <p14:tracePt t="78142" x="5238750" y="4159250"/>
          <p14:tracePt t="78159" x="5073650" y="4133850"/>
          <p14:tracePt t="78176" x="4902200" y="4165600"/>
          <p14:tracePt t="78192" x="4838700" y="4191000"/>
          <p14:tracePt t="78209" x="4572000" y="4267200"/>
          <p14:tracePt t="78226" x="4381500" y="4330700"/>
          <p14:tracePt t="78242" x="4025900" y="4432300"/>
          <p14:tracePt t="78259" x="3873500" y="4483100"/>
          <p14:tracePt t="78276" x="3803650" y="4508500"/>
          <p14:tracePt t="78292" x="3524250" y="4603750"/>
          <p14:tracePt t="78309" x="3371850" y="4679950"/>
          <p14:tracePt t="78326" x="3206750" y="4832350"/>
          <p14:tracePt t="78342" x="3155950" y="4933950"/>
          <p14:tracePt t="78359" x="3136900" y="4984750"/>
          <p14:tracePt t="78376" x="3143250" y="5283200"/>
          <p14:tracePt t="78392" x="3187700" y="5359400"/>
          <p14:tracePt t="78409" x="3263900" y="5467350"/>
          <p14:tracePt t="78426" x="3282950" y="5524500"/>
          <p14:tracePt t="78442" x="3282950" y="5549900"/>
          <p14:tracePt t="78459" x="3321050" y="5607050"/>
          <p14:tracePt t="78476" x="3321050" y="5632450"/>
          <p14:tracePt t="78493" x="3321050" y="5657850"/>
          <p14:tracePt t="78509" x="3321050" y="5727700"/>
          <p14:tracePt t="78526" x="3314700" y="5746750"/>
          <p14:tracePt t="78542" x="3302000" y="5784850"/>
          <p14:tracePt t="78559" x="3276600" y="5848350"/>
          <p14:tracePt t="78561" x="3270250" y="5854700"/>
          <p14:tracePt t="78576" x="3263900" y="5886450"/>
          <p14:tracePt t="78592" x="3257550" y="5905500"/>
          <p14:tracePt t="78609" x="3257550" y="5918200"/>
          <p14:tracePt t="78626" x="3257550" y="5937250"/>
          <p14:tracePt t="78696" x="3263900" y="5930900"/>
          <p14:tracePt t="78704" x="3263900" y="5924550"/>
          <p14:tracePt t="78713" x="3251200" y="5911850"/>
          <p14:tracePt t="78728" x="3276600" y="5892800"/>
          <p14:tracePt t="78742" x="3276600" y="5867400"/>
          <p14:tracePt t="78759" x="3276600" y="5803900"/>
          <p14:tracePt t="78776" x="3213100" y="5543550"/>
          <p14:tracePt t="78792" x="3168650" y="5448300"/>
          <p14:tracePt t="78809" x="3035300" y="5346700"/>
          <p14:tracePt t="78826" x="2990850" y="5270500"/>
          <p14:tracePt t="78843" x="2908300" y="5194300"/>
          <p14:tracePt t="78859" x="2787650" y="5080000"/>
          <p14:tracePt t="78876" x="2736850" y="5041900"/>
          <p14:tracePt t="78893" x="2679700" y="4997450"/>
          <p14:tracePt t="78909" x="2609850" y="4953000"/>
          <p14:tracePt t="78926" x="2546350" y="4921250"/>
          <p14:tracePt t="78942" x="2495550" y="4895850"/>
          <p14:tracePt t="78959" x="2400300" y="4857750"/>
          <p14:tracePt t="78976" x="2324100" y="4845050"/>
          <p14:tracePt t="78992" x="2241550" y="4845050"/>
          <p14:tracePt t="79009" x="2190750" y="4845050"/>
          <p14:tracePt t="79026" x="2101850" y="4851400"/>
          <p14:tracePt t="79042" x="2006600" y="4883150"/>
          <p14:tracePt t="79059" x="1930400" y="4908550"/>
          <p14:tracePt t="79076" x="1911350" y="4921250"/>
          <p14:tracePt t="79092" x="1778000" y="4984750"/>
          <p14:tracePt t="79109" x="1708150" y="5029200"/>
          <p14:tracePt t="79126" x="1612900" y="5111750"/>
          <p14:tracePt t="79142" x="1549400" y="5175250"/>
          <p14:tracePt t="79159" x="1536700" y="5194300"/>
          <p14:tracePt t="79176" x="1460500" y="5308600"/>
          <p14:tracePt t="79192" x="1441450" y="5353050"/>
          <p14:tracePt t="79209" x="1422400" y="5435600"/>
          <p14:tracePt t="79226" x="1422400" y="5480050"/>
          <p14:tracePt t="79242" x="1409700" y="5511800"/>
          <p14:tracePt t="79259" x="1403350" y="5549900"/>
          <p14:tracePt t="79276" x="1435100" y="5607050"/>
          <p14:tracePt t="79292" x="1466850" y="5645150"/>
          <p14:tracePt t="79309" x="1498600" y="5695950"/>
          <p14:tracePt t="79326" x="1549400" y="5772150"/>
          <p14:tracePt t="79342" x="1612900" y="5842000"/>
          <p14:tracePt t="79359" x="1708150" y="5911850"/>
          <p14:tracePt t="79376" x="1949450" y="6019800"/>
          <p14:tracePt t="79392" x="2082800" y="6064250"/>
          <p14:tracePt t="79409" x="2178050" y="6083300"/>
          <p14:tracePt t="79426" x="2273300" y="6089650"/>
          <p14:tracePt t="79442" x="2368550" y="6096000"/>
          <p14:tracePt t="79459" x="2540000" y="6083300"/>
          <p14:tracePt t="79476" x="2635250" y="6057900"/>
          <p14:tracePt t="79492" x="2717800" y="6045200"/>
          <p14:tracePt t="79509" x="2774950" y="6019800"/>
          <p14:tracePt t="79526" x="2813050" y="6007100"/>
          <p14:tracePt t="79542" x="2825750" y="5994400"/>
          <p14:tracePt t="79559" x="2832100" y="5988050"/>
          <p14:tracePt t="79576" x="2838450" y="5988050"/>
          <p14:tracePt t="79736" x="2838450" y="5994400"/>
          <p14:tracePt t="79815" x="2832100" y="5994400"/>
          <p14:tracePt t="80152" x="2832100" y="5988050"/>
          <p14:tracePt t="80224" x="2825750" y="5981700"/>
          <p14:tracePt t="80248" x="2819400" y="5975350"/>
          <p14:tracePt t="80288" x="2806700" y="5969000"/>
          <p14:tracePt t="80303" x="2800350" y="5969000"/>
          <p14:tracePt t="80319" x="2794000" y="5969000"/>
          <p14:tracePt t="80328" x="2774950" y="5975350"/>
          <p14:tracePt t="80352" x="2768600" y="5975350"/>
          <p14:tracePt t="80415" x="2762250" y="5975350"/>
          <p14:tracePt t="80432" x="2755900" y="5969000"/>
          <p14:tracePt t="80448" x="2749550" y="5956300"/>
          <p14:tracePt t="80456" x="2743200" y="5949950"/>
          <p14:tracePt t="80472" x="2730500" y="5943600"/>
          <p14:tracePt t="80488" x="2730500" y="5937250"/>
          <p14:tracePt t="80496" x="2724150" y="5924550"/>
          <p14:tracePt t="80509" x="2717800" y="5918200"/>
          <p14:tracePt t="80526" x="2698750" y="5905500"/>
          <p14:tracePt t="80559" x="2698750" y="5899150"/>
          <p14:tracePt t="80576" x="2692400" y="5892800"/>
          <p14:tracePt t="80609" x="2686050" y="5886450"/>
          <p14:tracePt t="80625" x="2679700" y="5886450"/>
          <p14:tracePt t="80642" x="2667000" y="5886450"/>
          <p14:tracePt t="80664" x="2660650" y="5899150"/>
          <p14:tracePt t="80680" x="2654300" y="5905500"/>
          <p14:tracePt t="80713" x="2647950" y="5911850"/>
          <p14:tracePt t="80768" x="2641600" y="5911850"/>
          <p14:tracePt t="80784" x="2635250" y="5918200"/>
          <p14:tracePt t="80808" x="2635250" y="5924550"/>
          <p14:tracePt t="80824" x="2616200" y="5937250"/>
          <p14:tracePt t="80848" x="2603500" y="5943600"/>
          <p14:tracePt t="80856" x="2603500" y="5949950"/>
          <p14:tracePt t="80864" x="2590800" y="5949950"/>
          <p14:tracePt t="80876" x="2578100" y="5962650"/>
          <p14:tracePt t="80892" x="2546350" y="5969000"/>
          <p14:tracePt t="80909" x="2476500" y="6000750"/>
          <p14:tracePt t="80926" x="2413000" y="6019800"/>
          <p14:tracePt t="80943" x="2406650" y="6019800"/>
          <p14:tracePt t="81296" x="2406650" y="6000750"/>
          <p14:tracePt t="81304" x="2406650" y="5988050"/>
          <p14:tracePt t="81319" x="2406650" y="5975350"/>
          <p14:tracePt t="81328" x="2406650" y="5969000"/>
          <p14:tracePt t="81344" x="2406650" y="5962650"/>
          <p14:tracePt t="81359" x="2406650" y="5956300"/>
          <p14:tracePt t="81375" x="2413000" y="5949950"/>
          <p14:tracePt t="81392" x="2413000" y="5943600"/>
          <p14:tracePt t="81409" x="2413000" y="5937250"/>
          <p14:tracePt t="81426" x="2419350" y="5930900"/>
          <p14:tracePt t="81456" x="2413000" y="5930900"/>
          <p14:tracePt t="81504" x="2406650" y="5930900"/>
          <p14:tracePt t="81528" x="2400300" y="5930900"/>
          <p14:tracePt t="81536" x="2393950" y="5930900"/>
          <p14:tracePt t="81544" x="2387600" y="5930900"/>
          <p14:tracePt t="81720" x="2387600" y="5918200"/>
          <p14:tracePt t="81816" x="2387600" y="5911850"/>
          <p14:tracePt t="81823" x="2387600" y="5905500"/>
          <p14:tracePt t="81832" x="2387600" y="5899150"/>
          <p14:tracePt t="81842" x="2393950" y="5886450"/>
          <p14:tracePt t="81859" x="2413000" y="5880100"/>
          <p14:tracePt t="81875" x="2432050" y="5861050"/>
          <p14:tracePt t="81892" x="2470150" y="5842000"/>
          <p14:tracePt t="81909" x="2489200" y="5829300"/>
          <p14:tracePt t="81926" x="2501900" y="5822950"/>
          <p14:tracePt t="81943" x="2520950" y="5816600"/>
          <p14:tracePt t="81959" x="2527300" y="5816600"/>
          <p14:tracePt t="81976" x="2546350" y="5810250"/>
          <p14:tracePt t="82009" x="2552700" y="5803900"/>
          <p14:tracePt t="82207" x="2546350" y="5803900"/>
          <p14:tracePt t="82223" x="2540000" y="5810250"/>
          <p14:tracePt t="82232" x="2533650" y="5816600"/>
          <p14:tracePt t="82567" x="2527300" y="5816600"/>
          <p14:tracePt t="82672" x="2514600" y="5810250"/>
          <p14:tracePt t="82744" x="2520950" y="5810250"/>
          <p14:tracePt t="82784" x="2520950" y="5816600"/>
          <p14:tracePt t="82792" x="2527300" y="5816600"/>
          <p14:tracePt t="82800" x="2527300" y="5822950"/>
          <p14:tracePt t="82816" x="2527300" y="5829300"/>
          <p14:tracePt t="82826" x="2533650" y="5842000"/>
          <p14:tracePt t="82842" x="2540000" y="5873750"/>
          <p14:tracePt t="82859" x="2540000" y="5892800"/>
          <p14:tracePt t="82876" x="2552700" y="5905500"/>
          <p14:tracePt t="82893" x="2565400" y="5930900"/>
          <p14:tracePt t="82909" x="2571750" y="5937250"/>
          <p14:tracePt t="82926" x="2584450" y="5937250"/>
          <p14:tracePt t="82943" x="2597150" y="5937250"/>
          <p14:tracePt t="82959" x="2622550" y="5937250"/>
          <p14:tracePt t="82976" x="2679700" y="5918200"/>
          <p14:tracePt t="82992" x="2813050" y="5873750"/>
          <p14:tracePt t="83009" x="2940050" y="5829300"/>
          <p14:tracePt t="83026" x="3225800" y="5746750"/>
          <p14:tracePt t="83042" x="3365500" y="5695950"/>
          <p14:tracePt t="83059" x="3435350" y="5676900"/>
          <p14:tracePt t="83076" x="3727450" y="5588000"/>
          <p14:tracePt t="83092" x="3867150" y="5549900"/>
          <p14:tracePt t="83109" x="3962400" y="5499100"/>
          <p14:tracePt t="83126" x="4070350" y="5454650"/>
          <p14:tracePt t="83142" x="4089400" y="5448300"/>
          <p14:tracePt t="83159" x="4108450" y="5429250"/>
          <p14:tracePt t="83192" x="4108450" y="5416550"/>
          <p14:tracePt t="83209" x="4108450" y="5410200"/>
          <p14:tracePt t="83242" x="4108450" y="5403850"/>
          <p14:tracePt t="83259" x="4108450" y="5397500"/>
          <p14:tracePt t="83276" x="4076700" y="5384800"/>
          <p14:tracePt t="83293" x="4044950" y="5372100"/>
          <p14:tracePt t="83309" x="4032250" y="5346700"/>
          <p14:tracePt t="83326" x="4013200" y="5321300"/>
          <p14:tracePt t="83342" x="3994150" y="5302250"/>
          <p14:tracePt t="83359" x="3981450" y="5295900"/>
          <p14:tracePt t="83393" x="3975100" y="5289550"/>
          <p14:tracePt t="83409" x="3962400" y="5264150"/>
          <p14:tracePt t="83426" x="3949700" y="5232400"/>
          <p14:tracePt t="83442" x="3898900" y="5137150"/>
          <p14:tracePt t="83459" x="3860800" y="5054600"/>
          <p14:tracePt t="83476" x="3816350" y="4876800"/>
          <p14:tracePt t="83492" x="3765550" y="4781550"/>
          <p14:tracePt t="83509" x="3714750" y="4679950"/>
          <p14:tracePt t="83526" x="3587750" y="4451350"/>
          <p14:tracePt t="83543" x="3543300" y="4394200"/>
          <p14:tracePt t="83559" x="3479800" y="4305300"/>
          <p14:tracePt t="83562" x="3429000" y="4248150"/>
          <p14:tracePt t="83576" x="3289300" y="4000500"/>
          <p14:tracePt t="83592" x="3200400" y="3854450"/>
          <p14:tracePt t="83609" x="3079750" y="3619500"/>
          <p14:tracePt t="83626" x="3016250" y="3530600"/>
          <p14:tracePt t="83642" x="2870200" y="3302000"/>
          <p14:tracePt t="83659" x="2622550" y="2908300"/>
          <p14:tracePt t="83676" x="2432050" y="2622550"/>
          <p14:tracePt t="83692" x="2019300" y="2082800"/>
          <p14:tracePt t="83709" x="1885950" y="1905000"/>
          <p14:tracePt t="83726" x="1619250" y="1543050"/>
          <p14:tracePt t="83742" x="1416050" y="1200150"/>
          <p14:tracePt t="83759" x="800100" y="596900"/>
          <p14:tracePt t="83776" x="279400" y="171450"/>
          <p14:tracePt t="83792" x="107950" y="6350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1.2   NETWORKS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46075" y="736600"/>
            <a:ext cx="8618538" cy="561657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Ring topology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Each device is point-to-point connected to only its neighbors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Each device incorporates a repeater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Advantage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Easy to installation and reconnection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Disadvantage</a:t>
            </a:r>
          </a:p>
          <a:p>
            <a:pPr lvl="2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case of unidirectional, fault of ring can disable the entire network (dual ring)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75" y="3983038"/>
            <a:ext cx="6802438" cy="233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1308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841" x="4584700" y="3714750"/>
          <p14:tracePt t="873" x="4597400" y="3714750"/>
          <p14:tracePt t="880" x="4597400" y="3721100"/>
          <p14:tracePt t="891" x="4597400" y="3727450"/>
          <p14:tracePt t="908" x="4603750" y="3733800"/>
          <p14:tracePt t="924" x="4616450" y="3746500"/>
          <p14:tracePt t="941" x="4622800" y="3759200"/>
          <p14:tracePt t="958" x="4629150" y="3797300"/>
          <p14:tracePt t="975" x="4603750" y="3892550"/>
          <p14:tracePt t="992" x="4572000" y="3962400"/>
          <p14:tracePt t="1008" x="4546600" y="4019550"/>
          <p14:tracePt t="1025" x="4476750" y="4121150"/>
          <p14:tracePt t="1041" x="4457700" y="4171950"/>
          <p14:tracePt t="1058" x="4406900" y="4216400"/>
          <p14:tracePt t="1075" x="4406900" y="4222750"/>
          <p14:tracePt t="1344" x="4400550" y="4222750"/>
          <p14:tracePt t="1601" x="4387850" y="4254500"/>
          <p14:tracePt t="1609" x="4387850" y="4286250"/>
          <p14:tracePt t="1617" x="4375150" y="4337050"/>
          <p14:tracePt t="1625" x="4368800" y="4368800"/>
          <p14:tracePt t="1642" x="4292600" y="4565650"/>
          <p14:tracePt t="1658" x="4279900" y="4616450"/>
          <p14:tracePt t="1675" x="4248150" y="4699000"/>
          <p14:tracePt t="1691" x="4159250" y="4895850"/>
          <p14:tracePt t="1708" x="4114800" y="4984750"/>
          <p14:tracePt t="1725" x="4083050" y="5041900"/>
          <p14:tracePt t="1741" x="4070350" y="5067300"/>
          <p14:tracePt t="1758" x="4070350" y="5080000"/>
          <p14:tracePt t="2153" x="4070350" y="5073650"/>
          <p14:tracePt t="2200" x="4070350" y="5060950"/>
          <p14:tracePt t="2216" x="4070350" y="5054600"/>
          <p14:tracePt t="2224" x="4064000" y="5041900"/>
          <p14:tracePt t="2233" x="4044950" y="5029200"/>
          <p14:tracePt t="2241" x="4025900" y="4997450"/>
          <p14:tracePt t="2265" x="4019550" y="4997450"/>
          <p14:tracePt t="2274" x="4019550" y="4991100"/>
          <p14:tracePt t="2291" x="4019550" y="4959350"/>
          <p14:tracePt t="2308" x="4013200" y="4933950"/>
          <p14:tracePt t="2325" x="3962400" y="4857750"/>
          <p14:tracePt t="2342" x="3911600" y="4787900"/>
          <p14:tracePt t="2358" x="3867150" y="4737100"/>
          <p14:tracePt t="2375" x="3822700" y="4654550"/>
          <p14:tracePt t="2391" x="3810000" y="4641850"/>
          <p14:tracePt t="2408" x="3797300" y="4603750"/>
          <p14:tracePt t="2441" x="3790950" y="4603750"/>
          <p14:tracePt t="2465" x="3784600" y="4597400"/>
          <p14:tracePt t="2475" x="3778250" y="4591050"/>
          <p14:tracePt t="2491" x="3759200" y="4584700"/>
          <p14:tracePt t="2508" x="3733800" y="4572000"/>
          <p14:tracePt t="2525" x="3721100" y="4565650"/>
          <p14:tracePt t="2541" x="3714750" y="4565650"/>
          <p14:tracePt t="2558" x="3708400" y="4552950"/>
          <p14:tracePt t="2575" x="3695700" y="4533900"/>
          <p14:tracePt t="2592" x="3683000" y="4527550"/>
          <p14:tracePt t="2608" x="3651250" y="4476750"/>
          <p14:tracePt t="2625" x="3613150" y="4451350"/>
          <p14:tracePt t="2641" x="3587750" y="4406900"/>
          <p14:tracePt t="2658" x="3556000" y="4387850"/>
          <p14:tracePt t="2675" x="3543300" y="4368800"/>
          <p14:tracePt t="2691" x="3530600" y="4349750"/>
          <p14:tracePt t="2708" x="3524250" y="4324350"/>
          <p14:tracePt t="2725" x="3517900" y="4305300"/>
          <p14:tracePt t="2742" x="3511550" y="4286250"/>
          <p14:tracePt t="2758" x="3505200" y="4273550"/>
          <p14:tracePt t="2775" x="3498850" y="4254500"/>
          <p14:tracePt t="2792" x="3486150" y="4229100"/>
          <p14:tracePt t="2808" x="3467100" y="4184650"/>
          <p14:tracePt t="2825" x="3467100" y="4171950"/>
          <p14:tracePt t="2842" x="3460750" y="4159250"/>
          <p14:tracePt t="2858" x="3454400" y="4133850"/>
          <p14:tracePt t="2875" x="3454400" y="4114800"/>
          <p14:tracePt t="2891" x="3448050" y="4095750"/>
          <p14:tracePt t="2908" x="3441700" y="4089400"/>
          <p14:tracePt t="2925" x="3441700" y="4083050"/>
          <p14:tracePt t="2941" x="3441700" y="4076700"/>
          <p14:tracePt t="2977" x="3435350" y="4076700"/>
          <p14:tracePt t="3008" x="3429000" y="4070350"/>
          <p14:tracePt t="3024" x="3409950" y="4044950"/>
          <p14:tracePt t="3033" x="3403600" y="4032250"/>
          <p14:tracePt t="3041" x="3390900" y="4019550"/>
          <p14:tracePt t="3058" x="3359150" y="3987800"/>
          <p14:tracePt t="3075" x="3333750" y="3956050"/>
          <p14:tracePt t="3092" x="3289300" y="3937000"/>
          <p14:tracePt t="3108" x="3276600" y="3924300"/>
          <p14:tracePt t="3125" x="3257550" y="3911600"/>
          <p14:tracePt t="3142" x="3219450" y="3911600"/>
          <p14:tracePt t="3158" x="3206750" y="3917950"/>
          <p14:tracePt t="3175" x="3175000" y="3937000"/>
          <p14:tracePt t="3192" x="3111500" y="3987800"/>
          <p14:tracePt t="3208" x="2984500" y="4064000"/>
          <p14:tracePt t="3225" x="2933700" y="4108450"/>
          <p14:tracePt t="3241" x="2889250" y="4152900"/>
          <p14:tracePt t="3258" x="2825750" y="4210050"/>
          <p14:tracePt t="3275" x="2717800" y="4343400"/>
          <p14:tracePt t="3291" x="2654300" y="4419600"/>
          <p14:tracePt t="3308" x="2622550" y="4470400"/>
          <p14:tracePt t="3325" x="2501900" y="4629150"/>
          <p14:tracePt t="3342" x="2444750" y="4705350"/>
          <p14:tracePt t="3358" x="2368550" y="4794250"/>
          <p14:tracePt t="3375" x="2260600" y="4965700"/>
          <p14:tracePt t="3392" x="2241550" y="4984750"/>
          <p14:tracePt t="3408" x="2108200" y="5187950"/>
          <p14:tracePt t="3425" x="2057400" y="5245100"/>
          <p14:tracePt t="3441" x="2000250" y="5295900"/>
          <p14:tracePt t="3458" x="1930400" y="5346700"/>
          <p14:tracePt t="3475" x="1898650" y="5365750"/>
          <p14:tracePt t="3491" x="1879600" y="5378450"/>
          <p14:tracePt t="3508" x="1847850" y="5391150"/>
          <p14:tracePt t="3541" x="1841500" y="5391150"/>
          <p14:tracePt t="3577" x="1841500" y="5378450"/>
          <p14:tracePt t="3584" x="1835150" y="5359400"/>
          <p14:tracePt t="3600" x="1828800" y="5334000"/>
          <p14:tracePt t="3609" x="1828800" y="5321300"/>
          <p14:tracePt t="3625" x="1771650" y="5219700"/>
          <p14:tracePt t="3641" x="1752600" y="5162550"/>
          <p14:tracePt t="3658" x="1771650" y="5080000"/>
          <p14:tracePt t="3675" x="1784350" y="5029200"/>
          <p14:tracePt t="3691" x="1790700" y="5003800"/>
          <p14:tracePt t="3708" x="1816100" y="4965700"/>
          <p14:tracePt t="3725" x="1892300" y="4870450"/>
          <p14:tracePt t="3741" x="1955800" y="4800600"/>
          <p14:tracePt t="3758" x="2000250" y="4743450"/>
          <p14:tracePt t="3775" x="2076450" y="4673600"/>
          <p14:tracePt t="3792" x="2146300" y="4622800"/>
          <p14:tracePt t="3808" x="2228850" y="4578350"/>
          <p14:tracePt t="3825" x="2349500" y="4552950"/>
          <p14:tracePt t="3842" x="2425700" y="4552950"/>
          <p14:tracePt t="3858" x="2470150" y="4552950"/>
          <p14:tracePt t="3875" x="2590800" y="4572000"/>
          <p14:tracePt t="3891" x="2679700" y="4610100"/>
          <p14:tracePt t="3908" x="2743200" y="4654550"/>
          <p14:tracePt t="3925" x="2870200" y="4749800"/>
          <p14:tracePt t="3942" x="2921000" y="4794250"/>
          <p14:tracePt t="3958" x="2946400" y="4819650"/>
          <p14:tracePt t="3975" x="3016250" y="4876800"/>
          <p14:tracePt t="3992" x="3041650" y="4908550"/>
          <p14:tracePt t="4008" x="3060700" y="4921250"/>
          <p14:tracePt t="4120" x="3067050" y="4921250"/>
          <p14:tracePt t="4848" x="3060700" y="4921250"/>
          <p14:tracePt t="4928" x="3067050" y="4921250"/>
          <p14:tracePt t="4968" x="3073400" y="4921250"/>
          <p14:tracePt t="4992" x="3073400" y="4927600"/>
          <p14:tracePt t="5008" x="3073400" y="4933950"/>
          <p14:tracePt t="5520" x="3073400" y="4927600"/>
          <p14:tracePt t="5537" x="3073400" y="4908550"/>
          <p14:tracePt t="5545" x="3060700" y="4876800"/>
          <p14:tracePt t="5561" x="3048000" y="4845050"/>
          <p14:tracePt t="5568" x="3016250" y="4806950"/>
          <p14:tracePt t="5576" x="2990850" y="4749800"/>
          <p14:tracePt t="5591" x="2952750" y="4673600"/>
          <p14:tracePt t="5608" x="2857500" y="4552950"/>
          <p14:tracePt t="5625" x="2762250" y="4381500"/>
          <p14:tracePt t="5641" x="2717800" y="4324350"/>
          <p14:tracePt t="5658" x="2641600" y="4216400"/>
          <p14:tracePt t="5674" x="2533650" y="4057650"/>
          <p14:tracePt t="5691" x="2444750" y="3943350"/>
          <p14:tracePt t="5708" x="2330450" y="3790950"/>
          <p14:tracePt t="5725" x="2146300" y="3448050"/>
          <p14:tracePt t="5741" x="2082800" y="3365500"/>
          <p14:tracePt t="5758" x="1962150" y="3175000"/>
          <p14:tracePt t="5775" x="1720850" y="2781300"/>
          <p14:tracePt t="5792" x="1562100" y="2520950"/>
          <p14:tracePt t="5808" x="1352550" y="2203450"/>
          <p14:tracePt t="5825" x="895350" y="1504950"/>
          <p14:tracePt t="5846" x="615950" y="1136650"/>
          <p14:tracePt t="5859" x="323850" y="768350"/>
          <p14:tracePt t="9080" x="0" y="1117600"/>
          <p14:tracePt t="9088" x="44450" y="1200150"/>
          <p14:tracePt t="9096" x="114300" y="1282700"/>
          <p14:tracePt t="9108" x="215900" y="1390650"/>
          <p14:tracePt t="9125" x="254000" y="1447800"/>
          <p14:tracePt t="9141" x="654050" y="1828800"/>
          <p14:tracePt t="9158" x="844550" y="2032000"/>
          <p14:tracePt t="9174" x="1155700" y="2343150"/>
          <p14:tracePt t="9191" x="1282700" y="2470150"/>
          <p14:tracePt t="9208" x="1384300" y="2590800"/>
          <p14:tracePt t="9224" x="1435100" y="2628900"/>
          <p14:tracePt t="9241" x="1466850" y="2641600"/>
          <p14:tracePt t="9258" x="1479550" y="2647950"/>
          <p14:tracePt t="9296" x="1479550" y="2616200"/>
          <p14:tracePt t="9308" x="1473200" y="2571750"/>
          <p14:tracePt t="9324" x="1460500" y="2444750"/>
          <p14:tracePt t="9341" x="1454150" y="2374900"/>
          <p14:tracePt t="9358" x="1390650" y="2095500"/>
          <p14:tracePt t="9374" x="1371600" y="1993900"/>
          <p14:tracePt t="9391" x="1282700" y="1739900"/>
          <p14:tracePt t="9408" x="1238250" y="1606550"/>
          <p14:tracePt t="9424" x="1174750" y="1485900"/>
          <p14:tracePt t="9441" x="1060450" y="1308100"/>
          <p14:tracePt t="9458" x="990600" y="1225550"/>
          <p14:tracePt t="9475" x="920750" y="1117600"/>
          <p14:tracePt t="9491" x="863600" y="1060450"/>
          <p14:tracePt t="9508" x="850900" y="1035050"/>
          <p14:tracePt t="9525" x="698500" y="990600"/>
          <p14:tracePt t="9541" x="565150" y="933450"/>
          <p14:tracePt t="9558" x="342900" y="869950"/>
          <p14:tracePt t="9976" x="82550" y="1981200"/>
          <p14:tracePt t="9984" x="266700" y="2305050"/>
          <p14:tracePt t="10000" x="330200" y="2438400"/>
          <p14:tracePt t="10008" x="368300" y="2571750"/>
          <p14:tracePt t="10025" x="488950" y="2876550"/>
          <p14:tracePt t="10041" x="692150" y="3435350"/>
          <p14:tracePt t="10058" x="806450" y="3663950"/>
          <p14:tracePt t="10074" x="876300" y="3911600"/>
          <p14:tracePt t="10091" x="996950" y="4191000"/>
          <p14:tracePt t="10108" x="1085850" y="4400550"/>
          <p14:tracePt t="10125" x="1168400" y="4546600"/>
          <p14:tracePt t="10141" x="1263650" y="4838700"/>
          <p14:tracePt t="10158" x="1365250" y="4997450"/>
          <p14:tracePt t="10175" x="1384300" y="5035550"/>
          <p14:tracePt t="10192" x="1517650" y="5308600"/>
          <p14:tracePt t="10208" x="1631950" y="5473700"/>
          <p14:tracePt t="10224" x="1822450" y="5607050"/>
          <p14:tracePt t="10241" x="1898650" y="5664200"/>
          <p14:tracePt t="10258" x="1974850" y="5689600"/>
          <p14:tracePt t="10275" x="2171700" y="5721350"/>
          <p14:tracePt t="10291" x="2273300" y="5734050"/>
          <p14:tracePt t="10308" x="2374900" y="5740400"/>
          <p14:tracePt t="10325" x="2578100" y="5740400"/>
          <p14:tracePt t="10341" x="2622550" y="5740400"/>
          <p14:tracePt t="10358" x="2711450" y="5721350"/>
          <p14:tracePt t="10375" x="2813050" y="5702300"/>
          <p14:tracePt t="10392" x="2876550" y="5683250"/>
          <p14:tracePt t="10408" x="2946400" y="5670550"/>
          <p14:tracePt t="10425" x="2997200" y="5670550"/>
          <p14:tracePt t="10441" x="3035300" y="5664200"/>
          <p14:tracePt t="10458" x="3079750" y="5657850"/>
          <p14:tracePt t="10475" x="3086100" y="5657850"/>
          <p14:tracePt t="10491" x="3105150" y="5651500"/>
          <p14:tracePt t="10817" x="3105150" y="5645150"/>
          <p14:tracePt t="10952" x="3098800" y="5638800"/>
          <p14:tracePt t="11048" x="3098800" y="5632450"/>
          <p14:tracePt t="11072" x="3098800" y="5626100"/>
          <p14:tracePt t="11112" x="3092450" y="5626100"/>
          <p14:tracePt t="11120" x="3092450" y="5619750"/>
          <p14:tracePt t="11152" x="3092450" y="5613400"/>
          <p14:tracePt t="11160" x="3092450" y="5607050"/>
          <p14:tracePt t="11176" x="3092450" y="5588000"/>
          <p14:tracePt t="11184" x="3092450" y="5575300"/>
          <p14:tracePt t="11200" x="3092450" y="5562600"/>
          <p14:tracePt t="11209" x="3086100" y="5556250"/>
          <p14:tracePt t="11224" x="3079750" y="5518150"/>
          <p14:tracePt t="11241" x="3067050" y="5480050"/>
          <p14:tracePt t="11258" x="3054350" y="5441950"/>
          <p14:tracePt t="11274" x="3054350" y="5435600"/>
          <p14:tracePt t="11291" x="3048000" y="5416550"/>
          <p14:tracePt t="11308" x="3028950" y="5403850"/>
          <p14:tracePt t="11325" x="3028950" y="5397500"/>
          <p14:tracePt t="11342" x="3028950" y="5391150"/>
          <p14:tracePt t="11358" x="3016250" y="5384800"/>
          <p14:tracePt t="11416" x="3003550" y="5397500"/>
          <p14:tracePt t="11424" x="2990850" y="5403850"/>
          <p14:tracePt t="11440" x="2984500" y="5410200"/>
          <p14:tracePt t="11448" x="2971800" y="5416550"/>
          <p14:tracePt t="11458" x="2946400" y="5441950"/>
          <p14:tracePt t="11475" x="2933700" y="5448300"/>
          <p14:tracePt t="11491" x="2921000" y="5448300"/>
          <p14:tracePt t="11529" x="2914650" y="5448300"/>
          <p14:tracePt t="11537" x="2908300" y="5435600"/>
          <p14:tracePt t="11545" x="2901950" y="5435600"/>
          <p14:tracePt t="11558" x="2882900" y="5416550"/>
          <p14:tracePt t="11575" x="2838450" y="5346700"/>
          <p14:tracePt t="11591" x="2787650" y="5276850"/>
          <p14:tracePt t="11608" x="2749550" y="5219700"/>
          <p14:tracePt t="11625" x="2641600" y="5080000"/>
          <p14:tracePt t="11641" x="2584450" y="4984750"/>
          <p14:tracePt t="11658" x="2552700" y="4908550"/>
          <p14:tracePt t="11675" x="2489200" y="4794250"/>
          <p14:tracePt t="11691" x="2476500" y="4762500"/>
          <p14:tracePt t="11708" x="2444750" y="4724400"/>
          <p14:tracePt t="11725" x="2406650" y="4679950"/>
          <p14:tracePt t="11741" x="2400300" y="4673600"/>
          <p14:tracePt t="11758" x="2387600" y="4660900"/>
          <p14:tracePt t="11896" x="2374900" y="4660900"/>
          <p14:tracePt t="11913" x="2374900" y="4654550"/>
          <p14:tracePt t="11937" x="2355850" y="4654550"/>
          <p14:tracePt t="11945" x="2336800" y="4648200"/>
          <p14:tracePt t="11952" x="2330450" y="4648200"/>
          <p14:tracePt t="11960" x="2324100" y="4648200"/>
          <p14:tracePt t="11984" x="2317750" y="4648200"/>
          <p14:tracePt t="12033" x="2311400" y="4648200"/>
          <p14:tracePt t="12057" x="2305050" y="4648200"/>
          <p14:tracePt t="12072" x="2298700" y="4654550"/>
          <p14:tracePt t="12088" x="2273300" y="4660900"/>
          <p14:tracePt t="12097" x="2266950" y="4660900"/>
          <p14:tracePt t="12108" x="2254250" y="4673600"/>
          <p14:tracePt t="12125" x="2241550" y="4673600"/>
          <p14:tracePt t="12141" x="2235200" y="4673600"/>
          <p14:tracePt t="12158" x="2228850" y="4679950"/>
          <p14:tracePt t="12175" x="2209800" y="4686300"/>
          <p14:tracePt t="12192" x="2203450" y="4692650"/>
          <p14:tracePt t="12208" x="2190750" y="4699000"/>
          <p14:tracePt t="12225" x="2171700" y="4705350"/>
          <p14:tracePt t="12242" x="2165350" y="4711700"/>
          <p14:tracePt t="12258" x="2152650" y="4718050"/>
          <p14:tracePt t="12291" x="2146300" y="4718050"/>
          <p14:tracePt t="12308" x="2133600" y="4724400"/>
          <p14:tracePt t="12325" x="2133600" y="4730750"/>
          <p14:tracePt t="12342" x="2120900" y="4730750"/>
          <p14:tracePt t="12359" x="2108200" y="4737100"/>
          <p14:tracePt t="12375" x="2101850" y="4743450"/>
          <p14:tracePt t="12392" x="2063750" y="4768850"/>
          <p14:tracePt t="12408" x="2051050" y="4794250"/>
          <p14:tracePt t="12425" x="2019300" y="4832350"/>
          <p14:tracePt t="12442" x="2012950" y="4845050"/>
          <p14:tracePt t="12458" x="2000250" y="4857750"/>
          <p14:tracePt t="12475" x="1981200" y="4914900"/>
          <p14:tracePt t="12491" x="1962150" y="4933950"/>
          <p14:tracePt t="12508" x="1949450" y="4972050"/>
          <p14:tracePt t="12525" x="1943100" y="5003800"/>
          <p14:tracePt t="12541" x="1943100" y="5016500"/>
          <p14:tracePt t="12558" x="1936750" y="5035550"/>
          <p14:tracePt t="12575" x="1924050" y="5080000"/>
          <p14:tracePt t="12592" x="1911350" y="5118100"/>
          <p14:tracePt t="12608" x="1898650" y="5149850"/>
          <p14:tracePt t="12625" x="1898650" y="5187950"/>
          <p14:tracePt t="12641" x="1892300" y="5232400"/>
          <p14:tracePt t="12658" x="1898650" y="5289550"/>
          <p14:tracePt t="12675" x="1898650" y="5321300"/>
          <p14:tracePt t="12691" x="1911350" y="5365750"/>
          <p14:tracePt t="12708" x="1917700" y="5378450"/>
          <p14:tracePt t="12725" x="1936750" y="5422900"/>
          <p14:tracePt t="12741" x="1968500" y="5454650"/>
          <p14:tracePt t="12758" x="1981200" y="5480050"/>
          <p14:tracePt t="12775" x="1987550" y="5492750"/>
          <p14:tracePt t="12791" x="2038350" y="5518150"/>
          <p14:tracePt t="12808" x="2082800" y="5537200"/>
          <p14:tracePt t="12825" x="2114550" y="5543550"/>
          <p14:tracePt t="12842" x="2152650" y="5549900"/>
          <p14:tracePt t="12858" x="2216150" y="5556250"/>
          <p14:tracePt t="12875" x="2260600" y="5562600"/>
          <p14:tracePt t="12891" x="2343150" y="5575300"/>
          <p14:tracePt t="12908" x="2476500" y="5594350"/>
          <p14:tracePt t="12925" x="2571750" y="5607050"/>
          <p14:tracePt t="12941" x="2730500" y="5626100"/>
          <p14:tracePt t="12958" x="2787650" y="5632450"/>
          <p14:tracePt t="12975" x="2851150" y="5638800"/>
          <p14:tracePt t="12991" x="2997200" y="5657850"/>
          <p14:tracePt t="13008" x="3105150" y="5657850"/>
          <p14:tracePt t="13025" x="3168650" y="5664200"/>
          <p14:tracePt t="13041" x="3238500" y="5664200"/>
          <p14:tracePt t="13058" x="3378200" y="5664200"/>
          <p14:tracePt t="13075" x="3467100" y="5664200"/>
          <p14:tracePt t="13092" x="3587750" y="5664200"/>
          <p14:tracePt t="13108" x="3816350" y="5657850"/>
          <p14:tracePt t="13125" x="3943350" y="5651500"/>
          <p14:tracePt t="13141" x="4000500" y="5651500"/>
          <p14:tracePt t="13158" x="4197350" y="5651500"/>
          <p14:tracePt t="13175" x="4273550" y="5651500"/>
          <p14:tracePt t="13191" x="4368800" y="5645150"/>
          <p14:tracePt t="13208" x="4514850" y="5645150"/>
          <p14:tracePt t="13225" x="4559300" y="5645150"/>
          <p14:tracePt t="13241" x="4597400" y="5645150"/>
          <p14:tracePt t="13258" x="4686300" y="5638800"/>
          <p14:tracePt t="13275" x="4775200" y="5638800"/>
          <p14:tracePt t="13291" x="4838700" y="5638800"/>
          <p14:tracePt t="13308" x="5016500" y="5638800"/>
          <p14:tracePt t="13325" x="5086350" y="5638800"/>
          <p14:tracePt t="13342" x="5181600" y="5638800"/>
          <p14:tracePt t="13358" x="5378450" y="5632450"/>
          <p14:tracePt t="13375" x="5511800" y="5632450"/>
          <p14:tracePt t="13392" x="5594350" y="5632450"/>
          <p14:tracePt t="13408" x="5810250" y="5626100"/>
          <p14:tracePt t="13425" x="5899150" y="5626100"/>
          <p14:tracePt t="13442" x="5969000" y="5626100"/>
          <p14:tracePt t="13458" x="6051550" y="5619750"/>
          <p14:tracePt t="13475" x="6108700" y="5619750"/>
          <p14:tracePt t="13491" x="6159500" y="5619750"/>
          <p14:tracePt t="13508" x="6210300" y="5613400"/>
          <p14:tracePt t="13525" x="6311900" y="5613400"/>
          <p14:tracePt t="13542" x="6381750" y="5613400"/>
          <p14:tracePt t="13558" x="6445250" y="5600700"/>
          <p14:tracePt t="13575" x="6489700" y="5600700"/>
          <p14:tracePt t="13592" x="6534150" y="5594350"/>
          <p14:tracePt t="13608" x="6578600" y="5594350"/>
          <p14:tracePt t="13624" x="6629400" y="5588000"/>
          <p14:tracePt t="13642" x="6667500" y="5588000"/>
          <p14:tracePt t="13658" x="6699250" y="5588000"/>
          <p14:tracePt t="13675" x="6724650" y="5588000"/>
          <p14:tracePt t="13691" x="6775450" y="5581650"/>
          <p14:tracePt t="13708" x="6813550" y="5581650"/>
          <p14:tracePt t="13725" x="6864350" y="5575300"/>
          <p14:tracePt t="13741" x="6927850" y="5575300"/>
          <p14:tracePt t="13758" x="6972300" y="5575300"/>
          <p14:tracePt t="13775" x="6997700" y="5575300"/>
          <p14:tracePt t="13792" x="7048500" y="5568950"/>
          <p14:tracePt t="13808" x="7086600" y="5556250"/>
          <p14:tracePt t="13825" x="7131050" y="5556250"/>
          <p14:tracePt t="13842" x="7207250" y="5537200"/>
          <p14:tracePt t="13858" x="7213600" y="5530850"/>
          <p14:tracePt t="13875" x="7226300" y="5524500"/>
          <p14:tracePt t="13891" x="7258050" y="5486400"/>
          <p14:tracePt t="13908" x="7277100" y="5435600"/>
          <p14:tracePt t="13925" x="7308850" y="5372100"/>
          <p14:tracePt t="13941" x="7359650" y="5238750"/>
          <p14:tracePt t="13958" x="7372350" y="5213350"/>
          <p14:tracePt t="13975" x="7397750" y="5105400"/>
          <p14:tracePt t="13992" x="7429500" y="4991100"/>
          <p14:tracePt t="14008" x="7442200" y="4908550"/>
          <p14:tracePt t="14025" x="7448550" y="4819650"/>
          <p14:tracePt t="14042" x="7454900" y="4800600"/>
          <p14:tracePt t="14058" x="7454900" y="4787900"/>
          <p14:tracePt t="14075" x="7454900" y="4768850"/>
          <p14:tracePt t="14092" x="7442200" y="4749800"/>
          <p14:tracePt t="14108" x="7385050" y="4718050"/>
          <p14:tracePt t="14125" x="7245350" y="4673600"/>
          <p14:tracePt t="14141" x="7181850" y="4648200"/>
          <p14:tracePt t="14158" x="7105650" y="4635500"/>
          <p14:tracePt t="14175" x="6959600" y="4610100"/>
          <p14:tracePt t="14191" x="6889750" y="4603750"/>
          <p14:tracePt t="14208" x="6737350" y="4584700"/>
          <p14:tracePt t="14225" x="6724650" y="4584700"/>
          <p14:tracePt t="14241" x="6673850" y="4584700"/>
          <p14:tracePt t="14258" x="6648450" y="4584700"/>
          <p14:tracePt t="14275" x="6604000" y="4591050"/>
          <p14:tracePt t="14291" x="6565900" y="4610100"/>
          <p14:tracePt t="14308" x="6534150" y="4622800"/>
          <p14:tracePt t="14324" x="6508750" y="4635500"/>
          <p14:tracePt t="14341" x="6470650" y="4648200"/>
          <p14:tracePt t="14358" x="6350000" y="4679950"/>
          <p14:tracePt t="14375" x="6280150" y="4692650"/>
          <p14:tracePt t="14391" x="6223000" y="4699000"/>
          <p14:tracePt t="14408" x="5943600" y="4743450"/>
          <p14:tracePt t="14425" x="5778500" y="4781550"/>
          <p14:tracePt t="14441" x="5524500" y="4813300"/>
          <p14:tracePt t="14458" x="5454650" y="4826000"/>
          <p14:tracePt t="14475" x="5314950" y="4832350"/>
          <p14:tracePt t="14491" x="5219700" y="4832350"/>
          <p14:tracePt t="14508" x="5156200" y="4826000"/>
          <p14:tracePt t="14525" x="4984750" y="4806950"/>
          <p14:tracePt t="14541" x="4870450" y="4800600"/>
          <p14:tracePt t="14558" x="4800600" y="4794250"/>
          <p14:tracePt t="14575" x="4514850" y="4787900"/>
          <p14:tracePt t="14592" x="4362450" y="4787900"/>
          <p14:tracePt t="14608" x="4127500" y="4787900"/>
          <p14:tracePt t="14625" x="4051300" y="4787900"/>
          <p14:tracePt t="14641" x="4025900" y="4787900"/>
          <p14:tracePt t="14658" x="3962400" y="4781550"/>
          <p14:tracePt t="14675" x="3867150" y="4775200"/>
          <p14:tracePt t="14691" x="3810000" y="4768850"/>
          <p14:tracePt t="14708" x="3740150" y="4768850"/>
          <p14:tracePt t="14724" x="3663950" y="4768850"/>
          <p14:tracePt t="14741" x="3657600" y="4768850"/>
          <p14:tracePt t="14758" x="3613150" y="4762500"/>
          <p14:tracePt t="14775" x="3524250" y="4743450"/>
          <p14:tracePt t="14792" x="3467100" y="4737100"/>
          <p14:tracePt t="14808" x="3333750" y="4711700"/>
          <p14:tracePt t="14825" x="3308350" y="4711700"/>
          <p14:tracePt t="14841" x="3251200" y="4705350"/>
          <p14:tracePt t="14858" x="3200400" y="4692650"/>
          <p14:tracePt t="14875" x="3105150" y="4679950"/>
          <p14:tracePt t="14892" x="3048000" y="4673600"/>
          <p14:tracePt t="14908" x="3022600" y="4667250"/>
          <p14:tracePt t="14925" x="2927350" y="4648200"/>
          <p14:tracePt t="14942" x="2895600" y="4635500"/>
          <p14:tracePt t="14958" x="2876550" y="4635500"/>
          <p14:tracePt t="14975" x="2832100" y="4635500"/>
          <p14:tracePt t="14991" x="2806700" y="4635500"/>
          <p14:tracePt t="15008" x="2781300" y="4629150"/>
          <p14:tracePt t="15025" x="2736850" y="4629150"/>
          <p14:tracePt t="15041" x="2692400" y="4629150"/>
          <p14:tracePt t="15058" x="2654300" y="4629150"/>
          <p14:tracePt t="15074" x="2609850" y="4629150"/>
          <p14:tracePt t="15091" x="2603500" y="4629150"/>
          <p14:tracePt t="15108" x="2578100" y="4629150"/>
          <p14:tracePt t="15125" x="2520950" y="4648200"/>
          <p14:tracePt t="15127" x="2514600" y="4648200"/>
          <p14:tracePt t="15141" x="2508250" y="4648200"/>
          <p14:tracePt t="15158" x="2482850" y="4660900"/>
          <p14:tracePt t="15175" x="2470150" y="4667250"/>
          <p14:tracePt t="15192" x="2444750" y="4673600"/>
          <p14:tracePt t="15208" x="2419350" y="4686300"/>
          <p14:tracePt t="15225" x="2387600" y="4699000"/>
          <p14:tracePt t="15241" x="2368550" y="4718050"/>
          <p14:tracePt t="15258" x="2362200" y="4718050"/>
          <p14:tracePt t="15275" x="2311400" y="4743450"/>
          <p14:tracePt t="15291" x="2286000" y="4762500"/>
          <p14:tracePt t="15308" x="2247900" y="4787900"/>
          <p14:tracePt t="15325" x="2203450" y="4813300"/>
          <p14:tracePt t="15358" x="2171700" y="4838700"/>
          <p14:tracePt t="15374" x="2159000" y="4857750"/>
          <p14:tracePt t="15391" x="2139950" y="4864100"/>
          <p14:tracePt t="15408" x="2139950" y="4876800"/>
          <p14:tracePt t="15425" x="2127250" y="4895850"/>
          <p14:tracePt t="15441" x="2120900" y="4908550"/>
          <p14:tracePt t="15458" x="2120900" y="4933950"/>
          <p14:tracePt t="15475" x="2114550" y="4972050"/>
          <p14:tracePt t="15491" x="2114550" y="4997450"/>
          <p14:tracePt t="15508" x="2108200" y="5048250"/>
          <p14:tracePt t="15525" x="2101850" y="5118100"/>
          <p14:tracePt t="15541" x="2095500" y="5143500"/>
          <p14:tracePt t="15558" x="2089150" y="5168900"/>
          <p14:tracePt t="15575" x="2089150" y="5175250"/>
          <p14:tracePt t="15592" x="2089150" y="5194300"/>
          <p14:tracePt t="15608" x="2082800" y="5213350"/>
          <p14:tracePt t="15625" x="2082800" y="5226050"/>
          <p14:tracePt t="15641" x="2082800" y="5238750"/>
          <p14:tracePt t="15658" x="2082800" y="5251450"/>
          <p14:tracePt t="15674" x="2082800" y="5264150"/>
          <p14:tracePt t="15691" x="2082800" y="5276850"/>
          <p14:tracePt t="15708" x="2076450" y="5289550"/>
          <p14:tracePt t="15741" x="2076450" y="5295900"/>
          <p14:tracePt t="15760" x="2076450" y="5302250"/>
          <p14:tracePt t="15793" x="2076450" y="5308600"/>
          <p14:tracePt t="15801" x="2076450" y="5314950"/>
          <p14:tracePt t="15824" x="2076450" y="5321300"/>
          <p14:tracePt t="15848" x="2076450" y="5327650"/>
          <p14:tracePt t="15872" x="2076450" y="5340350"/>
          <p14:tracePt t="15897" x="2076450" y="5346700"/>
          <p14:tracePt t="15912" x="2076450" y="5353050"/>
          <p14:tracePt t="15936" x="2076450" y="5359400"/>
          <p14:tracePt t="16032" x="2070100" y="5359400"/>
          <p14:tracePt t="16064" x="2063750" y="5359400"/>
          <p14:tracePt t="16081" x="2044700" y="5359400"/>
          <p14:tracePt t="16088" x="2032000" y="5359400"/>
          <p14:tracePt t="16104" x="2025650" y="5359400"/>
          <p14:tracePt t="16112" x="2000250" y="5353050"/>
          <p14:tracePt t="16125" x="1974850" y="5353050"/>
          <p14:tracePt t="16141" x="1917700" y="5340350"/>
          <p14:tracePt t="16158" x="1860550" y="5340350"/>
          <p14:tracePt t="16174" x="1828800" y="5334000"/>
          <p14:tracePt t="16191" x="1803400" y="5327650"/>
          <p14:tracePt t="16208" x="1778000" y="5327650"/>
          <p14:tracePt t="16225" x="1771650" y="5327650"/>
          <p14:tracePt t="16241" x="1765300" y="5327650"/>
          <p14:tracePt t="16258" x="1758950" y="5327650"/>
          <p14:tracePt t="16275" x="1733550" y="5308600"/>
          <p14:tracePt t="16291" x="1720850" y="5302250"/>
          <p14:tracePt t="16308" x="1714500" y="5295900"/>
          <p14:tracePt t="16325" x="1701800" y="5289550"/>
          <p14:tracePt t="16342" x="1689100" y="5283200"/>
          <p14:tracePt t="16358" x="1689100" y="5270500"/>
          <p14:tracePt t="16375" x="1682750" y="5270500"/>
          <p14:tracePt t="16391" x="1670050" y="5238750"/>
          <p14:tracePt t="16408" x="1670050" y="5207000"/>
          <p14:tracePt t="16425" x="1663700" y="5194300"/>
          <p14:tracePt t="16441" x="1657350" y="5181600"/>
          <p14:tracePt t="16458" x="1663700" y="5162550"/>
          <p14:tracePt t="16475" x="1663700" y="5149850"/>
          <p14:tracePt t="16508" x="1663700" y="5118100"/>
          <p14:tracePt t="16524" x="1663700" y="5105400"/>
          <p14:tracePt t="16541" x="1663700" y="5060950"/>
          <p14:tracePt t="16558" x="1663700" y="5041900"/>
          <p14:tracePt t="16575" x="1651000" y="5022850"/>
          <p14:tracePt t="16591" x="1651000" y="5010150"/>
          <p14:tracePt t="16608" x="1644650" y="4965700"/>
          <p14:tracePt t="16625" x="1631950" y="4959350"/>
          <p14:tracePt t="16642" x="1631950" y="4933950"/>
          <p14:tracePt t="16658" x="1606550" y="4914900"/>
          <p14:tracePt t="16675" x="1581150" y="4895850"/>
          <p14:tracePt t="16692" x="1555750" y="4876800"/>
          <p14:tracePt t="16708" x="1543050" y="4870450"/>
          <p14:tracePt t="16725" x="1511300" y="4864100"/>
          <p14:tracePt t="16741" x="1498600" y="4864100"/>
          <p14:tracePt t="16758" x="1485900" y="4864100"/>
          <p14:tracePt t="16775" x="1466850" y="4864100"/>
          <p14:tracePt t="16791" x="1441450" y="4864100"/>
          <p14:tracePt t="16808" x="1416050" y="4864100"/>
          <p14:tracePt t="16824" x="1397000" y="4864100"/>
          <p14:tracePt t="16841" x="1365250" y="4895850"/>
          <p14:tracePt t="16858" x="1352550" y="4908550"/>
          <p14:tracePt t="16875" x="1352550" y="4914900"/>
          <p14:tracePt t="16892" x="1333500" y="4940300"/>
          <p14:tracePt t="16908" x="1327150" y="4953000"/>
          <p14:tracePt t="16925" x="1320800" y="4978400"/>
          <p14:tracePt t="16941" x="1320800" y="4997450"/>
          <p14:tracePt t="16958" x="1320800" y="5003800"/>
          <p14:tracePt t="16974" x="1327150" y="5022850"/>
          <p14:tracePt t="16992" x="1352550" y="5041900"/>
          <p14:tracePt t="17008" x="1403350" y="5073650"/>
          <p14:tracePt t="17025" x="1485900" y="5092700"/>
          <p14:tracePt t="17041" x="1511300" y="5092700"/>
          <p14:tracePt t="17058" x="1562100" y="5092700"/>
          <p14:tracePt t="17075" x="1651000" y="5060950"/>
          <p14:tracePt t="17092" x="1689100" y="5035550"/>
          <p14:tracePt t="17108" x="1720850" y="5022850"/>
          <p14:tracePt t="17125" x="1765300" y="4984750"/>
          <p14:tracePt t="17141" x="1778000" y="4978400"/>
          <p14:tracePt t="17158" x="1797050" y="4953000"/>
          <p14:tracePt t="17175" x="1822450" y="4914900"/>
          <p14:tracePt t="17192" x="1835150" y="4902200"/>
          <p14:tracePt t="17208" x="1841500" y="4876800"/>
          <p14:tracePt t="17241" x="1841500" y="4864100"/>
          <p14:tracePt t="17360" x="1841500" y="4857750"/>
          <p14:tracePt t="17384" x="1803400" y="4857750"/>
          <p14:tracePt t="17393" x="1790700" y="4857750"/>
          <p14:tracePt t="17400" x="1771650" y="4857750"/>
          <p14:tracePt t="17409" x="1752600" y="4857750"/>
          <p14:tracePt t="17424" x="1708150" y="4857750"/>
          <p14:tracePt t="17441" x="1631950" y="4851400"/>
          <p14:tracePt t="17458" x="1606550" y="4845050"/>
          <p14:tracePt t="17474" x="1574800" y="4838700"/>
          <p14:tracePt t="17491" x="1524000" y="4819650"/>
          <p14:tracePt t="17508" x="1485900" y="4806950"/>
          <p14:tracePt t="17525" x="1441450" y="4800600"/>
          <p14:tracePt t="17541" x="1384300" y="4794250"/>
          <p14:tracePt t="17558" x="1346200" y="4794250"/>
          <p14:tracePt t="17575" x="1333500" y="4794250"/>
          <p14:tracePt t="17592" x="1263650" y="4794250"/>
          <p14:tracePt t="17608" x="1225550" y="4806950"/>
          <p14:tracePt t="17624" x="1219200" y="4826000"/>
          <p14:tracePt t="17641" x="1181100" y="4857750"/>
          <p14:tracePt t="17658" x="1162050" y="4870450"/>
          <p14:tracePt t="17675" x="1149350" y="4908550"/>
          <p14:tracePt t="17691" x="1111250" y="4946650"/>
          <p14:tracePt t="17708" x="1104900" y="4953000"/>
          <p14:tracePt t="17725" x="1066800" y="5029200"/>
          <p14:tracePt t="17741" x="1060450" y="5080000"/>
          <p14:tracePt t="17758" x="1054100" y="5118100"/>
          <p14:tracePt t="17775" x="1060450" y="5207000"/>
          <p14:tracePt t="17791" x="1060450" y="5238750"/>
          <p14:tracePt t="17808" x="1079500" y="5270500"/>
          <p14:tracePt t="17825" x="1079500" y="5308600"/>
          <p14:tracePt t="17841" x="1079500" y="5314950"/>
          <p14:tracePt t="17858" x="1085850" y="5321300"/>
          <p14:tracePt t="17875" x="1092200" y="5321300"/>
          <p14:tracePt t="17891" x="1111250" y="5327650"/>
          <p14:tracePt t="17908" x="1130300" y="5327650"/>
          <p14:tracePt t="17925" x="1136650" y="5327650"/>
          <p14:tracePt t="17941" x="1174750" y="5327650"/>
          <p14:tracePt t="17958" x="1225550" y="5327650"/>
          <p14:tracePt t="17974" x="1257300" y="5308600"/>
          <p14:tracePt t="17991" x="1339850" y="5276850"/>
          <p14:tracePt t="18008" x="1377950" y="5251450"/>
          <p14:tracePt t="18025" x="1428750" y="5213350"/>
          <p14:tracePt t="18041" x="1466850" y="5149850"/>
          <p14:tracePt t="18058" x="1492250" y="5105400"/>
          <p14:tracePt t="18074" x="1511300" y="5041900"/>
          <p14:tracePt t="18091" x="1511300" y="5022850"/>
          <p14:tracePt t="18108" x="1511300" y="4997450"/>
          <p14:tracePt t="18125" x="1511300" y="4991100"/>
          <p14:tracePt t="18141" x="1498600" y="4984750"/>
          <p14:tracePt t="18175" x="1492250" y="4984750"/>
          <p14:tracePt t="18248" x="1485900" y="4997450"/>
          <p14:tracePt t="18272" x="1492250" y="4997450"/>
          <p14:tracePt t="18280" x="1498600" y="4997450"/>
          <p14:tracePt t="18297" x="1511300" y="4997450"/>
          <p14:tracePt t="18308" x="1524000" y="4997450"/>
          <p14:tracePt t="18325" x="1568450" y="4991100"/>
          <p14:tracePt t="18341" x="1619250" y="4978400"/>
          <p14:tracePt t="18358" x="1758950" y="4933950"/>
          <p14:tracePt t="18375" x="1803400" y="4921250"/>
          <p14:tracePt t="18392" x="1860550" y="4902200"/>
          <p14:tracePt t="18408" x="1943100" y="4864100"/>
          <p14:tracePt t="18425" x="1987550" y="4845050"/>
          <p14:tracePt t="18441" x="2006600" y="4832350"/>
          <p14:tracePt t="18458" x="2044700" y="4813300"/>
          <p14:tracePt t="18474" x="2044700" y="4806950"/>
          <p14:tracePt t="18491" x="2051050" y="4787900"/>
          <p14:tracePt t="18525" x="2063750" y="4781550"/>
          <p14:tracePt t="18541" x="2063750" y="4775200"/>
          <p14:tracePt t="18744" x="2063750" y="4787900"/>
          <p14:tracePt t="18752" x="2063750" y="4794250"/>
          <p14:tracePt t="18760" x="2063750" y="4806950"/>
          <p14:tracePt t="18775" x="2057400" y="4838700"/>
          <p14:tracePt t="18791" x="2032000" y="4946650"/>
          <p14:tracePt t="18808" x="2025650" y="5022850"/>
          <p14:tracePt t="18825" x="2006600" y="5111750"/>
          <p14:tracePt t="18842" x="2000250" y="5219700"/>
          <p14:tracePt t="18858" x="1987550" y="5276850"/>
          <p14:tracePt t="18874" x="1981200" y="5334000"/>
          <p14:tracePt t="18891" x="1981200" y="5422900"/>
          <p14:tracePt t="18908" x="1981200" y="5448300"/>
          <p14:tracePt t="18925" x="2000250" y="5486400"/>
          <p14:tracePt t="18942" x="2006600" y="5549900"/>
          <p14:tracePt t="18958" x="2006600" y="5588000"/>
          <p14:tracePt t="18974" x="2006600" y="5619750"/>
          <p14:tracePt t="18991" x="2019300" y="5632450"/>
          <p14:tracePt t="19008" x="2038350" y="5657850"/>
          <p14:tracePt t="19025" x="2051050" y="5670550"/>
          <p14:tracePt t="19041" x="2070100" y="5689600"/>
          <p14:tracePt t="19058" x="2101850" y="5708650"/>
          <p14:tracePt t="19075" x="2120900" y="5715000"/>
          <p14:tracePt t="19091" x="2216150" y="5746750"/>
          <p14:tracePt t="19108" x="2336800" y="5746750"/>
          <p14:tracePt t="19125" x="2457450" y="5746750"/>
          <p14:tracePt t="19142" x="2800350" y="5740400"/>
          <p14:tracePt t="19158" x="3048000" y="5721350"/>
          <p14:tracePt t="19175" x="3130550" y="5721350"/>
          <p14:tracePt t="19191" x="3587750" y="5715000"/>
          <p14:tracePt t="19208" x="3867150" y="5721350"/>
          <p14:tracePt t="19225" x="4102100" y="5753100"/>
          <p14:tracePt t="19241" x="4337050" y="5784850"/>
          <p14:tracePt t="19258" x="4400550" y="5784850"/>
          <p14:tracePt t="19275" x="4870450" y="5810250"/>
          <p14:tracePt t="19291" x="5200650" y="5810250"/>
          <p14:tracePt t="19308" x="5435600" y="5797550"/>
          <p14:tracePt t="19325" x="6000750" y="5727700"/>
          <p14:tracePt t="19342" x="6203950" y="5683250"/>
          <p14:tracePt t="19358" x="6540500" y="5613400"/>
          <p14:tracePt t="19375" x="6845300" y="5549900"/>
          <p14:tracePt t="19391" x="7308850" y="5435600"/>
          <p14:tracePt t="19408" x="7493000" y="5391150"/>
          <p14:tracePt t="19425" x="7639050" y="5353050"/>
          <p14:tracePt t="19441" x="7696200" y="5327650"/>
          <p14:tracePt t="19458" x="7734300" y="5314950"/>
          <p14:tracePt t="19475" x="7778750" y="5289550"/>
          <p14:tracePt t="19491" x="7810500" y="5276850"/>
          <p14:tracePt t="19508" x="7823200" y="5270500"/>
          <p14:tracePt t="19524" x="7848600" y="5257800"/>
          <p14:tracePt t="19541" x="7886700" y="5245100"/>
          <p14:tracePt t="19558" x="7937500" y="5238750"/>
          <p14:tracePt t="19575" x="8013700" y="5238750"/>
          <p14:tracePt t="19591" x="8140700" y="5213350"/>
          <p14:tracePt t="19608" x="8166100" y="5213350"/>
          <p14:tracePt t="19625" x="8191500" y="5200650"/>
          <p14:tracePt t="19641" x="8197850" y="5187950"/>
          <p14:tracePt t="19658" x="8197850" y="5168900"/>
          <p14:tracePt t="19674" x="8134350" y="5086350"/>
          <p14:tracePt t="19691" x="8070850" y="5048250"/>
          <p14:tracePt t="19708" x="7956550" y="4997450"/>
          <p14:tracePt t="19724" x="7670800" y="4927600"/>
          <p14:tracePt t="19741" x="7556500" y="4902200"/>
          <p14:tracePt t="19758" x="7397750" y="4870450"/>
          <p14:tracePt t="19774" x="7359650" y="4864100"/>
          <p14:tracePt t="19791" x="7315200" y="4857750"/>
          <p14:tracePt t="19808" x="7245350" y="4845050"/>
          <p14:tracePt t="19824" x="7226300" y="4845050"/>
          <p14:tracePt t="19841" x="7200900" y="4857750"/>
          <p14:tracePt t="19858" x="7137400" y="4883150"/>
          <p14:tracePt t="19875" x="7086600" y="4902200"/>
          <p14:tracePt t="19891" x="7029450" y="4927600"/>
          <p14:tracePt t="19908" x="6851650" y="5010150"/>
          <p14:tracePt t="19924" x="6775450" y="5054600"/>
          <p14:tracePt t="19941" x="6743700" y="5067300"/>
          <p14:tracePt t="19958" x="6642100" y="5143500"/>
          <p14:tracePt t="19974" x="6591300" y="5194300"/>
          <p14:tracePt t="19991" x="6527800" y="5251450"/>
          <p14:tracePt t="20008" x="6477000" y="5308600"/>
          <p14:tracePt t="20025" x="6477000" y="5334000"/>
          <p14:tracePt t="20041" x="6470650" y="5365750"/>
          <p14:tracePt t="20058" x="6477000" y="5384800"/>
          <p14:tracePt t="20075" x="6502400" y="5416550"/>
          <p14:tracePt t="20091" x="6534150" y="5422900"/>
          <p14:tracePt t="20108" x="6540500" y="5429250"/>
          <p14:tracePt t="20125" x="6565900" y="5429250"/>
          <p14:tracePt t="20141" x="6623050" y="5429250"/>
          <p14:tracePt t="20158" x="6711950" y="5422900"/>
          <p14:tracePt t="20175" x="6775450" y="5422900"/>
          <p14:tracePt t="20191" x="6883400" y="5416550"/>
          <p14:tracePt t="20208" x="6991350" y="5384800"/>
          <p14:tracePt t="20225" x="7054850" y="5378450"/>
          <p14:tracePt t="20241" x="7073900" y="5372100"/>
          <p14:tracePt t="20258" x="7105650" y="5359400"/>
          <p14:tracePt t="20275" x="7105650" y="5353050"/>
          <p14:tracePt t="20291" x="7118350" y="5340350"/>
          <p14:tracePt t="20308" x="7118350" y="5308600"/>
          <p14:tracePt t="20325" x="7124700" y="5276850"/>
          <p14:tracePt t="20342" x="7124700" y="5251450"/>
          <p14:tracePt t="20358" x="7131050" y="5194300"/>
          <p14:tracePt t="20375" x="7131050" y="5162550"/>
          <p14:tracePt t="20392" x="7131050" y="5156200"/>
          <p14:tracePt t="20408" x="7131050" y="5130800"/>
          <p14:tracePt t="20488" x="7118350" y="5130800"/>
          <p14:tracePt t="20512" x="7105650" y="5130800"/>
          <p14:tracePt t="20528" x="7105650" y="5137150"/>
          <p14:tracePt t="20536" x="7092950" y="5162550"/>
          <p14:tracePt t="20545" x="7086600" y="5181600"/>
          <p14:tracePt t="20558" x="7086600" y="5194300"/>
          <p14:tracePt t="20574" x="7086600" y="5213350"/>
          <p14:tracePt t="20591" x="7086600" y="5219700"/>
          <p14:tracePt t="20633" x="7099300" y="5213350"/>
          <p14:tracePt t="20657" x="7124700" y="5194300"/>
          <p14:tracePt t="20664" x="7131050" y="5187950"/>
          <p14:tracePt t="20674" x="7137400" y="5187950"/>
          <p14:tracePt t="20691" x="7143750" y="5175250"/>
          <p14:tracePt t="20708" x="7150100" y="5162550"/>
          <p14:tracePt t="20880" x="7150100" y="5156200"/>
          <p14:tracePt t="20889" x="7181850" y="5149850"/>
          <p14:tracePt t="20896" x="7194550" y="5143500"/>
          <p14:tracePt t="20908" x="7213600" y="5137150"/>
          <p14:tracePt t="20924" x="7232650" y="5130800"/>
          <p14:tracePt t="20941" x="7283450" y="5105400"/>
          <p14:tracePt t="20958" x="7296150" y="5099050"/>
          <p14:tracePt t="20974" x="7315200" y="5092700"/>
          <p14:tracePt t="21104" x="7321550" y="5092700"/>
          <p14:tracePt t="21128" x="7327900" y="5092700"/>
          <p14:tracePt t="21136" x="7334250" y="5092700"/>
          <p14:tracePt t="21168" x="7340600" y="5092700"/>
          <p14:tracePt t="21192" x="7346950" y="5092700"/>
          <p14:tracePt t="21216" x="7359650" y="5092700"/>
          <p14:tracePt t="21224" x="7372350" y="5099050"/>
          <p14:tracePt t="21233" x="7378700" y="5099050"/>
          <p14:tracePt t="21241" x="7385050" y="5105400"/>
          <p14:tracePt t="21258" x="7397750" y="5105400"/>
          <p14:tracePt t="21328" x="7404100" y="5105400"/>
          <p14:tracePt t="21336" x="7416800" y="5105400"/>
          <p14:tracePt t="21344" x="7423150" y="5111750"/>
          <p14:tracePt t="21360" x="7429500" y="5111750"/>
          <p14:tracePt t="21375" x="7435850" y="5111750"/>
          <p14:tracePt t="21512" x="7429500" y="5111750"/>
          <p14:tracePt t="21520" x="7416800" y="5111750"/>
          <p14:tracePt t="21529" x="7397750" y="5111750"/>
          <p14:tracePt t="21541" x="7385050" y="5105400"/>
          <p14:tracePt t="21558" x="7334250" y="5099050"/>
          <p14:tracePt t="21574" x="7289800" y="5099050"/>
          <p14:tracePt t="21591" x="7264400" y="5099050"/>
          <p14:tracePt t="21608" x="7226300" y="5105400"/>
          <p14:tracePt t="21640" x="7219950" y="5111750"/>
          <p14:tracePt t="21648" x="7213600" y="5111750"/>
          <p14:tracePt t="21672" x="7213600" y="5118100"/>
          <p14:tracePt t="21688" x="7200900" y="5124450"/>
          <p14:tracePt t="21697" x="7194550" y="5130800"/>
          <p14:tracePt t="21708" x="7188200" y="5130800"/>
          <p14:tracePt t="21725" x="7175500" y="5143500"/>
          <p14:tracePt t="21752" x="7162800" y="5143500"/>
          <p14:tracePt t="21792" x="7156450" y="5156200"/>
          <p14:tracePt t="21800" x="7150100" y="5156200"/>
          <p14:tracePt t="21808" x="7137400" y="5162550"/>
          <p14:tracePt t="21832" x="7124700" y="5168900"/>
          <p14:tracePt t="21921" x="7124700" y="5175250"/>
          <p14:tracePt t="22120" x="7143750" y="5175250"/>
          <p14:tracePt t="22136" x="7156450" y="5175250"/>
          <p14:tracePt t="22144" x="7175500" y="5175250"/>
          <p14:tracePt t="22152" x="7194550" y="5175250"/>
          <p14:tracePt t="22160" x="7207250" y="5175250"/>
          <p14:tracePt t="22177" x="7251700" y="5168900"/>
          <p14:tracePt t="22191" x="7289800" y="5162550"/>
          <p14:tracePt t="22208" x="7334250" y="5156200"/>
          <p14:tracePt t="22224" x="7416800" y="5143500"/>
          <p14:tracePt t="22241" x="7429500" y="5143500"/>
          <p14:tracePt t="22258" x="7467600" y="5137150"/>
          <p14:tracePt t="22275" x="7480300" y="5130800"/>
          <p14:tracePt t="22291" x="7493000" y="5124450"/>
          <p14:tracePt t="22329" x="7499350" y="5124450"/>
          <p14:tracePt t="22345" x="7518400" y="5124450"/>
          <p14:tracePt t="22361" x="7524750" y="5124450"/>
          <p14:tracePt t="22400" x="7537450" y="5124450"/>
          <p14:tracePt t="22408" x="7543800" y="5118100"/>
          <p14:tracePt t="22432" x="7550150" y="5118100"/>
          <p14:tracePt t="22440" x="7562850" y="5118100"/>
          <p14:tracePt t="22448" x="7569200" y="5118100"/>
          <p14:tracePt t="22464" x="7581900" y="5118100"/>
          <p14:tracePt t="22474" x="7588250" y="5118100"/>
          <p14:tracePt t="22664" x="7594600" y="5118100"/>
          <p14:tracePt t="22720" x="7594600" y="5130800"/>
          <p14:tracePt t="22736" x="7600950" y="5130800"/>
          <p14:tracePt t="22745" x="7600950" y="5137150"/>
          <p14:tracePt t="22760" x="7600950" y="5149850"/>
          <p14:tracePt t="22776" x="7620000" y="5149850"/>
          <p14:tracePt t="22784" x="7620000" y="5162550"/>
          <p14:tracePt t="22824" x="7626350" y="5162550"/>
          <p14:tracePt t="22848" x="7626350" y="5175250"/>
          <p14:tracePt t="23008" x="7632700" y="5187950"/>
          <p14:tracePt t="23032" x="7651750" y="5194300"/>
          <p14:tracePt t="23040" x="7651750" y="5200650"/>
          <p14:tracePt t="23056" x="7651750" y="5207000"/>
          <p14:tracePt t="23064" x="7658100" y="5207000"/>
          <p14:tracePt t="23193" x="7664450" y="5207000"/>
          <p14:tracePt t="23208" x="7670800" y="5207000"/>
          <p14:tracePt t="23272" x="7683500" y="5207000"/>
          <p14:tracePt t="23352" x="7677150" y="5207000"/>
          <p14:tracePt t="23745" x="7677150" y="5213350"/>
          <p14:tracePt t="24016" x="7670800" y="5207000"/>
          <p14:tracePt t="24033" x="7670800" y="5200650"/>
          <p14:tracePt t="24048" x="7670800" y="5194300"/>
          <p14:tracePt t="24496" x="7670800" y="5181600"/>
          <p14:tracePt t="24504" x="7664450" y="5181600"/>
          <p14:tracePt t="24520" x="7658100" y="5181600"/>
          <p14:tracePt t="24545" x="7645400" y="5181600"/>
          <p14:tracePt t="24552" x="7639050" y="5181600"/>
          <p14:tracePt t="24577" x="7626350" y="5181600"/>
          <p14:tracePt t="24816" x="7620000" y="5175250"/>
          <p14:tracePt t="24832" x="7607300" y="5168900"/>
          <p14:tracePt t="24840" x="7569200" y="5156200"/>
          <p14:tracePt t="24848" x="7524750" y="5143500"/>
          <p14:tracePt t="24858" x="7467600" y="5111750"/>
          <p14:tracePt t="24875" x="7270750" y="5035550"/>
          <p14:tracePt t="24891" x="7175500" y="4972050"/>
          <p14:tracePt t="24908" x="7086600" y="4927600"/>
          <p14:tracePt t="24925" x="7029450" y="4870450"/>
          <p14:tracePt t="24941" x="6965950" y="4806950"/>
          <p14:tracePt t="24958" x="6915150" y="4756150"/>
          <p14:tracePt t="24975" x="6858000" y="4654550"/>
          <p14:tracePt t="24991" x="6826250" y="4610100"/>
          <p14:tracePt t="25008" x="6762750" y="4533900"/>
          <p14:tracePt t="25025" x="6731000" y="4495800"/>
          <p14:tracePt t="25041" x="6731000" y="4483100"/>
          <p14:tracePt t="25058" x="6718300" y="4470400"/>
          <p14:tracePt t="25075" x="6711950" y="4470400"/>
          <p14:tracePt t="25136" x="6705600" y="4470400"/>
          <p14:tracePt t="25145" x="6699250" y="4470400"/>
          <p14:tracePt t="25168" x="6699250" y="4476750"/>
          <p14:tracePt t="25184" x="6699250" y="4483100"/>
          <p14:tracePt t="25208" x="6699250" y="4489450"/>
          <p14:tracePt t="25224" x="6692900" y="4495800"/>
          <p14:tracePt t="25240" x="6692900" y="4502150"/>
          <p14:tracePt t="25249" x="6680200" y="4540250"/>
          <p14:tracePt t="25265" x="6680200" y="4565650"/>
          <p14:tracePt t="25274" x="6680200" y="4610100"/>
          <p14:tracePt t="25291" x="6680200" y="4686300"/>
          <p14:tracePt t="25308" x="6654800" y="4870450"/>
          <p14:tracePt t="25324" x="6654800" y="4940300"/>
          <p14:tracePt t="25341" x="6654800" y="5003800"/>
          <p14:tracePt t="25358" x="6635750" y="5060950"/>
          <p14:tracePt t="25375" x="6629400" y="5086350"/>
          <p14:tracePt t="25391" x="6629400" y="5118100"/>
          <p14:tracePt t="25408" x="6629400" y="5124450"/>
          <p14:tracePt t="25512" x="6648450" y="5118100"/>
          <p14:tracePt t="25520" x="6648450" y="5105400"/>
          <p14:tracePt t="25545" x="6661150" y="5092700"/>
          <p14:tracePt t="25561" x="6673850" y="5080000"/>
          <p14:tracePt t="25568" x="6680200" y="5073650"/>
          <p14:tracePt t="25577" x="6686550" y="5073650"/>
          <p14:tracePt t="25592" x="6705600" y="5054600"/>
          <p14:tracePt t="25608" x="6737350" y="5022850"/>
          <p14:tracePt t="25624" x="6750050" y="5016500"/>
          <p14:tracePt t="25641" x="6762750" y="5010150"/>
          <p14:tracePt t="25658" x="6794500" y="4997450"/>
          <p14:tracePt t="25675" x="6807200" y="4991100"/>
          <p14:tracePt t="25691" x="6826250" y="4984750"/>
          <p14:tracePt t="25708" x="6851650" y="4978400"/>
          <p14:tracePt t="25725" x="6864350" y="4972050"/>
          <p14:tracePt t="25741" x="6877050" y="4972050"/>
          <p14:tracePt t="25758" x="6896100" y="4965700"/>
          <p14:tracePt t="25775" x="6915150" y="4965700"/>
          <p14:tracePt t="25791" x="6946900" y="4965700"/>
          <p14:tracePt t="25808" x="6991350" y="4965700"/>
          <p14:tracePt t="25824" x="7061200" y="4978400"/>
          <p14:tracePt t="25841" x="7105650" y="4984750"/>
          <p14:tracePt t="25858" x="7143750" y="4991100"/>
          <p14:tracePt t="25874" x="7188200" y="4997450"/>
          <p14:tracePt t="25891" x="7194550" y="5003800"/>
          <p14:tracePt t="25908" x="7200900" y="5010150"/>
          <p14:tracePt t="25925" x="7207250" y="5016500"/>
          <p14:tracePt t="25941" x="7213600" y="5022850"/>
          <p14:tracePt t="25975" x="7213600" y="5041900"/>
          <p14:tracePt t="25991" x="7219950" y="5054600"/>
          <p14:tracePt t="26008" x="7219950" y="5092700"/>
          <p14:tracePt t="26025" x="7219950" y="5099050"/>
          <p14:tracePt t="26041" x="7213600" y="5118100"/>
          <p14:tracePt t="26058" x="7207250" y="5143500"/>
          <p14:tracePt t="26075" x="7188200" y="5168900"/>
          <p14:tracePt t="26091" x="7162800" y="5207000"/>
          <p14:tracePt t="26108" x="7156450" y="5213350"/>
          <p14:tracePt t="26125" x="7143750" y="5232400"/>
          <p14:tracePt t="26304" x="7137400" y="5232400"/>
          <p14:tracePt t="26344" x="7143750" y="5232400"/>
          <p14:tracePt t="26352" x="7150100" y="5232400"/>
          <p14:tracePt t="26608" x="7156450" y="5232400"/>
          <p14:tracePt t="26784" x="7156450" y="5226050"/>
          <p14:tracePt t="26808" x="7162800" y="5219700"/>
          <p14:tracePt t="26816" x="7162800" y="5213350"/>
          <p14:tracePt t="26824" x="7169150" y="5213350"/>
          <p14:tracePt t="26849" x="7181850" y="5200650"/>
          <p14:tracePt t="26864" x="7181850" y="5194300"/>
          <p14:tracePt t="26875" x="7181850" y="5187950"/>
          <p14:tracePt t="26891" x="7188200" y="5181600"/>
          <p14:tracePt t="26908" x="7200900" y="5162550"/>
          <p14:tracePt t="26924" x="7200900" y="5156200"/>
          <p14:tracePt t="26941" x="7207250" y="5137150"/>
          <p14:tracePt t="26958" x="7219950" y="5130800"/>
          <p14:tracePt t="26974" x="7219950" y="5124450"/>
          <p14:tracePt t="26991" x="7226300" y="5111750"/>
          <p14:tracePt t="27008" x="7232650" y="5105400"/>
          <p14:tracePt t="27024" x="7232650" y="5092700"/>
          <p14:tracePt t="27041" x="7245350" y="5092700"/>
          <p14:tracePt t="27058" x="7245350" y="5086350"/>
          <p14:tracePt t="27075" x="7251700" y="5080000"/>
          <p14:tracePt t="27240" x="7258050" y="5080000"/>
          <p14:tracePt t="27368" x="7264400" y="5080000"/>
          <p14:tracePt t="27384" x="7270750" y="5086350"/>
          <p14:tracePt t="27400" x="7270750" y="5092700"/>
          <p14:tracePt t="27416" x="7270750" y="5111750"/>
          <p14:tracePt t="27424" x="7270750" y="5118100"/>
          <p14:tracePt t="27433" x="7264400" y="5130800"/>
          <p14:tracePt t="27448" x="7251700" y="5130800"/>
          <p14:tracePt t="27458" x="7226300" y="5143500"/>
          <p14:tracePt t="27474" x="7207250" y="5156200"/>
          <p14:tracePt t="27616" x="7226300" y="5156200"/>
          <p14:tracePt t="27624" x="7232650" y="5149850"/>
          <p14:tracePt t="27633" x="7245350" y="5149850"/>
          <p14:tracePt t="27648" x="7251700" y="5143500"/>
          <p14:tracePt t="27658" x="7277100" y="5143500"/>
          <p14:tracePt t="27675" x="7327900" y="5137150"/>
          <p14:tracePt t="27691" x="7359650" y="5137150"/>
          <p14:tracePt t="27708" x="7385050" y="5137150"/>
          <p14:tracePt t="27724" x="7429500" y="5137150"/>
          <p14:tracePt t="27741" x="7448550" y="5149850"/>
          <p14:tracePt t="27758" x="7480300" y="5162550"/>
          <p14:tracePt t="27774" x="7499350" y="5181600"/>
          <p14:tracePt t="27791" x="7518400" y="5207000"/>
          <p14:tracePt t="27808" x="7575550" y="5226050"/>
          <p14:tracePt t="27824" x="7581900" y="5226050"/>
          <p14:tracePt t="27841" x="7588250" y="5232400"/>
          <p14:tracePt t="27858" x="7594600" y="5232400"/>
          <p14:tracePt t="27875" x="7607300" y="5232400"/>
          <p14:tracePt t="27891" x="7613650" y="5232400"/>
          <p14:tracePt t="27925" x="7632700" y="5226050"/>
          <p14:tracePt t="27941" x="7651750" y="5213350"/>
          <p14:tracePt t="27958" x="7670800" y="5194300"/>
          <p14:tracePt t="27975" x="7721600" y="5156200"/>
          <p14:tracePt t="27991" x="7734300" y="5149850"/>
          <p14:tracePt t="28008" x="7785100" y="5092700"/>
          <p14:tracePt t="28025" x="7848600" y="5048250"/>
          <p14:tracePt t="28041" x="7867650" y="5029200"/>
          <p14:tracePt t="28058" x="7886700" y="4991100"/>
          <p14:tracePt t="28074" x="7893050" y="4991100"/>
          <p14:tracePt t="28091" x="7931150" y="4965700"/>
          <p14:tracePt t="28108" x="7924800" y="4940300"/>
          <p14:tracePt t="28125" x="7924800" y="4921250"/>
          <p14:tracePt t="28141" x="7931150" y="4902200"/>
          <p14:tracePt t="28158" x="7899400" y="4870450"/>
          <p14:tracePt t="28174" x="7880350" y="4857750"/>
          <p14:tracePt t="28191" x="7854950" y="4838700"/>
          <p14:tracePt t="28208" x="7715250" y="4781550"/>
          <p14:tracePt t="28225" x="7639050" y="4768850"/>
          <p14:tracePt t="28241" x="7575550" y="4749800"/>
          <p14:tracePt t="28258" x="7569200" y="4743450"/>
          <p14:tracePt t="28274" x="7550150" y="4743450"/>
          <p14:tracePt t="28291" x="7524750" y="4743450"/>
          <p14:tracePt t="28324" x="7518400" y="4743450"/>
          <p14:tracePt t="28341" x="7512050" y="4756150"/>
          <p14:tracePt t="28357" x="7486650" y="4768850"/>
          <p14:tracePt t="28375" x="7461250" y="4787900"/>
          <p14:tracePt t="28391" x="7442200" y="4813300"/>
          <p14:tracePt t="28408" x="7429500" y="4826000"/>
          <p14:tracePt t="28424" x="7416800" y="4845050"/>
          <p14:tracePt t="28441" x="7404100" y="4876800"/>
          <p14:tracePt t="28457" x="7385050" y="4902200"/>
          <p14:tracePt t="28474" x="7366000" y="4959350"/>
          <p14:tracePt t="28491" x="7353300" y="4997450"/>
          <p14:tracePt t="28508" x="7353300" y="5022850"/>
          <p14:tracePt t="28524" x="7334250" y="5118100"/>
          <p14:tracePt t="28541" x="7327900" y="5187950"/>
          <p14:tracePt t="28558" x="7321550" y="5245100"/>
          <p14:tracePt t="28574" x="7308850" y="5340350"/>
          <p14:tracePt t="28591" x="7308850" y="5359400"/>
          <p14:tracePt t="28608" x="7315200" y="5422900"/>
          <p14:tracePt t="28624" x="7321550" y="5454650"/>
          <p14:tracePt t="28641" x="7321550" y="5467350"/>
          <p14:tracePt t="28658" x="7334250" y="5486400"/>
          <p14:tracePt t="28674" x="7340600" y="5505450"/>
          <p14:tracePt t="28691" x="7359650" y="5505450"/>
          <p14:tracePt t="28707" x="7378700" y="5524500"/>
          <p14:tracePt t="28724" x="7391400" y="5537200"/>
          <p14:tracePt t="28741" x="7410450" y="5537200"/>
          <p14:tracePt t="28758" x="7423150" y="5543550"/>
          <p14:tracePt t="28774" x="7448550" y="5549900"/>
          <p14:tracePt t="28791" x="7467600" y="5556250"/>
          <p14:tracePt t="28808" x="7512050" y="5556250"/>
          <p14:tracePt t="28824" x="7575550" y="5556250"/>
          <p14:tracePt t="28841" x="7594600" y="5556250"/>
          <p14:tracePt t="28857" x="7645400" y="5556250"/>
          <p14:tracePt t="28875" x="7696200" y="5556250"/>
          <p14:tracePt t="28891" x="7740650" y="5556250"/>
          <p14:tracePt t="28908" x="7791450" y="5549900"/>
          <p14:tracePt t="28924" x="7835900" y="5537200"/>
          <p14:tracePt t="28941" x="7874000" y="5524500"/>
          <p14:tracePt t="28958" x="7905750" y="5499100"/>
          <p14:tracePt t="28974" x="7905750" y="5492750"/>
          <p14:tracePt t="28991" x="7918450" y="5480050"/>
          <p14:tracePt t="29008" x="7943850" y="5429250"/>
          <p14:tracePt t="29025" x="8007350" y="5372100"/>
          <p14:tracePt t="29041" x="8020050" y="5346700"/>
          <p14:tracePt t="29058" x="8032750" y="5308600"/>
          <p14:tracePt t="29074" x="8039100" y="5251450"/>
          <p14:tracePt t="29092" x="8058150" y="5207000"/>
          <p14:tracePt t="29108" x="8064500" y="5168900"/>
          <p14:tracePt t="29125" x="8077200" y="5124450"/>
          <p14:tracePt t="29127" x="8083550" y="5105400"/>
          <p14:tracePt t="29141" x="8083550" y="5080000"/>
          <p14:tracePt t="29158" x="8083550" y="5048250"/>
          <p14:tracePt t="29174" x="8083550" y="5041900"/>
          <p14:tracePt t="29191" x="8077200" y="5003800"/>
          <p14:tracePt t="29208" x="8064500" y="4978400"/>
          <p14:tracePt t="29224" x="8032750" y="4959350"/>
          <p14:tracePt t="29241" x="8026400" y="4959350"/>
          <p14:tracePt t="29258" x="8020050" y="4953000"/>
          <p14:tracePt t="29275" x="7994650" y="4940300"/>
          <p14:tracePt t="29291" x="7975600" y="4933950"/>
          <p14:tracePt t="29308" x="7931150" y="4914900"/>
          <p14:tracePt t="29325" x="7905750" y="4908550"/>
          <p14:tracePt t="29358" x="7861300" y="4889500"/>
          <p14:tracePt t="29375" x="7842250" y="4889500"/>
          <p14:tracePt t="29391" x="7823200" y="4889500"/>
          <p14:tracePt t="29408" x="7816850" y="4889500"/>
          <p14:tracePt t="29424" x="7810500" y="4889500"/>
          <p14:tracePt t="29441" x="7804150" y="4889500"/>
          <p14:tracePt t="29458" x="7766050" y="4914900"/>
          <p14:tracePt t="29474" x="7747000" y="4933950"/>
          <p14:tracePt t="29491" x="7721600" y="4997450"/>
          <p14:tracePt t="29508" x="7708900" y="5010150"/>
          <p14:tracePt t="29525" x="7696200" y="5029200"/>
          <p14:tracePt t="29541" x="7670800" y="5067300"/>
          <p14:tracePt t="29558" x="7651750" y="5092700"/>
          <p14:tracePt t="29574" x="7651750" y="5105400"/>
          <p14:tracePt t="29591" x="7651750" y="5118100"/>
          <p14:tracePt t="29608" x="7651750" y="5137150"/>
          <p14:tracePt t="29625" x="7645400" y="5149850"/>
          <p14:tracePt t="29641" x="7645400" y="5156200"/>
          <p14:tracePt t="29658" x="7645400" y="5162550"/>
          <p14:tracePt t="29753" x="7645400" y="5168900"/>
          <p14:tracePt t="29784" x="7651750" y="5175250"/>
          <p14:tracePt t="29808" x="7658100" y="5187950"/>
          <p14:tracePt t="29816" x="7664450" y="5194300"/>
          <p14:tracePt t="29825" x="7677150" y="5207000"/>
          <p14:tracePt t="29841" x="7683500" y="5213350"/>
          <p14:tracePt t="29858" x="7702550" y="5245100"/>
          <p14:tracePt t="29874" x="7708900" y="5251450"/>
          <p14:tracePt t="29891" x="7715250" y="5264150"/>
          <p14:tracePt t="29908" x="7740650" y="5295900"/>
          <p14:tracePt t="29925" x="7747000" y="5314950"/>
          <p14:tracePt t="29941" x="7753350" y="5334000"/>
          <p14:tracePt t="29958" x="7759700" y="5346700"/>
          <p14:tracePt t="29974" x="7766050" y="5353050"/>
          <p14:tracePt t="29991" x="7766050" y="5359400"/>
          <p14:tracePt t="30008" x="7772400" y="5359400"/>
          <p14:tracePt t="30032" x="7778750" y="5359400"/>
          <p14:tracePt t="30049" x="7785100" y="5359400"/>
          <p14:tracePt t="30058" x="7797800" y="5346700"/>
          <p14:tracePt t="30080" x="7810500" y="5340350"/>
          <p14:tracePt t="30091" x="7816850" y="5334000"/>
          <p14:tracePt t="30108" x="7854950" y="5308600"/>
          <p14:tracePt t="30125" x="7899400" y="5264150"/>
          <p14:tracePt t="30141" x="7905750" y="5251450"/>
          <p14:tracePt t="30158" x="7924800" y="5238750"/>
          <p14:tracePt t="30175" x="7931150" y="5213350"/>
          <p14:tracePt t="30191" x="7931150" y="5187950"/>
          <p14:tracePt t="30208" x="7937500" y="5143500"/>
          <p14:tracePt t="30224" x="7924800" y="5105400"/>
          <p14:tracePt t="30241" x="7924800" y="5092700"/>
          <p14:tracePt t="30258" x="7899400" y="5073650"/>
          <p14:tracePt t="30274" x="7886700" y="5048250"/>
          <p14:tracePt t="30291" x="7854950" y="5029200"/>
          <p14:tracePt t="30307" x="7835900" y="5016500"/>
          <p14:tracePt t="30324" x="7823200" y="5016500"/>
          <p14:tracePt t="30341" x="7816850" y="5016500"/>
          <p14:tracePt t="30358" x="7797800" y="5003800"/>
          <p14:tracePt t="30375" x="7778750" y="4984750"/>
          <p14:tracePt t="30391" x="7734300" y="4978400"/>
          <p14:tracePt t="30408" x="7670800" y="4965700"/>
          <p14:tracePt t="30441" x="7645400" y="4965700"/>
          <p14:tracePt t="30458" x="7632700" y="4965700"/>
          <p14:tracePt t="30475" x="7620000" y="4965700"/>
          <p14:tracePt t="30491" x="7613650" y="4972050"/>
          <p14:tracePt t="30508" x="7600950" y="4978400"/>
          <p14:tracePt t="30525" x="7600950" y="4984750"/>
          <p14:tracePt t="30541" x="7581900" y="4997450"/>
          <p14:tracePt t="30558" x="7562850" y="5022850"/>
          <p14:tracePt t="30575" x="7550150" y="5029200"/>
          <p14:tracePt t="30591" x="7543800" y="5041900"/>
          <p14:tracePt t="30608" x="7537450" y="5060950"/>
          <p14:tracePt t="30625" x="7518400" y="5080000"/>
          <p14:tracePt t="30641" x="7505700" y="5105400"/>
          <p14:tracePt t="30658" x="7499350" y="5124450"/>
          <p14:tracePt t="30675" x="7499350" y="5137150"/>
          <p14:tracePt t="30691" x="7499350" y="5143500"/>
          <p14:tracePt t="30708" x="7493000" y="5149850"/>
          <p14:tracePt t="30724" x="7493000" y="5181600"/>
          <p14:tracePt t="30741" x="7493000" y="5187950"/>
          <p14:tracePt t="30774" x="7493000" y="5200650"/>
          <p14:tracePt t="30791" x="7493000" y="5213350"/>
          <p14:tracePt t="30808" x="7499350" y="5226050"/>
          <p14:tracePt t="30824" x="7505700" y="5232400"/>
          <p14:tracePt t="30858" x="7512050" y="5245100"/>
          <p14:tracePt t="30874" x="7524750" y="5251450"/>
          <p14:tracePt t="30891" x="7537450" y="5251450"/>
          <p14:tracePt t="30907" x="7550150" y="5264150"/>
          <p14:tracePt t="30941" x="7562850" y="5270500"/>
          <p14:tracePt t="30958" x="7569200" y="5270500"/>
          <p14:tracePt t="30976" x="7575550" y="5270500"/>
          <p14:tracePt t="30991" x="7581900" y="5276850"/>
          <p14:tracePt t="31008" x="7600950" y="5276850"/>
          <p14:tracePt t="31024" x="7626350" y="5276850"/>
          <p14:tracePt t="31041" x="7632700" y="5276850"/>
          <p14:tracePt t="31058" x="7651750" y="5276850"/>
          <p14:tracePt t="31075" x="7677150" y="5276850"/>
          <p14:tracePt t="31091" x="7696200" y="5276850"/>
          <p14:tracePt t="31108" x="7708900" y="5270500"/>
          <p14:tracePt t="31125" x="7727950" y="5264150"/>
          <p14:tracePt t="31127" x="7734300" y="5264150"/>
          <p14:tracePt t="31141" x="7747000" y="5257800"/>
          <p14:tracePt t="31158" x="7766050" y="5251450"/>
          <p14:tracePt t="31174" x="7797800" y="5226050"/>
          <p14:tracePt t="31191" x="7810500" y="5213350"/>
          <p14:tracePt t="31208" x="7823200" y="5200650"/>
          <p14:tracePt t="31224" x="7835900" y="5175250"/>
          <p14:tracePt t="31241" x="7835900" y="5168900"/>
          <p14:tracePt t="31258" x="7835900" y="5149850"/>
          <p14:tracePt t="31274" x="7842250" y="5143500"/>
          <p14:tracePt t="31291" x="7842250" y="5130800"/>
          <p14:tracePt t="31324" x="7842250" y="5118100"/>
          <p14:tracePt t="31368" x="7842250" y="5105400"/>
          <p14:tracePt t="31384" x="7835900" y="5105400"/>
          <p14:tracePt t="32312" x="7829550" y="5111750"/>
          <p14:tracePt t="32329" x="7829550" y="5118100"/>
          <p14:tracePt t="32336" x="7829550" y="5124450"/>
          <p14:tracePt t="32352" x="7823200" y="5143500"/>
          <p14:tracePt t="32361" x="7810500" y="5149850"/>
          <p14:tracePt t="32384" x="7810500" y="5156200"/>
          <p14:tracePt t="32593" x="7810500" y="5162550"/>
          <p14:tracePt t="32616" x="7804150" y="5168900"/>
          <p14:tracePt t="32625" x="7804150" y="5181600"/>
          <p14:tracePt t="32632" x="7797800" y="5181600"/>
          <p14:tracePt t="32641" x="7797800" y="5187950"/>
          <p14:tracePt t="32657" x="7785100" y="5194300"/>
          <p14:tracePt t="32674" x="7715250" y="5251450"/>
          <p14:tracePt t="32691" x="7670800" y="5283200"/>
          <p14:tracePt t="32708" x="7613650" y="5334000"/>
          <p14:tracePt t="32724" x="7543800" y="5372100"/>
          <p14:tracePt t="32741" x="7531100" y="5384800"/>
          <p14:tracePt t="32758" x="7493000" y="5410200"/>
          <p14:tracePt t="32774" x="7404100" y="5448300"/>
          <p14:tracePt t="32791" x="7327900" y="5467350"/>
          <p14:tracePt t="32808" x="7194550" y="5518150"/>
          <p14:tracePt t="32824" x="7150100" y="5537200"/>
          <p14:tracePt t="32841" x="7029450" y="5594350"/>
          <p14:tracePt t="32858" x="6978650" y="5613400"/>
          <p14:tracePt t="32875" x="6946900" y="5626100"/>
          <p14:tracePt t="32891" x="6889750" y="5657850"/>
          <p14:tracePt t="32908" x="6864350" y="5670550"/>
          <p14:tracePt t="32925" x="6743700" y="5721350"/>
          <p14:tracePt t="32941" x="6680200" y="5740400"/>
          <p14:tracePt t="32958" x="6604000" y="5765800"/>
          <p14:tracePt t="32975" x="6508750" y="5791200"/>
          <p14:tracePt t="32991" x="6477000" y="5797550"/>
          <p14:tracePt t="33008" x="6426200" y="5810250"/>
          <p14:tracePt t="33024" x="6305550" y="5816600"/>
          <p14:tracePt t="33041" x="6248400" y="5816600"/>
          <p14:tracePt t="33058" x="6064250" y="5842000"/>
          <p14:tracePt t="33074" x="6045200" y="5848350"/>
          <p14:tracePt t="33091" x="5969000" y="5867400"/>
          <p14:tracePt t="33108" x="5848350" y="5911850"/>
          <p14:tracePt t="33125" x="5759450" y="5943600"/>
          <p14:tracePt t="33127" x="5740400" y="5956300"/>
          <p14:tracePt t="33142" x="5708650" y="5975350"/>
          <p14:tracePt t="33158" x="5708650" y="5981700"/>
          <p14:tracePt t="33174" x="5689600" y="6000750"/>
          <p14:tracePt t="33191" x="5651500" y="6064250"/>
          <p14:tracePt t="33208" x="5594350" y="6140450"/>
          <p14:tracePt t="33225" x="5575300" y="6165850"/>
          <p14:tracePt t="33241" x="5549900" y="6203950"/>
          <p14:tracePt t="33258" x="5537200" y="6223000"/>
          <p14:tracePt t="33275" x="5518150" y="6248400"/>
          <p14:tracePt t="33416" x="5524500" y="6242050"/>
          <p14:tracePt t="33424" x="5543550" y="6235700"/>
          <p14:tracePt t="33440" x="5549900" y="6229350"/>
          <p14:tracePt t="33448" x="5549900" y="6223000"/>
          <p14:tracePt t="33464" x="5556250" y="6216650"/>
          <p14:tracePt t="33474" x="5556250" y="6210300"/>
          <p14:tracePt t="33491" x="5568950" y="6184900"/>
          <p14:tracePt t="33508" x="5568950" y="6172200"/>
          <p14:tracePt t="33524" x="5581650" y="6115050"/>
          <p14:tracePt t="33541" x="5581650" y="6089650"/>
          <p14:tracePt t="33558" x="5575300" y="6038850"/>
          <p14:tracePt t="33574" x="5568950" y="5969000"/>
          <p14:tracePt t="33592" x="5562600" y="5943600"/>
          <p14:tracePt t="33608" x="5549900" y="5924550"/>
          <p14:tracePt t="33625" x="5549900" y="5911850"/>
          <p14:tracePt t="33641" x="5543550" y="5911850"/>
          <p14:tracePt t="33680" x="5530850" y="5918200"/>
          <p14:tracePt t="33696" x="5518150" y="5924550"/>
          <p14:tracePt t="33704" x="5518150" y="5930900"/>
          <p14:tracePt t="33713" x="5518150" y="5937250"/>
          <p14:tracePt t="33724" x="5511800" y="5949950"/>
          <p14:tracePt t="33741" x="5505450" y="5956300"/>
          <p14:tracePt t="33758" x="5499100" y="5962650"/>
          <p14:tracePt t="33774" x="5499100" y="5975350"/>
          <p14:tracePt t="33791" x="5492750" y="6013450"/>
          <p14:tracePt t="33808" x="5480050" y="6038850"/>
          <p14:tracePt t="33825" x="5480050" y="6045200"/>
          <p14:tracePt t="33841" x="5473700" y="6076950"/>
          <p14:tracePt t="33858" x="5480050" y="6102350"/>
          <p14:tracePt t="33875" x="5480050" y="6121400"/>
          <p14:tracePt t="33891" x="5492750" y="6146800"/>
          <p14:tracePt t="33908" x="5499100" y="6165850"/>
          <p14:tracePt t="33925" x="5499100" y="6172200"/>
          <p14:tracePt t="33941" x="5499100" y="6178550"/>
          <p14:tracePt t="33958" x="5505450" y="6191250"/>
          <p14:tracePt t="33975" x="5505450" y="6197600"/>
          <p14:tracePt t="33991" x="5505450" y="6210300"/>
          <p14:tracePt t="34008" x="5537200" y="6229350"/>
          <p14:tracePt t="34024" x="5562600" y="6235700"/>
          <p14:tracePt t="34041" x="5575300" y="6254750"/>
          <p14:tracePt t="34058" x="5607050" y="6267450"/>
          <p14:tracePt t="34074" x="5626100" y="6273800"/>
          <p14:tracePt t="34091" x="5657850" y="6273800"/>
          <p14:tracePt t="34108" x="5740400" y="6286500"/>
          <p14:tracePt t="34125" x="5797550" y="6286500"/>
          <p14:tracePt t="34128" x="5842000" y="6280150"/>
          <p14:tracePt t="34144" x="5899150" y="6267450"/>
          <p14:tracePt t="34158" x="5949950" y="6261100"/>
          <p14:tracePt t="34175" x="6121400" y="6197600"/>
          <p14:tracePt t="34191" x="6242050" y="6140450"/>
          <p14:tracePt t="34208" x="6565900" y="5981700"/>
          <p14:tracePt t="34224" x="6642100" y="5949950"/>
          <p14:tracePt t="34241" x="6762750" y="5892800"/>
          <p14:tracePt t="34258" x="6902450" y="5835650"/>
          <p14:tracePt t="34275" x="6959600" y="5797550"/>
          <p14:tracePt t="34291" x="7023100" y="5759450"/>
          <p14:tracePt t="34308" x="7080250" y="5734050"/>
          <p14:tracePt t="34325" x="7099300" y="5715000"/>
          <p14:tracePt t="34341" x="7124700" y="5702300"/>
          <p14:tracePt t="34358" x="7143750" y="5676900"/>
          <p14:tracePt t="34400" x="7156450" y="5664200"/>
          <p14:tracePt t="34441" x="7169150" y="5657850"/>
          <p14:tracePt t="34464" x="7162800" y="5657850"/>
          <p14:tracePt t="34480" x="7099300" y="5645150"/>
          <p14:tracePt t="34488" x="7023100" y="5638800"/>
          <p14:tracePt t="34496" x="6940550" y="5638800"/>
          <p14:tracePt t="34512" x="6800850" y="5638800"/>
          <p14:tracePt t="34524" x="6584950" y="5664200"/>
          <p14:tracePt t="34541" x="5670550" y="5822950"/>
          <p14:tracePt t="34558" x="5226050" y="5930900"/>
          <p14:tracePt t="34574" x="4991100" y="6045200"/>
          <p14:tracePt t="34591" x="4978400" y="6051550"/>
          <p14:tracePt t="34608" x="4978400" y="6057900"/>
          <p14:tracePt t="34664" x="4978400" y="6064250"/>
          <p14:tracePt t="34688" x="4984750" y="6064250"/>
          <p14:tracePt t="34696" x="4991100" y="6064250"/>
          <p14:tracePt t="34704" x="4997450" y="6064250"/>
          <p14:tracePt t="34720" x="5003800" y="6070600"/>
          <p14:tracePt t="34752" x="5003800" y="6076950"/>
          <p14:tracePt t="34768" x="5010150" y="6076950"/>
          <p14:tracePt t="34776" x="5016500" y="6083300"/>
          <p14:tracePt t="34784" x="5016500" y="6096000"/>
          <p14:tracePt t="34793" x="5016500" y="6102350"/>
          <p14:tracePt t="34808" x="5010150" y="6127750"/>
          <p14:tracePt t="34824" x="5010150" y="6134100"/>
          <p14:tracePt t="34841" x="5010150" y="6159500"/>
          <p14:tracePt t="34858" x="5003800" y="6172200"/>
          <p14:tracePt t="34875" x="5003800" y="6178550"/>
          <p14:tracePt t="34891" x="5010150" y="6184900"/>
          <p14:tracePt t="34908" x="5010150" y="6191250"/>
          <p14:tracePt t="34941" x="5022850" y="6197600"/>
          <p14:tracePt t="34984" x="5029200" y="6210300"/>
          <p14:tracePt t="34993" x="5041900" y="6210300"/>
          <p14:tracePt t="35008" x="5041900" y="6216650"/>
          <p14:tracePt t="35024" x="5067300" y="6229350"/>
          <p14:tracePt t="35041" x="5130800" y="6248400"/>
          <p14:tracePt t="35058" x="5156200" y="6261100"/>
          <p14:tracePt t="35075" x="5232400" y="6280150"/>
          <p14:tracePt t="35091" x="5327650" y="6299200"/>
          <p14:tracePt t="35108" x="5353050" y="6305550"/>
          <p14:tracePt t="35125" x="5435600" y="6318250"/>
          <p14:tracePt t="35141" x="5556250" y="6330950"/>
          <p14:tracePt t="35158" x="5613400" y="6337300"/>
          <p14:tracePt t="35174" x="5664200" y="6337300"/>
          <p14:tracePt t="35192" x="5695950" y="6330950"/>
          <p14:tracePt t="35208" x="5721350" y="6299200"/>
          <p14:tracePt t="35225" x="5734050" y="6286500"/>
          <p14:tracePt t="35241" x="5734050" y="6235700"/>
          <p14:tracePt t="35258" x="5746750" y="6127750"/>
          <p14:tracePt t="35274" x="5746750" y="6108700"/>
          <p14:tracePt t="35291" x="5734050" y="6051550"/>
          <p14:tracePt t="35308" x="5676900" y="5994400"/>
          <p14:tracePt t="35325" x="5638800" y="5969000"/>
          <p14:tracePt t="35341" x="5594350" y="5956300"/>
          <p14:tracePt t="35358" x="5543550" y="5943600"/>
          <p14:tracePt t="35375" x="5537200" y="5943600"/>
          <p14:tracePt t="35391" x="5518150" y="5943600"/>
          <p14:tracePt t="35432" x="5511800" y="5943600"/>
          <p14:tracePt t="35488" x="5511800" y="5949950"/>
          <p14:tracePt t="35528" x="5518150" y="5949950"/>
          <p14:tracePt t="35536" x="5524500" y="5956300"/>
          <p14:tracePt t="35544" x="5549900" y="5949950"/>
          <p14:tracePt t="35558" x="5607050" y="5930900"/>
          <p14:tracePt t="35574" x="5645150" y="5911850"/>
          <p14:tracePt t="35591" x="5746750" y="5854700"/>
          <p14:tracePt t="35608" x="6089650" y="5581650"/>
          <p14:tracePt t="35625" x="6242050" y="5461000"/>
          <p14:tracePt t="35641" x="6591300" y="5162550"/>
          <p14:tracePt t="35658" x="6686550" y="5073650"/>
          <p14:tracePt t="35674" x="6832600" y="4972050"/>
          <p14:tracePt t="35691" x="7035800" y="4876800"/>
          <p14:tracePt t="35708" x="7067550" y="4870450"/>
          <p14:tracePt t="35741" x="7080250" y="4876800"/>
          <p14:tracePt t="35774" x="7086600" y="4902200"/>
          <p14:tracePt t="35791" x="7092950" y="4953000"/>
          <p14:tracePt t="35808" x="7092950" y="5016500"/>
          <p14:tracePt t="35824" x="7099300" y="5060950"/>
          <p14:tracePt t="35841" x="7112000" y="5130800"/>
          <p14:tracePt t="35858" x="7124700" y="5175250"/>
          <p14:tracePt t="35875" x="7150100" y="5207000"/>
          <p14:tracePt t="35891" x="7181850" y="5213350"/>
          <p14:tracePt t="35908" x="7200900" y="5213350"/>
          <p14:tracePt t="35924" x="7213600" y="5207000"/>
          <p14:tracePt t="35941" x="7219950" y="5194300"/>
          <p14:tracePt t="35958" x="7251700" y="5175250"/>
          <p14:tracePt t="35974" x="7277100" y="5143500"/>
          <p14:tracePt t="35991" x="7289800" y="5130800"/>
          <p14:tracePt t="36008" x="7308850" y="5130800"/>
          <p14:tracePt t="36048" x="7308850" y="5124450"/>
          <p14:tracePt t="36058" x="7296150" y="5118100"/>
          <p14:tracePt t="36074" x="7207250" y="5105400"/>
          <p14:tracePt t="36091" x="6877050" y="5041900"/>
          <p14:tracePt t="36108" x="6756400" y="5003800"/>
          <p14:tracePt t="36125" x="6438900" y="4895850"/>
          <p14:tracePt t="36141" x="6102350" y="4775200"/>
          <p14:tracePt t="36158" x="5638800" y="4591050"/>
          <p14:tracePt t="36174" x="5537200" y="4508500"/>
          <p14:tracePt t="36191" x="5448300" y="4394200"/>
          <p14:tracePt t="36208" x="5403850" y="4337050"/>
          <p14:tracePt t="36225" x="5397500" y="4298950"/>
          <p14:tracePt t="36241" x="5378450" y="4254500"/>
          <p14:tracePt t="36258" x="5372100" y="4241800"/>
          <p14:tracePt t="36274" x="5359400" y="4241800"/>
          <p14:tracePt t="36291" x="5353050" y="4235450"/>
          <p14:tracePt t="36399" x="5353050" y="4229100"/>
          <p14:tracePt t="36407" x="5346700" y="4222750"/>
          <p14:tracePt t="36416" x="5340350" y="4222750"/>
          <p14:tracePt t="36424" x="5340350" y="4216400"/>
          <p14:tracePt t="36441" x="5334000" y="4216400"/>
          <p14:tracePt t="36464" x="5321300" y="4216400"/>
          <p14:tracePt t="36520" x="5327650" y="4210050"/>
          <p14:tracePt t="36536" x="5340350" y="4191000"/>
          <p14:tracePt t="36552" x="5353050" y="4184650"/>
          <p14:tracePt t="36568" x="5365750" y="4178300"/>
          <p14:tracePt t="36577" x="5391150" y="4165600"/>
          <p14:tracePt t="36584" x="5403850" y="4159250"/>
          <p14:tracePt t="36593" x="5435600" y="4133850"/>
          <p14:tracePt t="36608" x="5461000" y="4127500"/>
          <p14:tracePt t="36625" x="5480050" y="4108450"/>
          <p14:tracePt t="36641" x="5492750" y="4089400"/>
          <p14:tracePt t="36658" x="5499100" y="4070350"/>
          <p14:tracePt t="36675" x="5524500" y="4038600"/>
          <p14:tracePt t="36691" x="5530850" y="4025900"/>
          <p14:tracePt t="36708" x="5530850" y="3994150"/>
          <p14:tracePt t="36741" x="5530850" y="3987800"/>
          <p14:tracePt t="36758" x="5524500" y="3987800"/>
          <p14:tracePt t="36776" x="5518150" y="3987800"/>
          <p14:tracePt t="36791" x="5505450" y="3987800"/>
          <p14:tracePt t="36808" x="5422900" y="4032250"/>
          <p14:tracePt t="36825" x="5346700" y="4083050"/>
          <p14:tracePt t="36841" x="5340350" y="4095750"/>
          <p14:tracePt t="36858" x="5321300" y="4114800"/>
          <p14:tracePt t="36874" x="5308600" y="4140200"/>
          <p14:tracePt t="36891" x="5308600" y="4159250"/>
          <p14:tracePt t="36924" x="5302250" y="4171950"/>
          <p14:tracePt t="36941" x="5302250" y="4184650"/>
          <p14:tracePt t="36958" x="5308600" y="4197350"/>
          <p14:tracePt t="36974" x="5365750" y="4222750"/>
          <p14:tracePt t="36991" x="5384800" y="4229100"/>
          <p14:tracePt t="37008" x="5448300" y="4241800"/>
          <p14:tracePt t="37025" x="5524500" y="4248150"/>
          <p14:tracePt t="37041" x="5594350" y="4248150"/>
          <p14:tracePt t="37058" x="5657850" y="4248150"/>
          <p14:tracePt t="37074" x="5734050" y="4254500"/>
          <p14:tracePt t="37091" x="5810250" y="4273550"/>
          <p14:tracePt t="37108" x="5886450" y="4292600"/>
          <p14:tracePt t="37125" x="5956300" y="4330700"/>
          <p14:tracePt t="37128" x="5969000" y="4349750"/>
          <p14:tracePt t="37141" x="5975350" y="4356100"/>
          <p14:tracePt t="37158" x="6000750" y="4419600"/>
          <p14:tracePt t="37174" x="6007100" y="4438650"/>
          <p14:tracePt t="37192" x="6032500" y="4495800"/>
          <p14:tracePt t="37208" x="6032500" y="4610100"/>
          <p14:tracePt t="37224" x="6032500" y="4635500"/>
          <p14:tracePt t="37241" x="6026150" y="4673600"/>
          <p14:tracePt t="37258" x="5994400" y="4699000"/>
          <p14:tracePt t="37274" x="5930900" y="4724400"/>
          <p14:tracePt t="37291" x="5854700" y="4749800"/>
          <p14:tracePt t="37308" x="5727700" y="4787900"/>
          <p14:tracePt t="37324" x="5638800" y="4806950"/>
          <p14:tracePt t="37341" x="5607050" y="4819650"/>
          <p14:tracePt t="37358" x="5530850" y="4845050"/>
          <p14:tracePt t="37375" x="5518150" y="4857750"/>
          <p14:tracePt t="37393" x="5505450" y="4864100"/>
          <p14:tracePt t="37632" x="5499100" y="4857750"/>
          <p14:tracePt t="37640" x="5499100" y="4851400"/>
          <p14:tracePt t="37656" x="5499100" y="4845050"/>
          <p14:tracePt t="37672" x="5499100" y="4832350"/>
          <p14:tracePt t="37680" x="5499100" y="4819650"/>
          <p14:tracePt t="37704" x="5499100" y="4813300"/>
          <p14:tracePt t="37712" x="5499100" y="4800600"/>
          <p14:tracePt t="37724" x="5499100" y="4794250"/>
          <p14:tracePt t="37741" x="5518150" y="4756150"/>
          <p14:tracePt t="37758" x="5530850" y="4711700"/>
          <p14:tracePt t="37774" x="5530850" y="4699000"/>
          <p14:tracePt t="37791" x="5537200" y="4679950"/>
          <p14:tracePt t="37808" x="5543550" y="4654550"/>
          <p14:tracePt t="37824" x="5543550" y="4648200"/>
          <p14:tracePt t="37841" x="5556250" y="4641850"/>
          <p14:tracePt t="37858" x="5562600" y="4629150"/>
          <p14:tracePt t="37875" x="5562600" y="4622800"/>
          <p14:tracePt t="37891" x="5568950" y="4622800"/>
          <p14:tracePt t="37908" x="5568950" y="4616450"/>
          <p14:tracePt t="37941" x="5581650" y="4603750"/>
          <p14:tracePt t="37960" x="5588000" y="4603750"/>
          <p14:tracePt t="37984" x="5607050" y="4597400"/>
          <p14:tracePt t="38008" x="5613400" y="4591050"/>
          <p14:tracePt t="38032" x="5626100" y="4591050"/>
          <p14:tracePt t="38048" x="5645150" y="4584700"/>
          <p14:tracePt t="38064" x="5657850" y="4578350"/>
          <p14:tracePt t="38080" x="5664200" y="4578350"/>
          <p14:tracePt t="38088" x="5676900" y="4572000"/>
          <p14:tracePt t="38104" x="5683250" y="4565650"/>
          <p14:tracePt t="38112" x="5702300" y="4559300"/>
          <p14:tracePt t="38128" x="5721350" y="4559300"/>
          <p14:tracePt t="38141" x="5721350" y="4552950"/>
          <p14:tracePt t="38158" x="5734050" y="4552950"/>
          <p14:tracePt t="38175" x="5759450" y="4546600"/>
          <p14:tracePt t="38191" x="5778500" y="4546600"/>
          <p14:tracePt t="38208" x="5791200" y="4546600"/>
          <p14:tracePt t="38225" x="5822950" y="4540250"/>
          <p14:tracePt t="38241" x="5854700" y="4540250"/>
          <p14:tracePt t="38258" x="5905500" y="4546600"/>
          <p14:tracePt t="38274" x="5969000" y="4559300"/>
          <p14:tracePt t="38291" x="5994400" y="4559300"/>
          <p14:tracePt t="38308" x="6064250" y="4572000"/>
          <p14:tracePt t="38325" x="6102350" y="4578350"/>
          <p14:tracePt t="38341" x="6165850" y="4591050"/>
          <p14:tracePt t="38358" x="6184900" y="4591050"/>
          <p14:tracePt t="38375" x="6210300" y="4591050"/>
          <p14:tracePt t="38391" x="6223000" y="4597400"/>
          <p14:tracePt t="38408" x="6235700" y="4603750"/>
          <p14:tracePt t="38424" x="6261100" y="4603750"/>
          <p14:tracePt t="38442" x="6292850" y="4603750"/>
          <p14:tracePt t="38458" x="6311900" y="4603750"/>
          <p14:tracePt t="38474" x="6337300" y="4603750"/>
          <p14:tracePt t="38491" x="6381750" y="4610100"/>
          <p14:tracePt t="38508" x="6451600" y="4610100"/>
          <p14:tracePt t="38524" x="6496050" y="4610100"/>
          <p14:tracePt t="38541" x="6604000" y="4622800"/>
          <p14:tracePt t="38558" x="6623050" y="4629150"/>
          <p14:tracePt t="38574" x="6686550" y="4635500"/>
          <p14:tracePt t="38591" x="6750050" y="4648200"/>
          <p14:tracePt t="38608" x="6819900" y="4660900"/>
          <p14:tracePt t="38625" x="6851650" y="4660900"/>
          <p14:tracePt t="38641" x="6858000" y="4667250"/>
          <p14:tracePt t="38658" x="6877050" y="4673600"/>
          <p14:tracePt t="38674" x="6883400" y="4679950"/>
          <p14:tracePt t="38691" x="6896100" y="4692650"/>
          <p14:tracePt t="38708" x="6908800" y="4718050"/>
          <p14:tracePt t="38724" x="6921500" y="4724400"/>
          <p14:tracePt t="38741" x="6934200" y="4768850"/>
          <p14:tracePt t="38758" x="6940550" y="4787900"/>
          <p14:tracePt t="38774" x="6972300" y="4826000"/>
          <p14:tracePt t="38791" x="7010400" y="4889500"/>
          <p14:tracePt t="38808" x="7035800" y="4914900"/>
          <p14:tracePt t="38824" x="7061200" y="4940300"/>
          <p14:tracePt t="38841" x="7080250" y="4959350"/>
          <p14:tracePt t="38858" x="7092950" y="4972050"/>
          <p14:tracePt t="38875" x="7099300" y="4978400"/>
          <p14:tracePt t="38908" x="7099300" y="4997450"/>
          <p14:tracePt t="38925" x="7099300" y="5022850"/>
          <p14:tracePt t="38941" x="7099300" y="5054600"/>
          <p14:tracePt t="38958" x="7099300" y="5060950"/>
          <p14:tracePt t="38974" x="7105650" y="5099050"/>
          <p14:tracePt t="38991" x="7105650" y="5130800"/>
          <p14:tracePt t="39008" x="7118350" y="5162550"/>
          <p14:tracePt t="39024" x="7124700" y="5181600"/>
          <p14:tracePt t="39041" x="7131050" y="5181600"/>
          <p14:tracePt t="39144" x="7131050" y="5168900"/>
          <p14:tracePt t="39160" x="7131050" y="5162550"/>
          <p14:tracePt t="39168" x="7137400" y="5137150"/>
          <p14:tracePt t="39184" x="7137400" y="5105400"/>
          <p14:tracePt t="39193" x="7137400" y="5067300"/>
          <p14:tracePt t="39209" x="7137400" y="5035550"/>
          <p14:tracePt t="39224" x="7137400" y="5003800"/>
          <p14:tracePt t="39241" x="7137400" y="4959350"/>
          <p14:tracePt t="39258" x="7105650" y="4908550"/>
          <p14:tracePt t="39274" x="7080250" y="4857750"/>
          <p14:tracePt t="39291" x="7035800" y="4819650"/>
          <p14:tracePt t="39308" x="6991350" y="4794250"/>
          <p14:tracePt t="39325" x="6965950" y="4781550"/>
          <p14:tracePt t="39341" x="6953250" y="4768850"/>
          <p14:tracePt t="39358" x="6934200" y="4762500"/>
          <p14:tracePt t="39375" x="6927850" y="4756150"/>
          <p14:tracePt t="39391" x="6908800" y="4749800"/>
          <p14:tracePt t="39408" x="6870700" y="4749800"/>
          <p14:tracePt t="39425" x="6851650" y="4743450"/>
          <p14:tracePt t="39441" x="6769100" y="4737100"/>
          <p14:tracePt t="39458" x="6699250" y="4724400"/>
          <p14:tracePt t="39475" x="6584950" y="4711700"/>
          <p14:tracePt t="39491" x="6330950" y="4692650"/>
          <p14:tracePt t="39508" x="6235700" y="4679950"/>
          <p14:tracePt t="39525" x="6108700" y="4667250"/>
          <p14:tracePt t="39541" x="5988050" y="4654550"/>
          <p14:tracePt t="39558" x="5911850" y="4654550"/>
          <p14:tracePt t="39574" x="5880100" y="4654550"/>
          <p14:tracePt t="39591" x="5848350" y="4667250"/>
          <p14:tracePt t="39608" x="5842000" y="4667250"/>
          <p14:tracePt t="39625" x="5816600" y="4686300"/>
          <p14:tracePt t="39641" x="5791200" y="4699000"/>
          <p14:tracePt t="39658" x="5746750" y="4718050"/>
          <p14:tracePt t="39674" x="5708650" y="4730750"/>
          <p14:tracePt t="39691" x="5683250" y="4737100"/>
          <p14:tracePt t="39708" x="5657850" y="4743450"/>
          <p14:tracePt t="39724" x="5600700" y="4749800"/>
          <p14:tracePt t="39741" x="5568950" y="4749800"/>
          <p14:tracePt t="39758" x="5549900" y="4749800"/>
          <p14:tracePt t="39775" x="5473700" y="4749800"/>
          <p14:tracePt t="39791" x="5416550" y="4743450"/>
          <p14:tracePt t="39808" x="5403850" y="4743450"/>
          <p14:tracePt t="39904" x="5403850" y="4737100"/>
          <p14:tracePt t="39929" x="5403850" y="4730750"/>
          <p14:tracePt t="39936" x="5410200" y="4730750"/>
          <p14:tracePt t="39960" x="5422900" y="4730750"/>
          <p14:tracePt t="39976" x="5441950" y="4730750"/>
          <p14:tracePt t="39984" x="5454650" y="4724400"/>
          <p14:tracePt t="39993" x="5467350" y="4724400"/>
          <p14:tracePt t="40008" x="5486400" y="4718050"/>
          <p14:tracePt t="40024" x="5518150" y="4711700"/>
          <p14:tracePt t="40041" x="5600700" y="4705350"/>
          <p14:tracePt t="40058" x="5638800" y="4699000"/>
          <p14:tracePt t="40074" x="5670550" y="4692650"/>
          <p14:tracePt t="40091" x="5721350" y="4692650"/>
          <p14:tracePt t="40108" x="5740400" y="4686300"/>
          <p14:tracePt t="40125" x="5778500" y="4686300"/>
          <p14:tracePt t="40127" x="5810250" y="4686300"/>
          <p14:tracePt t="40141" x="5835650" y="4686300"/>
          <p14:tracePt t="40158" x="5918200" y="4686300"/>
          <p14:tracePt t="40174" x="5994400" y="4686300"/>
          <p14:tracePt t="40192" x="6032500" y="4686300"/>
          <p14:tracePt t="40208" x="6191250" y="4686300"/>
          <p14:tracePt t="40225" x="6286500" y="4686300"/>
          <p14:tracePt t="40241" x="6394450" y="4692650"/>
          <p14:tracePt t="40258" x="6502400" y="4711700"/>
          <p14:tracePt t="40274" x="6623050" y="4730750"/>
          <p14:tracePt t="40291" x="6680200" y="4737100"/>
          <p14:tracePt t="40308" x="6864350" y="4762500"/>
          <p14:tracePt t="40324" x="6985000" y="4787900"/>
          <p14:tracePt t="40341" x="7092950" y="4819650"/>
          <p14:tracePt t="40358" x="7131050" y="4826000"/>
          <p14:tracePt t="40374" x="7137400" y="4826000"/>
          <p14:tracePt t="40391" x="7156450" y="4838700"/>
          <p14:tracePt t="40408" x="7175500" y="4857750"/>
          <p14:tracePt t="40424" x="7207250" y="4864100"/>
          <p14:tracePt t="40441" x="7219950" y="4883150"/>
          <p14:tracePt t="40458" x="7232650" y="4883150"/>
          <p14:tracePt t="40475" x="7258050" y="4902200"/>
          <p14:tracePt t="40491" x="7302500" y="4946650"/>
          <p14:tracePt t="40508" x="7321550" y="4972050"/>
          <p14:tracePt t="40524" x="7346950" y="4984750"/>
          <p14:tracePt t="40541" x="7366000" y="5003800"/>
          <p14:tracePt t="40558" x="7366000" y="5010150"/>
          <p14:tracePt t="40591" x="7372350" y="5022850"/>
          <p14:tracePt t="40608" x="7372350" y="5035550"/>
          <p14:tracePt t="40625" x="7372350" y="5041900"/>
          <p14:tracePt t="40641" x="7366000" y="5080000"/>
          <p14:tracePt t="40674" x="7340600" y="5111750"/>
          <p14:tracePt t="40691" x="7302500" y="5187950"/>
          <p14:tracePt t="40708" x="7277100" y="5226050"/>
          <p14:tracePt t="40724" x="7251700" y="5270500"/>
          <p14:tracePt t="40741" x="7239000" y="5295900"/>
          <p14:tracePt t="40758" x="7232650" y="5308600"/>
          <p14:tracePt t="40774" x="7226300" y="5308600"/>
          <p14:tracePt t="40816" x="7239000" y="5308600"/>
          <p14:tracePt t="40848" x="7232650" y="5308600"/>
          <p14:tracePt t="40992" x="7239000" y="5295900"/>
          <p14:tracePt t="41000" x="7245350" y="5289550"/>
          <p14:tracePt t="41008" x="7258050" y="5289550"/>
          <p14:tracePt t="41024" x="7270750" y="5276850"/>
          <p14:tracePt t="41041" x="7283450" y="5264150"/>
          <p14:tracePt t="41074" x="7283450" y="5257800"/>
          <p14:tracePt t="41096" x="7283450" y="5245100"/>
          <p14:tracePt t="41120" x="7283450" y="5238750"/>
          <p14:tracePt t="41128" x="7277100" y="5232400"/>
          <p14:tracePt t="41141" x="7277100" y="5219700"/>
          <p14:tracePt t="41158" x="7270750" y="5207000"/>
          <p14:tracePt t="41176" x="7264400" y="5207000"/>
          <p14:tracePt t="41201" x="7258050" y="5200650"/>
          <p14:tracePt t="41208" x="7251700" y="5200650"/>
          <p14:tracePt t="41232" x="7245350" y="5200650"/>
          <p14:tracePt t="41256" x="7245350" y="5207000"/>
          <p14:tracePt t="41281" x="7245350" y="5213350"/>
          <p14:tracePt t="41296" x="7251700" y="5219700"/>
          <p14:tracePt t="41304" x="7251700" y="5226050"/>
          <p14:tracePt t="41312" x="7251700" y="5232400"/>
          <p14:tracePt t="41324" x="7251700" y="5238750"/>
          <p14:tracePt t="41341" x="7251700" y="5245100"/>
          <p14:tracePt t="41358" x="7213600" y="5270500"/>
          <p14:tracePt t="41374" x="7175500" y="5302250"/>
          <p14:tracePt t="41391" x="7067550" y="5378450"/>
          <p14:tracePt t="41752" x="7061200" y="5378450"/>
          <p14:tracePt t="41816" x="7054850" y="5378450"/>
          <p14:tracePt t="41832" x="7054850" y="5384800"/>
          <p14:tracePt t="41848" x="7067550" y="5384800"/>
          <p14:tracePt t="41856" x="7080250" y="5384800"/>
          <p14:tracePt t="41872" x="7086600" y="5384800"/>
          <p14:tracePt t="41896" x="7086600" y="5378450"/>
          <p14:tracePt t="41920" x="7086600" y="5365750"/>
          <p14:tracePt t="41936" x="7086600" y="5359400"/>
          <p14:tracePt t="41944" x="7080250" y="5359400"/>
          <p14:tracePt t="41960" x="7080250" y="5346700"/>
          <p14:tracePt t="41976" x="7080250" y="5340350"/>
          <p14:tracePt t="41984" x="7080250" y="5334000"/>
          <p14:tracePt t="41993" x="7080250" y="5327650"/>
          <p14:tracePt t="42008" x="7067550" y="5321300"/>
          <p14:tracePt t="42024" x="7067550" y="5308600"/>
          <p14:tracePt t="42288" x="7067550" y="5302250"/>
          <p14:tracePt t="42296" x="7073900" y="5302250"/>
          <p14:tracePt t="42312" x="7080250" y="5270500"/>
          <p14:tracePt t="42324" x="7092950" y="5251450"/>
          <p14:tracePt t="42341" x="7112000" y="5200650"/>
          <p14:tracePt t="42358" x="7118350" y="5187950"/>
          <p14:tracePt t="42375" x="7124700" y="5175250"/>
          <p14:tracePt t="42391" x="7131050" y="5175250"/>
          <p14:tracePt t="42576" x="7131050" y="5162550"/>
          <p14:tracePt t="42593" x="7124700" y="5162550"/>
          <p14:tracePt t="42616" x="7118350" y="5156200"/>
          <p14:tracePt t="42664" x="7118350" y="5149850"/>
          <p14:tracePt t="43007" x="7124700" y="5143500"/>
          <p14:tracePt t="43232" x="7124700" y="5149850"/>
          <p14:tracePt t="43249" x="7131050" y="5156200"/>
          <p14:tracePt t="43256" x="7131050" y="5162550"/>
          <p14:tracePt t="43281" x="7131050" y="5168900"/>
          <p14:tracePt t="43297" x="7137400" y="5181600"/>
          <p14:tracePt t="43304" x="7137400" y="5187950"/>
          <p14:tracePt t="43320" x="7137400" y="5194300"/>
          <p14:tracePt t="43329" x="7137400" y="5207000"/>
          <p14:tracePt t="43341" x="7137400" y="5219700"/>
          <p14:tracePt t="43358" x="7137400" y="5251450"/>
          <p14:tracePt t="43374" x="7137400" y="5257800"/>
          <p14:tracePt t="43391" x="7137400" y="5276850"/>
          <p14:tracePt t="43408" x="7137400" y="5302250"/>
          <p14:tracePt t="43424" x="7137400" y="5308600"/>
          <p14:tracePt t="43441" x="7137400" y="5314950"/>
          <p14:tracePt t="43458" x="7137400" y="5321300"/>
          <p14:tracePt t="43512" x="7131050" y="5327650"/>
          <p14:tracePt t="43536" x="7118350" y="5334000"/>
          <p14:tracePt t="43552" x="7112000" y="5340350"/>
          <p14:tracePt t="43561" x="7105650" y="5346700"/>
          <p14:tracePt t="43577" x="7092950" y="5346700"/>
          <p14:tracePt t="43584" x="7080250" y="5359400"/>
          <p14:tracePt t="43593" x="7067550" y="5359400"/>
          <p14:tracePt t="43608" x="7048500" y="5372100"/>
          <p14:tracePt t="43625" x="6934200" y="5403850"/>
          <p14:tracePt t="43641" x="6896100" y="5410200"/>
          <p14:tracePt t="43658" x="6877050" y="5422900"/>
          <p14:tracePt t="43675" x="6826250" y="5429250"/>
          <p14:tracePt t="43691" x="6743700" y="5441950"/>
          <p14:tracePt t="43708" x="6699250" y="5448300"/>
          <p14:tracePt t="43724" x="6667500" y="5454650"/>
          <p14:tracePt t="43741" x="6661150" y="5454650"/>
          <p14:tracePt t="43758" x="6629400" y="5454650"/>
          <p14:tracePt t="43774" x="6616700" y="5454650"/>
          <p14:tracePt t="43791" x="6597650" y="5454650"/>
          <p14:tracePt t="43808" x="6584950" y="5454650"/>
          <p14:tracePt t="43848" x="6578600" y="5454650"/>
          <p14:tracePt t="43858" x="6584950" y="5454650"/>
          <p14:tracePt t="43920" x="6578600" y="5454650"/>
          <p14:tracePt t="43984" x="6565900" y="5454650"/>
          <p14:tracePt t="44024" x="6559550" y="5461000"/>
          <p14:tracePt t="44672" x="6559550" y="5473700"/>
          <p14:tracePt t="44912" x="6559550" y="5480050"/>
          <p14:tracePt t="44960" x="6559550" y="5486400"/>
          <p14:tracePt t="44968" x="6559550" y="5492750"/>
          <p14:tracePt t="44976" x="6559550" y="5505450"/>
          <p14:tracePt t="44991" x="6553200" y="5518150"/>
          <p14:tracePt t="45008" x="6546850" y="5549900"/>
          <p14:tracePt t="45024" x="6464300" y="5619750"/>
          <p14:tracePt t="45041" x="6407150" y="5676900"/>
          <p14:tracePt t="45058" x="6343650" y="5708650"/>
          <p14:tracePt t="45074" x="6267450" y="5734050"/>
          <p14:tracePt t="45091" x="6242050" y="5734050"/>
          <p14:tracePt t="45107" x="6223000" y="5734050"/>
          <p14:tracePt t="45124" x="6159500" y="5734050"/>
          <p14:tracePt t="45141" x="6146800" y="5734050"/>
          <p14:tracePt t="45158" x="6127750" y="5734050"/>
          <p14:tracePt t="45174" x="6121400" y="5734050"/>
          <p14:tracePt t="45191" x="6076950" y="5727700"/>
          <p14:tracePt t="45207" x="6026150" y="5689600"/>
          <p14:tracePt t="45224" x="5981700" y="5664200"/>
          <p14:tracePt t="45241" x="5949950" y="5645150"/>
          <p14:tracePt t="45258" x="5880100" y="5619750"/>
          <p14:tracePt t="45291" x="5873750" y="5613400"/>
          <p14:tracePt t="45632" x="5867400" y="5619750"/>
          <p14:tracePt t="45640" x="5854700" y="5626100"/>
          <p14:tracePt t="45648" x="5848350" y="5632450"/>
          <p14:tracePt t="45657" x="5835650" y="5638800"/>
          <p14:tracePt t="45674" x="5816600" y="5670550"/>
          <p14:tracePt t="45691" x="5810250" y="5683250"/>
          <p14:tracePt t="45708" x="5810250" y="5695950"/>
          <p14:tracePt t="45724" x="5797550" y="5721350"/>
          <p14:tracePt t="45741" x="5797550" y="5727700"/>
          <p14:tracePt t="45758" x="5797550" y="5740400"/>
          <p14:tracePt t="45776" x="5791200" y="5740400"/>
          <p14:tracePt t="48008" x="5791200" y="5727700"/>
          <p14:tracePt t="48024" x="5791200" y="5721350"/>
          <p14:tracePt t="48040" x="5803900" y="5715000"/>
          <p14:tracePt t="48048" x="5816600" y="5708650"/>
          <p14:tracePt t="48057" x="5842000" y="5676900"/>
          <p14:tracePt t="48074" x="5886450" y="5638800"/>
          <p14:tracePt t="48091" x="5969000" y="5549900"/>
          <p14:tracePt t="48108" x="6000750" y="5473700"/>
          <p14:tracePt t="48125" x="6007100" y="5441950"/>
          <p14:tracePt t="48127" x="6019800" y="5384800"/>
          <p14:tracePt t="48141" x="6032500" y="5302250"/>
          <p14:tracePt t="48158" x="6013450" y="5175250"/>
          <p14:tracePt t="48174" x="5969000" y="5016500"/>
          <p14:tracePt t="48191" x="5746750" y="4533900"/>
          <p14:tracePt t="48208" x="5543550" y="4235450"/>
          <p14:tracePt t="48224" x="5251450" y="3975100"/>
          <p14:tracePt t="48241" x="4743450" y="3676650"/>
          <p14:tracePt t="48258" x="4495800" y="3587750"/>
          <p14:tracePt t="48274" x="4051300" y="3467100"/>
          <p14:tracePt t="48291" x="3968750" y="3441700"/>
          <p14:tracePt t="48308" x="3867150" y="3409950"/>
          <p14:tracePt t="48324" x="3740150" y="3378200"/>
          <p14:tracePt t="48341" x="3651250" y="3333750"/>
          <p14:tracePt t="48358" x="3511550" y="3295650"/>
          <p14:tracePt t="48374" x="3232150" y="3244850"/>
          <p14:tracePt t="48391" x="3149600" y="3232150"/>
          <p14:tracePt t="48408" x="2476500" y="3200400"/>
          <p14:tracePt t="48424" x="2228850" y="3155950"/>
          <p14:tracePt t="48441" x="2076450" y="3117850"/>
          <p14:tracePt t="48458" x="1860550" y="3028950"/>
          <p14:tracePt t="48474" x="1695450" y="2971800"/>
          <p14:tracePt t="48491" x="1568450" y="2933700"/>
          <p14:tracePt t="48508" x="1422400" y="2876550"/>
          <p14:tracePt t="48524" x="1377950" y="2863850"/>
          <p14:tracePt t="48541" x="1346200" y="2857500"/>
          <p14:tracePt t="48558" x="1320800" y="2844800"/>
          <p14:tracePt t="48574" x="1314450" y="2832100"/>
          <p14:tracePt t="48591" x="1257300" y="2800350"/>
          <p14:tracePt t="48608" x="1174750" y="2768600"/>
          <p14:tracePt t="48625" x="1054100" y="2724150"/>
          <p14:tracePt t="48641" x="1009650" y="2705100"/>
          <p14:tracePt t="48658" x="958850" y="2692400"/>
          <p14:tracePt t="48675" x="927100" y="2654300"/>
          <p14:tracePt t="48691" x="908050" y="2641600"/>
          <p14:tracePt t="48708" x="901700" y="2628900"/>
          <p14:tracePt t="48724" x="895350" y="2609850"/>
          <p14:tracePt t="48741" x="876300" y="2609850"/>
          <p14:tracePt t="48757" x="863600" y="2603500"/>
          <p14:tracePt t="48774" x="844550" y="2584450"/>
          <p14:tracePt t="48791" x="838200" y="2559050"/>
          <p14:tracePt t="48808" x="838200" y="2540000"/>
          <p14:tracePt t="48824" x="838200" y="2514600"/>
          <p14:tracePt t="48841" x="838200" y="2508250"/>
          <p14:tracePt t="48874" x="838200" y="2495550"/>
          <p14:tracePt t="48891" x="844550" y="2489200"/>
          <p14:tracePt t="48908" x="844550" y="2482850"/>
          <p14:tracePt t="48925" x="844550" y="2476500"/>
          <p14:tracePt t="48941" x="844550" y="2463800"/>
          <p14:tracePt t="48958" x="857250" y="2451100"/>
          <p14:tracePt t="48974" x="857250" y="2444750"/>
          <p14:tracePt t="48991" x="863600" y="2444750"/>
          <p14:tracePt t="49007" x="876300" y="2438400"/>
          <p14:tracePt t="49024" x="876300" y="2432050"/>
          <p14:tracePt t="49041" x="882650" y="2419350"/>
          <p14:tracePt t="49072" x="889000" y="2413000"/>
          <p14:tracePt t="49280" x="889000" y="2425700"/>
          <p14:tracePt t="49288" x="895350" y="2444750"/>
          <p14:tracePt t="49297" x="908050" y="2451100"/>
          <p14:tracePt t="49308" x="908050" y="2470150"/>
          <p14:tracePt t="49324" x="920750" y="2508250"/>
          <p14:tracePt t="49341" x="927100" y="2520950"/>
          <p14:tracePt t="49358" x="927100" y="2533650"/>
          <p14:tracePt t="49544" x="927100" y="2527300"/>
          <p14:tracePt t="49584" x="927100" y="2520950"/>
          <p14:tracePt t="49600" x="933450" y="2514600"/>
          <p14:tracePt t="49608" x="933450" y="2508250"/>
          <p14:tracePt t="49616" x="933450" y="2501900"/>
          <p14:tracePt t="49626" x="933450" y="2495550"/>
          <p14:tracePt t="49641" x="939800" y="2470150"/>
          <p14:tracePt t="49657" x="946150" y="2463800"/>
          <p14:tracePt t="49691" x="946150" y="2451100"/>
          <p14:tracePt t="49725" x="946150" y="2444750"/>
          <p14:tracePt t="49832" x="946150" y="2451100"/>
          <p14:tracePt t="49856" x="946150" y="2489200"/>
          <p14:tracePt t="49864" x="939800" y="2527300"/>
          <p14:tracePt t="49875" x="927100" y="2571750"/>
          <p14:tracePt t="49891" x="920750" y="2641600"/>
          <p14:tracePt t="49908" x="920750" y="2730500"/>
          <p14:tracePt t="49924" x="920750" y="2755900"/>
          <p14:tracePt t="49941" x="933450" y="2781300"/>
          <p14:tracePt t="49958" x="946150" y="2806700"/>
          <p14:tracePt t="50048" x="952500" y="2806700"/>
          <p14:tracePt t="50056" x="952500" y="2813050"/>
          <p14:tracePt t="50064" x="958850" y="2813050"/>
          <p14:tracePt t="50074" x="984250" y="2825750"/>
          <p14:tracePt t="50091" x="1003300" y="2844800"/>
          <p14:tracePt t="50108" x="1073150" y="2882900"/>
          <p14:tracePt t="50124" x="1117600" y="2901950"/>
          <p14:tracePt t="50141" x="1162050" y="2914650"/>
          <p14:tracePt t="50158" x="1231900" y="2940050"/>
          <p14:tracePt t="50174" x="1263650" y="2946400"/>
          <p14:tracePt t="50191" x="1308100" y="2959100"/>
          <p14:tracePt t="50208" x="1327150" y="2959100"/>
          <p14:tracePt t="50225" x="1339850" y="2959100"/>
          <p14:tracePt t="50392" x="1339850" y="2965450"/>
          <p14:tracePt t="50408" x="1346200" y="2965450"/>
          <p14:tracePt t="50418" x="1352550" y="2965450"/>
          <p14:tracePt t="50432" x="1358900" y="2965450"/>
          <p14:tracePt t="50447" x="1371600" y="2965450"/>
          <p14:tracePt t="50457" x="1377950" y="2965450"/>
          <p14:tracePt t="50474" x="1397000" y="2965450"/>
          <p14:tracePt t="50491" x="1422400" y="2959100"/>
          <p14:tracePt t="50508" x="1435100" y="2946400"/>
          <p14:tracePt t="50541" x="1447800" y="2933700"/>
          <p14:tracePt t="50557" x="1454150" y="2933700"/>
          <p14:tracePt t="50574" x="1473200" y="2927350"/>
          <p14:tracePt t="50591" x="1479550" y="2927350"/>
          <p14:tracePt t="50608" x="1492250" y="2921000"/>
          <p14:tracePt t="50625" x="1504950" y="2921000"/>
          <p14:tracePt t="50641" x="1524000" y="2921000"/>
          <p14:tracePt t="50657" x="1536700" y="2921000"/>
          <p14:tracePt t="50674" x="1549400" y="2921000"/>
          <p14:tracePt t="50832" x="1543050" y="2921000"/>
          <p14:tracePt t="50848" x="1536700" y="2914650"/>
          <p14:tracePt t="50858" x="1530350" y="2914650"/>
          <p14:tracePt t="50874" x="1504950" y="2914650"/>
          <p14:tracePt t="50891" x="1447800" y="2914650"/>
          <p14:tracePt t="50908" x="1371600" y="2927350"/>
          <p14:tracePt t="50924" x="1339850" y="2940050"/>
          <p14:tracePt t="51008" x="1333500" y="2940050"/>
          <p14:tracePt t="51032" x="1333500" y="2933700"/>
          <p14:tracePt t="51056" x="1333500" y="2927350"/>
          <p14:tracePt t="51072" x="1333500" y="2921000"/>
          <p14:tracePt t="51096" x="1333500" y="2914650"/>
          <p14:tracePt t="51136" x="1339850" y="2914650"/>
          <p14:tracePt t="51160" x="1352550" y="2908300"/>
          <p14:tracePt t="51172" x="1358900" y="2908300"/>
          <p14:tracePt t="51183" x="1371600" y="2895600"/>
          <p14:tracePt t="51193" x="1384300" y="2889250"/>
          <p14:tracePt t="51207" x="1409700" y="2882900"/>
          <p14:tracePt t="51224" x="1441450" y="2870200"/>
          <p14:tracePt t="51241" x="1492250" y="2870200"/>
          <p14:tracePt t="51257" x="1530350" y="2870200"/>
          <p14:tracePt t="51274" x="1600200" y="2870200"/>
          <p14:tracePt t="51291" x="1695450" y="2882900"/>
          <p14:tracePt t="51307" x="1739900" y="2895600"/>
          <p14:tracePt t="51324" x="1778000" y="2895600"/>
          <p14:tracePt t="51341" x="1797050" y="2901950"/>
          <p14:tracePt t="51358" x="1854200" y="2914650"/>
          <p14:tracePt t="51374" x="1866900" y="2914650"/>
          <p14:tracePt t="51560" x="1879600" y="2914650"/>
          <p14:tracePt t="51608" x="1873250" y="2914650"/>
          <p14:tracePt t="51632" x="1885950" y="2908300"/>
          <p14:tracePt t="51656" x="1892300" y="2908300"/>
          <p14:tracePt t="51696" x="1898650" y="2908300"/>
          <p14:tracePt t="51712" x="1905000" y="2901950"/>
          <p14:tracePt t="51728" x="1917700" y="2901950"/>
          <p14:tracePt t="51744" x="1924050" y="2895600"/>
          <p14:tracePt t="51753" x="1943100" y="2889250"/>
          <p14:tracePt t="51761" x="1974850" y="2876550"/>
          <p14:tracePt t="51774" x="1981200" y="2876550"/>
          <p14:tracePt t="51791" x="2019300" y="2863850"/>
          <p14:tracePt t="51808" x="2051050" y="2863850"/>
          <p14:tracePt t="51824" x="2070100" y="2863850"/>
          <p14:tracePt t="51842" x="2095500" y="2863850"/>
          <p14:tracePt t="51857" x="2108200" y="2863850"/>
          <p14:tracePt t="51874" x="2139950" y="2857500"/>
          <p14:tracePt t="51892" x="2159000" y="2857500"/>
          <p14:tracePt t="51907" x="2165350" y="2857500"/>
          <p14:tracePt t="51941" x="2171700" y="2857500"/>
          <p14:tracePt t="51958" x="2178050" y="2857500"/>
          <p14:tracePt t="51974" x="2184400" y="2857500"/>
          <p14:tracePt t="51991" x="2190750" y="2857500"/>
          <p14:tracePt t="52008" x="2197100" y="2857500"/>
          <p14:tracePt t="52025" x="2203450" y="2857500"/>
          <p14:tracePt t="52041" x="2216150" y="2857500"/>
          <p14:tracePt t="52072" x="2241550" y="2857500"/>
          <p14:tracePt t="52096" x="2260600" y="2857500"/>
          <p14:tracePt t="52104" x="2279650" y="2857500"/>
          <p14:tracePt t="52114" x="2298700" y="2851150"/>
          <p14:tracePt t="52124" x="2311400" y="2851150"/>
          <p14:tracePt t="52141" x="2330450" y="2844800"/>
          <p14:tracePt t="52158" x="2368550" y="2838450"/>
          <p14:tracePt t="52174" x="2425700" y="2832100"/>
          <p14:tracePt t="52191" x="2463800" y="2832100"/>
          <p14:tracePt t="52208" x="2520950" y="2832100"/>
          <p14:tracePt t="52224" x="2578100" y="2832100"/>
          <p14:tracePt t="52241" x="2616200" y="2832100"/>
          <p14:tracePt t="52258" x="2641600" y="2832100"/>
          <p14:tracePt t="52274" x="2686050" y="2832100"/>
          <p14:tracePt t="52291" x="2717800" y="2832100"/>
          <p14:tracePt t="52324" x="2749550" y="2838450"/>
          <p14:tracePt t="52341" x="2781300" y="2832100"/>
          <p14:tracePt t="52358" x="2800350" y="2832100"/>
          <p14:tracePt t="52374" x="2806700" y="2832100"/>
          <p14:tracePt t="52391" x="2844800" y="2832100"/>
          <p14:tracePt t="52408" x="2889250" y="2832100"/>
          <p14:tracePt t="52424" x="2927350" y="2832100"/>
          <p14:tracePt t="52441" x="2933700" y="2832100"/>
          <p14:tracePt t="52458" x="2965450" y="2832100"/>
          <p14:tracePt t="52475" x="3003550" y="2832100"/>
          <p14:tracePt t="52491" x="3016250" y="2832100"/>
          <p14:tracePt t="52508" x="3060700" y="2832100"/>
          <p14:tracePt t="52524" x="3098800" y="2838450"/>
          <p14:tracePt t="52541" x="3149600" y="2844800"/>
          <p14:tracePt t="52558" x="3155950" y="2844800"/>
          <p14:tracePt t="52574" x="3181350" y="2844800"/>
          <p14:tracePt t="52591" x="3206750" y="2844800"/>
          <p14:tracePt t="52608" x="3232150" y="2844800"/>
          <p14:tracePt t="52624" x="3244850" y="2844800"/>
          <p14:tracePt t="52648" x="3251200" y="2844800"/>
          <p14:tracePt t="52658" x="3257550" y="2844800"/>
          <p14:tracePt t="52674" x="3270250" y="2844800"/>
          <p14:tracePt t="52691" x="3282950" y="2844800"/>
          <p14:tracePt t="52712" x="3289300" y="2844800"/>
          <p14:tracePt t="52724" x="3295650" y="2844800"/>
          <p14:tracePt t="52741" x="3302000" y="2844800"/>
          <p14:tracePt t="52758" x="3314700" y="2844800"/>
          <p14:tracePt t="52774" x="3352800" y="2844800"/>
          <p14:tracePt t="52791" x="3371850" y="2851150"/>
          <p14:tracePt t="52808" x="3397250" y="2857500"/>
          <p14:tracePt t="52824" x="3409950" y="2857500"/>
          <p14:tracePt t="52841" x="3448050" y="2857500"/>
          <p14:tracePt t="52875" x="3460750" y="2857500"/>
          <p14:tracePt t="52891" x="3479800" y="2857500"/>
          <p14:tracePt t="52908" x="3486150" y="2857500"/>
          <p14:tracePt t="52924" x="3498850" y="2857500"/>
          <p14:tracePt t="52968" x="3505200" y="2857500"/>
          <p14:tracePt t="53008" x="3511550" y="2857500"/>
          <p14:tracePt t="53016" x="3517900" y="2857500"/>
          <p14:tracePt t="53040" x="3524250" y="2857500"/>
          <p14:tracePt t="53048" x="3536950" y="2857500"/>
          <p14:tracePt t="53064" x="3543300" y="2857500"/>
          <p14:tracePt t="53080" x="3543300" y="2863850"/>
          <p14:tracePt t="53091" x="3549650" y="2870200"/>
          <p14:tracePt t="53107" x="3556000" y="2870200"/>
          <p14:tracePt t="53125" x="3562350" y="2876550"/>
          <p14:tracePt t="53144" x="3568700" y="2876550"/>
          <p14:tracePt t="53160" x="3568700" y="2882900"/>
          <p14:tracePt t="53288" x="3575050" y="2882900"/>
          <p14:tracePt t="53313" x="3581400" y="2876550"/>
          <p14:tracePt t="53320" x="3587750" y="2870200"/>
          <p14:tracePt t="53328" x="3587750" y="2863850"/>
          <p14:tracePt t="53341" x="3594100" y="2863850"/>
          <p14:tracePt t="53358" x="3606800" y="2851150"/>
          <p14:tracePt t="53374" x="3619500" y="2844800"/>
          <p14:tracePt t="53536" x="3632200" y="2844800"/>
          <p14:tracePt t="53560" x="3638550" y="2844800"/>
          <p14:tracePt t="53568" x="3644900" y="2844800"/>
          <p14:tracePt t="53576" x="3651250" y="2844800"/>
          <p14:tracePt t="53591" x="3663950" y="2844800"/>
          <p14:tracePt t="53608" x="3721100" y="2838450"/>
          <p14:tracePt t="53624" x="3790950" y="2838450"/>
          <p14:tracePt t="53641" x="3892550" y="2838450"/>
          <p14:tracePt t="53658" x="3994150" y="2832100"/>
          <p14:tracePt t="53674" x="4203700" y="2832100"/>
          <p14:tracePt t="53691" x="4286250" y="2825750"/>
          <p14:tracePt t="53708" x="4368800" y="2819400"/>
          <p14:tracePt t="53725" x="4533900" y="2806700"/>
          <p14:tracePt t="53741" x="4591050" y="2806700"/>
          <p14:tracePt t="53758" x="4629150" y="2806700"/>
          <p14:tracePt t="53774" x="4660900" y="2806700"/>
          <p14:tracePt t="53791" x="4667250" y="2806700"/>
          <p14:tracePt t="53848" x="4667250" y="2813050"/>
          <p14:tracePt t="53864" x="4673600" y="2813050"/>
          <p14:tracePt t="54184" x="4679950" y="2819400"/>
          <p14:tracePt t="54488" x="4660900" y="2819400"/>
          <p14:tracePt t="54496" x="4648200" y="2819400"/>
          <p14:tracePt t="54507" x="4641850" y="2819400"/>
          <p14:tracePt t="54524" x="4603750" y="2819400"/>
          <p14:tracePt t="54541" x="4483100" y="2806700"/>
          <p14:tracePt t="54557" x="4445000" y="2806700"/>
          <p14:tracePt t="54574" x="4362450" y="2787650"/>
          <p14:tracePt t="54591" x="4197350" y="2774950"/>
          <p14:tracePt t="54608" x="4044950" y="2749550"/>
          <p14:tracePt t="54625" x="3854450" y="2743200"/>
          <p14:tracePt t="54641" x="3803650" y="2736850"/>
          <p14:tracePt t="54657" x="3676650" y="2736850"/>
          <p14:tracePt t="54675" x="3530600" y="2736850"/>
          <p14:tracePt t="54691" x="3321050" y="2736850"/>
          <p14:tracePt t="54707" x="3232150" y="2736850"/>
          <p14:tracePt t="54724" x="3079750" y="2743200"/>
          <p14:tracePt t="54741" x="3028950" y="2743200"/>
          <p14:tracePt t="54758" x="2940050" y="2743200"/>
          <p14:tracePt t="54775" x="2876550" y="2743200"/>
          <p14:tracePt t="54791" x="2800350" y="2755900"/>
          <p14:tracePt t="54808" x="2749550" y="2762250"/>
          <p14:tracePt t="54824" x="2686050" y="2768600"/>
          <p14:tracePt t="54841" x="2679700" y="2768600"/>
          <p14:tracePt t="54858" x="2660650" y="2768600"/>
          <p14:tracePt t="54874" x="2641600" y="2768600"/>
          <p14:tracePt t="54891" x="2622550" y="2774950"/>
          <p14:tracePt t="54907" x="2597150" y="2774950"/>
          <p14:tracePt t="54924" x="2584450" y="2781300"/>
          <p14:tracePt t="54941" x="2559050" y="2781300"/>
          <p14:tracePt t="54957" x="2552700" y="2781300"/>
          <p14:tracePt t="54974" x="2520950" y="2781300"/>
          <p14:tracePt t="54991" x="2501900" y="2768600"/>
          <p14:tracePt t="55007" x="2457450" y="2762250"/>
          <p14:tracePt t="55024" x="2368550" y="2743200"/>
          <p14:tracePt t="55041" x="2317750" y="2743200"/>
          <p14:tracePt t="55057" x="2247900" y="2730500"/>
          <p14:tracePt t="55074" x="2139950" y="2724150"/>
          <p14:tracePt t="55091" x="2108200" y="2717800"/>
          <p14:tracePt t="55108" x="2057400" y="2717800"/>
          <p14:tracePt t="55125" x="1987550" y="2724150"/>
          <p14:tracePt t="55127" x="1968500" y="2730500"/>
          <p14:tracePt t="55141" x="1949450" y="2730500"/>
          <p14:tracePt t="55158" x="1924050" y="2743200"/>
          <p14:tracePt t="55174" x="1911350" y="2749550"/>
          <p14:tracePt t="55191" x="1911350" y="2755900"/>
          <p14:tracePt t="55208" x="1885950" y="2768600"/>
          <p14:tracePt t="55224" x="1885950" y="2781300"/>
          <p14:tracePt t="55241" x="1873250" y="2787650"/>
          <p14:tracePt t="55258" x="1866900" y="2806700"/>
          <p14:tracePt t="55274" x="1847850" y="2825750"/>
          <p14:tracePt t="55291" x="1847850" y="2832100"/>
          <p14:tracePt t="55307" x="1841500" y="2844800"/>
          <p14:tracePt t="55324" x="1835150" y="2870200"/>
          <p14:tracePt t="55358" x="1835150" y="2876550"/>
          <p14:tracePt t="55374" x="1847850" y="2889250"/>
          <p14:tracePt t="55391" x="1854200" y="2889250"/>
          <p14:tracePt t="55407" x="1866900" y="2895600"/>
          <p14:tracePt t="55424" x="1873250" y="2895600"/>
          <p14:tracePt t="55441" x="1885950" y="2895600"/>
          <p14:tracePt t="55457" x="1905000" y="2895600"/>
          <p14:tracePt t="55474" x="1943100" y="2889250"/>
          <p14:tracePt t="55491" x="1981200" y="2882900"/>
          <p14:tracePt t="55507" x="2070100" y="2876550"/>
          <p14:tracePt t="55524" x="2139950" y="2876550"/>
          <p14:tracePt t="55541" x="2165350" y="2876550"/>
          <p14:tracePt t="55557" x="2241550" y="2882900"/>
          <p14:tracePt t="55574" x="2425700" y="2895600"/>
          <p14:tracePt t="55591" x="2527300" y="2908300"/>
          <p14:tracePt t="55608" x="2743200" y="2940050"/>
          <p14:tracePt t="55624" x="2819400" y="2952750"/>
          <p14:tracePt t="55641" x="2895600" y="2959100"/>
          <p14:tracePt t="55657" x="2959100" y="2959100"/>
          <p14:tracePt t="55674" x="3092450" y="2959100"/>
          <p14:tracePt t="55691" x="3130550" y="2959100"/>
          <p14:tracePt t="55707" x="3168650" y="2959100"/>
          <p14:tracePt t="55724" x="3194050" y="2946400"/>
          <p14:tracePt t="55741" x="3213100" y="2933700"/>
          <p14:tracePt t="55757" x="3238500" y="2921000"/>
          <p14:tracePt t="55774" x="3263900" y="2876550"/>
          <p14:tracePt t="55791" x="3270250" y="2857500"/>
          <p14:tracePt t="55807" x="3276600" y="2832100"/>
          <p14:tracePt t="55824" x="3276600" y="2768600"/>
          <p14:tracePt t="55841" x="3276600" y="2755900"/>
          <p14:tracePt t="55858" x="3270250" y="2749550"/>
          <p14:tracePt t="55874" x="3257550" y="2736850"/>
          <p14:tracePt t="55892" x="3238500" y="2736850"/>
          <p14:tracePt t="55908" x="3194050" y="2724150"/>
          <p14:tracePt t="55924" x="3155950" y="2724150"/>
          <p14:tracePt t="55941" x="3111500" y="2724150"/>
          <p14:tracePt t="55958" x="3041650" y="2736850"/>
          <p14:tracePt t="55974" x="3009900" y="2736850"/>
          <p14:tracePt t="55991" x="2997200" y="2736850"/>
          <p14:tracePt t="56104" x="3003550" y="2736850"/>
          <p14:tracePt t="56144" x="3009900" y="2736850"/>
          <p14:tracePt t="56152" x="3016250" y="2736850"/>
          <p14:tracePt t="56176" x="3041650" y="2736850"/>
          <p14:tracePt t="56184" x="3067050" y="2743200"/>
          <p14:tracePt t="56193" x="3086100" y="2749550"/>
          <p14:tracePt t="56208" x="3295650" y="2794000"/>
          <p14:tracePt t="56224" x="3479800" y="2832100"/>
          <p14:tracePt t="56241" x="3867150" y="2895600"/>
          <p14:tracePt t="56258" x="3924300" y="2908300"/>
          <p14:tracePt t="56274" x="4102100" y="2940050"/>
          <p14:tracePt t="56291" x="4375150" y="2971800"/>
          <p14:tracePt t="56308" x="4502150" y="2984500"/>
          <p14:tracePt t="56324" x="4578350" y="2997200"/>
          <p14:tracePt t="56341" x="4610100" y="2997200"/>
          <p14:tracePt t="56358" x="4737100" y="3003550"/>
          <p14:tracePt t="56375" x="4775200" y="3003550"/>
          <p14:tracePt t="56391" x="4819650" y="3003550"/>
          <p14:tracePt t="56408" x="4870450" y="2997200"/>
          <p14:tracePt t="56424" x="4889500" y="2990850"/>
          <p14:tracePt t="56441" x="4902200" y="2984500"/>
          <p14:tracePt t="56458" x="4940300" y="2971800"/>
          <p14:tracePt t="56474" x="4972050" y="2965450"/>
          <p14:tracePt t="56491" x="5041900" y="2940050"/>
          <p14:tracePt t="56508" x="5073650" y="2933700"/>
          <p14:tracePt t="56524" x="5099050" y="2921000"/>
          <p14:tracePt t="56541" x="5105400" y="2914650"/>
          <p14:tracePt t="56558" x="5111750" y="2914650"/>
          <p14:tracePt t="56574" x="5118100" y="2908300"/>
          <p14:tracePt t="56625" x="5118100" y="2901950"/>
          <p14:tracePt t="56632" x="5118100" y="2895600"/>
          <p14:tracePt t="56648" x="5118100" y="2889250"/>
          <p14:tracePt t="56657" x="5099050" y="2870200"/>
          <p14:tracePt t="56674" x="5022850" y="2832100"/>
          <p14:tracePt t="56691" x="4978400" y="2819400"/>
          <p14:tracePt t="56708" x="4921250" y="2794000"/>
          <p14:tracePt t="56724" x="4743450" y="2768600"/>
          <p14:tracePt t="56741" x="4641850" y="2762250"/>
          <p14:tracePt t="56758" x="4495800" y="2762250"/>
          <p14:tracePt t="56774" x="4292600" y="2762250"/>
          <p14:tracePt t="56791" x="4229100" y="2762250"/>
          <p14:tracePt t="56808" x="4013200" y="2768600"/>
          <p14:tracePt t="56824" x="3962400" y="2768600"/>
          <p14:tracePt t="56841" x="3943350" y="2768600"/>
          <p14:tracePt t="56858" x="3924300" y="2768600"/>
          <p14:tracePt t="56875" x="3917950" y="2774950"/>
          <p14:tracePt t="56891" x="3911600" y="2781300"/>
          <p14:tracePt t="56908" x="3905250" y="2787650"/>
          <p14:tracePt t="56924" x="3892550" y="2794000"/>
          <p14:tracePt t="56941" x="3886200" y="2806700"/>
          <p14:tracePt t="56974" x="3886200" y="2813050"/>
          <p14:tracePt t="56991" x="3886200" y="2819400"/>
          <p14:tracePt t="57048" x="3898900" y="2819400"/>
          <p14:tracePt t="57152" x="3905250" y="2819400"/>
          <p14:tracePt t="57240" x="3905250" y="2813050"/>
          <p14:tracePt t="57272" x="3892550" y="2806700"/>
          <p14:tracePt t="57280" x="3892550" y="2800350"/>
          <p14:tracePt t="58448" x="3886200" y="2800350"/>
          <p14:tracePt t="58456" x="3854450" y="2800350"/>
          <p14:tracePt t="58464" x="3771900" y="2813050"/>
          <p14:tracePt t="58474" x="3695700" y="2832100"/>
          <p14:tracePt t="58491" x="3111500" y="2940050"/>
          <p14:tracePt t="58507" x="2711450" y="3003550"/>
          <p14:tracePt t="58524" x="2635250" y="3009900"/>
          <p14:tracePt t="58541" x="2260600" y="3035300"/>
          <p14:tracePt t="58557" x="2082800" y="3048000"/>
          <p14:tracePt t="58574" x="1873250" y="3060700"/>
          <p14:tracePt t="58591" x="1816100" y="3067050"/>
          <p14:tracePt t="58607" x="1752600" y="3073400"/>
          <p14:tracePt t="58624" x="1682750" y="3092450"/>
          <p14:tracePt t="58641" x="1644650" y="3092450"/>
          <p14:tracePt t="58658" x="1625600" y="3111500"/>
          <p14:tracePt t="58690" x="1619250" y="3117850"/>
          <p14:tracePt t="58707" x="1612900" y="3130550"/>
          <p14:tracePt t="58724" x="1606550" y="3130550"/>
          <p14:tracePt t="58741" x="1587500" y="3149600"/>
          <p14:tracePt t="58757" x="1574800" y="3155950"/>
          <p14:tracePt t="58774" x="1543050" y="3187700"/>
          <p14:tracePt t="58791" x="1536700" y="3194050"/>
          <p14:tracePt t="58807" x="1498600" y="3225800"/>
          <p14:tracePt t="58824" x="1485900" y="3244850"/>
          <p14:tracePt t="58841" x="1460500" y="3251200"/>
          <p14:tracePt t="58858" x="1454150" y="3257550"/>
          <p14:tracePt t="58892" x="1435100" y="3270250"/>
          <p14:tracePt t="58908" x="1428750" y="3270250"/>
          <p14:tracePt t="58924" x="1416050" y="3270250"/>
          <p14:tracePt t="58941" x="1403350" y="3282950"/>
          <p14:tracePt t="58974" x="1397000" y="3282950"/>
          <p14:tracePt t="58993" x="1384300" y="3282950"/>
          <p14:tracePt t="59312" x="1377950" y="3282950"/>
          <p14:tracePt t="59352" x="1371600" y="3282950"/>
          <p14:tracePt t="59376" x="1358900" y="3282950"/>
          <p14:tracePt t="59384" x="1346200" y="3282950"/>
          <p14:tracePt t="59392" x="1333500" y="3282950"/>
          <p14:tracePt t="59407" x="1308100" y="3282950"/>
          <p14:tracePt t="59424" x="1257300" y="3276600"/>
          <p14:tracePt t="59440" x="1238250" y="3276600"/>
          <p14:tracePt t="59457" x="1219200" y="3263900"/>
          <p14:tracePt t="59474" x="1187450" y="3257550"/>
          <p14:tracePt t="59491" x="1155700" y="3238500"/>
          <p14:tracePt t="59507" x="1149350" y="3232150"/>
          <p14:tracePt t="59524" x="1130300" y="3225800"/>
          <p14:tracePt t="59557" x="1123950" y="3225800"/>
          <p14:tracePt t="59712" x="1123950" y="3219450"/>
          <p14:tracePt t="59728" x="1123950" y="3206750"/>
          <p14:tracePt t="59880" x="1117600" y="3206750"/>
          <p14:tracePt t="59897" x="1111250" y="3206750"/>
          <p14:tracePt t="59904" x="1098550" y="3206750"/>
          <p14:tracePt t="59912" x="1092200" y="3206750"/>
          <p14:tracePt t="59936" x="1085850" y="3206750"/>
          <p14:tracePt t="59944" x="1073150" y="3206750"/>
          <p14:tracePt t="59957" x="1066800" y="3206750"/>
          <p14:tracePt t="59974" x="1060450" y="3206750"/>
          <p14:tracePt t="60024" x="1047750" y="3213100"/>
          <p14:tracePt t="60040" x="1035050" y="3213100"/>
          <p14:tracePt t="60728" x="1022350" y="3213100"/>
          <p14:tracePt t="61616" x="1022350" y="3206750"/>
          <p14:tracePt t="61626" x="1016000" y="3206750"/>
          <p14:tracePt t="63104" x="1016000" y="3200400"/>
          <p14:tracePt t="63528" x="1016000" y="3206750"/>
          <p14:tracePt t="64024" x="1016000" y="3213100"/>
          <p14:tracePt t="64040" x="1016000" y="3219450"/>
          <p14:tracePt t="64056" x="1016000" y="3225800"/>
          <p14:tracePt t="64064" x="1022350" y="3225800"/>
          <p14:tracePt t="64074" x="1022350" y="3244850"/>
          <p14:tracePt t="64091" x="1035050" y="3263900"/>
          <p14:tracePt t="64108" x="1054100" y="3308350"/>
          <p14:tracePt t="64124" x="1060450" y="3321050"/>
          <p14:tracePt t="64127" x="1066800" y="3327400"/>
          <p14:tracePt t="64157" x="1092200" y="3352800"/>
          <p14:tracePt t="64174" x="1092200" y="3359150"/>
          <p14:tracePt t="64191" x="1117600" y="3384550"/>
          <p14:tracePt t="64207" x="1130300" y="3384550"/>
          <p14:tracePt t="64224" x="1155700" y="3422650"/>
          <p14:tracePt t="64241" x="1168400" y="3429000"/>
          <p14:tracePt t="64257" x="1212850" y="3460750"/>
          <p14:tracePt t="64274" x="1257300" y="3479800"/>
          <p14:tracePt t="64291" x="1270000" y="3486150"/>
          <p14:tracePt t="64307" x="1295400" y="3505200"/>
          <p14:tracePt t="64324" x="1339850" y="3530600"/>
          <p14:tracePt t="64341" x="1371600" y="3543300"/>
          <p14:tracePt t="64358" x="1390650" y="3556000"/>
          <p14:tracePt t="64374" x="1435100" y="3575050"/>
          <p14:tracePt t="64391" x="1479550" y="3600450"/>
          <p14:tracePt t="64407" x="1593850" y="3644900"/>
          <p14:tracePt t="64424" x="1631950" y="3657600"/>
          <p14:tracePt t="64441" x="1676400" y="3670300"/>
          <p14:tracePt t="64457" x="1758950" y="3702050"/>
          <p14:tracePt t="64474" x="1828800" y="3721100"/>
          <p14:tracePt t="64491" x="1873250" y="3740150"/>
          <p14:tracePt t="64507" x="2000250" y="3790950"/>
          <p14:tracePt t="64524" x="2070100" y="3810000"/>
          <p14:tracePt t="64541" x="2254250" y="3879850"/>
          <p14:tracePt t="64557" x="2305050" y="3892550"/>
          <p14:tracePt t="64574" x="2393950" y="3924300"/>
          <p14:tracePt t="64591" x="2597150" y="3981450"/>
          <p14:tracePt t="64608" x="2762250" y="4013200"/>
          <p14:tracePt t="64624" x="2921000" y="4038600"/>
          <p14:tracePt t="64640" x="2971800" y="4051300"/>
          <p14:tracePt t="64657" x="3073400" y="4070350"/>
          <p14:tracePt t="64674" x="3149600" y="4083050"/>
          <p14:tracePt t="64691" x="3340100" y="4095750"/>
          <p14:tracePt t="64707" x="3403600" y="4108450"/>
          <p14:tracePt t="64724" x="3448050" y="4108450"/>
          <p14:tracePt t="64741" x="3479800" y="4108450"/>
          <p14:tracePt t="64758" x="3536950" y="4108450"/>
          <p14:tracePt t="64774" x="3562350" y="4108450"/>
          <p14:tracePt t="64791" x="3600450" y="4102100"/>
          <p14:tracePt t="64807" x="3740150" y="4083050"/>
          <p14:tracePt t="64824" x="3765550" y="4076700"/>
          <p14:tracePt t="64841" x="3829050" y="4064000"/>
          <p14:tracePt t="64858" x="3911600" y="4038600"/>
          <p14:tracePt t="64874" x="3949700" y="4032250"/>
          <p14:tracePt t="64891" x="4000500" y="4000500"/>
          <p14:tracePt t="64908" x="4000500" y="3994150"/>
          <p14:tracePt t="64924" x="4019550" y="3975100"/>
          <p14:tracePt t="64941" x="4044950" y="3949700"/>
          <p14:tracePt t="64958" x="4051300" y="3917950"/>
          <p14:tracePt t="64974" x="4064000" y="3898900"/>
          <p14:tracePt t="64991" x="4064000" y="3848100"/>
          <p14:tracePt t="65008" x="4057650" y="3797300"/>
          <p14:tracePt t="65024" x="4025900" y="3759200"/>
          <p14:tracePt t="65041" x="3930650" y="3644900"/>
          <p14:tracePt t="65058" x="3835400" y="3600450"/>
          <p14:tracePt t="65074" x="3721100" y="3575050"/>
          <p14:tracePt t="65091" x="3581400" y="3530600"/>
          <p14:tracePt t="65108" x="3460750" y="3517900"/>
          <p14:tracePt t="65125" x="3359150" y="3505200"/>
          <p14:tracePt t="65127" x="3270250" y="3492500"/>
          <p14:tracePt t="65141" x="3219450" y="3492500"/>
          <p14:tracePt t="65158" x="3136900" y="3479800"/>
          <p14:tracePt t="65174" x="3117850" y="3479800"/>
          <p14:tracePt t="65191" x="2978150" y="3479800"/>
          <p14:tracePt t="65208" x="2870200" y="3479800"/>
          <p14:tracePt t="65224" x="2768600" y="3511550"/>
          <p14:tracePt t="65241" x="2711450" y="3524250"/>
          <p14:tracePt t="65258" x="2692400" y="3530600"/>
          <p14:tracePt t="65274" x="2635250" y="3549650"/>
          <p14:tracePt t="65291" x="2622550" y="3562350"/>
          <p14:tracePt t="65308" x="2590800" y="3587750"/>
          <p14:tracePt t="65324" x="2559050" y="3606800"/>
          <p14:tracePt t="65358" x="2501900" y="3663950"/>
          <p14:tracePt t="65374" x="2470150" y="3702050"/>
          <p14:tracePt t="65391" x="2413000" y="3752850"/>
          <p14:tracePt t="65407" x="2311400" y="3867150"/>
          <p14:tracePt t="65424" x="2247900" y="3962400"/>
          <p14:tracePt t="65441" x="2184400" y="4095750"/>
          <p14:tracePt t="65457" x="2165350" y="4159250"/>
          <p14:tracePt t="65474" x="2171700" y="4210050"/>
          <p14:tracePt t="65491" x="2184400" y="4286250"/>
          <p14:tracePt t="65507" x="2190750" y="4286250"/>
          <p14:tracePt t="65524" x="2203450" y="4311650"/>
          <p14:tracePt t="65540" x="2222500" y="4362450"/>
          <p14:tracePt t="65557" x="2254250" y="4394200"/>
          <p14:tracePt t="65574" x="2260600" y="4438650"/>
          <p14:tracePt t="65591" x="2266950" y="4495800"/>
          <p14:tracePt t="65607" x="2279650" y="4559300"/>
          <p14:tracePt t="65624" x="2286000" y="4641850"/>
          <p14:tracePt t="65641" x="2286000" y="4660900"/>
          <p14:tracePt t="65657" x="2286000" y="4686300"/>
          <p14:tracePt t="65674" x="2286000" y="4692650"/>
          <p14:tracePt t="65728" x="2279650" y="4705350"/>
          <p14:tracePt t="65736" x="2273300" y="4705350"/>
          <p14:tracePt t="65744" x="2266950" y="4711700"/>
          <p14:tracePt t="65760" x="2260600" y="4730750"/>
          <p14:tracePt t="65774" x="2254250" y="4743450"/>
          <p14:tracePt t="65791" x="2209800" y="4845050"/>
          <p14:tracePt t="65807" x="2184400" y="4953000"/>
          <p14:tracePt t="65824" x="2159000" y="5086350"/>
          <p14:tracePt t="65841" x="2159000" y="5105400"/>
          <p14:tracePt t="65857" x="2152650" y="5143500"/>
          <p14:tracePt t="65874" x="2152650" y="5156200"/>
          <p14:tracePt t="65891" x="2152650" y="5162550"/>
          <p14:tracePt t="66120" x="2146300" y="5149850"/>
          <p14:tracePt t="66136" x="2146300" y="5130800"/>
          <p14:tracePt t="66144" x="2139950" y="5099050"/>
          <p14:tracePt t="66152" x="2133600" y="5080000"/>
          <p14:tracePt t="66160" x="2082800" y="4997450"/>
          <p14:tracePt t="66174" x="2082800" y="4978400"/>
          <p14:tracePt t="66191" x="2051050" y="4933950"/>
          <p14:tracePt t="66208" x="2019300" y="4902200"/>
          <p14:tracePt t="66241" x="2012950" y="4889500"/>
          <p14:tracePt t="66257" x="2012950" y="4883150"/>
          <p14:tracePt t="66274" x="2012950" y="4864100"/>
          <p14:tracePt t="66291" x="2012950" y="4857750"/>
          <p14:tracePt t="66307" x="2012950" y="4845050"/>
          <p14:tracePt t="66324" x="2012950" y="4832350"/>
          <p14:tracePt t="66341" x="2012950" y="4819650"/>
          <p14:tracePt t="66358" x="2019300" y="4806950"/>
          <p14:tracePt t="66374" x="2025650" y="4794250"/>
          <p14:tracePt t="66391" x="2025650" y="4787900"/>
          <p14:tracePt t="66408" x="2051050" y="4768850"/>
          <p14:tracePt t="66424" x="2057400" y="4762500"/>
          <p14:tracePt t="66441" x="2082800" y="4743450"/>
          <p14:tracePt t="66458" x="2089150" y="4743450"/>
          <p14:tracePt t="66474" x="2101850" y="4730750"/>
          <p14:tracePt t="66491" x="2120900" y="4724400"/>
          <p14:tracePt t="66508" x="2139950" y="4718050"/>
          <p14:tracePt t="66524" x="2152650" y="4711700"/>
          <p14:tracePt t="66541" x="2159000" y="4711700"/>
          <p14:tracePt t="66558" x="2178050" y="4711700"/>
          <p14:tracePt t="66574" x="2222500" y="4705350"/>
          <p14:tracePt t="66591" x="2235200" y="4699000"/>
          <p14:tracePt t="66607" x="2305050" y="4692650"/>
          <p14:tracePt t="66625" x="2343150" y="4692650"/>
          <p14:tracePt t="66641" x="2381250" y="4692650"/>
          <p14:tracePt t="66658" x="2470150" y="4692650"/>
          <p14:tracePt t="66674" x="2508250" y="4692650"/>
          <p14:tracePt t="66691" x="2559050" y="4686300"/>
          <p14:tracePt t="66708" x="2622550" y="4686300"/>
          <p14:tracePt t="66724" x="2711450" y="4686300"/>
          <p14:tracePt t="66741" x="2762250" y="4686300"/>
          <p14:tracePt t="66758" x="2825750" y="4686300"/>
          <p14:tracePt t="66774" x="2870200" y="4692650"/>
          <p14:tracePt t="66791" x="2901950" y="4692650"/>
          <p14:tracePt t="66807" x="2971800" y="4692650"/>
          <p14:tracePt t="66824" x="3035300" y="4692650"/>
          <p14:tracePt t="66841" x="3086100" y="4686300"/>
          <p14:tracePt t="66858" x="3098800" y="4686300"/>
          <p14:tracePt t="66874" x="3194050" y="4660900"/>
          <p14:tracePt t="66892" x="3238500" y="4654550"/>
          <p14:tracePt t="66908" x="3270250" y="4648200"/>
          <p14:tracePt t="66924" x="3308350" y="4648200"/>
          <p14:tracePt t="66941" x="3365500" y="4635500"/>
          <p14:tracePt t="66957" x="3416300" y="4629150"/>
          <p14:tracePt t="66974" x="3473450" y="4622800"/>
          <p14:tracePt t="66991" x="3549650" y="4610100"/>
          <p14:tracePt t="67008" x="3606800" y="4603750"/>
          <p14:tracePt t="67024" x="3651250" y="4603750"/>
          <p14:tracePt t="67041" x="3702050" y="4603750"/>
          <p14:tracePt t="67057" x="3765550" y="4603750"/>
          <p14:tracePt t="67074" x="3835400" y="4603750"/>
          <p14:tracePt t="67091" x="3956050" y="4597400"/>
          <p14:tracePt t="67108" x="4019550" y="4597400"/>
          <p14:tracePt t="67125" x="4064000" y="4603750"/>
          <p14:tracePt t="67127" x="4102100" y="4603750"/>
          <p14:tracePt t="67141" x="4140200" y="4603750"/>
          <p14:tracePt t="67157" x="4318000" y="4603750"/>
          <p14:tracePt t="67174" x="4406900" y="4603750"/>
          <p14:tracePt t="67191" x="4470400" y="4603750"/>
          <p14:tracePt t="67207" x="4591050" y="4603750"/>
          <p14:tracePt t="67224" x="4654550" y="4610100"/>
          <p14:tracePt t="67241" x="4724400" y="4610100"/>
          <p14:tracePt t="67257" x="4845050" y="4629150"/>
          <p14:tracePt t="67274" x="4921250" y="4635500"/>
          <p14:tracePt t="67291" x="4997450" y="4635500"/>
          <p14:tracePt t="67308" x="5073650" y="4641850"/>
          <p14:tracePt t="67324" x="5118100" y="4641850"/>
          <p14:tracePt t="67341" x="5168900" y="4641850"/>
          <p14:tracePt t="67358" x="5270500" y="4641850"/>
          <p14:tracePt t="67374" x="5321300" y="4641850"/>
          <p14:tracePt t="67391" x="5378450" y="4641850"/>
          <p14:tracePt t="67408" x="5492750" y="4641850"/>
          <p14:tracePt t="67424" x="5549900" y="4641850"/>
          <p14:tracePt t="67441" x="5600700" y="4641850"/>
          <p14:tracePt t="67458" x="5727700" y="4641850"/>
          <p14:tracePt t="67474" x="5797550" y="4648200"/>
          <p14:tracePt t="67491" x="5835650" y="4648200"/>
          <p14:tracePt t="67507" x="5880100" y="4648200"/>
          <p14:tracePt t="67524" x="5943600" y="4648200"/>
          <p14:tracePt t="67541" x="5962650" y="4648200"/>
          <p14:tracePt t="67557" x="5994400" y="4654550"/>
          <p14:tracePt t="67574" x="6057900" y="4660900"/>
          <p14:tracePt t="67591" x="6070600" y="4667250"/>
          <p14:tracePt t="67607" x="6115050" y="4673600"/>
          <p14:tracePt t="67624" x="6203950" y="4686300"/>
          <p14:tracePt t="67641" x="6286500" y="4705350"/>
          <p14:tracePt t="67657" x="6337300" y="4711700"/>
          <p14:tracePt t="67674" x="6413500" y="4724400"/>
          <p14:tracePt t="67691" x="6470650" y="4737100"/>
          <p14:tracePt t="67707" x="6534150" y="4743450"/>
          <p14:tracePt t="67724" x="6629400" y="4762500"/>
          <p14:tracePt t="67741" x="6667500" y="4768850"/>
          <p14:tracePt t="67757" x="6711950" y="4781550"/>
          <p14:tracePt t="67774" x="6743700" y="4781550"/>
          <p14:tracePt t="67791" x="6756400" y="4787900"/>
          <p14:tracePt t="67808" x="6775450" y="4794250"/>
          <p14:tracePt t="67824" x="6788150" y="4806950"/>
          <p14:tracePt t="67841" x="6807200" y="4813300"/>
          <p14:tracePt t="67858" x="6807200" y="4819650"/>
          <p14:tracePt t="67874" x="6826250" y="4832350"/>
          <p14:tracePt t="67891" x="6870700" y="4851400"/>
          <p14:tracePt t="67908" x="6877050" y="4857750"/>
          <p14:tracePt t="67924" x="6902450" y="4870450"/>
          <p14:tracePt t="67941" x="6940550" y="4895850"/>
          <p14:tracePt t="67957" x="6972300" y="4908550"/>
          <p14:tracePt t="67974" x="6978650" y="4921250"/>
          <p14:tracePt t="67991" x="7016750" y="4940300"/>
          <p14:tracePt t="68008" x="7035800" y="4959350"/>
          <p14:tracePt t="68024" x="7048500" y="4965700"/>
          <p14:tracePt t="68041" x="7067550" y="4991100"/>
          <p14:tracePt t="68058" x="7073900" y="4997450"/>
          <p14:tracePt t="68074" x="7080250" y="5016500"/>
          <p14:tracePt t="68091" x="7086600" y="5016500"/>
          <p14:tracePt t="68107" x="7099300" y="5022850"/>
          <p14:tracePt t="68125" x="7099300" y="5067300"/>
          <p14:tracePt t="68127" x="7099300" y="5073650"/>
          <p14:tracePt t="68141" x="7099300" y="5092700"/>
          <p14:tracePt t="68158" x="7105650" y="5130800"/>
          <p14:tracePt t="68174" x="7112000" y="5194300"/>
          <p14:tracePt t="68191" x="7112000" y="5213350"/>
          <p14:tracePt t="68207" x="7112000" y="5257800"/>
          <p14:tracePt t="68224" x="7112000" y="5283200"/>
          <p14:tracePt t="68241" x="7112000" y="5289550"/>
          <p14:tracePt t="68258" x="7112000" y="5308600"/>
          <p14:tracePt t="68274" x="7112000" y="5314950"/>
          <p14:tracePt t="68307" x="7112000" y="5334000"/>
          <p14:tracePt t="68324" x="7086600" y="5340350"/>
          <p14:tracePt t="68341" x="7029450" y="5384800"/>
          <p14:tracePt t="68357" x="6991350" y="5410200"/>
          <p14:tracePt t="68374" x="6972300" y="5416550"/>
          <p14:tracePt t="68391" x="6940550" y="5429250"/>
          <p14:tracePt t="68407" x="6864350" y="5461000"/>
          <p14:tracePt t="68424" x="6851650" y="5467350"/>
          <p14:tracePt t="68441" x="6800850" y="5486400"/>
          <p14:tracePt t="68457" x="6769100" y="5492750"/>
          <p14:tracePt t="68474" x="6680200" y="5505450"/>
          <p14:tracePt t="68491" x="6508750" y="5530850"/>
          <p14:tracePt t="68508" x="6388100" y="5556250"/>
          <p14:tracePt t="68524" x="6337300" y="5562600"/>
          <p14:tracePt t="68541" x="6203950" y="5581650"/>
          <p14:tracePt t="68558" x="6134100" y="5594350"/>
          <p14:tracePt t="68574" x="6076950" y="5607050"/>
          <p14:tracePt t="68591" x="5937250" y="5626100"/>
          <p14:tracePt t="68608" x="5880100" y="5638800"/>
          <p14:tracePt t="68624" x="5727700" y="5670550"/>
          <p14:tracePt t="68641" x="5626100" y="5689600"/>
          <p14:tracePt t="68657" x="5492750" y="5708650"/>
          <p14:tracePt t="68674" x="5353050" y="5734050"/>
          <p14:tracePt t="68691" x="5226050" y="5753100"/>
          <p14:tracePt t="68708" x="5111750" y="5759450"/>
          <p14:tracePt t="68724" x="4800600" y="5778500"/>
          <p14:tracePt t="68741" x="4660900" y="5778500"/>
          <p14:tracePt t="68757" x="4356100" y="5765800"/>
          <p14:tracePt t="68774" x="4273550" y="5759450"/>
          <p14:tracePt t="68791" x="4121150" y="5740400"/>
          <p14:tracePt t="68807" x="3759200" y="5695950"/>
          <p14:tracePt t="68824" x="3632200" y="5676900"/>
          <p14:tracePt t="68841" x="3340100" y="5632450"/>
          <p14:tracePt t="68858" x="3276600" y="5632450"/>
          <p14:tracePt t="68874" x="3143250" y="5607050"/>
          <p14:tracePt t="68891" x="2997200" y="5594350"/>
          <p14:tracePt t="68907" x="2933700" y="5575300"/>
          <p14:tracePt t="68925" x="2863850" y="5568950"/>
          <p14:tracePt t="68941" x="2787650" y="5562600"/>
          <p14:tracePt t="68957" x="2749550" y="5549900"/>
          <p14:tracePt t="68975" x="2692400" y="5543550"/>
          <p14:tracePt t="68991" x="2590800" y="5530850"/>
          <p14:tracePt t="69007" x="2482850" y="5505450"/>
          <p14:tracePt t="69024" x="2374900" y="5492750"/>
          <p14:tracePt t="69041" x="2349500" y="5486400"/>
          <p14:tracePt t="69057" x="2292350" y="5480050"/>
          <p14:tracePt t="69074" x="2247900" y="5473700"/>
          <p14:tracePt t="69091" x="2165350" y="5454650"/>
          <p14:tracePt t="69108" x="2120900" y="5448300"/>
          <p14:tracePt t="69125" x="2063750" y="5422900"/>
          <p14:tracePt t="69127" x="2025650" y="5410200"/>
          <p14:tracePt t="69141" x="2006600" y="5403850"/>
          <p14:tracePt t="69157" x="1936750" y="5378450"/>
          <p14:tracePt t="69174" x="1866900" y="5353050"/>
          <p14:tracePt t="69191" x="1822450" y="5327650"/>
          <p14:tracePt t="69208" x="1784350" y="5295900"/>
          <p14:tracePt t="69224" x="1765300" y="5276850"/>
          <p14:tracePt t="69241" x="1752600" y="5257800"/>
          <p14:tracePt t="69257" x="1727200" y="5207000"/>
          <p14:tracePt t="69274" x="1720850" y="5194300"/>
          <p14:tracePt t="69291" x="1714500" y="5181600"/>
          <p14:tracePt t="69307" x="1714500" y="5130800"/>
          <p14:tracePt t="69324" x="1727200" y="5105400"/>
          <p14:tracePt t="69341" x="1733550" y="5073650"/>
          <p14:tracePt t="69358" x="1739900" y="5016500"/>
          <p14:tracePt t="69374" x="1752600" y="4978400"/>
          <p14:tracePt t="69391" x="1752600" y="4965700"/>
          <p14:tracePt t="69408" x="1765300" y="4908550"/>
          <p14:tracePt t="69424" x="1771650" y="4889500"/>
          <p14:tracePt t="69441" x="1784350" y="4870450"/>
          <p14:tracePt t="69457" x="1790700" y="4857750"/>
          <p14:tracePt t="69474" x="1803400" y="4851400"/>
          <p14:tracePt t="69491" x="1809750" y="4838700"/>
          <p14:tracePt t="69507" x="1822450" y="4826000"/>
          <p14:tracePt t="69524" x="1847850" y="4800600"/>
          <p14:tracePt t="69540" x="1866900" y="4787900"/>
          <p14:tracePt t="69557" x="1873250" y="4787900"/>
          <p14:tracePt t="69574" x="1917700" y="4756150"/>
          <p14:tracePt t="69591" x="1955800" y="4730750"/>
          <p14:tracePt t="69607" x="2019300" y="4705350"/>
          <p14:tracePt t="69624" x="2089150" y="4679950"/>
          <p14:tracePt t="69641" x="2101850" y="4673600"/>
          <p14:tracePt t="69657" x="2152650" y="4673600"/>
          <p14:tracePt t="69674" x="2228850" y="4667250"/>
          <p14:tracePt t="69691" x="2317750" y="4667250"/>
          <p14:tracePt t="69707" x="2393950" y="4673600"/>
          <p14:tracePt t="69724" x="2527300" y="4686300"/>
          <p14:tracePt t="69741" x="2578100" y="4692650"/>
          <p14:tracePt t="69758" x="2635250" y="4699000"/>
          <p14:tracePt t="69774" x="2749550" y="4711700"/>
          <p14:tracePt t="69791" x="2813050" y="4718050"/>
          <p14:tracePt t="69808" x="2927350" y="4737100"/>
          <p14:tracePt t="69824" x="2959100" y="4737100"/>
          <p14:tracePt t="69841" x="3003550" y="4743450"/>
          <p14:tracePt t="69858" x="3079750" y="4775200"/>
          <p14:tracePt t="69874" x="3130550" y="4781550"/>
          <p14:tracePt t="69891" x="3206750" y="4800600"/>
          <p14:tracePt t="69908" x="3244850" y="4806950"/>
          <p14:tracePt t="69924" x="3289300" y="4813300"/>
          <p14:tracePt t="69941" x="3365500" y="4819650"/>
          <p14:tracePt t="69957" x="3505200" y="4832350"/>
          <p14:tracePt t="69974" x="3625850" y="4838700"/>
          <p14:tracePt t="69991" x="3752850" y="4838700"/>
          <p14:tracePt t="70008" x="3917950" y="4832350"/>
          <p14:tracePt t="70024" x="3968750" y="4845050"/>
          <p14:tracePt t="70041" x="4222750" y="4838700"/>
          <p14:tracePt t="70058" x="4381500" y="4838700"/>
          <p14:tracePt t="70074" x="4540250" y="4832350"/>
          <p14:tracePt t="70091" x="4610100" y="4826000"/>
          <p14:tracePt t="70108" x="4902200" y="4813300"/>
          <p14:tracePt t="70124" x="5060950" y="4806950"/>
          <p14:tracePt t="70141" x="5207000" y="4800600"/>
          <p14:tracePt t="70158" x="5486400" y="4800600"/>
          <p14:tracePt t="70174" x="5543550" y="4800600"/>
          <p14:tracePt t="70191" x="5632450" y="4806950"/>
          <p14:tracePt t="70207" x="5892800" y="4826000"/>
          <p14:tracePt t="70224" x="5981700" y="4838700"/>
          <p14:tracePt t="70241" x="6121400" y="4864100"/>
          <p14:tracePt t="70258" x="6159500" y="4870450"/>
          <p14:tracePt t="70274" x="6210300" y="4876800"/>
          <p14:tracePt t="70291" x="6248400" y="4895850"/>
          <p14:tracePt t="70307" x="6324600" y="4921250"/>
          <p14:tracePt t="70324" x="6400800" y="4921250"/>
          <p14:tracePt t="70341" x="6438900" y="4927600"/>
          <p14:tracePt t="70357" x="6483350" y="4940300"/>
          <p14:tracePt t="70375" x="6540500" y="4953000"/>
          <p14:tracePt t="70391" x="6578600" y="4959350"/>
          <p14:tracePt t="70407" x="6654800" y="4972050"/>
          <p14:tracePt t="70424" x="6699250" y="4978400"/>
          <p14:tracePt t="70441" x="6756400" y="4978400"/>
          <p14:tracePt t="70457" x="6794500" y="4978400"/>
          <p14:tracePt t="70474" x="6826250" y="4978400"/>
          <p14:tracePt t="70491" x="6851650" y="4984750"/>
          <p14:tracePt t="70507" x="6883400" y="4984750"/>
          <p14:tracePt t="70524" x="6915150" y="4991100"/>
          <p14:tracePt t="70541" x="6940550" y="4991100"/>
          <p14:tracePt t="70558" x="6953250" y="4991100"/>
          <p14:tracePt t="70574" x="6978650" y="4991100"/>
          <p14:tracePt t="70591" x="6997700" y="4997450"/>
          <p14:tracePt t="70607" x="7035800" y="5010150"/>
          <p14:tracePt t="70624" x="7061200" y="5016500"/>
          <p14:tracePt t="70641" x="7086600" y="5029200"/>
          <p14:tracePt t="70657" x="7092950" y="5035550"/>
          <p14:tracePt t="70674" x="7118350" y="5054600"/>
          <p14:tracePt t="70691" x="7118350" y="5080000"/>
          <p14:tracePt t="70707" x="7181850" y="5086350"/>
          <p14:tracePt t="70724" x="7188200" y="5092700"/>
          <p14:tracePt t="70741" x="7188200" y="5130800"/>
          <p14:tracePt t="70757" x="7188200" y="5149850"/>
          <p14:tracePt t="70774" x="7194550" y="5187950"/>
          <p14:tracePt t="70791" x="7188200" y="5200650"/>
          <p14:tracePt t="70807" x="7181850" y="5219700"/>
          <p14:tracePt t="70824" x="7175500" y="5232400"/>
          <p14:tracePt t="70841" x="7169150" y="5264150"/>
          <p14:tracePt t="70874" x="7156450" y="5283200"/>
          <p14:tracePt t="70891" x="7143750" y="5295900"/>
          <p14:tracePt t="70907" x="7124700" y="5327650"/>
          <p14:tracePt t="70924" x="7092950" y="5340350"/>
          <p14:tracePt t="70941" x="7067550" y="5359400"/>
          <p14:tracePt t="70957" x="6972300" y="5397500"/>
          <p14:tracePt t="70974" x="6889750" y="5429250"/>
          <p14:tracePt t="70991" x="6769100" y="5461000"/>
          <p14:tracePt t="71007" x="6623050" y="5480050"/>
          <p14:tracePt t="71024" x="6559550" y="5499100"/>
          <p14:tracePt t="71041" x="6381750" y="5505450"/>
          <p14:tracePt t="71057" x="6311900" y="5518150"/>
          <p14:tracePt t="71074" x="6235700" y="5518150"/>
          <p14:tracePt t="71091" x="6140450" y="5518150"/>
          <p14:tracePt t="71107" x="6121400" y="5518150"/>
          <p14:tracePt t="71124" x="6089650" y="5518150"/>
          <p14:tracePt t="71141" x="5981700" y="5511800"/>
          <p14:tracePt t="71158" x="5930900" y="5511800"/>
          <p14:tracePt t="71174" x="5892800" y="5511800"/>
          <p14:tracePt t="71191" x="5848350" y="5511800"/>
          <p14:tracePt t="71208" x="5810250" y="5511800"/>
          <p14:tracePt t="71224" x="5797550" y="5511800"/>
          <p14:tracePt t="71258" x="5797550" y="5518150"/>
          <p14:tracePt t="71274" x="5784850" y="5518150"/>
          <p14:tracePt t="71297" x="5784850" y="5524500"/>
          <p14:tracePt t="71313" x="5778500" y="5524500"/>
          <p14:tracePt t="71328" x="5772150" y="5524500"/>
          <p14:tracePt t="71341" x="5753100" y="5530850"/>
          <p14:tracePt t="71357" x="5734050" y="5543550"/>
          <p14:tracePt t="71374" x="5689600" y="5543550"/>
          <p14:tracePt t="71391" x="5600700" y="5562600"/>
          <p14:tracePt t="71407" x="5067300" y="5575300"/>
          <p14:tracePt t="71424" x="4673600" y="5537200"/>
          <p14:tracePt t="71441" x="4489450" y="5511800"/>
          <p14:tracePt t="71457" x="3689350" y="5365750"/>
          <p14:tracePt t="71474" x="3352800" y="5232400"/>
          <p14:tracePt t="71491" x="3092450" y="5105400"/>
          <p14:tracePt t="71507" x="2851150" y="4832350"/>
          <p14:tracePt t="71524" x="2819400" y="4762500"/>
          <p14:tracePt t="71541" x="2768600" y="4648200"/>
          <p14:tracePt t="71557" x="2698750" y="4368800"/>
          <p14:tracePt t="71574" x="2654300" y="4235450"/>
          <p14:tracePt t="71591" x="2622550" y="4146550"/>
          <p14:tracePt t="71608" x="2603500" y="4102100"/>
          <p14:tracePt t="71624" x="2603500" y="4057650"/>
          <p14:tracePt t="71641" x="2603500" y="4025900"/>
          <p14:tracePt t="71657" x="2603500" y="4000500"/>
          <p14:tracePt t="71674" x="2603500" y="3987800"/>
          <p14:tracePt t="71691" x="2597150" y="3943350"/>
          <p14:tracePt t="71707" x="2597150" y="3924300"/>
          <p14:tracePt t="71724" x="2590800" y="3898900"/>
          <p14:tracePt t="71741" x="2590800" y="3860800"/>
          <p14:tracePt t="71757" x="2590800" y="3835400"/>
          <p14:tracePt t="71774" x="2590800" y="3803650"/>
          <p14:tracePt t="71791" x="2590800" y="3733800"/>
          <p14:tracePt t="71807" x="2584450" y="3702050"/>
          <p14:tracePt t="71824" x="2584450" y="3676650"/>
          <p14:tracePt t="71841" x="2590800" y="3625850"/>
          <p14:tracePt t="71858" x="2590800" y="3613150"/>
          <p14:tracePt t="71890" x="2590800" y="3606800"/>
          <p14:tracePt t="71912" x="2590800" y="3600450"/>
          <p14:tracePt t="71984" x="2597150" y="3600450"/>
          <p14:tracePt t="72104" x="2603500" y="3606800"/>
          <p14:tracePt t="72112" x="2603500" y="3613150"/>
          <p14:tracePt t="72136" x="2597150" y="3619500"/>
          <p14:tracePt t="72152" x="2609850" y="3619500"/>
          <p14:tracePt t="72160" x="2622550" y="3625850"/>
          <p14:tracePt t="72174" x="2628900" y="3625850"/>
          <p14:tracePt t="72191" x="2667000" y="3638550"/>
          <p14:tracePt t="72207" x="2717800" y="3638550"/>
          <p14:tracePt t="72225" x="2749550" y="3638550"/>
          <p14:tracePt t="72241" x="2832100" y="3638550"/>
          <p14:tracePt t="72257" x="2876550" y="3644900"/>
          <p14:tracePt t="72274" x="2984500" y="3651250"/>
          <p14:tracePt t="72291" x="3117850" y="3683000"/>
          <p14:tracePt t="72308" x="3187700" y="3683000"/>
          <p14:tracePt t="72324" x="3314700" y="3689350"/>
          <p14:tracePt t="72341" x="3473450" y="3689350"/>
          <p14:tracePt t="72358" x="3543300" y="3689350"/>
          <p14:tracePt t="72375" x="3606800" y="3663950"/>
          <p14:tracePt t="72391" x="3619500" y="3644900"/>
          <p14:tracePt t="72407" x="3638550" y="3625850"/>
          <p14:tracePt t="72424" x="3651250" y="3606800"/>
          <p14:tracePt t="72441" x="3644900" y="3568700"/>
          <p14:tracePt t="72457" x="3638550" y="3530600"/>
          <p14:tracePt t="72474" x="3575050" y="3448050"/>
          <p14:tracePt t="72491" x="3549650" y="3429000"/>
          <p14:tracePt t="72507" x="3454400" y="3365500"/>
          <p14:tracePt t="72524" x="3238500" y="3251200"/>
          <p14:tracePt t="72540" x="3041650" y="3181350"/>
          <p14:tracePt t="72557" x="2825750" y="3111500"/>
          <p14:tracePt t="72574" x="2489200" y="3067050"/>
          <p14:tracePt t="72590" x="2317750" y="3048000"/>
          <p14:tracePt t="72607" x="2089150" y="3073400"/>
          <p14:tracePt t="72624" x="2051050" y="3098800"/>
          <p14:tracePt t="72641" x="2000250" y="3155950"/>
          <p14:tracePt t="72657" x="1993900" y="3168650"/>
          <p14:tracePt t="72674" x="1981200" y="3206750"/>
          <p14:tracePt t="72691" x="1981200" y="3232150"/>
          <p14:tracePt t="72708" x="1968500" y="3295650"/>
          <p14:tracePt t="72724" x="1968500" y="3333750"/>
          <p14:tracePt t="72741" x="1981200" y="3352800"/>
          <p14:tracePt t="72758" x="2019300" y="3416300"/>
          <p14:tracePt t="72774" x="2051050" y="3441700"/>
          <p14:tracePt t="72791" x="2146300" y="3492500"/>
          <p14:tracePt t="72807" x="2254250" y="3543300"/>
          <p14:tracePt t="72824" x="2311400" y="3556000"/>
          <p14:tracePt t="72841" x="2559050" y="3606800"/>
          <p14:tracePt t="72857" x="2679700" y="3613150"/>
          <p14:tracePt t="72874" x="2876550" y="3619500"/>
          <p14:tracePt t="72891" x="3232150" y="3606800"/>
          <p14:tracePt t="72907" x="3390900" y="3581400"/>
          <p14:tracePt t="72924" x="3492500" y="3549650"/>
          <p14:tracePt t="72941" x="3695700" y="3486150"/>
          <p14:tracePt t="72957" x="3727450" y="3454400"/>
          <p14:tracePt t="72974" x="3752850" y="3435350"/>
          <p14:tracePt t="72991" x="3752850" y="3416300"/>
          <p14:tracePt t="73007" x="3765550" y="3384550"/>
          <p14:tracePt t="73024" x="3759200" y="3359150"/>
          <p14:tracePt t="73041" x="3657600" y="3314700"/>
          <p14:tracePt t="73057" x="3568700" y="3289300"/>
          <p14:tracePt t="73074" x="3511550" y="3276600"/>
          <p14:tracePt t="73091" x="3251200" y="3263900"/>
          <p14:tracePt t="73108" x="3105150" y="3282950"/>
          <p14:tracePt t="73125" x="2990850" y="3302000"/>
          <p14:tracePt t="73127" x="2895600" y="3321050"/>
          <p14:tracePt t="73141" x="2882900" y="3333750"/>
          <p14:tracePt t="73157" x="2876550" y="3340100"/>
          <p14:tracePt t="73174" x="2832100" y="3378200"/>
          <p14:tracePt t="73191" x="2806700" y="3403600"/>
          <p14:tracePt t="73208" x="2800350" y="3498850"/>
          <p14:tracePt t="73224" x="2800350" y="3536950"/>
          <p14:tracePt t="73241" x="2806700" y="3556000"/>
          <p14:tracePt t="73258" x="2819400" y="3606800"/>
          <p14:tracePt t="73274" x="2895600" y="3670300"/>
          <p14:tracePt t="73291" x="2940050" y="3708400"/>
          <p14:tracePt t="73307" x="3067050" y="3733800"/>
          <p14:tracePt t="73324" x="3111500" y="3733800"/>
          <p14:tracePt t="73340" x="3213100" y="3733800"/>
          <p14:tracePt t="73358" x="3327400" y="3721100"/>
          <p14:tracePt t="73374" x="3530600" y="3651250"/>
          <p14:tracePt t="73391" x="3575050" y="3613150"/>
          <p14:tracePt t="73407" x="3638550" y="3530600"/>
          <p14:tracePt t="73424" x="3644900" y="3492500"/>
          <p14:tracePt t="73440" x="3651250" y="3435350"/>
          <p14:tracePt t="73457" x="3606800" y="3371850"/>
          <p14:tracePt t="73474" x="3562350" y="3333750"/>
          <p14:tracePt t="73490" x="3454400" y="3302000"/>
          <p14:tracePt t="73507" x="3346450" y="3289300"/>
          <p14:tracePt t="73524" x="3124200" y="3295650"/>
          <p14:tracePt t="73540" x="2997200" y="3327400"/>
          <p14:tracePt t="73557" x="2730500" y="3422650"/>
          <p14:tracePt t="73574" x="2635250" y="3473450"/>
          <p14:tracePt t="73590" x="2622550" y="3492500"/>
          <p14:tracePt t="73607" x="2603500" y="3530600"/>
          <p14:tracePt t="73624" x="2603500" y="3536950"/>
          <p14:tracePt t="73641" x="2616200" y="3549650"/>
          <p14:tracePt t="73657" x="2647950" y="3562350"/>
          <p14:tracePt t="73674" x="2711450" y="3568700"/>
          <p14:tracePt t="73690" x="2755900" y="3575050"/>
          <p14:tracePt t="73707" x="2825750" y="3575050"/>
          <p14:tracePt t="73724" x="2984500" y="3517900"/>
          <p14:tracePt t="73740" x="3035300" y="3492500"/>
          <p14:tracePt t="73757" x="3067050" y="3473450"/>
          <p14:tracePt t="73774" x="3079750" y="3454400"/>
          <p14:tracePt t="73790" x="3086100" y="3441700"/>
          <p14:tracePt t="73856" x="3086100" y="3448050"/>
          <p14:tracePt t="73864" x="3079750" y="3454400"/>
          <p14:tracePt t="73874" x="3079750" y="3460750"/>
          <p14:tracePt t="73891" x="3067050" y="3467100"/>
          <p14:tracePt t="73907" x="3067050" y="3473450"/>
          <p14:tracePt t="73924" x="3048000" y="3479800"/>
          <p14:tracePt t="74208" x="3048000" y="3492500"/>
          <p14:tracePt t="74216" x="3048000" y="3511550"/>
          <p14:tracePt t="74224" x="3054350" y="3517900"/>
          <p14:tracePt t="74240" x="3067050" y="3530600"/>
          <p14:tracePt t="74257" x="3086100" y="3575050"/>
          <p14:tracePt t="74274" x="3092450" y="3600450"/>
          <p14:tracePt t="74291" x="3105150" y="3632200"/>
          <p14:tracePt t="74307" x="3105150" y="3663950"/>
          <p14:tracePt t="74324" x="3111500" y="3676650"/>
          <p14:tracePt t="74341" x="3111500" y="3689350"/>
          <p14:tracePt t="74357" x="3105150" y="3708400"/>
          <p14:tracePt t="74375" x="3105150" y="3721100"/>
          <p14:tracePt t="74391" x="3086100" y="3733800"/>
          <p14:tracePt t="74408" x="3016250" y="3860800"/>
          <p14:tracePt t="74424" x="2952750" y="3898900"/>
          <p14:tracePt t="74441" x="2901950" y="3943350"/>
          <p14:tracePt t="74457" x="2870200" y="3968750"/>
          <p14:tracePt t="74474" x="2870200" y="3981450"/>
          <p14:tracePt t="74491" x="2863850" y="3981450"/>
          <p14:tracePt t="74508" x="2857500" y="3994150"/>
          <p14:tracePt t="74524" x="2857500" y="4000500"/>
          <p14:tracePt t="74541" x="2857500" y="4013200"/>
          <p14:tracePt t="74557" x="2832100" y="4019550"/>
          <p14:tracePt t="74574" x="2794000" y="4044950"/>
          <p14:tracePt t="74591" x="2724150" y="4133850"/>
          <p14:tracePt t="74608" x="2686050" y="4197350"/>
          <p14:tracePt t="74624" x="2686050" y="4330700"/>
          <p14:tracePt t="74641" x="2743200" y="4432300"/>
          <p14:tracePt t="74658" x="2794000" y="4527550"/>
          <p14:tracePt t="74674" x="2870200" y="4648200"/>
          <p14:tracePt t="74691" x="2882900" y="4673600"/>
          <p14:tracePt t="74707" x="2908300" y="4724400"/>
          <p14:tracePt t="74724" x="2927350" y="4775200"/>
          <p14:tracePt t="74741" x="2959100" y="4794250"/>
          <p14:tracePt t="74758" x="2971800" y="4819650"/>
          <p14:tracePt t="74774" x="3028950" y="4838700"/>
          <p14:tracePt t="74791" x="3079750" y="4857750"/>
          <p14:tracePt t="74808" x="3206750" y="4883150"/>
          <p14:tracePt t="74824" x="3270250" y="4895850"/>
          <p14:tracePt t="74841" x="3378200" y="4895850"/>
          <p14:tracePt t="74858" x="3441700" y="4895850"/>
          <p14:tracePt t="74874" x="3746500" y="4864100"/>
          <p14:tracePt t="74891" x="3917950" y="4832350"/>
          <p14:tracePt t="74907" x="4057650" y="4775200"/>
          <p14:tracePt t="74924" x="4267200" y="4610100"/>
          <p14:tracePt t="74941" x="4324350" y="4546600"/>
          <p14:tracePt t="74958" x="4349750" y="4502150"/>
          <p14:tracePt t="74974" x="4368800" y="4394200"/>
          <p14:tracePt t="74991" x="4368800" y="4356100"/>
          <p14:tracePt t="75007" x="4286250" y="4241800"/>
          <p14:tracePt t="75024" x="4222750" y="4184650"/>
          <p14:tracePt t="75041" x="4197350" y="4171950"/>
          <p14:tracePt t="75058" x="4121150" y="4140200"/>
          <p14:tracePt t="75074" x="4089400" y="4133850"/>
          <p14:tracePt t="75091" x="4057650" y="4121150"/>
          <p14:tracePt t="75107" x="4032250" y="4095750"/>
          <p14:tracePt t="75124" x="4025900" y="4095750"/>
          <p14:tracePt t="75158" x="4032250" y="4083050"/>
          <p14:tracePt t="75175" x="4044950" y="4076700"/>
          <p14:tracePt t="75191" x="4070350" y="4064000"/>
          <p14:tracePt t="75207" x="4127500" y="4032250"/>
          <p14:tracePt t="75224" x="4184650" y="4000500"/>
          <p14:tracePt t="75241" x="4222750" y="3981450"/>
          <p14:tracePt t="75258" x="4235450" y="3975100"/>
          <p14:tracePt t="75274" x="4318000" y="3930650"/>
          <p14:tracePt t="75291" x="4362450" y="3898900"/>
          <p14:tracePt t="75308" x="4413250" y="3873500"/>
          <p14:tracePt t="75324" x="4451350" y="3841750"/>
          <p14:tracePt t="75341" x="4464050" y="3829050"/>
          <p14:tracePt t="75374" x="4483100" y="3816350"/>
          <p14:tracePt t="75408" x="4489450" y="3810000"/>
          <p14:tracePt t="75424" x="4502150" y="3803650"/>
          <p14:tracePt t="75456" x="4508500" y="3803650"/>
          <p14:tracePt t="75472" x="4527550" y="3790950"/>
          <p14:tracePt t="75480" x="4540250" y="3784600"/>
          <p14:tracePt t="75504" x="4565650" y="3778250"/>
          <p14:tracePt t="75512" x="4578350" y="3771900"/>
          <p14:tracePt t="75524" x="4616450" y="3759200"/>
          <p14:tracePt t="75541" x="4743450" y="3721100"/>
          <p14:tracePt t="75558" x="4794250" y="3708400"/>
          <p14:tracePt t="75574" x="4832350" y="3689350"/>
          <p14:tracePt t="75607" x="4845050" y="3676650"/>
          <p14:tracePt t="75624" x="4845050" y="3663950"/>
          <p14:tracePt t="75641" x="4832350" y="3663950"/>
          <p14:tracePt t="75657" x="4806950" y="3651250"/>
          <p14:tracePt t="75674" x="4768850" y="3644900"/>
          <p14:tracePt t="75691" x="4699000" y="3644900"/>
          <p14:tracePt t="75707" x="4667250" y="3644900"/>
          <p14:tracePt t="75724" x="4648200" y="3651250"/>
          <p14:tracePt t="75784" x="4648200" y="3657600"/>
          <p14:tracePt t="75808" x="4648200" y="3670300"/>
          <p14:tracePt t="75816" x="4654550" y="3670300"/>
          <p14:tracePt t="75824" x="4667250" y="3670300"/>
          <p14:tracePt t="75841" x="4679950" y="3683000"/>
          <p14:tracePt t="75858" x="4699000" y="3683000"/>
          <p14:tracePt t="75874" x="4711700" y="3689350"/>
          <p14:tracePt t="75907" x="4724400" y="3689350"/>
          <p14:tracePt t="75924" x="4737100" y="3689350"/>
          <p14:tracePt t="76112" x="4711700" y="3702050"/>
          <p14:tracePt t="76120" x="4686300" y="3714750"/>
          <p14:tracePt t="76128" x="4641850" y="3733800"/>
          <p14:tracePt t="76144" x="4597400" y="3733800"/>
          <p14:tracePt t="76157" x="4514850" y="3752850"/>
          <p14:tracePt t="76174" x="4508500" y="3752850"/>
          <p14:tracePt t="76336" x="4502150" y="3752850"/>
          <p14:tracePt t="76400" x="4502150" y="3759200"/>
          <p14:tracePt t="76408" x="4495800" y="3765550"/>
          <p14:tracePt t="76416" x="4489450" y="3765550"/>
          <p14:tracePt t="76424" x="4483100" y="3765550"/>
          <p14:tracePt t="76441" x="4476750" y="3765550"/>
          <p14:tracePt t="76457" x="4476750" y="3740150"/>
          <p14:tracePt t="76474" x="4470400" y="3733800"/>
          <p14:tracePt t="76491" x="4464050" y="3727450"/>
          <p14:tracePt t="76507" x="4464050" y="3721100"/>
          <p14:tracePt t="76540" x="4457700" y="3721100"/>
          <p14:tracePt t="76888" x="4457700" y="3714750"/>
          <p14:tracePt t="76896" x="4470400" y="3708400"/>
          <p14:tracePt t="76907" x="4476750" y="3708400"/>
          <p14:tracePt t="76924" x="4489450" y="3695700"/>
          <p14:tracePt t="76940" x="4546600" y="3683000"/>
          <p14:tracePt t="76957" x="4635500" y="3676650"/>
          <p14:tracePt t="76974" x="4832350" y="3689350"/>
          <p14:tracePt t="76991" x="4972050" y="3714750"/>
          <p14:tracePt t="77007" x="5257800" y="3759200"/>
          <p14:tracePt t="77024" x="5365750" y="3790950"/>
          <p14:tracePt t="77040" x="5499100" y="3816350"/>
          <p14:tracePt t="77057" x="5695950" y="3867150"/>
          <p14:tracePt t="77074" x="5835650" y="3892550"/>
          <p14:tracePt t="77091" x="6045200" y="3924300"/>
          <p14:tracePt t="77108" x="6108700" y="3930650"/>
          <p14:tracePt t="77124" x="6242050" y="3937000"/>
          <p14:tracePt t="77141" x="6489700" y="3937000"/>
          <p14:tracePt t="77144" x="6553200" y="3949700"/>
          <p14:tracePt t="77157" x="6623050" y="3956050"/>
          <p14:tracePt t="77175" x="6724650" y="3962400"/>
          <p14:tracePt t="77191" x="6870700" y="3962400"/>
          <p14:tracePt t="77207" x="6927850" y="3962400"/>
          <p14:tracePt t="77224" x="7010400" y="3956050"/>
          <p14:tracePt t="77241" x="7061200" y="3943350"/>
          <p14:tracePt t="77257" x="7099300" y="3930650"/>
          <p14:tracePt t="77274" x="7105650" y="3930650"/>
          <p14:tracePt t="77291" x="7156450" y="3917950"/>
          <p14:tracePt t="77307" x="7200900" y="3911600"/>
          <p14:tracePt t="77324" x="7264400" y="3905250"/>
          <p14:tracePt t="77341" x="7334250" y="3892550"/>
          <p14:tracePt t="77358" x="7416800" y="3892550"/>
          <p14:tracePt t="77374" x="7467600" y="3892550"/>
          <p14:tracePt t="77391" x="7562850" y="3892550"/>
          <p14:tracePt t="77407" x="7721600" y="3892550"/>
          <p14:tracePt t="77424" x="7785100" y="3892550"/>
          <p14:tracePt t="77441" x="7842250" y="3892550"/>
          <p14:tracePt t="77457" x="7874000" y="3892550"/>
          <p14:tracePt t="77474" x="7886700" y="3892550"/>
          <p14:tracePt t="77491" x="7931150" y="3892550"/>
          <p14:tracePt t="77507" x="7962900" y="3892550"/>
          <p14:tracePt t="77524" x="8001000" y="3879850"/>
          <p14:tracePt t="77541" x="8020050" y="3873500"/>
          <p14:tracePt t="77557" x="8026400" y="3854450"/>
          <p14:tracePt t="77574" x="8032750" y="3835400"/>
          <p14:tracePt t="77591" x="8039100" y="3797300"/>
          <p14:tracePt t="77608" x="8039100" y="3695700"/>
          <p14:tracePt t="77624" x="8026400" y="3638550"/>
          <p14:tracePt t="77640" x="8007350" y="3625850"/>
          <p14:tracePt t="77657" x="7924800" y="3575050"/>
          <p14:tracePt t="77674" x="7835900" y="3549650"/>
          <p14:tracePt t="77690" x="7613650" y="3511550"/>
          <p14:tracePt t="77707" x="7512050" y="3498850"/>
          <p14:tracePt t="77724" x="7416800" y="3486150"/>
          <p14:tracePt t="77741" x="7302500" y="3473450"/>
          <p14:tracePt t="77757" x="7188200" y="3454400"/>
          <p14:tracePt t="77774" x="7112000" y="3448050"/>
          <p14:tracePt t="77791" x="6965950" y="3435350"/>
          <p14:tracePt t="77807" x="6896100" y="3435350"/>
          <p14:tracePt t="77824" x="6889750" y="3435350"/>
          <p14:tracePt t="77840" x="6864350" y="3435350"/>
          <p14:tracePt t="77857" x="6845300" y="3441700"/>
          <p14:tracePt t="77874" x="6832600" y="3448050"/>
          <p14:tracePt t="77891" x="6800850" y="3448050"/>
          <p14:tracePt t="77907" x="6705600" y="3486150"/>
          <p14:tracePt t="77924" x="6661150" y="3511550"/>
          <p14:tracePt t="77940" x="6584950" y="3543300"/>
          <p14:tracePt t="77957" x="6553200" y="3562350"/>
          <p14:tracePt t="77974" x="6527800" y="3587750"/>
          <p14:tracePt t="77991" x="6470650" y="3632200"/>
          <p14:tracePt t="78007" x="6445250" y="3676650"/>
          <p14:tracePt t="78024" x="6419850" y="3727450"/>
          <p14:tracePt t="78041" x="6419850" y="3733800"/>
          <p14:tracePt t="78057" x="6419850" y="3746500"/>
          <p14:tracePt t="78074" x="6419850" y="3759200"/>
          <p14:tracePt t="78091" x="6432550" y="3765550"/>
          <p14:tracePt t="78124" x="6451600" y="3771900"/>
          <p14:tracePt t="78141" x="6489700" y="3771900"/>
          <p14:tracePt t="78143" x="6521450" y="3771900"/>
          <p14:tracePt t="78157" x="6559550" y="3771900"/>
          <p14:tracePt t="78174" x="6705600" y="3765550"/>
          <p14:tracePt t="78191" x="6838950" y="3759200"/>
          <p14:tracePt t="78208" x="6959600" y="3759200"/>
          <p14:tracePt t="78224" x="7188200" y="3759200"/>
          <p14:tracePt t="78241" x="7308850" y="3771900"/>
          <p14:tracePt t="78257" x="7499350" y="3765550"/>
          <p14:tracePt t="78274" x="7575550" y="3759200"/>
          <p14:tracePt t="78291" x="7658100" y="3733800"/>
          <p14:tracePt t="78307" x="7708900" y="3721100"/>
          <p14:tracePt t="78324" x="7829550" y="3670300"/>
          <p14:tracePt t="78341" x="7874000" y="3638550"/>
          <p14:tracePt t="78358" x="7886700" y="3625850"/>
          <p14:tracePt t="78374" x="7905750" y="3606800"/>
          <p14:tracePt t="78391" x="7918450" y="3600450"/>
          <p14:tracePt t="78407" x="7924800" y="3568700"/>
          <p14:tracePt t="78424" x="7918450" y="3556000"/>
          <p14:tracePt t="78441" x="7912100" y="3536950"/>
          <p14:tracePt t="78457" x="7867650" y="3505200"/>
          <p14:tracePt t="78474" x="7816850" y="3486150"/>
          <p14:tracePt t="78491" x="7639050" y="3454400"/>
          <p14:tracePt t="78507" x="7581900" y="3448050"/>
          <p14:tracePt t="78524" x="7391400" y="3448050"/>
          <p14:tracePt t="78541" x="7092950" y="3492500"/>
          <p14:tracePt t="78558" x="6991350" y="3517900"/>
          <p14:tracePt t="78574" x="6927850" y="3536950"/>
          <p14:tracePt t="78591" x="6915150" y="3543300"/>
          <p14:tracePt t="78608" x="6908800" y="3568700"/>
          <p14:tracePt t="78624" x="6915150" y="3581400"/>
          <p14:tracePt t="78641" x="6927850" y="3594100"/>
          <p14:tracePt t="78657" x="6946900" y="3600450"/>
          <p14:tracePt t="78674" x="6953250" y="3606800"/>
          <p14:tracePt t="78691" x="6972300" y="3613150"/>
          <p14:tracePt t="78707" x="7016750" y="3613150"/>
          <p14:tracePt t="78724" x="7035800" y="3613150"/>
          <p14:tracePt t="78741" x="7137400" y="3606800"/>
          <p14:tracePt t="78757" x="7188200" y="3606800"/>
          <p14:tracePt t="78774" x="7194550" y="3606800"/>
          <p14:tracePt t="78791" x="7232650" y="3600450"/>
          <p14:tracePt t="78807" x="7251700" y="3600450"/>
          <p14:tracePt t="78840" x="7251700" y="3594100"/>
          <p14:tracePt t="78864" x="7258050" y="3594100"/>
          <p14:tracePt t="78880" x="7245350" y="3594100"/>
          <p14:tracePt t="78888" x="7239000" y="3594100"/>
          <p14:tracePt t="78896" x="7226300" y="3587750"/>
          <p14:tracePt t="78907" x="7200900" y="3587750"/>
          <p14:tracePt t="78924" x="7188200" y="3587750"/>
          <p14:tracePt t="78941" x="7150100" y="3587750"/>
          <p14:tracePt t="79144" x="7124700" y="3587750"/>
          <p14:tracePt t="79152" x="7080250" y="3587750"/>
          <p14:tracePt t="79160" x="7016750" y="3587750"/>
          <p14:tracePt t="79174" x="6953250" y="3587750"/>
          <p14:tracePt t="79191" x="6597650" y="3575050"/>
          <p14:tracePt t="79207" x="6267450" y="3581400"/>
          <p14:tracePt t="79224" x="5930900" y="3587750"/>
          <p14:tracePt t="79241" x="5327650" y="3600450"/>
          <p14:tracePt t="79257" x="5143500" y="3600450"/>
          <p14:tracePt t="79274" x="5054600" y="3606800"/>
          <p14:tracePt t="79290" x="5029200" y="3606800"/>
          <p14:tracePt t="79307" x="5022850" y="3606800"/>
          <p14:tracePt t="79324" x="5016500" y="3606800"/>
          <p14:tracePt t="79341" x="5010150" y="3613150"/>
          <p14:tracePt t="79357" x="4997450" y="3619500"/>
          <p14:tracePt t="79374" x="4984750" y="3632200"/>
          <p14:tracePt t="79391" x="4984750" y="3638550"/>
          <p14:tracePt t="79407" x="4965700" y="3651250"/>
          <p14:tracePt t="79424" x="4914900" y="3683000"/>
          <p14:tracePt t="79440" x="4870450" y="3702050"/>
          <p14:tracePt t="79457" x="4857750" y="3708400"/>
          <p14:tracePt t="79474" x="4781550" y="3733800"/>
          <p14:tracePt t="79491" x="4756150" y="3746500"/>
          <p14:tracePt t="79551" x="4749800" y="3746500"/>
          <p14:tracePt t="79640" x="4756150" y="3746500"/>
          <p14:tracePt t="79839" x="4762500" y="3746500"/>
          <p14:tracePt t="79911" x="4768850" y="3746500"/>
          <p14:tracePt t="79975" x="4768850" y="3740150"/>
          <p14:tracePt t="80184" x="4768850" y="3733800"/>
          <p14:tracePt t="80192" x="4749800" y="3695700"/>
          <p14:tracePt t="80200" x="4711700" y="3644900"/>
          <p14:tracePt t="80368" x="4705350" y="3644900"/>
          <p14:tracePt t="82328" x="4705350" y="3651250"/>
          <p14:tracePt t="82336" x="4705350" y="3657600"/>
          <p14:tracePt t="82344" x="4711700" y="3670300"/>
          <p14:tracePt t="82360" x="4711700" y="3683000"/>
          <p14:tracePt t="82374" x="4718050" y="3695700"/>
          <p14:tracePt t="82391" x="4730750" y="3702050"/>
          <p14:tracePt t="82407" x="4737100" y="3714750"/>
          <p14:tracePt t="82424" x="4737100" y="3721100"/>
          <p14:tracePt t="82441" x="4743450" y="3727450"/>
          <p14:tracePt t="82457" x="4743450" y="3740150"/>
          <p14:tracePt t="82474" x="4756150" y="3752850"/>
          <p14:tracePt t="82491" x="4762500" y="3784600"/>
          <p14:tracePt t="82507" x="4768850" y="3816350"/>
          <p14:tracePt t="82524" x="4762500" y="3848100"/>
          <p14:tracePt t="82541" x="4762500" y="3867150"/>
          <p14:tracePt t="82557" x="4711700" y="3968750"/>
          <p14:tracePt t="82574" x="4686300" y="4025900"/>
          <p14:tracePt t="82591" x="4603750" y="4184650"/>
          <p14:tracePt t="82607" x="4508500" y="4356100"/>
          <p14:tracePt t="82624" x="4464050" y="4508500"/>
          <p14:tracePt t="82640" x="4381500" y="4654550"/>
          <p14:tracePt t="82657" x="4298950" y="4781550"/>
          <p14:tracePt t="82674" x="4159250" y="4959350"/>
          <p14:tracePt t="82691" x="4114800" y="5016500"/>
          <p14:tracePt t="82707" x="4089400" y="5067300"/>
          <p14:tracePt t="82724" x="4076700" y="5099050"/>
          <p14:tracePt t="82832" x="4076700" y="5092700"/>
          <p14:tracePt t="82840" x="4076700" y="5086350"/>
          <p14:tracePt t="82856" x="4095750" y="5048250"/>
          <p14:tracePt t="82864" x="4095750" y="5035550"/>
          <p14:tracePt t="82874" x="4108450" y="5022850"/>
          <p14:tracePt t="82891" x="4121150" y="4997450"/>
          <p14:tracePt t="82907" x="4146550" y="4953000"/>
          <p14:tracePt t="82924" x="4171950" y="4889500"/>
          <p14:tracePt t="82941" x="4191000" y="4876800"/>
          <p14:tracePt t="82957" x="4229100" y="4787900"/>
          <p14:tracePt t="82974" x="4241800" y="4743450"/>
          <p14:tracePt t="82991" x="4267200" y="4686300"/>
          <p14:tracePt t="83007" x="4292600" y="4629150"/>
          <p14:tracePt t="83024" x="4298950" y="4616450"/>
          <p14:tracePt t="83041" x="4311650" y="4603750"/>
          <p14:tracePt t="83057" x="4311650" y="4597400"/>
          <p14:tracePt t="83074" x="4324350" y="4591050"/>
          <p14:tracePt t="83091" x="4330700" y="4578350"/>
          <p14:tracePt t="83124" x="4343400" y="4565650"/>
          <p14:tracePt t="83141" x="4368800" y="4546600"/>
          <p14:tracePt t="83157" x="4368800" y="4540250"/>
          <p14:tracePt t="83174" x="4387850" y="4521200"/>
          <p14:tracePt t="83191" x="4413250" y="4483100"/>
          <p14:tracePt t="83207" x="4438650" y="4451350"/>
          <p14:tracePt t="83224" x="4445000" y="4432300"/>
          <p14:tracePt t="83241" x="4451350" y="4419600"/>
          <p14:tracePt t="83257" x="4457700" y="4406900"/>
          <p14:tracePt t="83440" x="4464050" y="4406900"/>
          <p14:tracePt t="83447" x="4464050" y="4413250"/>
          <p14:tracePt t="83471" x="4476750" y="4413250"/>
          <p14:tracePt t="83479" x="4476750" y="4419600"/>
          <p14:tracePt t="83490" x="4476750" y="4432300"/>
          <p14:tracePt t="83507" x="4489450" y="4438650"/>
          <p14:tracePt t="83524" x="4489450" y="4457700"/>
          <p14:tracePt t="83540" x="4508500" y="4495800"/>
          <p14:tracePt t="83557" x="4508500" y="4508500"/>
          <p14:tracePt t="83575" x="4521200" y="4527550"/>
          <p14:tracePt t="83591" x="4521200" y="4559300"/>
          <p14:tracePt t="83607" x="4514850" y="4610100"/>
          <p14:tracePt t="83624" x="4514850" y="4629150"/>
          <p14:tracePt t="83640" x="4514850" y="4641850"/>
          <p14:tracePt t="83658" x="4514850" y="4654550"/>
          <p14:tracePt t="83674" x="4508500" y="4679950"/>
          <p14:tracePt t="83691" x="4508500" y="4692650"/>
          <p14:tracePt t="83707" x="4508500" y="4699000"/>
          <p14:tracePt t="83724" x="4514850" y="4711700"/>
          <p14:tracePt t="83740" x="4514850" y="4718050"/>
          <p14:tracePt t="83757" x="4508500" y="4724400"/>
          <p14:tracePt t="83774" x="4508500" y="4737100"/>
          <p14:tracePt t="83791" x="4508500" y="4749800"/>
          <p14:tracePt t="83807" x="4502150" y="4762500"/>
          <p14:tracePt t="83824" x="4502150" y="4768850"/>
          <p14:tracePt t="83841" x="4502150" y="4806950"/>
          <p14:tracePt t="83858" x="4502150" y="4826000"/>
          <p14:tracePt t="83874" x="4502150" y="4838700"/>
          <p14:tracePt t="83891" x="4495800" y="4838700"/>
          <p14:tracePt t="84384" x="4495800" y="4851400"/>
          <p14:tracePt t="84392" x="4489450" y="4851400"/>
          <p14:tracePt t="84400" x="4470400" y="4857750"/>
          <p14:tracePt t="84408" x="4445000" y="4864100"/>
          <p14:tracePt t="84424" x="4381500" y="4870450"/>
          <p14:tracePt t="84440" x="4254500" y="4870450"/>
          <p14:tracePt t="84457" x="4222750" y="4870450"/>
          <p14:tracePt t="84474" x="4191000" y="4870450"/>
          <p14:tracePt t="84491" x="4127500" y="4870450"/>
          <p14:tracePt t="84507" x="4114800" y="4864100"/>
          <p14:tracePt t="84524" x="4076700" y="4857750"/>
          <p14:tracePt t="84540" x="4070350" y="4857750"/>
          <p14:tracePt t="84557" x="4057650" y="4851400"/>
          <p14:tracePt t="84574" x="3981450" y="4819650"/>
          <p14:tracePt t="84591" x="3930650" y="4806950"/>
          <p14:tracePt t="84607" x="3759200" y="4743450"/>
          <p14:tracePt t="84624" x="3714750" y="4737100"/>
          <p14:tracePt t="84641" x="3613150" y="4699000"/>
          <p14:tracePt t="84657" x="3397250" y="4660900"/>
          <p14:tracePt t="84674" x="3257550" y="4654550"/>
          <p14:tracePt t="84691" x="3117850" y="4654550"/>
          <p14:tracePt t="84707" x="2851150" y="4673600"/>
          <p14:tracePt t="84724" x="2800350" y="4699000"/>
          <p14:tracePt t="84741" x="2679700" y="4718050"/>
          <p14:tracePt t="84758" x="2533650" y="4756150"/>
          <p14:tracePt t="84774" x="2520950" y="4756150"/>
          <p14:tracePt t="84840" x="2508250" y="4756150"/>
          <p14:tracePt t="84864" x="2495550" y="4756150"/>
          <p14:tracePt t="84872" x="2489200" y="4756150"/>
          <p14:tracePt t="84880" x="2482850" y="4756150"/>
          <p14:tracePt t="84891" x="2463800" y="4756150"/>
          <p14:tracePt t="84907" x="2451100" y="4756150"/>
          <p14:tracePt t="84924" x="2400300" y="4762500"/>
          <p14:tracePt t="84941" x="2355850" y="4800600"/>
          <p14:tracePt t="84957" x="2266950" y="4876800"/>
          <p14:tracePt t="84974" x="2197100" y="4965700"/>
          <p14:tracePt t="84991" x="2152650" y="5010150"/>
          <p14:tracePt t="85007" x="1993900" y="5276850"/>
          <p14:tracePt t="85024" x="1962150" y="5359400"/>
          <p14:tracePt t="85040" x="1955800" y="5518150"/>
          <p14:tracePt t="85057" x="1981200" y="5613400"/>
          <p14:tracePt t="85074" x="2000250" y="5657850"/>
          <p14:tracePt t="85091" x="2063750" y="5791200"/>
          <p14:tracePt t="85108" x="2101850" y="5842000"/>
          <p14:tracePt t="85124" x="2159000" y="5886450"/>
          <p14:tracePt t="85141" x="2254250" y="5937250"/>
          <p14:tracePt t="85143" x="2279650" y="5949950"/>
          <p14:tracePt t="85157" x="2336800" y="5962650"/>
          <p14:tracePt t="85174" x="2444750" y="6007100"/>
          <p14:tracePt t="85191" x="2546350" y="6026150"/>
          <p14:tracePt t="85207" x="2774950" y="6057900"/>
          <p14:tracePt t="85224" x="3200400" y="6121400"/>
          <p14:tracePt t="85241" x="3530600" y="6165850"/>
          <p14:tracePt t="85257" x="3695700" y="6197600"/>
          <p14:tracePt t="85274" x="4298950" y="6280150"/>
          <p14:tracePt t="85291" x="4775200" y="6324600"/>
          <p14:tracePt t="85307" x="5111750" y="6388100"/>
          <p14:tracePt t="85324" x="5867400" y="6515100"/>
          <p14:tracePt t="85341" x="6013450" y="6527800"/>
          <p14:tracePt t="85358" x="6381750" y="6540500"/>
          <p14:tracePt t="85374" x="6648450" y="6496050"/>
          <p14:tracePt t="85391" x="6756400" y="6445250"/>
          <p14:tracePt t="85407" x="6934200" y="6369050"/>
          <p14:tracePt t="85424" x="7315200" y="6159500"/>
          <p14:tracePt t="85441" x="7505700" y="6032500"/>
          <p14:tracePt t="85457" x="7848600" y="5784850"/>
          <p14:tracePt t="85474" x="8001000" y="5657850"/>
          <p14:tracePt t="85491" x="8083550" y="5568950"/>
          <p14:tracePt t="85507" x="8102600" y="5530850"/>
          <p14:tracePt t="85524" x="8153400" y="5378450"/>
          <p14:tracePt t="85541" x="8159750" y="5270500"/>
          <p14:tracePt t="85557" x="8089900" y="5073650"/>
          <p14:tracePt t="85574" x="8026400" y="4965700"/>
          <p14:tracePt t="85591" x="8007350" y="4940300"/>
          <p14:tracePt t="85607" x="7785100" y="4692650"/>
          <p14:tracePt t="85624" x="7677150" y="4603750"/>
          <p14:tracePt t="85641" x="7397750" y="4432300"/>
          <p14:tracePt t="85657" x="7232650" y="4343400"/>
          <p14:tracePt t="85674" x="7162800" y="4298950"/>
          <p14:tracePt t="85691" x="6769100" y="4146550"/>
          <p14:tracePt t="85707" x="6591300" y="4089400"/>
          <p14:tracePt t="85724" x="6419850" y="4064000"/>
          <p14:tracePt t="85741" x="6070600" y="4051300"/>
          <p14:tracePt t="85757" x="5930900" y="4064000"/>
          <p14:tracePt t="85774" x="5842000" y="4083050"/>
          <p14:tracePt t="85790" x="5626100" y="4178300"/>
          <p14:tracePt t="85807" x="5499100" y="4260850"/>
          <p14:tracePt t="85824" x="5473700" y="4279900"/>
          <p14:tracePt t="85841" x="5467350" y="4292600"/>
          <p14:tracePt t="85858" x="5454650" y="4292600"/>
          <p14:tracePt t="85890" x="5454650" y="4298950"/>
          <p14:tracePt t="85912" x="5454650" y="4305300"/>
          <p14:tracePt t="85936" x="5454650" y="4311650"/>
          <p14:tracePt t="85944" x="5454650" y="4324350"/>
          <p14:tracePt t="85968" x="5454650" y="4330700"/>
          <p14:tracePt t="85976" x="5454650" y="4343400"/>
          <p14:tracePt t="85991" x="5454650" y="4356100"/>
          <p14:tracePt t="86007" x="5448300" y="4451350"/>
          <p14:tracePt t="86024" x="5435600" y="4489450"/>
          <p14:tracePt t="86041" x="5435600" y="4514850"/>
          <p14:tracePt t="86057" x="5422900" y="4578350"/>
          <p14:tracePt t="86074" x="5410200" y="4597400"/>
          <p14:tracePt t="86091" x="5403850" y="4610100"/>
          <p14:tracePt t="86128" x="5403850" y="4616450"/>
          <p14:tracePt t="86256" x="5410200" y="4616450"/>
          <p14:tracePt t="86296" x="5410200" y="4622800"/>
          <p14:tracePt t="86312" x="5410200" y="4635500"/>
          <p14:tracePt t="86320" x="5410200" y="4648200"/>
          <p14:tracePt t="86336" x="5410200" y="4654550"/>
          <p14:tracePt t="86344" x="5410200" y="4667250"/>
          <p14:tracePt t="86358" x="5410200" y="4679950"/>
          <p14:tracePt t="86374" x="5403850" y="4679950"/>
          <p14:tracePt t="86391" x="5403850" y="4686300"/>
          <p14:tracePt t="86407" x="5403850" y="4692650"/>
          <p14:tracePt t="86616" x="5397500" y="4699000"/>
          <p14:tracePt t="86760" x="5410200" y="4705350"/>
          <p14:tracePt t="86784" x="5416550" y="4705350"/>
          <p14:tracePt t="86792" x="5422900" y="4705350"/>
          <p14:tracePt t="86800" x="5435600" y="4705350"/>
          <p14:tracePt t="86808" x="5448300" y="4705350"/>
          <p14:tracePt t="86824" x="5467350" y="4705350"/>
          <p14:tracePt t="86840" x="5511800" y="4711700"/>
          <p14:tracePt t="86857" x="5530850" y="4718050"/>
          <p14:tracePt t="86874" x="5581650" y="4724400"/>
          <p14:tracePt t="86891" x="5689600" y="4737100"/>
          <p14:tracePt t="86907" x="5721350" y="4743450"/>
          <p14:tracePt t="86924" x="5772150" y="4743450"/>
          <p14:tracePt t="86941" x="5854700" y="4743450"/>
          <p14:tracePt t="86957" x="5880100" y="4743450"/>
          <p14:tracePt t="86974" x="5911850" y="4756150"/>
          <p14:tracePt t="86991" x="5975350" y="4768850"/>
          <p14:tracePt t="87007" x="6102350" y="4794250"/>
          <p14:tracePt t="87024" x="6153150" y="4794250"/>
          <p14:tracePt t="87041" x="6172200" y="4800600"/>
          <p14:tracePt t="87057" x="6299200" y="4845050"/>
          <p14:tracePt t="87074" x="6362700" y="4864100"/>
          <p14:tracePt t="87091" x="6470650" y="4902200"/>
          <p14:tracePt t="87107" x="6534150" y="4927600"/>
          <p14:tracePt t="87124" x="6597650" y="4946650"/>
          <p14:tracePt t="87141" x="6686550" y="4978400"/>
          <p14:tracePt t="87144" x="6699250" y="4984750"/>
          <p14:tracePt t="87157" x="6718300" y="4991100"/>
          <p14:tracePt t="87174" x="6775450" y="5010150"/>
          <p14:tracePt t="87191" x="6845300" y="5022850"/>
          <p14:tracePt t="87207" x="6889750" y="5041900"/>
          <p14:tracePt t="87224" x="6908800" y="5048250"/>
          <p14:tracePt t="87241" x="6953250" y="5067300"/>
          <p14:tracePt t="87257" x="6997700" y="5086350"/>
          <p14:tracePt t="87274" x="7023100" y="5092700"/>
          <p14:tracePt t="87291" x="7054850" y="5105400"/>
          <p14:tracePt t="87307" x="7061200" y="5118100"/>
          <p14:tracePt t="87324" x="7086600" y="5124450"/>
          <p14:tracePt t="87341" x="7105650" y="5143500"/>
          <p14:tracePt t="87358" x="7112000" y="5168900"/>
          <p14:tracePt t="87374" x="7118350" y="5181600"/>
          <p14:tracePt t="87391" x="7124700" y="5219700"/>
          <p14:tracePt t="87407" x="7131050" y="5245100"/>
          <p14:tracePt t="87424" x="7124700" y="5283200"/>
          <p14:tracePt t="87441" x="7124700" y="5302250"/>
          <p14:tracePt t="87457" x="7118350" y="5334000"/>
          <p14:tracePt t="87474" x="7105650" y="5353050"/>
          <p14:tracePt t="87491" x="7099300" y="5365750"/>
          <p14:tracePt t="87507" x="7080250" y="5391150"/>
          <p14:tracePt t="87524" x="7054850" y="5422900"/>
          <p14:tracePt t="87541" x="7042150" y="5435600"/>
          <p14:tracePt t="87557" x="6991350" y="5473700"/>
          <p14:tracePt t="87574" x="6877050" y="5499100"/>
          <p14:tracePt t="87591" x="6832600" y="5518150"/>
          <p14:tracePt t="87607" x="6654800" y="5568950"/>
          <p14:tracePt t="87624" x="6604000" y="5588000"/>
          <p14:tracePt t="87641" x="6527800" y="5613400"/>
          <p14:tracePt t="87657" x="6400800" y="5651500"/>
          <p14:tracePt t="87674" x="6305550" y="5683250"/>
          <p14:tracePt t="87691" x="6235700" y="5702300"/>
          <p14:tracePt t="87707" x="6165850" y="5715000"/>
          <p14:tracePt t="87724" x="6121400" y="5721350"/>
          <p14:tracePt t="87741" x="6026150" y="5734050"/>
          <p14:tracePt t="87757" x="5949950" y="5734050"/>
          <p14:tracePt t="87774" x="5753100" y="5734050"/>
          <p14:tracePt t="87791" x="5607050" y="5734050"/>
          <p14:tracePt t="87807" x="5461000" y="5721350"/>
          <p14:tracePt t="87824" x="5251450" y="5689600"/>
          <p14:tracePt t="87840" x="5105400" y="5670550"/>
          <p14:tracePt t="87857" x="4927600" y="5645150"/>
          <p14:tracePt t="87874" x="4857750" y="5632450"/>
          <p14:tracePt t="87891" x="4749800" y="5619750"/>
          <p14:tracePt t="87907" x="4495800" y="5581650"/>
          <p14:tracePt t="87924" x="4362450" y="5562600"/>
          <p14:tracePt t="87941" x="4241800" y="5549900"/>
          <p14:tracePt t="87957" x="4038600" y="5518150"/>
          <p14:tracePt t="87974" x="3962400" y="5499100"/>
          <p14:tracePt t="87991" x="3854450" y="5486400"/>
          <p14:tracePt t="88007" x="3613150" y="5435600"/>
          <p14:tracePt t="88024" x="3492500" y="5410200"/>
          <p14:tracePt t="88041" x="3340100" y="5384800"/>
          <p14:tracePt t="88057" x="3270250" y="5372100"/>
          <p14:tracePt t="88074" x="3194050" y="5359400"/>
          <p14:tracePt t="88091" x="3048000" y="5334000"/>
          <p14:tracePt t="88107" x="2952750" y="5314950"/>
          <p14:tracePt t="88124" x="2762250" y="5283200"/>
          <p14:tracePt t="88141" x="2711450" y="5276850"/>
          <p14:tracePt t="88157" x="2603500" y="5264150"/>
          <p14:tracePt t="88174" x="2425700" y="5251450"/>
          <p14:tracePt t="88191" x="2317750" y="5245100"/>
          <p14:tracePt t="88207" x="2152650" y="5207000"/>
          <p14:tracePt t="88224" x="2139950" y="5207000"/>
          <p14:tracePt t="88241" x="2108200" y="5194300"/>
          <p14:tracePt t="88257" x="2095500" y="5181600"/>
          <p14:tracePt t="88274" x="2076450" y="5162550"/>
          <p14:tracePt t="88291" x="2070100" y="5130800"/>
          <p14:tracePt t="88307" x="2070100" y="5105400"/>
          <p14:tracePt t="88324" x="2076450" y="5010150"/>
          <p14:tracePt t="88341" x="2082800" y="4965700"/>
          <p14:tracePt t="88358" x="2101850" y="4908550"/>
          <p14:tracePt t="88374" x="2133600" y="4832350"/>
          <p14:tracePt t="88391" x="2165350" y="4794250"/>
          <p14:tracePt t="88407" x="2266950" y="4724400"/>
          <p14:tracePt t="88424" x="2393950" y="4673600"/>
          <p14:tracePt t="88440" x="2508250" y="4641850"/>
          <p14:tracePt t="88457" x="2800350" y="4584700"/>
          <p14:tracePt t="88474" x="2908300" y="4578350"/>
          <p14:tracePt t="88491" x="2990850" y="4578350"/>
          <p14:tracePt t="88507" x="3251200" y="4584700"/>
          <p14:tracePt t="88524" x="3346450" y="4591050"/>
          <p14:tracePt t="88541" x="3435350" y="4603750"/>
          <p14:tracePt t="88557" x="3543300" y="4616450"/>
          <p14:tracePt t="88574" x="3587750" y="4629150"/>
          <p14:tracePt t="88591" x="3625850" y="4635500"/>
          <p14:tracePt t="88607" x="3663950" y="4635500"/>
          <p14:tracePt t="88864" x="3663950" y="4648200"/>
          <p14:tracePt t="88872" x="3670300" y="4654550"/>
          <p14:tracePt t="88880" x="3670300" y="4667250"/>
          <p14:tracePt t="88891" x="3683000" y="4673600"/>
          <p14:tracePt t="88907" x="3695700" y="4705350"/>
          <p14:tracePt t="88924" x="3797300" y="4743450"/>
          <p14:tracePt t="88940" x="3917950" y="4762500"/>
          <p14:tracePt t="88957" x="3937000" y="4768850"/>
          <p14:tracePt t="88974" x="4133850" y="4781550"/>
          <p14:tracePt t="88991" x="4311650" y="4756150"/>
          <p14:tracePt t="89007" x="4476750" y="4718050"/>
          <p14:tracePt t="89024" x="4502150" y="4699000"/>
          <p14:tracePt t="89057" x="4502150" y="4692650"/>
          <p14:tracePt t="89074" x="4502150" y="4686300"/>
          <p14:tracePt t="89091" x="4502150" y="4679950"/>
          <p14:tracePt t="89108" x="4508500" y="4667250"/>
          <p14:tracePt t="89124" x="4508500" y="4641850"/>
          <p14:tracePt t="89141" x="4514850" y="4603750"/>
          <p14:tracePt t="89143" x="4514850" y="4584700"/>
          <p14:tracePt t="89157" x="4514850" y="4565650"/>
          <p14:tracePt t="89174" x="4514850" y="4559300"/>
          <p14:tracePt t="89191" x="4514850" y="4521200"/>
          <p14:tracePt t="89207" x="4508500" y="4495800"/>
          <p14:tracePt t="89224" x="4502150" y="4483100"/>
          <p14:tracePt t="89241" x="4508500" y="4451350"/>
          <p14:tracePt t="89257" x="4514850" y="4438650"/>
          <p14:tracePt t="89274" x="4514850" y="4432300"/>
          <p14:tracePt t="89291" x="4521200" y="4425950"/>
          <p14:tracePt t="90087" x="4521200" y="4445000"/>
          <p14:tracePt t="90095" x="4521200" y="4483100"/>
          <p14:tracePt t="90103" x="4483100" y="4648200"/>
          <p14:tracePt t="90112" x="4464050" y="4724400"/>
          <p14:tracePt t="90124" x="4413250" y="4851400"/>
          <p14:tracePt t="90141" x="4337050" y="5156200"/>
          <p14:tracePt t="90157" x="4311650" y="5295900"/>
          <p14:tracePt t="90174" x="4298950" y="5391150"/>
          <p14:tracePt t="90191" x="4292600" y="5416550"/>
          <p14:tracePt t="90207" x="4292600" y="5429250"/>
          <p14:tracePt t="90248" x="4292600" y="5422900"/>
          <p14:tracePt t="90255" x="4292600" y="5416550"/>
          <p14:tracePt t="90264" x="4292600" y="5410200"/>
          <p14:tracePt t="90274" x="4292600" y="5397500"/>
          <p14:tracePt t="90290" x="4292600" y="5372100"/>
          <p14:tracePt t="90307" x="4292600" y="5314950"/>
          <p14:tracePt t="90324" x="4292600" y="5302250"/>
          <p14:tracePt t="90341" x="4292600" y="5289550"/>
          <p14:tracePt t="90357" x="4292600" y="5283200"/>
          <p14:tracePt t="90519" x="4286250" y="5270500"/>
          <p14:tracePt t="90528" x="4248150" y="5257800"/>
          <p14:tracePt t="90536" x="4191000" y="5238750"/>
          <p14:tracePt t="90544" x="4140200" y="5207000"/>
          <p14:tracePt t="90557" x="4019550" y="5149850"/>
          <p14:tracePt t="90574" x="3917950" y="5111750"/>
          <p14:tracePt t="90590" x="3797300" y="5060950"/>
          <p14:tracePt t="90608" x="3644900" y="5010150"/>
          <p14:tracePt t="90624" x="3613150" y="4991100"/>
          <p14:tracePt t="90640" x="3587750" y="4959350"/>
          <p14:tracePt t="90657" x="3581400" y="4933950"/>
          <p14:tracePt t="90674" x="3575050" y="4921250"/>
          <p14:tracePt t="90690" x="3562350" y="4902200"/>
          <p14:tracePt t="90707" x="3562350" y="4883150"/>
          <p14:tracePt t="90724" x="3549650" y="4876800"/>
          <p14:tracePt t="90741" x="3543300" y="4876800"/>
          <p14:tracePt t="90774" x="3543300" y="4870450"/>
          <p14:tracePt t="90792" x="3530600" y="4864100"/>
          <p14:tracePt t="90807" x="3524250" y="4857750"/>
          <p14:tracePt t="90824" x="3492500" y="4838700"/>
          <p14:tracePt t="90841" x="3416300" y="4800600"/>
          <p14:tracePt t="90857" x="3403600" y="4787900"/>
          <p14:tracePt t="90874" x="3390900" y="4787900"/>
          <p14:tracePt t="90891" x="3390900" y="4775200"/>
          <p14:tracePt t="90908" x="3390900" y="4768850"/>
          <p14:tracePt t="90924" x="3390900" y="4762500"/>
          <p14:tracePt t="90958" x="3390900" y="4756150"/>
          <p14:tracePt t="91144" x="3390900" y="4749800"/>
          <p14:tracePt t="91176" x="3403600" y="4743450"/>
          <p14:tracePt t="91184" x="3409950" y="4743450"/>
          <p14:tracePt t="91207" x="3416300" y="4743450"/>
          <p14:tracePt t="91216" x="3422650" y="4737100"/>
          <p14:tracePt t="91224" x="3435350" y="4737100"/>
          <p14:tracePt t="91240" x="3460750" y="4737100"/>
          <p14:tracePt t="91257" x="3492500" y="4730750"/>
          <p14:tracePt t="91274" x="3530600" y="4730750"/>
          <p14:tracePt t="91290" x="3543300" y="4730750"/>
          <p14:tracePt t="91307" x="3600450" y="4730750"/>
          <p14:tracePt t="91324" x="3689350" y="4730750"/>
          <p14:tracePt t="91340" x="3778250" y="4724400"/>
          <p14:tracePt t="91357" x="3810000" y="4724400"/>
          <p14:tracePt t="91374" x="3905250" y="4724400"/>
          <p14:tracePt t="91391" x="3930650" y="4724400"/>
          <p14:tracePt t="91407" x="4000500" y="4724400"/>
          <p14:tracePt t="91424" x="4083050" y="4730750"/>
          <p14:tracePt t="91441" x="4127500" y="4737100"/>
          <p14:tracePt t="91457" x="4159250" y="4743450"/>
          <p14:tracePt t="91474" x="4178300" y="4743450"/>
          <p14:tracePt t="91491" x="4254500" y="4743450"/>
          <p14:tracePt t="91507" x="4318000" y="4743450"/>
          <p14:tracePt t="91524" x="4343400" y="4743450"/>
          <p14:tracePt t="91541" x="4419600" y="4737100"/>
          <p14:tracePt t="91557" x="4451350" y="4737100"/>
          <p14:tracePt t="91574" x="4489450" y="4737100"/>
          <p14:tracePt t="91591" x="4533900" y="4730750"/>
          <p14:tracePt t="91607" x="4660900" y="4730750"/>
          <p14:tracePt t="91624" x="4724400" y="4730750"/>
          <p14:tracePt t="91640" x="4845050" y="4711700"/>
          <p14:tracePt t="91657" x="4876800" y="4711700"/>
          <p14:tracePt t="91674" x="4914900" y="4711700"/>
          <p14:tracePt t="91691" x="4972050" y="4711700"/>
          <p14:tracePt t="91707" x="5067300" y="4711700"/>
          <p14:tracePt t="91724" x="5111750" y="4718050"/>
          <p14:tracePt t="91741" x="5162550" y="4724400"/>
          <p14:tracePt t="91757" x="5238750" y="4730750"/>
          <p14:tracePt t="91774" x="5302250" y="4730750"/>
          <p14:tracePt t="91791" x="5353050" y="4730750"/>
          <p14:tracePt t="91807" x="5480050" y="4730750"/>
          <p14:tracePt t="91824" x="5530850" y="4730750"/>
          <p14:tracePt t="91840" x="5581650" y="4730750"/>
          <p14:tracePt t="91857" x="5657850" y="4730750"/>
          <p14:tracePt t="91874" x="5797550" y="4730750"/>
          <p14:tracePt t="91890" x="5854700" y="4730750"/>
          <p14:tracePt t="91907" x="5943600" y="4737100"/>
          <p14:tracePt t="91924" x="6115050" y="4743450"/>
          <p14:tracePt t="91941" x="6165850" y="4749800"/>
          <p14:tracePt t="91957" x="6254750" y="4768850"/>
          <p14:tracePt t="91974" x="6413500" y="4781550"/>
          <p14:tracePt t="91991" x="6508750" y="4794250"/>
          <p14:tracePt t="92007" x="6642100" y="4819650"/>
          <p14:tracePt t="92024" x="6750050" y="4832350"/>
          <p14:tracePt t="92041" x="6800850" y="4845050"/>
          <p14:tracePt t="92057" x="6851650" y="4851400"/>
          <p14:tracePt t="92074" x="6927850" y="4876800"/>
          <p14:tracePt t="92090" x="6972300" y="4895850"/>
          <p14:tracePt t="92107" x="7010400" y="4902200"/>
          <p14:tracePt t="92124" x="7061200" y="4921250"/>
          <p14:tracePt t="92141" x="7073900" y="4921250"/>
          <p14:tracePt t="92143" x="7073900" y="4933950"/>
          <p14:tracePt t="92157" x="7086600" y="4933950"/>
          <p14:tracePt t="92174" x="7118350" y="4953000"/>
          <p14:tracePt t="92191" x="7124700" y="4965700"/>
          <p14:tracePt t="92207" x="7137400" y="4965700"/>
          <p14:tracePt t="92224" x="7162800" y="4978400"/>
          <p14:tracePt t="92241" x="7169150" y="4997450"/>
          <p14:tracePt t="92257" x="7175500" y="5016500"/>
          <p14:tracePt t="92274" x="7175500" y="5022850"/>
          <p14:tracePt t="92291" x="7188200" y="5035550"/>
          <p14:tracePt t="92307" x="7194550" y="5060950"/>
          <p14:tracePt t="92324" x="7200900" y="5105400"/>
          <p14:tracePt t="92341" x="7200900" y="5143500"/>
          <p14:tracePt t="92358" x="7200900" y="5162550"/>
          <p14:tracePt t="92374" x="7200900" y="5194300"/>
          <p14:tracePt t="92391" x="7194550" y="5276850"/>
          <p14:tracePt t="92407" x="7207250" y="5334000"/>
          <p14:tracePt t="92424" x="7162800" y="5403850"/>
          <p14:tracePt t="92441" x="7137400" y="5441950"/>
          <p14:tracePt t="92457" x="7137400" y="5473700"/>
          <p14:tracePt t="92474" x="7112000" y="5537200"/>
          <p14:tracePt t="92490" x="7080250" y="5568950"/>
          <p14:tracePt t="92507" x="7029450" y="5607050"/>
          <p14:tracePt t="92524" x="6972300" y="5645150"/>
          <p14:tracePt t="92541" x="6896100" y="5676900"/>
          <p14:tracePt t="92557" x="6807200" y="5702300"/>
          <p14:tracePt t="92574" x="6750050" y="5715000"/>
          <p14:tracePt t="92591" x="6705600" y="5727700"/>
          <p14:tracePt t="92607" x="6515100" y="5727700"/>
          <p14:tracePt t="92624" x="6413500" y="5734050"/>
          <p14:tracePt t="92641" x="6267450" y="5734050"/>
          <p14:tracePt t="92657" x="5981700" y="5715000"/>
          <p14:tracePt t="92674" x="5854700" y="5715000"/>
          <p14:tracePt t="92691" x="5715000" y="5702300"/>
          <p14:tracePt t="92707" x="5619750" y="5683250"/>
          <p14:tracePt t="92724" x="5505450" y="5670550"/>
          <p14:tracePt t="92741" x="5384800" y="5657850"/>
          <p14:tracePt t="92757" x="5175250" y="5645150"/>
          <p14:tracePt t="92774" x="5086350" y="5645150"/>
          <p14:tracePt t="92791" x="5010150" y="5645150"/>
          <p14:tracePt t="92807" x="4845050" y="5645150"/>
          <p14:tracePt t="92824" x="4781550" y="5651500"/>
          <p14:tracePt t="92841" x="4660900" y="5651500"/>
          <p14:tracePt t="92858" x="4616450" y="5651500"/>
          <p14:tracePt t="92874" x="4572000" y="5651500"/>
          <p14:tracePt t="92891" x="4514850" y="5645150"/>
          <p14:tracePt t="92907" x="4368800" y="5638800"/>
          <p14:tracePt t="92924" x="4305300" y="5632450"/>
          <p14:tracePt t="92941" x="4184650" y="5619750"/>
          <p14:tracePt t="92957" x="4121150" y="5607050"/>
          <p14:tracePt t="92974" x="4076700" y="5607050"/>
          <p14:tracePt t="92991" x="3962400" y="5581650"/>
          <p14:tracePt t="93007" x="3835400" y="5568950"/>
          <p14:tracePt t="93024" x="3689350" y="5549900"/>
          <p14:tracePt t="93041" x="3606800" y="5537200"/>
          <p14:tracePt t="93057" x="3587750" y="5530850"/>
          <p14:tracePt t="93074" x="3486150" y="5518150"/>
          <p14:tracePt t="93091" x="3371850" y="5499100"/>
          <p14:tracePt t="93108" x="3314700" y="5486400"/>
          <p14:tracePt t="93124" x="3238500" y="5473700"/>
          <p14:tracePt t="93141" x="3155950" y="5461000"/>
          <p14:tracePt t="93143" x="3098800" y="5454650"/>
          <p14:tracePt t="93157" x="3035300" y="5448300"/>
          <p14:tracePt t="93174" x="2965450" y="5422900"/>
          <p14:tracePt t="93191" x="2813050" y="5403850"/>
          <p14:tracePt t="93207" x="2654300" y="5378450"/>
          <p14:tracePt t="93224" x="2571750" y="5372100"/>
          <p14:tracePt t="93240" x="2495550" y="5353050"/>
          <p14:tracePt t="93257" x="2400300" y="5327650"/>
          <p14:tracePt t="93274" x="2279650" y="5289550"/>
          <p14:tracePt t="93291" x="2190750" y="5270500"/>
          <p14:tracePt t="93307" x="2133600" y="5251450"/>
          <p14:tracePt t="93324" x="2063750" y="5219700"/>
          <p14:tracePt t="93341" x="2038350" y="5194300"/>
          <p14:tracePt t="93357" x="2032000" y="5187950"/>
          <p14:tracePt t="93374" x="2025650" y="5149850"/>
          <p14:tracePt t="93391" x="2019300" y="5124450"/>
          <p14:tracePt t="93407" x="2019300" y="5080000"/>
          <p14:tracePt t="93424" x="2038350" y="4991100"/>
          <p14:tracePt t="93440" x="2076450" y="4921250"/>
          <p14:tracePt t="93457" x="2146300" y="4870450"/>
          <p14:tracePt t="93474" x="2305050" y="4756150"/>
          <p14:tracePt t="93491" x="2349500" y="4737100"/>
          <p14:tracePt t="93507" x="2432050" y="4692650"/>
          <p14:tracePt t="93524" x="2540000" y="4641850"/>
          <p14:tracePt t="93541" x="2609850" y="4622800"/>
          <p14:tracePt t="93557" x="2679700" y="4616450"/>
          <p14:tracePt t="93574" x="2838450" y="4616450"/>
          <p14:tracePt t="93591" x="2851150" y="4616450"/>
          <p14:tracePt t="93607" x="2990850" y="4641850"/>
          <p14:tracePt t="93624" x="3117850" y="4673600"/>
          <p14:tracePt t="93640" x="3200400" y="4699000"/>
          <p14:tracePt t="93657" x="3263900" y="4711700"/>
          <p14:tracePt t="93674" x="3308350" y="4711700"/>
          <p14:tracePt t="93691" x="3327400" y="4718050"/>
          <p14:tracePt t="93707" x="3359150" y="4718050"/>
          <p14:tracePt t="93724" x="3422650" y="4705350"/>
          <p14:tracePt t="93741" x="3460750" y="4699000"/>
          <p14:tracePt t="93757" x="3498850" y="4692650"/>
          <p14:tracePt t="93774" x="3517900" y="4686300"/>
          <p14:tracePt t="93791" x="3549650" y="4679950"/>
          <p14:tracePt t="93807" x="3562350" y="4673600"/>
          <p14:tracePt t="93824" x="3575050" y="4673600"/>
          <p14:tracePt t="93840" x="3587750" y="4667250"/>
          <p14:tracePt t="93857" x="3600450" y="4660900"/>
          <p14:tracePt t="94112" x="3606800" y="4660900"/>
          <p14:tracePt t="94167" x="3619500" y="4660900"/>
          <p14:tracePt t="94184" x="3657600" y="4654550"/>
          <p14:tracePt t="94192" x="3670300" y="4641850"/>
          <p14:tracePt t="94200" x="3733800" y="4641850"/>
          <p14:tracePt t="94208" x="3784600" y="4641850"/>
          <p14:tracePt t="94224" x="3848100" y="4641850"/>
          <p14:tracePt t="94240" x="4146550" y="4635500"/>
          <p14:tracePt t="94257" x="4362450" y="4648200"/>
          <p14:tracePt t="94274" x="4540250" y="4667250"/>
          <p14:tracePt t="94290" x="4724400" y="4699000"/>
          <p14:tracePt t="94307" x="4749800" y="4705350"/>
          <p14:tracePt t="94324" x="4775200" y="4711700"/>
          <p14:tracePt t="94341" x="4775200" y="4718050"/>
          <p14:tracePt t="94399" x="4775200" y="4724400"/>
          <p14:tracePt t="94423" x="4762500" y="4737100"/>
          <p14:tracePt t="94432" x="4756150" y="4737100"/>
          <p14:tracePt t="94440" x="4743450" y="4743450"/>
          <p14:tracePt t="94457" x="4718050" y="4749800"/>
          <p14:tracePt t="94474" x="4635500" y="4781550"/>
          <p14:tracePt t="94491" x="4584700" y="4787900"/>
          <p14:tracePt t="94507" x="4445000" y="4813300"/>
          <p14:tracePt t="94524" x="4362450" y="4826000"/>
          <p14:tracePt t="94541" x="4337050" y="4832350"/>
          <p14:tracePt t="94632" x="4324350" y="4832350"/>
          <p14:tracePt t="94679" x="4330700" y="4826000"/>
          <p14:tracePt t="94688" x="4330700" y="4813300"/>
          <p14:tracePt t="94696" x="4368800" y="4800600"/>
          <p14:tracePt t="94707" x="4368800" y="4794250"/>
          <p14:tracePt t="94724" x="4406900" y="4775200"/>
          <p14:tracePt t="94740" x="4457700" y="4749800"/>
          <p14:tracePt t="94757" x="4533900" y="4730750"/>
          <p14:tracePt t="94774" x="4711700" y="4692650"/>
          <p14:tracePt t="94791" x="4813300" y="4679950"/>
          <p14:tracePt t="94807" x="4927600" y="4667250"/>
          <p14:tracePt t="94824" x="5143500" y="4660900"/>
          <p14:tracePt t="94841" x="5251450" y="4654550"/>
          <p14:tracePt t="94857" x="5334000" y="4654550"/>
          <p14:tracePt t="94874" x="5499100" y="4641850"/>
          <p14:tracePt t="94890" x="5588000" y="4629150"/>
          <p14:tracePt t="94907" x="5613400" y="4629150"/>
          <p14:tracePt t="94924" x="5727700" y="4616450"/>
          <p14:tracePt t="94941" x="5854700" y="4610100"/>
          <p14:tracePt t="94957" x="5930900" y="4610100"/>
          <p14:tracePt t="94974" x="5994400" y="4597400"/>
          <p14:tracePt t="94991" x="6134100" y="4591050"/>
          <p14:tracePt t="95007" x="6203950" y="4591050"/>
          <p14:tracePt t="95024" x="6267450" y="4591050"/>
          <p14:tracePt t="95041" x="6369050" y="4610100"/>
          <p14:tracePt t="95057" x="6438900" y="4622800"/>
          <p14:tracePt t="95074" x="6578600" y="4648200"/>
          <p14:tracePt t="95091" x="6597650" y="4648200"/>
          <p14:tracePt t="95107" x="6654800" y="4667250"/>
          <p14:tracePt t="95124" x="6743700" y="4699000"/>
          <p14:tracePt t="95141" x="6788150" y="4718050"/>
          <p14:tracePt t="95144" x="6800850" y="4724400"/>
          <p14:tracePt t="95157" x="6807200" y="4724400"/>
          <p14:tracePt t="95174" x="6826250" y="4730750"/>
          <p14:tracePt t="95191" x="6870700" y="4756150"/>
          <p14:tracePt t="95207" x="6908800" y="4781550"/>
          <p14:tracePt t="95224" x="6959600" y="4813300"/>
          <p14:tracePt t="95241" x="6985000" y="4832350"/>
          <p14:tracePt t="95257" x="7016750" y="4845050"/>
          <p14:tracePt t="95274" x="7061200" y="4876800"/>
          <p14:tracePt t="95290" x="7073900" y="4895850"/>
          <p14:tracePt t="95307" x="7092950" y="4908550"/>
          <p14:tracePt t="95324" x="7105650" y="4940300"/>
          <p14:tracePt t="95340" x="7118350" y="4959350"/>
          <p14:tracePt t="95357" x="7124700" y="4965700"/>
          <p14:tracePt t="95375" x="7137400" y="5003800"/>
          <p14:tracePt t="95391" x="7137400" y="5016500"/>
          <p14:tracePt t="95407" x="7137400" y="5073650"/>
          <p14:tracePt t="95424" x="7162800" y="5099050"/>
          <p14:tracePt t="95441" x="7162800" y="5118100"/>
          <p14:tracePt t="95457" x="7219950" y="5187950"/>
          <p14:tracePt t="95474" x="7213600" y="5251450"/>
          <p14:tracePt t="95491" x="7194550" y="5314950"/>
          <p14:tracePt t="95507" x="7175500" y="5384800"/>
          <p14:tracePt t="95524" x="7169150" y="5410200"/>
          <p14:tracePt t="95541" x="7156450" y="5441950"/>
          <p14:tracePt t="95557" x="7124700" y="5499100"/>
          <p14:tracePt t="95574" x="7080250" y="5537200"/>
          <p14:tracePt t="95591" x="7004050" y="5613400"/>
          <p14:tracePt t="95607" x="6959600" y="5645150"/>
          <p14:tracePt t="95624" x="6813550" y="5708650"/>
          <p14:tracePt t="95641" x="6762750" y="5727700"/>
          <p14:tracePt t="95657" x="6673850" y="5759450"/>
          <p14:tracePt t="95674" x="6667500" y="5759450"/>
          <p14:tracePt t="95691" x="6629400" y="5759450"/>
          <p14:tracePt t="95707" x="6591300" y="5772150"/>
          <p14:tracePt t="95724" x="6502400" y="5778500"/>
          <p14:tracePt t="95741" x="6394450" y="5778500"/>
          <p14:tracePt t="95757" x="6292850" y="5778500"/>
          <p14:tracePt t="95774" x="6051550" y="5778500"/>
          <p14:tracePt t="95791" x="5861050" y="5784850"/>
          <p14:tracePt t="95807" x="5416550" y="5803900"/>
          <p14:tracePt t="95824" x="5283200" y="5803900"/>
          <p14:tracePt t="95841" x="5194300" y="5810250"/>
          <p14:tracePt t="95857" x="5137150" y="5810250"/>
          <p14:tracePt t="95874" x="4997450" y="5810250"/>
          <p14:tracePt t="95891" x="4921250" y="5803900"/>
          <p14:tracePt t="95907" x="4667250" y="5772150"/>
          <p14:tracePt t="95924" x="4508500" y="5765800"/>
          <p14:tracePt t="95940" x="4413250" y="5759450"/>
          <p14:tracePt t="95957" x="4108450" y="5734050"/>
          <p14:tracePt t="95974" x="4000500" y="5715000"/>
          <p14:tracePt t="95991" x="3898900" y="5702300"/>
          <p14:tracePt t="96007" x="3638550" y="5645150"/>
          <p14:tracePt t="96024" x="3606800" y="5638800"/>
          <p14:tracePt t="96041" x="3505200" y="5600700"/>
          <p14:tracePt t="96057" x="3422650" y="5588000"/>
          <p14:tracePt t="96074" x="3346450" y="5575300"/>
          <p14:tracePt t="96091" x="3251200" y="5568950"/>
          <p14:tracePt t="96107" x="3200400" y="5556250"/>
          <p14:tracePt t="96124" x="3162300" y="5556250"/>
          <p14:tracePt t="96141" x="3105150" y="5549900"/>
          <p14:tracePt t="96143" x="3009900" y="5549900"/>
          <p14:tracePt t="96157" x="2978150" y="5549900"/>
          <p14:tracePt t="96174" x="2908300" y="5549900"/>
          <p14:tracePt t="96191" x="2781300" y="5549900"/>
          <p14:tracePt t="96207" x="2730500" y="5549900"/>
          <p14:tracePt t="96224" x="2673350" y="5549900"/>
          <p14:tracePt t="96240" x="2641600" y="5543550"/>
          <p14:tracePt t="96257" x="2590800" y="5543550"/>
          <p14:tracePt t="96274" x="2565400" y="5537200"/>
          <p14:tracePt t="96291" x="2559050" y="5530850"/>
          <p14:tracePt t="96307" x="2508250" y="5505450"/>
          <p14:tracePt t="96324" x="2482850" y="5486400"/>
          <p14:tracePt t="96340" x="2438400" y="5429250"/>
          <p14:tracePt t="96357" x="2425700" y="5410200"/>
          <p14:tracePt t="96374" x="2406650" y="5378450"/>
          <p14:tracePt t="96391" x="2374900" y="5340350"/>
          <p14:tracePt t="96407" x="2374900" y="5283200"/>
          <p14:tracePt t="96424" x="2374900" y="5238750"/>
          <p14:tracePt t="96441" x="2381250" y="5156200"/>
          <p14:tracePt t="96458" x="2393950" y="5137150"/>
          <p14:tracePt t="96474" x="2393950" y="5124450"/>
          <p14:tracePt t="96491" x="2419350" y="5054600"/>
          <p14:tracePt t="96507" x="2425700" y="5022850"/>
          <p14:tracePt t="96524" x="2438400" y="5010150"/>
          <p14:tracePt t="96540" x="2470150" y="4978400"/>
          <p14:tracePt t="96557" x="2495550" y="4965700"/>
          <p14:tracePt t="96574" x="2508250" y="4959350"/>
          <p14:tracePt t="96590" x="2565400" y="4933950"/>
          <p14:tracePt t="96607" x="2597150" y="4933950"/>
          <p14:tracePt t="96624" x="2641600" y="4933950"/>
          <p14:tracePt t="96640" x="2692400" y="4933950"/>
          <p14:tracePt t="96657" x="2698750" y="4933950"/>
          <p14:tracePt t="96674" x="2717800" y="4933950"/>
          <p14:tracePt t="96690" x="2730500" y="4933950"/>
          <p14:tracePt t="96707" x="2736850" y="4933950"/>
          <p14:tracePt t="97016" x="2755900" y="4927600"/>
          <p14:tracePt t="97023" x="2787650" y="4927600"/>
          <p14:tracePt t="97032" x="2870200" y="4914900"/>
          <p14:tracePt t="97040" x="2984500" y="4895850"/>
          <p14:tracePt t="97057" x="3111500" y="4895850"/>
          <p14:tracePt t="97074" x="3695700" y="4902200"/>
          <p14:tracePt t="97090" x="3873500" y="4921250"/>
          <p14:tracePt t="97107" x="4019550" y="4933950"/>
          <p14:tracePt t="97124" x="4298950" y="4959350"/>
          <p14:tracePt t="97140" x="4362450" y="4972050"/>
          <p14:tracePt t="97143" x="4432300" y="4978400"/>
          <p14:tracePt t="97157" x="4438650" y="4978400"/>
          <p14:tracePt t="97174" x="4559300" y="4997450"/>
          <p14:tracePt t="97191" x="4578350" y="5003800"/>
          <p14:tracePt t="97207" x="4584700" y="5003800"/>
          <p14:tracePt t="97776" x="4578350" y="5003800"/>
          <p14:tracePt t="97897" x="4578350" y="4991100"/>
          <p14:tracePt t="97912" x="4572000" y="4991100"/>
          <p14:tracePt t="97920" x="4572000" y="4978400"/>
          <p14:tracePt t="97928" x="4578350" y="4959350"/>
          <p14:tracePt t="97941" x="4578350" y="4953000"/>
          <p14:tracePt t="97957" x="4591050" y="4908550"/>
          <p14:tracePt t="97974" x="4629150" y="4806950"/>
          <p14:tracePt t="97991" x="4654550" y="4756150"/>
          <p14:tracePt t="98007" x="4699000" y="4660900"/>
          <p14:tracePt t="98023" x="4718050" y="4584700"/>
          <p14:tracePt t="98040" x="4724400" y="4533900"/>
          <p14:tracePt t="98057" x="4737100" y="4502150"/>
          <p14:tracePt t="98073" x="4737100" y="4483100"/>
          <p14:tracePt t="98136" x="4730750" y="4483100"/>
          <p14:tracePt t="98144" x="4724400" y="4483100"/>
          <p14:tracePt t="98160" x="4718050" y="4483100"/>
          <p14:tracePt t="98167" x="4699000" y="4483100"/>
          <p14:tracePt t="98176" x="4679950" y="4483100"/>
          <p14:tracePt t="98193" x="4679950" y="4489450"/>
          <p14:tracePt t="98207" x="4654550" y="4495800"/>
          <p14:tracePt t="98224" x="4648200" y="4495800"/>
          <p14:tracePt t="98240" x="4641850" y="4502150"/>
          <p14:tracePt t="98800" x="4629150" y="4502150"/>
          <p14:tracePt t="98807" x="4629150" y="4495800"/>
          <p14:tracePt t="98823" x="4616450" y="4495800"/>
          <p14:tracePt t="98880" x="4616450" y="4489450"/>
          <p14:tracePt t="99135" x="4616450" y="4508500"/>
          <p14:tracePt t="99144" x="4603750" y="4527550"/>
          <p14:tracePt t="99151" x="4603750" y="4533900"/>
          <p14:tracePt t="99160" x="4597400" y="4540250"/>
          <p14:tracePt t="99174" x="4591050" y="4572000"/>
          <p14:tracePt t="99191" x="4584700" y="4591050"/>
          <p14:tracePt t="99207" x="4572000" y="4616450"/>
          <p14:tracePt t="99224" x="4572000" y="4622800"/>
          <p14:tracePt t="99241" x="4565650" y="4629150"/>
          <p14:tracePt t="99408" x="4572000" y="4622800"/>
          <p14:tracePt t="99439" x="4578350" y="4622800"/>
          <p14:tracePt t="99464" x="4616450" y="4597400"/>
          <p14:tracePt t="99471" x="4622800" y="4597400"/>
          <p14:tracePt t="99480" x="4622800" y="4591050"/>
          <p14:tracePt t="99490" x="4635500" y="4578350"/>
          <p14:tracePt t="99507" x="4648200" y="4572000"/>
          <p14:tracePt t="99524" x="4648200" y="4565650"/>
          <p14:tracePt t="99540" x="4654550" y="4552950"/>
          <p14:tracePt t="99888" x="4660900" y="4552950"/>
          <p14:tracePt t="99895" x="4667250" y="4552950"/>
          <p14:tracePt t="99912" x="4673600" y="4552950"/>
          <p14:tracePt t="99924" x="4686300" y="4552950"/>
          <p14:tracePt t="99940" x="4718050" y="4559300"/>
          <p14:tracePt t="99957" x="4845050" y="4578350"/>
          <p14:tracePt t="99974" x="4984750" y="4603750"/>
          <p14:tracePt t="99990" x="5276850" y="4641850"/>
          <p14:tracePt t="100007" x="5435600" y="4660900"/>
          <p14:tracePt t="100023" x="5588000" y="4679950"/>
          <p14:tracePt t="100040" x="6000750" y="4673600"/>
          <p14:tracePt t="100057" x="6184900" y="4654550"/>
          <p14:tracePt t="100073" x="6356350" y="4629150"/>
          <p14:tracePt t="100090" x="6457950" y="4597400"/>
          <p14:tracePt t="100107" x="6877050" y="4451350"/>
          <p14:tracePt t="100124" x="7137400" y="4368800"/>
          <p14:tracePt t="100141" x="7543800" y="4222750"/>
          <p14:tracePt t="100143" x="7575550" y="4210050"/>
          <p14:tracePt t="100157" x="7645400" y="4184650"/>
          <p14:tracePt t="100174" x="7702550" y="4159250"/>
          <p14:tracePt t="100191" x="7848600" y="4089400"/>
          <p14:tracePt t="100207" x="7893050" y="4070350"/>
          <p14:tracePt t="100224" x="7931150" y="4057650"/>
          <p14:tracePt t="100241" x="7956550" y="4044950"/>
          <p14:tracePt t="100257" x="7962900" y="4044950"/>
          <p14:tracePt t="100274" x="8001000" y="4025900"/>
          <p14:tracePt t="100291" x="8083550" y="4000500"/>
          <p14:tracePt t="100307" x="8102600" y="3994150"/>
          <p14:tracePt t="100324" x="8178800" y="3975100"/>
          <p14:tracePt t="100340" x="8331200" y="3924300"/>
          <p14:tracePt t="100357" x="8445500" y="3886200"/>
          <p14:tracePt t="100374" x="8674100" y="3848100"/>
          <p14:tracePt t="100391" x="8801100" y="3810000"/>
          <p14:tracePt t="100407" x="8870950" y="3784600"/>
          <p14:tracePt t="100424" x="8890000" y="3771900"/>
          <p14:tracePt t="100441" x="8890000" y="3765550"/>
          <p14:tracePt t="100457" x="8896350" y="3752850"/>
          <p14:tracePt t="100474" x="8902700" y="3746500"/>
          <p14:tracePt t="100491" x="8902700" y="3727450"/>
          <p14:tracePt t="100507" x="8902700" y="3708400"/>
          <p14:tracePt t="100524" x="8902700" y="3695700"/>
          <p14:tracePt t="100541" x="8909050" y="3676650"/>
          <p14:tracePt t="100557" x="8902700" y="3632200"/>
          <p14:tracePt t="100574" x="8902700" y="3619500"/>
          <p14:tracePt t="100591" x="8890000" y="3587750"/>
          <p14:tracePt t="100607" x="8813800" y="3505200"/>
          <p14:tracePt t="100624" x="8731250" y="3454400"/>
          <p14:tracePt t="100640" x="8566150" y="3384550"/>
          <p14:tracePt t="100657" x="8515350" y="3365500"/>
          <p14:tracePt t="100674" x="8432800" y="3346450"/>
          <p14:tracePt t="100690" x="8267700" y="3295650"/>
          <p14:tracePt t="100707" x="8191500" y="3282950"/>
          <p14:tracePt t="100724" x="8121650" y="3282950"/>
          <p14:tracePt t="100740" x="8115300" y="3282950"/>
          <p14:tracePt t="100757" x="8070850" y="3282950"/>
          <p14:tracePt t="100773" x="8051800" y="3282950"/>
          <p14:tracePt t="100791" x="7988300" y="3308350"/>
          <p14:tracePt t="100807" x="7918450" y="3340100"/>
          <p14:tracePt t="100824" x="7874000" y="3365500"/>
          <p14:tracePt t="100841" x="7861300" y="3371850"/>
          <p14:tracePt t="100857" x="7835900" y="3390900"/>
          <p14:tracePt t="100874" x="7816850" y="3416300"/>
          <p14:tracePt t="100891" x="7797800" y="3441700"/>
          <p14:tracePt t="100907" x="7797800" y="3448050"/>
          <p14:tracePt t="100924" x="7791450" y="3467100"/>
          <p14:tracePt t="100940" x="7772400" y="3530600"/>
          <p14:tracePt t="100957" x="7772400" y="3549650"/>
          <p14:tracePt t="100974" x="7766050" y="3587750"/>
          <p14:tracePt t="100991" x="7759700" y="3651250"/>
          <p14:tracePt t="101007" x="7759700" y="3695700"/>
          <p14:tracePt t="101024" x="7759700" y="3727450"/>
          <p14:tracePt t="101040" x="7772400" y="3765550"/>
          <p14:tracePt t="101057" x="7791450" y="3784600"/>
          <p14:tracePt t="101074" x="7791450" y="3790950"/>
          <p14:tracePt t="101090" x="7810500" y="3816350"/>
          <p14:tracePt t="101107" x="7823200" y="3829050"/>
          <p14:tracePt t="101124" x="7835900" y="3841750"/>
          <p14:tracePt t="101141" x="7842250" y="3841750"/>
          <p14:tracePt t="101144" x="7854950" y="3854450"/>
          <p14:tracePt t="101157" x="7880350" y="3867150"/>
          <p14:tracePt t="101174" x="7905750" y="3879850"/>
          <p14:tracePt t="101191" x="7943850" y="3886200"/>
          <p14:tracePt t="101207" x="7994650" y="3911600"/>
          <p14:tracePt t="101224" x="8102600" y="3937000"/>
          <p14:tracePt t="101241" x="8166100" y="3949700"/>
          <p14:tracePt t="101257" x="8261350" y="3968750"/>
          <p14:tracePt t="101274" x="8312150" y="3975100"/>
          <p14:tracePt t="101291" x="8362950" y="3981450"/>
          <p14:tracePt t="101307" x="8382000" y="3981450"/>
          <p14:tracePt t="101324" x="8458200" y="3975100"/>
          <p14:tracePt t="101340" x="8496300" y="3962400"/>
          <p14:tracePt t="101358" x="8553450" y="3949700"/>
          <p14:tracePt t="101374" x="8616950" y="3924300"/>
          <p14:tracePt t="101391" x="8655050" y="3911600"/>
          <p14:tracePt t="101407" x="8763000" y="3867150"/>
          <p14:tracePt t="101424" x="8839200" y="3816350"/>
          <p14:tracePt t="101441" x="8858250" y="3803650"/>
          <p14:tracePt t="101457" x="8877300" y="3778250"/>
          <p14:tracePt t="101474" x="8890000" y="3759200"/>
          <p14:tracePt t="101490" x="8902700" y="3733800"/>
          <p14:tracePt t="101507" x="8915400" y="3702050"/>
          <p14:tracePt t="101524" x="8934450" y="3632200"/>
          <p14:tracePt t="101540" x="8928100" y="3575050"/>
          <p14:tracePt t="101557" x="8915400" y="3536950"/>
          <p14:tracePt t="101574" x="8883650" y="3498850"/>
          <p14:tracePt t="101591" x="8845550" y="3467100"/>
          <p14:tracePt t="101607" x="8743950" y="3422650"/>
          <p14:tracePt t="101624" x="8674100" y="3403600"/>
          <p14:tracePt t="101641" x="8604250" y="3390900"/>
          <p14:tracePt t="101657" x="8445500" y="3384550"/>
          <p14:tracePt t="101674" x="8331200" y="3390900"/>
          <p14:tracePt t="101690" x="8216900" y="3429000"/>
          <p14:tracePt t="101707" x="8051800" y="3498850"/>
          <p14:tracePt t="101724" x="7994650" y="3530600"/>
          <p14:tracePt t="101740" x="7962900" y="3575050"/>
          <p14:tracePt t="101757" x="7816850" y="3714750"/>
          <p14:tracePt t="101774" x="7708900" y="3835400"/>
          <p14:tracePt t="101791" x="7385050" y="4095750"/>
          <p14:tracePt t="101807" x="7264400" y="4171950"/>
          <p14:tracePt t="101824" x="6896100" y="4343400"/>
          <p14:tracePt t="101840" x="6756400" y="4406900"/>
          <p14:tracePt t="101858" x="6616700" y="4438650"/>
          <p14:tracePt t="101874" x="6483350" y="4476750"/>
          <p14:tracePt t="101891" x="6432550" y="4483100"/>
          <p14:tracePt t="101907" x="6343650" y="4489450"/>
          <p14:tracePt t="101924" x="6184900" y="4514850"/>
          <p14:tracePt t="101941" x="6121400" y="4521200"/>
          <p14:tracePt t="101957" x="6057900" y="4527550"/>
          <p14:tracePt t="101974" x="6013450" y="4546600"/>
          <p14:tracePt t="101991" x="5969000" y="4559300"/>
          <p14:tracePt t="102007" x="5772150" y="4629150"/>
          <p14:tracePt t="102024" x="5670550" y="4660900"/>
          <p14:tracePt t="102040" x="5492750" y="4711700"/>
          <p14:tracePt t="102057" x="5429250" y="4737100"/>
          <p14:tracePt t="102074" x="5321300" y="4768850"/>
          <p14:tracePt t="102090" x="5200650" y="4800600"/>
          <p14:tracePt t="102107" x="5162550" y="4813300"/>
          <p14:tracePt t="102124" x="5086350" y="4832350"/>
          <p14:tracePt t="102140" x="5080000" y="4832350"/>
          <p14:tracePt t="102143" x="5041900" y="4832350"/>
          <p14:tracePt t="102157" x="5022850" y="4832350"/>
          <p14:tracePt t="102174" x="4927600" y="4851400"/>
          <p14:tracePt t="102191" x="4813300" y="4864100"/>
          <p14:tracePt t="102207" x="4584700" y="4908550"/>
          <p14:tracePt t="102224" x="4470400" y="4927600"/>
          <p14:tracePt t="102241" x="4381500" y="4946650"/>
          <p14:tracePt t="102257" x="4171950" y="4978400"/>
          <p14:tracePt t="102274" x="4095750" y="4991100"/>
          <p14:tracePt t="102291" x="4025900" y="5010150"/>
          <p14:tracePt t="102307" x="3930650" y="5029200"/>
          <p14:tracePt t="102324" x="3873500" y="5041900"/>
          <p14:tracePt t="102340" x="3841750" y="5048250"/>
          <p14:tracePt t="102383" x="3829050" y="5048250"/>
          <p14:tracePt t="102407" x="3829050" y="5035550"/>
          <p14:tracePt t="102424" x="3829050" y="5029200"/>
          <p14:tracePt t="102432" x="3829050" y="5016500"/>
          <p14:tracePt t="102440" x="3829050" y="5010150"/>
          <p14:tracePt t="102457" x="3829050" y="4978400"/>
          <p14:tracePt t="102474" x="3829050" y="4946650"/>
          <p14:tracePt t="102490" x="3829050" y="4940300"/>
          <p14:tracePt t="102507" x="3841750" y="4908550"/>
          <p14:tracePt t="102524" x="3841750" y="4889500"/>
          <p14:tracePt t="102540" x="3841750" y="4883150"/>
          <p14:tracePt t="102574" x="3835400" y="4883150"/>
          <p14:tracePt t="102591" x="3829050" y="4870450"/>
          <p14:tracePt t="102607" x="3778250" y="4857750"/>
          <p14:tracePt t="102624" x="3740150" y="4845050"/>
          <p14:tracePt t="102641" x="3638550" y="4838700"/>
          <p14:tracePt t="102657" x="3409950" y="4826000"/>
          <p14:tracePt t="102674" x="3333750" y="4819650"/>
          <p14:tracePt t="102691" x="3276600" y="4813300"/>
          <p14:tracePt t="102707" x="3219450" y="4806950"/>
          <p14:tracePt t="102724" x="3181350" y="4806950"/>
          <p14:tracePt t="102740" x="3149600" y="4806950"/>
          <p14:tracePt t="102757" x="3124200" y="4806950"/>
          <p14:tracePt t="102774" x="3117850" y="4806950"/>
          <p14:tracePt t="102920" x="3130550" y="4800600"/>
          <p14:tracePt t="102928" x="3136900" y="4800600"/>
          <p14:tracePt t="102936" x="3155950" y="4800600"/>
          <p14:tracePt t="102944" x="3168650" y="4800600"/>
          <p14:tracePt t="102957" x="3181350" y="4800600"/>
          <p14:tracePt t="102974" x="3206750" y="4794250"/>
          <p14:tracePt t="102991" x="3251200" y="4794250"/>
          <p14:tracePt t="103007" x="3340100" y="4794250"/>
          <p14:tracePt t="103024" x="3517900" y="4800600"/>
          <p14:tracePt t="103040" x="3632200" y="4800600"/>
          <p14:tracePt t="103057" x="3676650" y="4800600"/>
          <p14:tracePt t="103074" x="3816350" y="4794250"/>
          <p14:tracePt t="103090" x="3937000" y="4794250"/>
          <p14:tracePt t="103107" x="4013200" y="4787900"/>
          <p14:tracePt t="103124" x="4197350" y="4787900"/>
          <p14:tracePt t="103141" x="4241800" y="4781550"/>
          <p14:tracePt t="103143" x="4305300" y="4781550"/>
          <p14:tracePt t="103157" x="4343400" y="4781550"/>
          <p14:tracePt t="103174" x="4438650" y="4775200"/>
          <p14:tracePt t="103191" x="4616450" y="4768850"/>
          <p14:tracePt t="103207" x="4762500" y="4768850"/>
          <p14:tracePt t="103224" x="4806950" y="4768850"/>
          <p14:tracePt t="103241" x="4914900" y="4762500"/>
          <p14:tracePt t="103257" x="4997450" y="4762500"/>
          <p14:tracePt t="103274" x="5086350" y="4762500"/>
          <p14:tracePt t="103291" x="5226050" y="4756150"/>
          <p14:tracePt t="103307" x="5308600" y="4749800"/>
          <p14:tracePt t="103324" x="5346700" y="4749800"/>
          <p14:tracePt t="103340" x="5441950" y="4749800"/>
          <p14:tracePt t="103358" x="5505450" y="4749800"/>
          <p14:tracePt t="103374" x="5549900" y="4743450"/>
          <p14:tracePt t="103391" x="5626100" y="4730750"/>
          <p14:tracePt t="103407" x="5695950" y="4730750"/>
          <p14:tracePt t="103424" x="5740400" y="4730750"/>
          <p14:tracePt t="103440" x="5835650" y="4730750"/>
          <p14:tracePt t="103457" x="5911850" y="4730750"/>
          <p14:tracePt t="103474" x="5937250" y="4730750"/>
          <p14:tracePt t="103491" x="5981700" y="4730750"/>
          <p14:tracePt t="103507" x="6032500" y="4743450"/>
          <p14:tracePt t="103524" x="6070600" y="4749800"/>
          <p14:tracePt t="103541" x="6108700" y="4756150"/>
          <p14:tracePt t="103557" x="6184900" y="4768850"/>
          <p14:tracePt t="103574" x="6248400" y="4768850"/>
          <p14:tracePt t="103590" x="6292850" y="4768850"/>
          <p14:tracePt t="103607" x="6388100" y="4775200"/>
          <p14:tracePt t="103624" x="6432550" y="4787900"/>
          <p14:tracePt t="103640" x="6464300" y="4794250"/>
          <p14:tracePt t="103657" x="6508750" y="4806950"/>
          <p14:tracePt t="103674" x="6527800" y="4813300"/>
          <p14:tracePt t="103690" x="6546850" y="4819650"/>
          <p14:tracePt t="103707" x="6591300" y="4826000"/>
          <p14:tracePt t="103724" x="6623050" y="4845050"/>
          <p14:tracePt t="103741" x="6648450" y="4851400"/>
          <p14:tracePt t="103757" x="6686550" y="4876800"/>
          <p14:tracePt t="103774" x="6705600" y="4883150"/>
          <p14:tracePt t="103791" x="6718300" y="4883150"/>
          <p14:tracePt t="103807" x="6769100" y="4914900"/>
          <p14:tracePt t="103824" x="6788150" y="4921250"/>
          <p14:tracePt t="103841" x="6800850" y="4933950"/>
          <p14:tracePt t="103858" x="6807200" y="4940300"/>
          <p14:tracePt t="103874" x="6832600" y="4972050"/>
          <p14:tracePt t="103890" x="6838950" y="4991100"/>
          <p14:tracePt t="103907" x="6870700" y="5029200"/>
          <p14:tracePt t="103924" x="6896100" y="5035550"/>
          <p14:tracePt t="103941" x="6915150" y="5060950"/>
          <p14:tracePt t="103957" x="6921500" y="5080000"/>
          <p14:tracePt t="103974" x="6940550" y="5111750"/>
          <p14:tracePt t="103991" x="6940550" y="5124450"/>
          <p14:tracePt t="104007" x="6972300" y="5181600"/>
          <p14:tracePt t="104024" x="6978650" y="5200650"/>
          <p14:tracePt t="104041" x="7023100" y="5226050"/>
          <p14:tracePt t="104057" x="7029450" y="5238750"/>
          <p14:tracePt t="104073" x="7029450" y="5257800"/>
          <p14:tracePt t="104090" x="7029450" y="5270500"/>
          <p14:tracePt t="104107" x="7029450" y="5276850"/>
          <p14:tracePt t="104124" x="7029450" y="5289550"/>
          <p14:tracePt t="104141" x="7016750" y="5327650"/>
          <p14:tracePt t="104157" x="7016750" y="5340350"/>
          <p14:tracePt t="104174" x="7010400" y="5365750"/>
          <p14:tracePt t="104191" x="7010400" y="5372100"/>
          <p14:tracePt t="104207" x="6997700" y="5403850"/>
          <p14:tracePt t="104224" x="6959600" y="5429250"/>
          <p14:tracePt t="104241" x="6946900" y="5448300"/>
          <p14:tracePt t="104257" x="6927850" y="5461000"/>
          <p14:tracePt t="104274" x="6902450" y="5480050"/>
          <p14:tracePt t="104291" x="6877050" y="5492750"/>
          <p14:tracePt t="104307" x="6864350" y="5505450"/>
          <p14:tracePt t="104324" x="6832600" y="5505450"/>
          <p14:tracePt t="104340" x="6781800" y="5518150"/>
          <p14:tracePt t="104357" x="6775450" y="5518150"/>
          <p14:tracePt t="104374" x="6705600" y="5518150"/>
          <p14:tracePt t="104391" x="6661150" y="5518150"/>
          <p14:tracePt t="104407" x="6553200" y="5524500"/>
          <p14:tracePt t="104423" x="6426200" y="5530850"/>
          <p14:tracePt t="104440" x="6381750" y="5530850"/>
          <p14:tracePt t="104457" x="6273800" y="5537200"/>
          <p14:tracePt t="104474" x="6108700" y="5537200"/>
          <p14:tracePt t="104490" x="6032500" y="5543550"/>
          <p14:tracePt t="104507" x="5962650" y="5543550"/>
          <p14:tracePt t="104524" x="5861050" y="5549900"/>
          <p14:tracePt t="104540" x="5842000" y="5549900"/>
          <p14:tracePt t="104557" x="5759450" y="5549900"/>
          <p14:tracePt t="104574" x="5645150" y="5549900"/>
          <p14:tracePt t="104591" x="5530850" y="5549900"/>
          <p14:tracePt t="104607" x="5372100" y="5549900"/>
          <p14:tracePt t="104624" x="5295900" y="5549900"/>
          <p14:tracePt t="104640" x="5168900" y="5556250"/>
          <p14:tracePt t="104657" x="5067300" y="5562600"/>
          <p14:tracePt t="104674" x="4946650" y="5594350"/>
          <p14:tracePt t="104690" x="4870450" y="5613400"/>
          <p14:tracePt t="104724" x="4794250" y="5632450"/>
          <p14:tracePt t="104740" x="4724400" y="5651500"/>
          <p14:tracePt t="104757" x="4584700" y="5676900"/>
          <p14:tracePt t="104774" x="4502150" y="5683250"/>
          <p14:tracePt t="104790" x="4413250" y="5689600"/>
          <p14:tracePt t="104807" x="4152900" y="5689600"/>
          <p14:tracePt t="104824" x="4013200" y="5689600"/>
          <p14:tracePt t="104840" x="3917950" y="5689600"/>
          <p14:tracePt t="104857" x="3790950" y="5695950"/>
          <p14:tracePt t="104874" x="3759200" y="5702300"/>
          <p14:tracePt t="104891" x="3752850" y="5702300"/>
          <p14:tracePt t="104999" x="3759200" y="5702300"/>
          <p14:tracePt t="105023" x="3765550" y="5702300"/>
          <p14:tracePt t="105072" x="3759200" y="5702300"/>
          <p14:tracePt t="105087" x="3746500" y="5702300"/>
          <p14:tracePt t="105096" x="3727450" y="5695950"/>
          <p14:tracePt t="105107" x="3708400" y="5695950"/>
          <p14:tracePt t="105124" x="3657600" y="5695950"/>
          <p14:tracePt t="105157" x="3651250" y="5695950"/>
          <p14:tracePt t="105207" x="3644900" y="5695950"/>
          <p14:tracePt t="105224" x="3632200" y="5695950"/>
          <p14:tracePt t="105232" x="3619500" y="5695950"/>
          <p14:tracePt t="105247" x="3613150" y="5695950"/>
          <p14:tracePt t="105257" x="3606800" y="5695950"/>
          <p14:tracePt t="105274" x="3594100" y="5695950"/>
          <p14:tracePt t="105290" x="3581400" y="5689600"/>
          <p14:tracePt t="105307" x="3562350" y="5683250"/>
          <p14:tracePt t="105324" x="3530600" y="5683250"/>
          <p14:tracePt t="105341" x="3498850" y="5676900"/>
          <p14:tracePt t="105357" x="3448050" y="5676900"/>
          <p14:tracePt t="105374" x="3422650" y="5676900"/>
          <p14:tracePt t="105400" x="3416300" y="5676900"/>
          <p14:tracePt t="105487" x="3422650" y="5676900"/>
          <p14:tracePt t="105512" x="3448050" y="5676900"/>
          <p14:tracePt t="105519" x="3460750" y="5676900"/>
          <p14:tracePt t="105528" x="3492500" y="5676900"/>
          <p14:tracePt t="105540" x="3511550" y="5676900"/>
          <p14:tracePt t="105557" x="3556000" y="5683250"/>
          <p14:tracePt t="105574" x="3683000" y="5683250"/>
          <p14:tracePt t="105591" x="3778250" y="5695950"/>
          <p14:tracePt t="105607" x="3924300" y="5708650"/>
          <p14:tracePt t="105624" x="4102100" y="5727700"/>
          <p14:tracePt t="105640" x="4197350" y="5746750"/>
          <p14:tracePt t="105657" x="4248150" y="5759450"/>
          <p14:tracePt t="105674" x="4381500" y="5772150"/>
          <p14:tracePt t="105690" x="4470400" y="5791200"/>
          <p14:tracePt t="105707" x="4546600" y="5810250"/>
          <p14:tracePt t="105724" x="4629150" y="5835650"/>
          <p14:tracePt t="105740" x="4679950" y="5842000"/>
          <p14:tracePt t="105757" x="4743450" y="5848350"/>
          <p14:tracePt t="105774" x="4826000" y="5861050"/>
          <p14:tracePt t="105791" x="4870450" y="5861050"/>
          <p14:tracePt t="105807" x="5003800" y="5873750"/>
          <p14:tracePt t="105824" x="5060950" y="5873750"/>
          <p14:tracePt t="105840" x="5099050" y="5873750"/>
          <p14:tracePt t="105857" x="5181600" y="5873750"/>
          <p14:tracePt t="105874" x="5283200" y="5873750"/>
          <p14:tracePt t="105890" x="5334000" y="5873750"/>
          <p14:tracePt t="105907" x="5378450" y="5873750"/>
          <p14:tracePt t="105924" x="5410200" y="5873750"/>
          <p14:tracePt t="105940" x="5492750" y="5854700"/>
          <p14:tracePt t="105957" x="5568950" y="5854700"/>
          <p14:tracePt t="105974" x="5664200" y="5835650"/>
          <p14:tracePt t="105991" x="5810250" y="5810250"/>
          <p14:tracePt t="106007" x="5924550" y="5791200"/>
          <p14:tracePt t="106024" x="6038850" y="5765800"/>
          <p14:tracePt t="106040" x="6096000" y="5759450"/>
          <p14:tracePt t="106057" x="6184900" y="5753100"/>
          <p14:tracePt t="106074" x="6280150" y="5740400"/>
          <p14:tracePt t="106090" x="6381750" y="5727700"/>
          <p14:tracePt t="106107" x="6426200" y="5727700"/>
          <p14:tracePt t="106124" x="6496050" y="5721350"/>
          <p14:tracePt t="106141" x="6629400" y="5715000"/>
          <p14:tracePt t="106143" x="6673850" y="5708650"/>
          <p14:tracePt t="106157" x="6718300" y="5708650"/>
          <p14:tracePt t="106174" x="6807200" y="5702300"/>
          <p14:tracePt t="106190" x="6997700" y="5657850"/>
          <p14:tracePt t="106207" x="7073900" y="5638800"/>
          <p14:tracePt t="106224" x="7131050" y="5626100"/>
          <p14:tracePt t="106240" x="7270750" y="5556250"/>
          <p14:tracePt t="106257" x="7340600" y="5511800"/>
          <p14:tracePt t="106274" x="7404100" y="5467350"/>
          <p14:tracePt t="106290" x="7467600" y="5403850"/>
          <p14:tracePt t="106307" x="7505700" y="5346700"/>
          <p14:tracePt t="106324" x="7543800" y="5302250"/>
          <p14:tracePt t="106340" x="7581900" y="5245100"/>
          <p14:tracePt t="106358" x="7588250" y="5213350"/>
          <p14:tracePt t="106374" x="7594600" y="5156200"/>
          <p14:tracePt t="106391" x="7588250" y="5092700"/>
          <p14:tracePt t="106407" x="7486650" y="4978400"/>
          <p14:tracePt t="106424" x="7391400" y="4895850"/>
          <p14:tracePt t="106440" x="7308850" y="4806950"/>
          <p14:tracePt t="106457" x="7283450" y="4781550"/>
          <p14:tracePt t="106474" x="7258050" y="4756150"/>
          <p14:tracePt t="106490" x="7207250" y="4705350"/>
          <p14:tracePt t="106507" x="7143750" y="4679950"/>
          <p14:tracePt t="106523" x="7061200" y="4629150"/>
          <p14:tracePt t="106540" x="6965950" y="4591050"/>
          <p14:tracePt t="106557" x="6902450" y="4578350"/>
          <p14:tracePt t="106574" x="6692900" y="4527550"/>
          <p14:tracePt t="106590" x="6616700" y="4514850"/>
          <p14:tracePt t="106607" x="6438900" y="4489450"/>
          <p14:tracePt t="106624" x="6375400" y="4483100"/>
          <p14:tracePt t="106640" x="6343650" y="4483100"/>
          <p14:tracePt t="106657" x="6216650" y="4483100"/>
          <p14:tracePt t="106674" x="6134100" y="4483100"/>
          <p14:tracePt t="106690" x="6026150" y="4502150"/>
          <p14:tracePt t="106707" x="5835650" y="4533900"/>
          <p14:tracePt t="106724" x="5759450" y="4552950"/>
          <p14:tracePt t="106740" x="5702300" y="4559300"/>
          <p14:tracePt t="106757" x="5537200" y="4591050"/>
          <p14:tracePt t="106774" x="5410200" y="4597400"/>
          <p14:tracePt t="106790" x="5302250" y="4597400"/>
          <p14:tracePt t="106807" x="5111750" y="4597400"/>
          <p14:tracePt t="106824" x="4914900" y="4603750"/>
          <p14:tracePt t="106840" x="4705350" y="4603750"/>
          <p14:tracePt t="106857" x="4565650" y="4616450"/>
          <p14:tracePt t="106874" x="4438650" y="4616450"/>
          <p14:tracePt t="106890" x="4229100" y="4622800"/>
          <p14:tracePt t="106908" x="4178300" y="4622800"/>
          <p14:tracePt t="106924" x="4095750" y="4629150"/>
          <p14:tracePt t="106940" x="3962400" y="4629150"/>
          <p14:tracePt t="106957" x="3886200" y="4629150"/>
          <p14:tracePt t="106974" x="3797300" y="4629150"/>
          <p14:tracePt t="106990" x="3721100" y="4629150"/>
          <p14:tracePt t="107007" x="3702050" y="4629150"/>
          <p14:tracePt t="107023" x="3663950" y="4622800"/>
          <p14:tracePt t="107040" x="3638550" y="4616450"/>
          <p14:tracePt t="107057" x="3613150" y="4616450"/>
          <p14:tracePt t="107074" x="3600450" y="4610100"/>
          <p14:tracePt t="107090" x="3594100" y="4610100"/>
          <p14:tracePt t="107107" x="3581400" y="4610100"/>
          <p14:tracePt t="107140" x="3568700" y="4603750"/>
          <p14:tracePt t="107967" x="3568700" y="4597400"/>
          <p14:tracePt t="109799" x="3568700" y="4591050"/>
          <p14:tracePt t="109807" x="3562350" y="4591050"/>
          <p14:tracePt t="109816" x="3562350" y="4578350"/>
          <p14:tracePt t="109823" x="3562350" y="4565650"/>
          <p14:tracePt t="109840" x="3524250" y="4533900"/>
          <p14:tracePt t="109857" x="3505200" y="4470400"/>
          <p14:tracePt t="109874" x="3505200" y="4438650"/>
          <p14:tracePt t="109891" x="3492500" y="4375150"/>
          <p14:tracePt t="109907" x="3473450" y="4324350"/>
          <p14:tracePt t="109924" x="3473450" y="4292600"/>
          <p14:tracePt t="109940" x="3454400" y="4197350"/>
          <p14:tracePt t="109957" x="3448050" y="4152900"/>
          <p14:tracePt t="109974" x="3441700" y="4114800"/>
          <p14:tracePt t="109991" x="3422650" y="4070350"/>
          <p14:tracePt t="110007" x="3416300" y="4064000"/>
          <p14:tracePt t="110024" x="3403600" y="4051300"/>
          <p14:tracePt t="110040" x="3397250" y="4038600"/>
          <p14:tracePt t="110057" x="3378200" y="4032250"/>
          <p14:tracePt t="110074" x="3314700" y="3994150"/>
          <p14:tracePt t="110090" x="3263900" y="3987800"/>
          <p14:tracePt t="110107" x="3244850" y="3981450"/>
          <p14:tracePt t="110124" x="3054350" y="3968750"/>
          <p14:tracePt t="110140" x="2927350" y="3968750"/>
          <p14:tracePt t="110157" x="2787650" y="3962400"/>
          <p14:tracePt t="110173" x="2559050" y="3911600"/>
          <p14:tracePt t="110190" x="2501900" y="3892550"/>
          <p14:tracePt t="110207" x="2266950" y="3676650"/>
          <p14:tracePt t="110224" x="2133600" y="3511550"/>
          <p14:tracePt t="110240" x="1962150" y="3194050"/>
          <p14:tracePt t="110257" x="1524000" y="2476500"/>
          <p14:tracePt t="110274" x="1390650" y="2286000"/>
          <p14:tracePt t="110290" x="1181100" y="1993900"/>
          <p14:tracePt t="110307" x="1022350" y="1784350"/>
          <p14:tracePt t="110323" x="800100" y="1479550"/>
          <p14:tracePt t="110340" x="711200" y="1377950"/>
          <p14:tracePt t="110357" x="666750" y="1346200"/>
          <p14:tracePt t="110373" x="584200" y="1295400"/>
          <p14:tracePt t="110390" x="546100" y="1282700"/>
          <p14:tracePt t="110407" x="539750" y="1282700"/>
          <p14:tracePt t="110479" x="533400" y="1282700"/>
          <p14:tracePt t="110487" x="533400" y="1295400"/>
          <p14:tracePt t="110496" x="527050" y="1308100"/>
          <p14:tracePt t="110507" x="520700" y="1320800"/>
          <p14:tracePt t="110524" x="520700" y="1346200"/>
          <p14:tracePt t="110540" x="520700" y="1371600"/>
          <p14:tracePt t="110557" x="520700" y="1377950"/>
          <p14:tracePt t="110574" x="527050" y="1416050"/>
          <p14:tracePt t="110591" x="546100" y="1441450"/>
          <p14:tracePt t="110607" x="558800" y="1479550"/>
          <p14:tracePt t="110624" x="590550" y="1530350"/>
          <p14:tracePt t="110640" x="603250" y="1543050"/>
          <p14:tracePt t="110657" x="660400" y="1587500"/>
          <p14:tracePt t="110674" x="679450" y="1600200"/>
          <p14:tracePt t="110691" x="704850" y="1612900"/>
          <p14:tracePt t="110707" x="730250" y="1619250"/>
          <p14:tracePt t="110724" x="749300" y="1625600"/>
          <p14:tracePt t="110757" x="768350" y="1631950"/>
          <p14:tracePt t="110774" x="800100" y="1631950"/>
          <p14:tracePt t="110791" x="812800" y="1619250"/>
          <p14:tracePt t="110807" x="812800" y="1606550"/>
          <p14:tracePt t="110824" x="825500" y="1568450"/>
          <p14:tracePt t="110840" x="838200" y="1428750"/>
          <p14:tracePt t="110857" x="838200" y="1308100"/>
          <p14:tracePt t="110874" x="800100" y="1174750"/>
          <p14:tracePt t="110891" x="736600" y="1022350"/>
          <p14:tracePt t="110907" x="647700" y="889000"/>
          <p14:tracePt t="110924" x="552450" y="787400"/>
          <p14:tracePt t="110940" x="336550" y="635000"/>
          <p14:tracePt t="110957" x="228600" y="584200"/>
          <p14:tracePt t="110974" x="184150" y="552450"/>
          <p14:tracePt t="110991" x="0" y="450850"/>
          <p14:tracePt t="111159" x="63500" y="895350"/>
          <p14:tracePt t="111167" x="133350" y="933450"/>
          <p14:tracePt t="111175" x="222250" y="971550"/>
          <p14:tracePt t="111190" x="349250" y="1016000"/>
          <p14:tracePt t="111207" x="895350" y="1206500"/>
          <p14:tracePt t="111224" x="939800" y="1225550"/>
          <p14:tracePt t="111240" x="1041400" y="1257300"/>
          <p14:tracePt t="111257" x="1079500" y="1263650"/>
          <p14:tracePt t="111290" x="1073150" y="1263650"/>
          <p14:tracePt t="111307" x="1009650" y="1187450"/>
          <p14:tracePt t="111324" x="965200" y="1117600"/>
          <p14:tracePt t="111340" x="666750" y="895350"/>
          <p14:tracePt t="111357" x="520700" y="819150"/>
          <p14:tracePt t="111374" x="209550" y="711200"/>
          <p14:tracePt t="111391" x="38100" y="67945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1.3  NETWORKS TYPES</a:t>
            </a:r>
          </a:p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1.3.1 Local Area Networks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</a:rPr>
              <a:t>LAN </a:t>
            </a:r>
            <a:r>
              <a:rPr lang="en-US" altLang="ko-KR" dirty="0">
                <a:latin typeface="Times New Roman" pitchFamily="18" charset="0"/>
              </a:rPr>
              <a:t>is usually privately owned and connects some hosts in a single office, building, or campus 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063875"/>
            <a:ext cx="4741862" cy="13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4546600"/>
            <a:ext cx="3346450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4614863"/>
            <a:ext cx="1531937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411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30" x="4768850" y="3689350"/>
          <p14:tracePt t="555" x="4775200" y="3676650"/>
          <p14:tracePt t="563" x="4775200" y="3670300"/>
          <p14:tracePt t="571" x="4781550" y="3644900"/>
          <p14:tracePt t="583" x="4781550" y="3632200"/>
          <p14:tracePt t="600" x="4806950" y="3549650"/>
          <p14:tracePt t="602" x="4806950" y="3524250"/>
          <p14:tracePt t="616" x="4819650" y="3486150"/>
          <p14:tracePt t="633" x="4826000" y="3403600"/>
          <p14:tracePt t="650" x="4826000" y="3244850"/>
          <p14:tracePt t="666" x="4800600" y="3086100"/>
          <p14:tracePt t="683" x="4743450" y="2724150"/>
          <p14:tracePt t="699" x="4699000" y="2552700"/>
          <p14:tracePt t="716" x="4584700" y="2343150"/>
          <p14:tracePt t="733" x="4349750" y="2012950"/>
          <p14:tracePt t="749" x="4140200" y="1784350"/>
          <p14:tracePt t="766" x="3848100" y="1600200"/>
          <p14:tracePt t="783" x="3365500" y="1346200"/>
          <p14:tracePt t="799" x="2984500" y="1231900"/>
          <p14:tracePt t="816" x="2806700" y="1181100"/>
          <p14:tracePt t="833" x="2489200" y="1111250"/>
          <p14:tracePt t="849" x="1987550" y="1022350"/>
          <p14:tracePt t="866" x="1778000" y="996950"/>
          <p14:tracePt t="883" x="1587500" y="977900"/>
          <p14:tracePt t="900" x="1574800" y="977900"/>
          <p14:tracePt t="916" x="1498600" y="990600"/>
          <p14:tracePt t="933" x="1403350" y="1009650"/>
          <p14:tracePt t="950" x="1371600" y="1022350"/>
          <p14:tracePt t="966" x="1282700" y="1047750"/>
          <p14:tracePt t="983" x="1263650" y="1047750"/>
          <p14:tracePt t="1000" x="1187450" y="1079500"/>
          <p14:tracePt t="1016" x="1066800" y="1111250"/>
          <p14:tracePt t="1033" x="1003300" y="1136650"/>
          <p14:tracePt t="1050" x="908050" y="1162050"/>
          <p14:tracePt t="1066" x="768350" y="1212850"/>
          <p14:tracePt t="1083" x="692150" y="1244600"/>
          <p14:tracePt t="1100" x="615950" y="1270000"/>
          <p14:tracePt t="1116" x="584200" y="1289050"/>
          <p14:tracePt t="1133" x="565150" y="1301750"/>
          <p14:tracePt t="1150" x="546100" y="1308100"/>
          <p14:tracePt t="1166" x="527050" y="1314450"/>
          <p14:tracePt t="1183" x="520700" y="1314450"/>
          <p14:tracePt t="1200" x="508000" y="1314450"/>
          <p14:tracePt t="1217" x="488950" y="1320800"/>
          <p14:tracePt t="1234" x="469900" y="1327150"/>
          <p14:tracePt t="1250" x="463550" y="1327150"/>
          <p14:tracePt t="1266" x="438150" y="1339850"/>
          <p14:tracePt t="1283" x="431800" y="1339850"/>
          <p14:tracePt t="1300" x="419100" y="1339850"/>
          <p14:tracePt t="1650" x="412750" y="1333500"/>
          <p14:tracePt t="3499" x="412750" y="1339850"/>
          <p14:tracePt t="3555" x="412750" y="1352550"/>
          <p14:tracePt t="3571" x="406400" y="1358900"/>
          <p14:tracePt t="3587" x="406400" y="1365250"/>
          <p14:tracePt t="3659" x="406400" y="1371600"/>
          <p14:tracePt t="37746" x="406400" y="1365250"/>
          <p14:tracePt t="37819" x="406400" y="1358900"/>
          <p14:tracePt t="37907" x="406400" y="1352550"/>
          <p14:tracePt t="37994" x="406400" y="1346200"/>
          <p14:tracePt t="38650" x="406400" y="1339850"/>
          <p14:tracePt t="38786" x="412750" y="1339850"/>
          <p14:tracePt t="38826" x="425450" y="1339850"/>
          <p14:tracePt t="38835" x="425450" y="1346200"/>
          <p14:tracePt t="38858" x="431800" y="1346200"/>
          <p14:tracePt t="38866" x="431800" y="1352550"/>
          <p14:tracePt t="38875" x="431800" y="1358900"/>
          <p14:tracePt t="38883" x="438150" y="1365250"/>
          <p14:tracePt t="38899" x="450850" y="1377950"/>
          <p14:tracePt t="38916" x="469900" y="1403350"/>
          <p14:tracePt t="38932" x="469900" y="1409700"/>
          <p14:tracePt t="38949" x="482600" y="1428750"/>
          <p14:tracePt t="38966" x="495300" y="1447800"/>
          <p14:tracePt t="38983" x="508000" y="1498600"/>
          <p14:tracePt t="38999" x="508000" y="1511300"/>
          <p14:tracePt t="39016" x="514350" y="1536700"/>
          <p14:tracePt t="39033" x="514350" y="1555750"/>
          <p14:tracePt t="39050" x="514350" y="1574800"/>
          <p14:tracePt t="39066" x="520700" y="1574800"/>
          <p14:tracePt t="39083" x="520700" y="1581150"/>
          <p14:tracePt t="39100" x="527050" y="1581150"/>
          <p14:tracePt t="39116" x="527050" y="1593850"/>
          <p14:tracePt t="39147" x="527050" y="1600200"/>
          <p14:tracePt t="39163" x="527050" y="1612900"/>
          <p14:tracePt t="39178" x="527050" y="1619250"/>
          <p14:tracePt t="39186" x="527050" y="1631950"/>
          <p14:tracePt t="39199" x="527050" y="1644650"/>
          <p14:tracePt t="39216" x="527050" y="1670050"/>
          <p14:tracePt t="39233" x="514350" y="1746250"/>
          <p14:tracePt t="39249" x="501650" y="1790700"/>
          <p14:tracePt t="39266" x="495300" y="1835150"/>
          <p14:tracePt t="39283" x="488950" y="1885950"/>
          <p14:tracePt t="39299" x="488950" y="1892300"/>
          <p14:tracePt t="39371" x="482600" y="1892300"/>
          <p14:tracePt t="40058" x="482600" y="1898650"/>
          <p14:tracePt t="40066" x="482600" y="1905000"/>
          <p14:tracePt t="40082" x="482600" y="1911350"/>
          <p14:tracePt t="40090" x="482600" y="1924050"/>
          <p14:tracePt t="40106" x="482600" y="1930400"/>
          <p14:tracePt t="49011" x="482600" y="1924050"/>
          <p14:tracePt t="49170" x="482600" y="1917700"/>
          <p14:tracePt t="49194" x="482600" y="1911350"/>
          <p14:tracePt t="49522" x="482600" y="1905000"/>
          <p14:tracePt t="49554" x="482600" y="1892300"/>
          <p14:tracePt t="49642" x="495300" y="1892300"/>
          <p14:tracePt t="49666" x="495300" y="1924050"/>
          <p14:tracePt t="49674" x="495300" y="1968500"/>
          <p14:tracePt t="49682" x="501650" y="2006600"/>
          <p14:tracePt t="49699" x="501650" y="2057400"/>
          <p14:tracePt t="49716" x="501650" y="2108200"/>
          <p14:tracePt t="49732" x="501650" y="2171700"/>
          <p14:tracePt t="49749" x="501650" y="2222500"/>
          <p14:tracePt t="49766" x="501650" y="2286000"/>
          <p14:tracePt t="49783" x="501650" y="2324100"/>
          <p14:tracePt t="49799" x="501650" y="2343150"/>
          <p14:tracePt t="49815" x="501650" y="2362200"/>
          <p14:tracePt t="49832" x="501650" y="2374900"/>
          <p14:tracePt t="49849" x="501650" y="2381250"/>
          <p14:tracePt t="49866" x="495300" y="2393950"/>
          <p14:tracePt t="49899" x="495300" y="2400300"/>
          <p14:tracePt t="49954" x="495300" y="2413000"/>
          <p14:tracePt t="49962" x="495300" y="2419350"/>
          <p14:tracePt t="49970" x="501650" y="2425700"/>
          <p14:tracePt t="49982" x="514350" y="2444750"/>
          <p14:tracePt t="49999" x="514350" y="2463800"/>
          <p14:tracePt t="50016" x="527050" y="2470150"/>
          <p14:tracePt t="50033" x="533400" y="2476500"/>
          <p14:tracePt t="50578" x="533400" y="2482850"/>
          <p14:tracePt t="50626" x="533400" y="2489200"/>
          <p14:tracePt t="50636" x="527050" y="2495550"/>
          <p14:tracePt t="50642" x="527050" y="2508250"/>
          <p14:tracePt t="50658" x="527050" y="2520950"/>
          <p14:tracePt t="50986" x="520700" y="2527300"/>
          <p14:tracePt t="62274" x="514350" y="2527300"/>
          <p14:tracePt t="62282" x="520700" y="2527300"/>
          <p14:tracePt t="62306" x="527050" y="2514600"/>
          <p14:tracePt t="62402" x="527050" y="2508250"/>
          <p14:tracePt t="62434" x="527050" y="2501900"/>
          <p14:tracePt t="62530" x="527050" y="2495550"/>
          <p14:tracePt t="62539" x="533400" y="2495550"/>
          <p14:tracePt t="62594" x="533400" y="2489200"/>
          <p14:tracePt t="62618" x="533400" y="2476500"/>
          <p14:tracePt t="62636" x="533400" y="2470150"/>
          <p14:tracePt t="62651" x="527050" y="2451100"/>
          <p14:tracePt t="62659" x="520700" y="2438400"/>
          <p14:tracePt t="62666" x="514350" y="2406650"/>
          <p14:tracePt t="62682" x="482600" y="2374900"/>
          <p14:tracePt t="62699" x="450850" y="2311400"/>
          <p14:tracePt t="62716" x="444500" y="2279650"/>
          <p14:tracePt t="62732" x="438150" y="2266950"/>
          <p14:tracePt t="62749" x="431800" y="2254250"/>
          <p14:tracePt t="62766" x="431800" y="2247900"/>
          <p14:tracePt t="62782" x="419100" y="2241550"/>
          <p14:tracePt t="62799" x="412750" y="2241550"/>
          <p14:tracePt t="62816" x="400050" y="2228850"/>
          <p14:tracePt t="62832" x="387350" y="2216150"/>
          <p14:tracePt t="62849" x="374650" y="2203450"/>
          <p14:tracePt t="62866" x="292100" y="2127250"/>
          <p14:tracePt t="62883" x="228600" y="2038350"/>
          <p14:tracePt t="62899" x="76200" y="1847850"/>
          <p14:tracePt t="65130" x="31750" y="2819400"/>
          <p14:tracePt t="65138" x="120650" y="2959100"/>
          <p14:tracePt t="65149" x="139700" y="2984500"/>
          <p14:tracePt t="65165" x="184150" y="3028950"/>
          <p14:tracePt t="65182" x="254000" y="3105150"/>
          <p14:tracePt t="65199" x="349250" y="3219450"/>
          <p14:tracePt t="65216" x="419100" y="3295650"/>
          <p14:tracePt t="65232" x="488950" y="3352800"/>
          <p14:tracePt t="65249" x="527050" y="3378200"/>
          <p14:tracePt t="65266" x="749300" y="3492500"/>
          <p14:tracePt t="65282" x="825500" y="3530600"/>
          <p14:tracePt t="65299" x="977900" y="3594100"/>
          <p14:tracePt t="65316" x="1079500" y="3619500"/>
          <p14:tracePt t="65333" x="1130300" y="3632200"/>
          <p14:tracePt t="65349" x="1276350" y="3676650"/>
          <p14:tracePt t="65366" x="1390650" y="3689350"/>
          <p14:tracePt t="65382" x="1612900" y="3727450"/>
          <p14:tracePt t="65399" x="1733550" y="3752850"/>
          <p14:tracePt t="65416" x="1873250" y="3778250"/>
          <p14:tracePt t="65432" x="1892300" y="3778250"/>
          <p14:tracePt t="65449" x="2089150" y="3810000"/>
          <p14:tracePt t="65466" x="2197100" y="3835400"/>
          <p14:tracePt t="65482" x="2311400" y="3854450"/>
          <p14:tracePt t="65499" x="2368550" y="3873500"/>
          <p14:tracePt t="65516" x="2387600" y="3873500"/>
          <p14:tracePt t="65532" x="2495550" y="3905250"/>
          <p14:tracePt t="65549" x="2540000" y="3917950"/>
          <p14:tracePt t="65566" x="2571750" y="3930650"/>
          <p14:tracePt t="65583" x="2578100" y="3930650"/>
          <p14:tracePt t="65626" x="2584450" y="3930650"/>
          <p14:tracePt t="65819" x="2584450" y="3949700"/>
          <p14:tracePt t="65826" x="2622550" y="3956050"/>
          <p14:tracePt t="65835" x="2641600" y="3962400"/>
          <p14:tracePt t="65850" x="2698750" y="3968750"/>
          <p14:tracePt t="65866" x="2851150" y="4000500"/>
          <p14:tracePt t="65882" x="2882900" y="4006850"/>
          <p14:tracePt t="65899" x="2959100" y="4025900"/>
          <p14:tracePt t="65916" x="3009900" y="4051300"/>
          <p14:tracePt t="65932" x="3060700" y="4057650"/>
          <p14:tracePt t="65949" x="3130550" y="4083050"/>
          <p14:tracePt t="65966" x="3308350" y="4133850"/>
          <p14:tracePt t="65982" x="3352800" y="4140200"/>
          <p14:tracePt t="65999" x="3409950" y="4165600"/>
          <p14:tracePt t="66015" x="3517900" y="4210050"/>
          <p14:tracePt t="66032" x="3581400" y="4229100"/>
          <p14:tracePt t="66049" x="3714750" y="4273550"/>
          <p14:tracePt t="66066" x="3771900" y="4298950"/>
          <p14:tracePt t="66082" x="3841750" y="4324350"/>
          <p14:tracePt t="66099" x="3968750" y="4362450"/>
          <p14:tracePt t="66116" x="4006850" y="4375150"/>
          <p14:tracePt t="66132" x="4070350" y="4387850"/>
          <p14:tracePt t="66149" x="4152900" y="4400550"/>
          <p14:tracePt t="66166" x="4210050" y="4406900"/>
          <p14:tracePt t="66182" x="4273550" y="4419600"/>
          <p14:tracePt t="66199" x="4368800" y="4432300"/>
          <p14:tracePt t="66216" x="4413250" y="4438650"/>
          <p14:tracePt t="66232" x="4464050" y="4438650"/>
          <p14:tracePt t="66249" x="4489450" y="4438650"/>
          <p14:tracePt t="66266" x="4502150" y="4432300"/>
          <p14:tracePt t="66394" x="4495800" y="4425950"/>
          <p14:tracePt t="66410" x="4495800" y="4419600"/>
          <p14:tracePt t="66426" x="4476750" y="4406900"/>
          <p14:tracePt t="66434" x="4464050" y="4375150"/>
          <p14:tracePt t="66442" x="4432300" y="4362450"/>
          <p14:tracePt t="66451" x="4400550" y="4337050"/>
          <p14:tracePt t="66466" x="4356100" y="4311650"/>
          <p14:tracePt t="66482" x="4330700" y="4305300"/>
          <p14:tracePt t="66499" x="4292600" y="4305300"/>
          <p14:tracePt t="66516" x="4254500" y="4298950"/>
          <p14:tracePt t="66533" x="4184650" y="4298950"/>
          <p14:tracePt t="66549" x="4140200" y="4298950"/>
          <p14:tracePt t="66566" x="4064000" y="4298950"/>
          <p14:tracePt t="66583" x="4006850" y="4298950"/>
          <p14:tracePt t="66599" x="3987800" y="4298950"/>
          <p14:tracePt t="66616" x="3968750" y="4298950"/>
          <p14:tracePt t="66633" x="3949700" y="4298950"/>
          <p14:tracePt t="66635" x="3943350" y="4298950"/>
          <p14:tracePt t="66649" x="3937000" y="4298950"/>
          <p14:tracePt t="66665" x="3911600" y="4298950"/>
          <p14:tracePt t="66699" x="3898900" y="4298950"/>
          <p14:tracePt t="66716" x="3879850" y="4311650"/>
          <p14:tracePt t="66733" x="3873500" y="4311650"/>
          <p14:tracePt t="66749" x="3860800" y="4324350"/>
          <p14:tracePt t="66766" x="3854450" y="4330700"/>
          <p14:tracePt t="66782" x="3841750" y="4330700"/>
          <p14:tracePt t="66799" x="3822700" y="4343400"/>
          <p14:tracePt t="66816" x="3797300" y="4349750"/>
          <p14:tracePt t="66833" x="3765550" y="4368800"/>
          <p14:tracePt t="66849" x="3746500" y="4368800"/>
          <p14:tracePt t="66866" x="3714750" y="4381500"/>
          <p14:tracePt t="66883" x="3683000" y="4387850"/>
          <p14:tracePt t="66899" x="3613150" y="4413250"/>
          <p14:tracePt t="66916" x="3575050" y="4419600"/>
          <p14:tracePt t="66932" x="3517900" y="4419600"/>
          <p14:tracePt t="66949" x="3422650" y="4425950"/>
          <p14:tracePt t="66966" x="3390900" y="4425950"/>
          <p14:tracePt t="66982" x="3371850" y="4425950"/>
          <p14:tracePt t="66999" x="3340100" y="4425950"/>
          <p14:tracePt t="67016" x="3308350" y="4425950"/>
          <p14:tracePt t="67032" x="3289300" y="4425950"/>
          <p14:tracePt t="67049" x="3276600" y="4419600"/>
          <p14:tracePt t="67066" x="3263900" y="4419600"/>
          <p14:tracePt t="67258" x="3263900" y="4406900"/>
          <p14:tracePt t="67266" x="3270250" y="4400550"/>
          <p14:tracePt t="67274" x="3276600" y="4394200"/>
          <p14:tracePt t="67290" x="3276600" y="4387850"/>
          <p14:tracePt t="67314" x="3295650" y="4381500"/>
          <p14:tracePt t="67330" x="3302000" y="4375150"/>
          <p14:tracePt t="67362" x="3308350" y="4375150"/>
          <p14:tracePt t="67370" x="3308350" y="4368800"/>
          <p14:tracePt t="67382" x="3314700" y="4368800"/>
          <p14:tracePt t="67402" x="3327400" y="4356100"/>
          <p14:tracePt t="67426" x="3340100" y="4349750"/>
          <p14:tracePt t="67450" x="3346450" y="4343400"/>
          <p14:tracePt t="67466" x="3346450" y="4337050"/>
          <p14:tracePt t="67475" x="3346450" y="4330700"/>
          <p14:tracePt t="67490" x="3346450" y="4324350"/>
          <p14:tracePt t="67499" x="3352800" y="4324350"/>
          <p14:tracePt t="67516" x="3359150" y="4318000"/>
          <p14:tracePt t="67532" x="3365500" y="4318000"/>
          <p14:tracePt t="67549" x="3378200" y="4311650"/>
          <p14:tracePt t="67566" x="3422650" y="4305300"/>
          <p14:tracePt t="67583" x="3479800" y="4305300"/>
          <p14:tracePt t="67599" x="3524250" y="4305300"/>
          <p14:tracePt t="67616" x="3562350" y="4318000"/>
          <p14:tracePt t="67632" x="3594100" y="4324350"/>
          <p14:tracePt t="67649" x="3663950" y="4324350"/>
          <p14:tracePt t="67652" x="3670300" y="4324350"/>
          <p14:tracePt t="67666" x="3759200" y="4343400"/>
          <p14:tracePt t="67682" x="3810000" y="4343400"/>
          <p14:tracePt t="67699" x="3822700" y="4343400"/>
          <p14:tracePt t="67716" x="3867150" y="4343400"/>
          <p14:tracePt t="67733" x="3930650" y="4337050"/>
          <p14:tracePt t="67749" x="3943350" y="4337050"/>
          <p14:tracePt t="67766" x="3956050" y="4337050"/>
          <p14:tracePt t="67782" x="3968750" y="4330700"/>
          <p14:tracePt t="67799" x="3975100" y="4330700"/>
          <p14:tracePt t="67816" x="3987800" y="4324350"/>
          <p14:tracePt t="67832" x="3987800" y="4318000"/>
          <p14:tracePt t="67849" x="4000500" y="4305300"/>
          <p14:tracePt t="67866" x="4013200" y="4286250"/>
          <p14:tracePt t="67882" x="4013200" y="4273550"/>
          <p14:tracePt t="67899" x="4013200" y="4248150"/>
          <p14:tracePt t="67916" x="4013200" y="4216400"/>
          <p14:tracePt t="67932" x="4000500" y="4159250"/>
          <p14:tracePt t="67949" x="3968750" y="4127500"/>
          <p14:tracePt t="67966" x="3937000" y="4108450"/>
          <p14:tracePt t="67983" x="3816350" y="4051300"/>
          <p14:tracePt t="67999" x="3689350" y="4013200"/>
          <p14:tracePt t="68016" x="3543300" y="3994150"/>
          <p14:tracePt t="68032" x="3308350" y="3943350"/>
          <p14:tracePt t="68049" x="3238500" y="3930650"/>
          <p14:tracePt t="68065" x="2984500" y="3905250"/>
          <p14:tracePt t="68082" x="2876550" y="3892550"/>
          <p14:tracePt t="68099" x="2806700" y="3886200"/>
          <p14:tracePt t="68115" x="2679700" y="3886200"/>
          <p14:tracePt t="68132" x="2660650" y="3886200"/>
          <p14:tracePt t="68149" x="2597150" y="3886200"/>
          <p14:tracePt t="68165" x="2508250" y="3886200"/>
          <p14:tracePt t="68182" x="2406650" y="3886200"/>
          <p14:tracePt t="68199" x="2349500" y="3879850"/>
          <p14:tracePt t="68216" x="2298700" y="3879850"/>
          <p14:tracePt t="68232" x="2222500" y="3879850"/>
          <p14:tracePt t="68249" x="2184400" y="3886200"/>
          <p14:tracePt t="68266" x="2127250" y="3886200"/>
          <p14:tracePt t="68283" x="2076450" y="3886200"/>
          <p14:tracePt t="68299" x="2057400" y="3886200"/>
          <p14:tracePt t="68316" x="2044700" y="3886200"/>
          <p14:tracePt t="68746" x="2044700" y="3892550"/>
          <p14:tracePt t="68818" x="2057400" y="3898900"/>
          <p14:tracePt t="68858" x="2070100" y="3898900"/>
          <p14:tracePt t="68874" x="2070100" y="3905250"/>
          <p14:tracePt t="68898" x="2076450" y="3905250"/>
          <p14:tracePt t="68906" x="2082800" y="3911600"/>
          <p14:tracePt t="68930" x="2089150" y="3917950"/>
          <p14:tracePt t="68946" x="2101850" y="3917950"/>
          <p14:tracePt t="68954" x="2108200" y="3917950"/>
          <p14:tracePt t="68978" x="2120900" y="3924300"/>
          <p14:tracePt t="68994" x="2127250" y="3924300"/>
          <p14:tracePt t="69018" x="2133600" y="3924300"/>
          <p14:tracePt t="69026" x="2139950" y="3924300"/>
          <p14:tracePt t="69042" x="2146300" y="3924300"/>
          <p14:tracePt t="69066" x="2152650" y="3924300"/>
          <p14:tracePt t="69082" x="2159000" y="3930650"/>
          <p14:tracePt t="69114" x="2171700" y="3930650"/>
          <p14:tracePt t="69138" x="2178050" y="3930650"/>
          <p14:tracePt t="69170" x="2190750" y="3930650"/>
          <p14:tracePt t="69202" x="2203450" y="3930650"/>
          <p14:tracePt t="69218" x="2209800" y="3930650"/>
          <p14:tracePt t="69242" x="2216150" y="3930650"/>
          <p14:tracePt t="69250" x="2222500" y="3930650"/>
          <p14:tracePt t="69258" x="2228850" y="3930650"/>
          <p14:tracePt t="69266" x="2241550" y="3930650"/>
          <p14:tracePt t="69291" x="2266950" y="3930650"/>
          <p14:tracePt t="69299" x="2273300" y="3930650"/>
          <p14:tracePt t="69317" x="2292350" y="3930650"/>
          <p14:tracePt t="69332" x="2305050" y="3930650"/>
          <p14:tracePt t="69349" x="2311400" y="3930650"/>
          <p14:tracePt t="69366" x="2343150" y="3930650"/>
          <p14:tracePt t="69383" x="2393950" y="3930650"/>
          <p14:tracePt t="69399" x="2438400" y="3930650"/>
          <p14:tracePt t="69416" x="2470150" y="3930650"/>
          <p14:tracePt t="69433" x="2495550" y="3930650"/>
          <p14:tracePt t="69449" x="2571750" y="3930650"/>
          <p14:tracePt t="69466" x="2635250" y="3924300"/>
          <p14:tracePt t="69482" x="2698750" y="3924300"/>
          <p14:tracePt t="69499" x="2781300" y="3924300"/>
          <p14:tracePt t="69516" x="2800350" y="3924300"/>
          <p14:tracePt t="69533" x="2844800" y="3924300"/>
          <p14:tracePt t="69549" x="2959100" y="3924300"/>
          <p14:tracePt t="69566" x="3009900" y="3924300"/>
          <p14:tracePt t="69583" x="3048000" y="3924300"/>
          <p14:tracePt t="69599" x="3149600" y="3924300"/>
          <p14:tracePt t="69616" x="3155950" y="3924300"/>
          <p14:tracePt t="69632" x="3238500" y="3924300"/>
          <p14:tracePt t="69635" x="3244850" y="3924300"/>
          <p14:tracePt t="69649" x="3308350" y="3917950"/>
          <p14:tracePt t="69665" x="3378200" y="3917950"/>
          <p14:tracePt t="69682" x="3435350" y="3917950"/>
          <p14:tracePt t="69699" x="3454400" y="3917950"/>
          <p14:tracePt t="69715" x="3543300" y="3917950"/>
          <p14:tracePt t="69732" x="3613150" y="3917950"/>
          <p14:tracePt t="69749" x="3676650" y="3930650"/>
          <p14:tracePt t="69766" x="3727450" y="3943350"/>
          <p14:tracePt t="69782" x="3803650" y="3949700"/>
          <p14:tracePt t="69799" x="3886200" y="3962400"/>
          <p14:tracePt t="69815" x="3962400" y="3975100"/>
          <p14:tracePt t="69832" x="4057650" y="3987800"/>
          <p14:tracePt t="69849" x="4191000" y="4000500"/>
          <p14:tracePt t="69865" x="4356100" y="4013200"/>
          <p14:tracePt t="69882" x="4368800" y="4019550"/>
          <p14:tracePt t="69899" x="4552950" y="4038600"/>
          <p14:tracePt t="69915" x="4648200" y="4044950"/>
          <p14:tracePt t="69932" x="4724400" y="4051300"/>
          <p14:tracePt t="69949" x="4870450" y="4044950"/>
          <p14:tracePt t="69965" x="4946650" y="4044950"/>
          <p14:tracePt t="69982" x="4997450" y="4044950"/>
          <p14:tracePt t="69999" x="5143500" y="4044950"/>
          <p14:tracePt t="70015" x="5219700" y="4038600"/>
          <p14:tracePt t="70032" x="5295900" y="4044950"/>
          <p14:tracePt t="70049" x="5473700" y="4044950"/>
          <p14:tracePt t="70066" x="5530850" y="4044950"/>
          <p14:tracePt t="70082" x="5626100" y="4057650"/>
          <p14:tracePt t="70099" x="5791200" y="4070350"/>
          <p14:tracePt t="70115" x="5861050" y="4076700"/>
          <p14:tracePt t="70132" x="5937250" y="4076700"/>
          <p14:tracePt t="70149" x="6007100" y="4070350"/>
          <p14:tracePt t="70165" x="6026150" y="4070350"/>
          <p14:tracePt t="70182" x="6108700" y="4057650"/>
          <p14:tracePt t="70199" x="6159500" y="4057650"/>
          <p14:tracePt t="70215" x="6229350" y="4057650"/>
          <p14:tracePt t="70232" x="6267450" y="4057650"/>
          <p14:tracePt t="70249" x="6286500" y="4057650"/>
          <p14:tracePt t="70265" x="6350000" y="4057650"/>
          <p14:tracePt t="70282" x="6381750" y="4057650"/>
          <p14:tracePt t="70299" x="6413500" y="4057650"/>
          <p14:tracePt t="70315" x="6457950" y="4057650"/>
          <p14:tracePt t="70332" x="6470650" y="4057650"/>
          <p14:tracePt t="70349" x="6508750" y="4051300"/>
          <p14:tracePt t="70365" x="6553200" y="4051300"/>
          <p14:tracePt t="70382" x="6584950" y="4044950"/>
          <p14:tracePt t="70399" x="6616700" y="4038600"/>
          <p14:tracePt t="70415" x="6648450" y="4038600"/>
          <p14:tracePt t="70432" x="6661150" y="4038600"/>
          <p14:tracePt t="70449" x="6673850" y="4038600"/>
          <p14:tracePt t="70610" x="6654800" y="4038600"/>
          <p14:tracePt t="70618" x="6635750" y="4044950"/>
          <p14:tracePt t="70626" x="6610350" y="4051300"/>
          <p14:tracePt t="70635" x="6591300" y="4057650"/>
          <p14:tracePt t="70649" x="6559550" y="4064000"/>
          <p14:tracePt t="70666" x="6470650" y="4076700"/>
          <p14:tracePt t="70682" x="6426200" y="4083050"/>
          <p14:tracePt t="70699" x="6280150" y="4102100"/>
          <p14:tracePt t="70716" x="6216650" y="4114800"/>
          <p14:tracePt t="70732" x="6102350" y="4133850"/>
          <p14:tracePt t="70749" x="5930900" y="4159250"/>
          <p14:tracePt t="70766" x="5810250" y="4178300"/>
          <p14:tracePt t="70783" x="5568950" y="4222750"/>
          <p14:tracePt t="70799" x="5473700" y="4235450"/>
          <p14:tracePt t="70816" x="5391150" y="4248150"/>
          <p14:tracePt t="70832" x="5264150" y="4273550"/>
          <p14:tracePt t="70849" x="5181600" y="4286250"/>
          <p14:tracePt t="70866" x="4984750" y="4324350"/>
          <p14:tracePt t="70882" x="4914900" y="4337050"/>
          <p14:tracePt t="70899" x="4857750" y="4349750"/>
          <p14:tracePt t="70916" x="4794250" y="4362450"/>
          <p14:tracePt t="70933" x="4756150" y="4368800"/>
          <p14:tracePt t="70949" x="4673600" y="4394200"/>
          <p14:tracePt t="70966" x="4597400" y="4406900"/>
          <p14:tracePt t="70982" x="4540250" y="4413250"/>
          <p14:tracePt t="70999" x="4508500" y="4425950"/>
          <p14:tracePt t="71016" x="4464050" y="4425950"/>
          <p14:tracePt t="71032" x="4419600" y="4432300"/>
          <p14:tracePt t="71049" x="4381500" y="4432300"/>
          <p14:tracePt t="71066" x="4330700" y="4438650"/>
          <p14:tracePt t="71082" x="4318000" y="4438650"/>
          <p14:tracePt t="71099" x="4260850" y="4451350"/>
          <p14:tracePt t="71116" x="4222750" y="4457700"/>
          <p14:tracePt t="71133" x="4165600" y="4470400"/>
          <p14:tracePt t="71149" x="4127500" y="4476750"/>
          <p14:tracePt t="71166" x="4108450" y="4476750"/>
          <p14:tracePt t="71182" x="4083050" y="4476750"/>
          <p14:tracePt t="71199" x="4076700" y="4476750"/>
          <p14:tracePt t="71216" x="4064000" y="4476750"/>
          <p14:tracePt t="71249" x="4051300" y="4476750"/>
          <p14:tracePt t="71266" x="4032250" y="4476750"/>
          <p14:tracePt t="71282" x="4019550" y="4476750"/>
          <p14:tracePt t="71299" x="3987800" y="4476750"/>
          <p14:tracePt t="71316" x="3937000" y="4476750"/>
          <p14:tracePt t="71333" x="3892550" y="4470400"/>
          <p14:tracePt t="71349" x="3803650" y="4464050"/>
          <p14:tracePt t="71366" x="3746500" y="4464050"/>
          <p14:tracePt t="71382" x="3689350" y="4464050"/>
          <p14:tracePt t="71399" x="3568700" y="4464050"/>
          <p14:tracePt t="71416" x="3498850" y="4457700"/>
          <p14:tracePt t="71432" x="3454400" y="4451350"/>
          <p14:tracePt t="71449" x="3384550" y="4445000"/>
          <p14:tracePt t="71466" x="3371850" y="4445000"/>
          <p14:tracePt t="71482" x="3340100" y="4438650"/>
          <p14:tracePt t="71499" x="3314700" y="4438650"/>
          <p14:tracePt t="71516" x="3308350" y="4432300"/>
          <p14:tracePt t="71532" x="3302000" y="4432300"/>
          <p14:tracePt t="71549" x="3302000" y="4425950"/>
          <p14:tracePt t="71898" x="3302000" y="4419600"/>
          <p14:tracePt t="71914" x="3308350" y="4419600"/>
          <p14:tracePt t="71938" x="3314700" y="4419600"/>
          <p14:tracePt t="71970" x="3327400" y="4419600"/>
          <p14:tracePt t="71994" x="3333750" y="4419600"/>
          <p14:tracePt t="72002" x="3346450" y="4413250"/>
          <p14:tracePt t="72018" x="3352800" y="4413250"/>
          <p14:tracePt t="72026" x="3365500" y="4413250"/>
          <p14:tracePt t="72035" x="3371850" y="4413250"/>
          <p14:tracePt t="72049" x="3384550" y="4406900"/>
          <p14:tracePt t="72065" x="3403600" y="4406900"/>
          <p14:tracePt t="72083" x="3422650" y="4400550"/>
          <p14:tracePt t="72099" x="3448050" y="4394200"/>
          <p14:tracePt t="72116" x="3454400" y="4394200"/>
          <p14:tracePt t="72132" x="3505200" y="4387850"/>
          <p14:tracePt t="72149" x="3549650" y="4387850"/>
          <p14:tracePt t="72165" x="3587750" y="4387850"/>
          <p14:tracePt t="72182" x="3651250" y="4387850"/>
          <p14:tracePt t="72199" x="3702050" y="4387850"/>
          <p14:tracePt t="72215" x="3759200" y="4387850"/>
          <p14:tracePt t="72232" x="3803650" y="4387850"/>
          <p14:tracePt t="72249" x="3898900" y="4387850"/>
          <p14:tracePt t="72266" x="4019550" y="4387850"/>
          <p14:tracePt t="72282" x="4070350" y="4387850"/>
          <p14:tracePt t="72299" x="4159250" y="4387850"/>
          <p14:tracePt t="72316" x="4197350" y="4387850"/>
          <p14:tracePt t="72333" x="4241800" y="4387850"/>
          <p14:tracePt t="72349" x="4318000" y="4387850"/>
          <p14:tracePt t="72366" x="4343400" y="4387850"/>
          <p14:tracePt t="72383" x="4362450" y="4381500"/>
          <p14:tracePt t="72399" x="4381500" y="4381500"/>
          <p14:tracePt t="72416" x="4400550" y="4381500"/>
          <p14:tracePt t="72432" x="4406900" y="4381500"/>
          <p14:tracePt t="72449" x="4425950" y="4381500"/>
          <p14:tracePt t="72466" x="4445000" y="4381500"/>
          <p14:tracePt t="72482" x="4457700" y="4381500"/>
          <p14:tracePt t="72499" x="4470400" y="4381500"/>
          <p14:tracePt t="72516" x="4489450" y="4381500"/>
          <p14:tracePt t="72532" x="4495800" y="4381500"/>
          <p14:tracePt t="72566" x="4514850" y="4387850"/>
          <p14:tracePt t="72583" x="4533900" y="4387850"/>
          <p14:tracePt t="72599" x="4546600" y="4387850"/>
          <p14:tracePt t="72616" x="4559300" y="4387850"/>
          <p14:tracePt t="72632" x="4584700" y="4394200"/>
          <p14:tracePt t="72635" x="4591050" y="4394200"/>
          <p14:tracePt t="72649" x="4622800" y="4394200"/>
          <p14:tracePt t="72666" x="4673600" y="4394200"/>
          <p14:tracePt t="72682" x="4699000" y="4394200"/>
          <p14:tracePt t="72699" x="4737100" y="4394200"/>
          <p14:tracePt t="72716" x="4768850" y="4394200"/>
          <p14:tracePt t="72733" x="4787900" y="4394200"/>
          <p14:tracePt t="72749" x="4826000" y="4394200"/>
          <p14:tracePt t="72766" x="4832350" y="4394200"/>
          <p14:tracePt t="73114" x="4845050" y="4394200"/>
          <p14:tracePt t="73122" x="4857750" y="4387850"/>
          <p14:tracePt t="73132" x="4870450" y="4381500"/>
          <p14:tracePt t="73149" x="4876800" y="4381500"/>
          <p14:tracePt t="73165" x="4902200" y="4368800"/>
          <p14:tracePt t="73182" x="4921250" y="4362450"/>
          <p14:tracePt t="73199" x="4946650" y="4356100"/>
          <p14:tracePt t="73232" x="4953000" y="4349750"/>
          <p14:tracePt t="73249" x="4959350" y="4349750"/>
          <p14:tracePt t="73265" x="4972050" y="4349750"/>
          <p14:tracePt t="73282" x="4991100" y="4349750"/>
          <p14:tracePt t="73299" x="5022850" y="4343400"/>
          <p14:tracePt t="73316" x="5054600" y="4337050"/>
          <p14:tracePt t="73332" x="5092700" y="4330700"/>
          <p14:tracePt t="73349" x="5162550" y="4330700"/>
          <p14:tracePt t="73365" x="5207000" y="4330700"/>
          <p14:tracePt t="73382" x="5257800" y="4330700"/>
          <p14:tracePt t="73399" x="5295900" y="4330700"/>
          <p14:tracePt t="73415" x="5372100" y="4324350"/>
          <p14:tracePt t="73432" x="5397500" y="4324350"/>
          <p14:tracePt t="73449" x="5422900" y="4324350"/>
          <p14:tracePt t="73466" x="5448300" y="4318000"/>
          <p14:tracePt t="73514" x="5454650" y="4318000"/>
          <p14:tracePt t="73666" x="5435600" y="4311650"/>
          <p14:tracePt t="73674" x="5422900" y="4305300"/>
          <p14:tracePt t="73682" x="5397500" y="4305300"/>
          <p14:tracePt t="73699" x="5334000" y="4298950"/>
          <p14:tracePt t="73716" x="5162550" y="4273550"/>
          <p14:tracePt t="73732" x="4953000" y="4273550"/>
          <p14:tracePt t="73749" x="4800600" y="4260850"/>
          <p14:tracePt t="73766" x="4311650" y="4260850"/>
          <p14:tracePt t="73782" x="4019550" y="4260850"/>
          <p14:tracePt t="73799" x="3943350" y="4267200"/>
          <p14:tracePt t="73816" x="3721100" y="4273550"/>
          <p14:tracePt t="73833" x="3625850" y="4273550"/>
          <p14:tracePt t="73849" x="3530600" y="4273550"/>
          <p14:tracePt t="73866" x="3441700" y="4273550"/>
          <p14:tracePt t="73882" x="3390900" y="4273550"/>
          <p14:tracePt t="73899" x="3384550" y="4273550"/>
          <p14:tracePt t="73916" x="3359150" y="4279900"/>
          <p14:tracePt t="73932" x="3340100" y="4279900"/>
          <p14:tracePt t="73949" x="3321050" y="4286250"/>
          <p14:tracePt t="73966" x="3314700" y="4286250"/>
          <p14:tracePt t="73999" x="3302000" y="4286250"/>
          <p14:tracePt t="74016" x="3295650" y="4286250"/>
          <p14:tracePt t="74034" x="3282950" y="4286250"/>
          <p14:tracePt t="74066" x="3276600" y="4292600"/>
          <p14:tracePt t="74074" x="3270250" y="4298950"/>
          <p14:tracePt t="74098" x="3270250" y="4305300"/>
          <p14:tracePt t="74106" x="3257550" y="4311650"/>
          <p14:tracePt t="74116" x="3257550" y="4318000"/>
          <p14:tracePt t="74133" x="3251200" y="4330700"/>
          <p14:tracePt t="74149" x="3244850" y="4343400"/>
          <p14:tracePt t="74166" x="3244850" y="4368800"/>
          <p14:tracePt t="74199" x="3244850" y="4381500"/>
          <p14:tracePt t="74216" x="3251200" y="4387850"/>
          <p14:tracePt t="74249" x="3251200" y="4394200"/>
          <p14:tracePt t="74266" x="3251200" y="4406900"/>
          <p14:tracePt t="74298" x="3257550" y="4406900"/>
          <p14:tracePt t="74330" x="3257550" y="4413250"/>
          <p14:tracePt t="74338" x="3263900" y="4413250"/>
          <p14:tracePt t="74349" x="3276600" y="4419600"/>
          <p14:tracePt t="74366" x="3282950" y="4425950"/>
          <p14:tracePt t="74382" x="3314700" y="4425950"/>
          <p14:tracePt t="74399" x="3327400" y="4425950"/>
          <p14:tracePt t="74416" x="3371850" y="4432300"/>
          <p14:tracePt t="74433" x="3422650" y="4438650"/>
          <p14:tracePt t="74449" x="3479800" y="4445000"/>
          <p14:tracePt t="74466" x="3644900" y="4445000"/>
          <p14:tracePt t="74482" x="3683000" y="4445000"/>
          <p14:tracePt t="74499" x="3759200" y="4445000"/>
          <p14:tracePt t="74515" x="3860800" y="4445000"/>
          <p14:tracePt t="74532" x="3905250" y="4445000"/>
          <p14:tracePt t="74549" x="3943350" y="4445000"/>
          <p14:tracePt t="74566" x="4025900" y="4457700"/>
          <p14:tracePt t="74582" x="4038600" y="4457700"/>
          <p14:tracePt t="74599" x="4051300" y="4457700"/>
          <p14:tracePt t="74616" x="4076700" y="4464050"/>
          <p14:tracePt t="74632" x="4089400" y="4464050"/>
          <p14:tracePt t="74649" x="4114800" y="4464050"/>
          <p14:tracePt t="74665" x="4133850" y="4464050"/>
          <p14:tracePt t="74682" x="4171950" y="4470400"/>
          <p14:tracePt t="74699" x="4184650" y="4470400"/>
          <p14:tracePt t="74715" x="4197350" y="4470400"/>
          <p14:tracePt t="74732" x="4216400" y="4470400"/>
          <p14:tracePt t="74749" x="4235450" y="4470400"/>
          <p14:tracePt t="74765" x="4254500" y="4470400"/>
          <p14:tracePt t="74782" x="4305300" y="4464050"/>
          <p14:tracePt t="74799" x="4324350" y="4464050"/>
          <p14:tracePt t="74816" x="4349750" y="4464050"/>
          <p14:tracePt t="74832" x="4362450" y="4457700"/>
          <p14:tracePt t="74849" x="4387850" y="4457700"/>
          <p14:tracePt t="74866" x="4451350" y="4457700"/>
          <p14:tracePt t="74882" x="4476750" y="4457700"/>
          <p14:tracePt t="74899" x="4546600" y="4451350"/>
          <p14:tracePt t="74916" x="4635500" y="4438650"/>
          <p14:tracePt t="74933" x="4648200" y="4438650"/>
          <p14:tracePt t="74949" x="4686300" y="4438650"/>
          <p14:tracePt t="74966" x="4724400" y="4432300"/>
          <p14:tracePt t="74982" x="4787900" y="4419600"/>
          <p14:tracePt t="74999" x="4819650" y="4406900"/>
          <p14:tracePt t="75016" x="4857750" y="4400550"/>
          <p14:tracePt t="75033" x="4902200" y="4400550"/>
          <p14:tracePt t="75049" x="4921250" y="4394200"/>
          <p14:tracePt t="75083" x="4933950" y="4381500"/>
          <p14:tracePt t="75162" x="4933950" y="4375150"/>
          <p14:tracePt t="75170" x="4933950" y="4368800"/>
          <p14:tracePt t="75186" x="4933950" y="4362450"/>
          <p14:tracePt t="75219" x="4927600" y="4356100"/>
          <p14:tracePt t="75234" x="4902200" y="4349750"/>
          <p14:tracePt t="75242" x="4889500" y="4343400"/>
          <p14:tracePt t="75251" x="4883150" y="4343400"/>
          <p14:tracePt t="75266" x="4864100" y="4337050"/>
          <p14:tracePt t="75282" x="4826000" y="4330700"/>
          <p14:tracePt t="75299" x="4743450" y="4324350"/>
          <p14:tracePt t="75316" x="4699000" y="4318000"/>
          <p14:tracePt t="75333" x="4629150" y="4311650"/>
          <p14:tracePt t="75349" x="4508500" y="4311650"/>
          <p14:tracePt t="75366" x="4483100" y="4311650"/>
          <p14:tracePt t="75383" x="4438650" y="4311650"/>
          <p14:tracePt t="75399" x="4406900" y="4311650"/>
          <p14:tracePt t="75416" x="4362450" y="4324350"/>
          <p14:tracePt t="75433" x="4337050" y="4324350"/>
          <p14:tracePt t="75449" x="4324350" y="4330700"/>
          <p14:tracePt t="75466" x="4273550" y="4343400"/>
          <p14:tracePt t="75499" x="4241800" y="4349750"/>
          <p14:tracePt t="75516" x="4229100" y="4349750"/>
          <p14:tracePt t="75532" x="4210050" y="4356100"/>
          <p14:tracePt t="75549" x="4191000" y="4362450"/>
          <p14:tracePt t="75566" x="4184650" y="4362450"/>
          <p14:tracePt t="75583" x="4159250" y="4362450"/>
          <p14:tracePt t="75599" x="4146550" y="4362450"/>
          <p14:tracePt t="75634" x="4140200" y="4362450"/>
          <p14:tracePt t="75714" x="4133850" y="4362450"/>
          <p14:tracePt t="75730" x="4127500" y="4362450"/>
          <p14:tracePt t="75738" x="4121150" y="4362450"/>
          <p14:tracePt t="75754" x="4121150" y="4356100"/>
          <p14:tracePt t="75778" x="4108450" y="4356100"/>
          <p14:tracePt t="75794" x="4095750" y="4356100"/>
          <p14:tracePt t="75810" x="4089400" y="4356100"/>
          <p14:tracePt t="75819" x="4070350" y="4356100"/>
          <p14:tracePt t="75832" x="4051300" y="4356100"/>
          <p14:tracePt t="75849" x="4032250" y="4356100"/>
          <p14:tracePt t="75866" x="3911600" y="4349750"/>
          <p14:tracePt t="75883" x="3816350" y="4349750"/>
          <p14:tracePt t="75899" x="3790950" y="4349750"/>
          <p14:tracePt t="75916" x="3651250" y="4349750"/>
          <p14:tracePt t="75933" x="3568700" y="4349750"/>
          <p14:tracePt t="75949" x="3505200" y="4356100"/>
          <p14:tracePt t="75966" x="3429000" y="4356100"/>
          <p14:tracePt t="75982" x="3409950" y="4356100"/>
          <p14:tracePt t="75999" x="3397250" y="4356100"/>
          <p14:tracePt t="76016" x="3378200" y="4356100"/>
          <p14:tracePt t="76032" x="3365500" y="4356100"/>
          <p14:tracePt t="76066" x="3359150" y="4356100"/>
          <p14:tracePt t="76082" x="3365500" y="4356100"/>
          <p14:tracePt t="76474" x="3378200" y="4356100"/>
          <p14:tracePt t="76506" x="3390900" y="4356100"/>
          <p14:tracePt t="76514" x="3397250" y="4356100"/>
          <p14:tracePt t="76522" x="3403600" y="4356100"/>
          <p14:tracePt t="76532" x="3409950" y="4356100"/>
          <p14:tracePt t="76549" x="3422650" y="4356100"/>
          <p14:tracePt t="76566" x="3429000" y="4356100"/>
          <p14:tracePt t="76582" x="3448050" y="4349750"/>
          <p14:tracePt t="76599" x="3460750" y="4343400"/>
          <p14:tracePt t="76616" x="3511550" y="4343400"/>
          <p14:tracePt t="76632" x="3587750" y="4349750"/>
          <p14:tracePt t="76635" x="3606800" y="4349750"/>
          <p14:tracePt t="76649" x="3632200" y="4356100"/>
          <p14:tracePt t="76666" x="3733800" y="4368800"/>
          <p14:tracePt t="76682" x="3778250" y="4368800"/>
          <p14:tracePt t="76699" x="3848100" y="4368800"/>
          <p14:tracePt t="76716" x="3886200" y="4368800"/>
          <p14:tracePt t="76732" x="3898900" y="4368800"/>
          <p14:tracePt t="76770" x="3911600" y="4362450"/>
          <p14:tracePt t="76794" x="3917950" y="4362450"/>
          <p14:tracePt t="78306" x="3917950" y="4349750"/>
          <p14:tracePt t="78314" x="3879850" y="4337050"/>
          <p14:tracePt t="78322" x="3860800" y="4324350"/>
          <p14:tracePt t="78332" x="3797300" y="4305300"/>
          <p14:tracePt t="78349" x="3556000" y="4191000"/>
          <p14:tracePt t="78365" x="3454400" y="4114800"/>
          <p14:tracePt t="78382" x="3257550" y="3924300"/>
          <p14:tracePt t="78399" x="2876550" y="3600450"/>
          <p14:tracePt t="78416" x="2616200" y="3321050"/>
          <p14:tracePt t="78432" x="2343150" y="3111500"/>
          <p14:tracePt t="78449" x="1905000" y="2736850"/>
          <p14:tracePt t="78466" x="1657350" y="2501900"/>
          <p14:tracePt t="78482" x="1587500" y="2393950"/>
          <p14:tracePt t="78499" x="1079500" y="1784350"/>
          <p14:tracePt t="78516" x="730250" y="1358900"/>
          <p14:tracePt t="78532" x="406400" y="965200"/>
          <p14:tracePt t="80746" x="6350" y="4121150"/>
          <p14:tracePt t="80754" x="177800" y="4203700"/>
          <p14:tracePt t="80765" x="285750" y="4235450"/>
          <p14:tracePt t="80782" x="444500" y="4298950"/>
          <p14:tracePt t="80799" x="584200" y="4349750"/>
          <p14:tracePt t="80816" x="914400" y="4464050"/>
          <p14:tracePt t="80832" x="1066800" y="4521200"/>
          <p14:tracePt t="80849" x="1238250" y="4578350"/>
          <p14:tracePt t="80866" x="1568450" y="4641850"/>
          <p14:tracePt t="80882" x="1638300" y="4654550"/>
          <p14:tracePt t="80899" x="2012950" y="4730750"/>
          <p14:tracePt t="80915" x="2165350" y="4749800"/>
          <p14:tracePt t="80932" x="2286000" y="4768850"/>
          <p14:tracePt t="80949" x="2520950" y="4800600"/>
          <p14:tracePt t="80965" x="2584450" y="4819650"/>
          <p14:tracePt t="80982" x="2730500" y="4819650"/>
          <p14:tracePt t="80999" x="2851150" y="4832350"/>
          <p14:tracePt t="81016" x="2901950" y="4845050"/>
          <p14:tracePt t="81032" x="2940050" y="4851400"/>
          <p14:tracePt t="81049" x="2971800" y="4851400"/>
          <p14:tracePt t="81066" x="2997200" y="4851400"/>
          <p14:tracePt t="81082" x="3016250" y="4857750"/>
          <p14:tracePt t="81099" x="3054350" y="4870450"/>
          <p14:tracePt t="81116" x="3067050" y="4870450"/>
          <p14:tracePt t="81132" x="3092450" y="4889500"/>
          <p14:tracePt t="81149" x="3098800" y="4895850"/>
          <p14:tracePt t="81166" x="3098800" y="4914900"/>
          <p14:tracePt t="81182" x="3105150" y="4953000"/>
          <p14:tracePt t="81199" x="3092450" y="5060950"/>
          <p14:tracePt t="81216" x="3092450" y="5105400"/>
          <p14:tracePt t="81232" x="3092450" y="5118100"/>
          <p14:tracePt t="81249" x="3098800" y="5137150"/>
          <p14:tracePt t="81266" x="3117850" y="5162550"/>
          <p14:tracePt t="81282" x="3130550" y="5168900"/>
          <p14:tracePt t="81299" x="3162300" y="5194300"/>
          <p14:tracePt t="81316" x="3168650" y="5200650"/>
          <p14:tracePt t="81332" x="3187700" y="5213350"/>
          <p14:tracePt t="81349" x="3187700" y="5219700"/>
          <p14:tracePt t="81366" x="3168650" y="5251450"/>
          <p14:tracePt t="81382" x="3060700" y="5340350"/>
          <p14:tracePt t="81642" x="3079750" y="5245100"/>
          <p14:tracePt t="81658" x="3079750" y="5194300"/>
          <p14:tracePt t="81666" x="3067050" y="5149850"/>
          <p14:tracePt t="81674" x="3028950" y="5118100"/>
          <p14:tracePt t="81683" x="3022600" y="5067300"/>
          <p14:tracePt t="81699" x="2978150" y="4959350"/>
          <p14:tracePt t="81715" x="2959100" y="4927600"/>
          <p14:tracePt t="81732" x="2959100" y="4902200"/>
          <p14:tracePt t="81749" x="2952750" y="4876800"/>
          <p14:tracePt t="81766" x="2952750" y="4870450"/>
          <p14:tracePt t="81782" x="2946400" y="4870450"/>
          <p14:tracePt t="81994" x="2946400" y="4864100"/>
          <p14:tracePt t="82226" x="2946400" y="4857750"/>
          <p14:tracePt t="82250" x="2940050" y="4851400"/>
          <p14:tracePt t="82322" x="2933700" y="4857750"/>
          <p14:tracePt t="82554" x="2927350" y="4857750"/>
          <p14:tracePt t="82794" x="2927350" y="4851400"/>
          <p14:tracePt t="82802" x="2908300" y="4851400"/>
          <p14:tracePt t="82954" x="2908300" y="4845050"/>
          <p14:tracePt t="82970" x="2908300" y="4832350"/>
          <p14:tracePt t="82978" x="2908300" y="4806950"/>
          <p14:tracePt t="82986" x="2895600" y="4775200"/>
          <p14:tracePt t="83002" x="2901950" y="4724400"/>
          <p14:tracePt t="83016" x="2870200" y="4552950"/>
          <p14:tracePt t="83032" x="2844800" y="4381500"/>
          <p14:tracePt t="83049" x="2825750" y="4235450"/>
          <p14:tracePt t="83066" x="2794000" y="3956050"/>
          <p14:tracePt t="83082" x="2794000" y="3892550"/>
          <p14:tracePt t="83099" x="2794000" y="3873500"/>
          <p14:tracePt t="83116" x="2794000" y="3860800"/>
          <p14:tracePt t="83170" x="2794000" y="3867150"/>
          <p14:tracePt t="83178" x="2794000" y="3886200"/>
          <p14:tracePt t="83186" x="2794000" y="3917950"/>
          <p14:tracePt t="83199" x="2800350" y="3968750"/>
          <p14:tracePt t="83215" x="2806700" y="4032250"/>
          <p14:tracePt t="83232" x="2876550" y="4324350"/>
          <p14:tracePt t="83249" x="2933700" y="4502150"/>
          <p14:tracePt t="83266" x="3194050" y="4902200"/>
          <p14:tracePt t="83282" x="3225800" y="4965700"/>
          <p14:tracePt t="83299" x="3251200" y="5086350"/>
          <p14:tracePt t="83316" x="3314700" y="5257800"/>
          <p14:tracePt t="83332" x="3340100" y="5340350"/>
          <p14:tracePt t="83349" x="3365500" y="5429250"/>
          <p14:tracePt t="83366" x="3390900" y="5543550"/>
          <p14:tracePt t="83382" x="3390900" y="5556250"/>
          <p14:tracePt t="83399" x="3416300" y="5600700"/>
          <p14:tracePt t="83416" x="3441700" y="5664200"/>
          <p14:tracePt t="83432" x="3467100" y="5702300"/>
          <p14:tracePt t="83449" x="3486150" y="5715000"/>
          <p14:tracePt t="83466" x="3517900" y="5746750"/>
          <p14:tracePt t="83482" x="3536950" y="5772150"/>
          <p14:tracePt t="83499" x="3594100" y="5822950"/>
          <p14:tracePt t="83516" x="3632200" y="5861050"/>
          <p14:tracePt t="83532" x="3689350" y="5892800"/>
          <p14:tracePt t="83549" x="3714750" y="5924550"/>
          <p14:tracePt t="83566" x="3746500" y="5949950"/>
          <p14:tracePt t="83582" x="3765550" y="5969000"/>
          <p14:tracePt t="83599" x="3790950" y="5988050"/>
          <p14:tracePt t="83616" x="3803650" y="5988050"/>
          <p14:tracePt t="83658" x="3803650" y="6000750"/>
          <p14:tracePt t="83682" x="3810000" y="6000750"/>
          <p14:tracePt t="83706" x="3816350" y="6013450"/>
          <p14:tracePt t="83722" x="3829050" y="6019800"/>
          <p14:tracePt t="83730" x="3835400" y="6026150"/>
          <p14:tracePt t="83738" x="3841750" y="6032500"/>
          <p14:tracePt t="83749" x="3854450" y="6038850"/>
          <p14:tracePt t="83765" x="3873500" y="6051550"/>
          <p14:tracePt t="83782" x="3886200" y="6051550"/>
          <p14:tracePt t="83799" x="3898900" y="6051550"/>
          <p14:tracePt t="83816" x="3924300" y="6051550"/>
          <p14:tracePt t="83832" x="3949700" y="6045200"/>
          <p14:tracePt t="83849" x="4019550" y="5988050"/>
          <p14:tracePt t="83865" x="4044950" y="5969000"/>
          <p14:tracePt t="83882" x="4089400" y="5937250"/>
          <p14:tracePt t="83899" x="4165600" y="5854700"/>
          <p14:tracePt t="83915" x="4203700" y="5810250"/>
          <p14:tracePt t="83932" x="4222750" y="5772150"/>
          <p14:tracePt t="83949" x="4241800" y="5727700"/>
          <p14:tracePt t="83966" x="4248150" y="5689600"/>
          <p14:tracePt t="83982" x="4254500" y="5632450"/>
          <p14:tracePt t="83999" x="4260850" y="5511800"/>
          <p14:tracePt t="84016" x="4229100" y="5429250"/>
          <p14:tracePt t="84032" x="4178300" y="5346700"/>
          <p14:tracePt t="84049" x="4146550" y="5270500"/>
          <p14:tracePt t="84065" x="4051300" y="5168900"/>
          <p14:tracePt t="84082" x="4019550" y="5124450"/>
          <p14:tracePt t="84099" x="3911600" y="5073650"/>
          <p14:tracePt t="84116" x="3854450" y="5041900"/>
          <p14:tracePt t="84132" x="3816350" y="5029200"/>
          <p14:tracePt t="84149" x="3670300" y="4953000"/>
          <p14:tracePt t="84165" x="3613150" y="4927600"/>
          <p14:tracePt t="84182" x="3492500" y="4883150"/>
          <p14:tracePt t="84199" x="3409950" y="4857750"/>
          <p14:tracePt t="84215" x="3390900" y="4845050"/>
          <p14:tracePt t="84232" x="3289300" y="4819650"/>
          <p14:tracePt t="84249" x="3263900" y="4806950"/>
          <p14:tracePt t="84266" x="3130550" y="4768850"/>
          <p14:tracePt t="84282" x="3054350" y="4762500"/>
          <p14:tracePt t="84299" x="3016250" y="4762500"/>
          <p14:tracePt t="84316" x="2952750" y="4762500"/>
          <p14:tracePt t="84332" x="2851150" y="4762500"/>
          <p14:tracePt t="84349" x="2794000" y="4775200"/>
          <p14:tracePt t="84366" x="2711450" y="4806950"/>
          <p14:tracePt t="84382" x="2667000" y="4826000"/>
          <p14:tracePt t="84399" x="2647950" y="4838700"/>
          <p14:tracePt t="84416" x="2565400" y="4883150"/>
          <p14:tracePt t="84432" x="2552700" y="4895850"/>
          <p14:tracePt t="84449" x="2520950" y="4921250"/>
          <p14:tracePt t="84465" x="2482850" y="4953000"/>
          <p14:tracePt t="84482" x="2463800" y="4972050"/>
          <p14:tracePt t="84499" x="2413000" y="5016500"/>
          <p14:tracePt t="84515" x="2387600" y="5048250"/>
          <p14:tracePt t="84532" x="2330450" y="5105400"/>
          <p14:tracePt t="84549" x="2317750" y="5118100"/>
          <p14:tracePt t="84565" x="2292350" y="5149850"/>
          <p14:tracePt t="84582" x="2235200" y="5213350"/>
          <p14:tracePt t="84599" x="2222500" y="5251450"/>
          <p14:tracePt t="84616" x="2197100" y="5295900"/>
          <p14:tracePt t="84632" x="2190750" y="5353050"/>
          <p14:tracePt t="84634" x="2178050" y="5378450"/>
          <p14:tracePt t="84649" x="2171700" y="5397500"/>
          <p14:tracePt t="84666" x="2139950" y="5499100"/>
          <p14:tracePt t="84682" x="2139950" y="5543550"/>
          <p14:tracePt t="84699" x="2139950" y="5581650"/>
          <p14:tracePt t="84715" x="2139950" y="5607050"/>
          <p14:tracePt t="84732" x="2139950" y="5676900"/>
          <p14:tracePt t="84749" x="2146300" y="5702300"/>
          <p14:tracePt t="84765" x="2159000" y="5727700"/>
          <p14:tracePt t="84782" x="2171700" y="5784850"/>
          <p14:tracePt t="84799" x="2197100" y="5816600"/>
          <p14:tracePt t="84815" x="2203450" y="5822950"/>
          <p14:tracePt t="84832" x="2247900" y="5880100"/>
          <p14:tracePt t="84849" x="2273300" y="5899150"/>
          <p14:tracePt t="84865" x="2362200" y="5949950"/>
          <p14:tracePt t="84882" x="2400300" y="5975350"/>
          <p14:tracePt t="84899" x="2413000" y="5981700"/>
          <p14:tracePt t="84915" x="2508250" y="6007100"/>
          <p14:tracePt t="84932" x="2533650" y="6019800"/>
          <p14:tracePt t="84949" x="2597150" y="6038850"/>
          <p14:tracePt t="84965" x="2698750" y="6064250"/>
          <p14:tracePt t="84982" x="2730500" y="6070600"/>
          <p14:tracePt t="84999" x="2774950" y="6083300"/>
          <p14:tracePt t="85016" x="2857500" y="6089650"/>
          <p14:tracePt t="85032" x="2914650" y="6102350"/>
          <p14:tracePt t="85049" x="2997200" y="6108700"/>
          <p14:tracePt t="85065" x="3098800" y="6134100"/>
          <p14:tracePt t="85082" x="3162300" y="6140450"/>
          <p14:tracePt t="85099" x="3213100" y="6140450"/>
          <p14:tracePt t="85115" x="3327400" y="6146800"/>
          <p14:tracePt t="85132" x="3390900" y="6146800"/>
          <p14:tracePt t="85149" x="3467100" y="6140450"/>
          <p14:tracePt t="85165" x="3549650" y="6127750"/>
          <p14:tracePt t="85182" x="3625850" y="6102350"/>
          <p14:tracePt t="85199" x="3714750" y="6076950"/>
          <p14:tracePt t="85215" x="3867150" y="6032500"/>
          <p14:tracePt t="85232" x="3943350" y="6007100"/>
          <p14:tracePt t="85249" x="4019550" y="5969000"/>
          <p14:tracePt t="85265" x="4146550" y="5924550"/>
          <p14:tracePt t="85282" x="4229100" y="5886450"/>
          <p14:tracePt t="85299" x="4298950" y="5854700"/>
          <p14:tracePt t="85315" x="4400550" y="5816600"/>
          <p14:tracePt t="85332" x="4432300" y="5803900"/>
          <p14:tracePt t="85349" x="4476750" y="5778500"/>
          <p14:tracePt t="85366" x="4514850" y="5753100"/>
          <p14:tracePt t="85382" x="4559300" y="5727700"/>
          <p14:tracePt t="85399" x="4584700" y="5715000"/>
          <p14:tracePt t="85415" x="4610100" y="5683250"/>
          <p14:tracePt t="85432" x="4616450" y="5676900"/>
          <p14:tracePt t="85449" x="4660900" y="5619750"/>
          <p14:tracePt t="85465" x="4673600" y="5581650"/>
          <p14:tracePt t="85482" x="4692650" y="5473700"/>
          <p14:tracePt t="85499" x="4686300" y="5365750"/>
          <p14:tracePt t="85515" x="4667250" y="5314950"/>
          <p14:tracePt t="85532" x="4603750" y="5086350"/>
          <p14:tracePt t="85549" x="4546600" y="4997450"/>
          <p14:tracePt t="85566" x="4375150" y="4800600"/>
          <p14:tracePt t="85582" x="4260850" y="4711700"/>
          <p14:tracePt t="85599" x="4229100" y="4692650"/>
          <p14:tracePt t="85615" x="4057650" y="4635500"/>
          <p14:tracePt t="85632" x="3968750" y="4616450"/>
          <p14:tracePt t="85634" x="3924300" y="4603750"/>
          <p14:tracePt t="85649" x="3886200" y="4597400"/>
          <p14:tracePt t="85665" x="3771900" y="4578350"/>
          <p14:tracePt t="85682" x="3759200" y="4578350"/>
          <p14:tracePt t="85699" x="3727450" y="4578350"/>
          <p14:tracePt t="85715" x="3689350" y="4584700"/>
          <p14:tracePt t="85732" x="3657600" y="4597400"/>
          <p14:tracePt t="85749" x="3638550" y="4603750"/>
          <p14:tracePt t="85765" x="3594100" y="4622800"/>
          <p14:tracePt t="85782" x="3556000" y="4635500"/>
          <p14:tracePt t="85799" x="3473450" y="4667250"/>
          <p14:tracePt t="85816" x="3416300" y="4679950"/>
          <p14:tracePt t="85832" x="3321050" y="4718050"/>
          <p14:tracePt t="85849" x="3308350" y="4730750"/>
          <p14:tracePt t="85865" x="3187700" y="4781550"/>
          <p14:tracePt t="85882" x="3098800" y="4819650"/>
          <p14:tracePt t="85898" x="3041650" y="4851400"/>
          <p14:tracePt t="85916" x="2914650" y="4908550"/>
          <p14:tracePt t="85932" x="2876550" y="4914900"/>
          <p14:tracePt t="85949" x="2794000" y="4946650"/>
          <p14:tracePt t="85966" x="2686050" y="4997450"/>
          <p14:tracePt t="85983" x="2641600" y="5016500"/>
          <p14:tracePt t="85999" x="2559050" y="5060950"/>
          <p14:tracePt t="86016" x="2546350" y="5080000"/>
          <p14:tracePt t="86032" x="2508250" y="5092700"/>
          <p14:tracePt t="86049" x="2419350" y="5156200"/>
          <p14:tracePt t="86066" x="2336800" y="5219700"/>
          <p14:tracePt t="86082" x="2305050" y="5238750"/>
          <p14:tracePt t="86099" x="2279650" y="5264150"/>
          <p14:tracePt t="86116" x="2254250" y="5295900"/>
          <p14:tracePt t="86132" x="2241550" y="5321300"/>
          <p14:tracePt t="86149" x="2228850" y="5340350"/>
          <p14:tracePt t="86165" x="2203450" y="5384800"/>
          <p14:tracePt t="86182" x="2197100" y="5397500"/>
          <p14:tracePt t="86199" x="2171700" y="5435600"/>
          <p14:tracePt t="86216" x="2171700" y="5467350"/>
          <p14:tracePt t="86232" x="2159000" y="5480050"/>
          <p14:tracePt t="86249" x="2152650" y="5530850"/>
          <p14:tracePt t="86266" x="2152650" y="5549900"/>
          <p14:tracePt t="86282" x="2165350" y="5581650"/>
          <p14:tracePt t="86299" x="2171700" y="5619750"/>
          <p14:tracePt t="86316" x="2171700" y="5657850"/>
          <p14:tracePt t="86332" x="2171700" y="5689600"/>
          <p14:tracePt t="86349" x="2171700" y="5715000"/>
          <p14:tracePt t="86366" x="2165350" y="5740400"/>
          <p14:tracePt t="86382" x="2165350" y="5772150"/>
          <p14:tracePt t="86399" x="2171700" y="5810250"/>
          <p14:tracePt t="86416" x="2178050" y="5835650"/>
          <p14:tracePt t="86433" x="2178050" y="5842000"/>
          <p14:tracePt t="86449" x="2184400" y="5892800"/>
          <p14:tracePt t="86466" x="2197100" y="5930900"/>
          <p14:tracePt t="86482" x="2216150" y="5956300"/>
          <p14:tracePt t="86499" x="2228850" y="6007100"/>
          <p14:tracePt t="86515" x="2241550" y="6013450"/>
          <p14:tracePt t="86532" x="2266950" y="6032500"/>
          <p14:tracePt t="86549" x="2343150" y="6076950"/>
          <p14:tracePt t="86566" x="2419350" y="6102350"/>
          <p14:tracePt t="86582" x="2501900" y="6127750"/>
          <p14:tracePt t="86599" x="2565400" y="6146800"/>
          <p14:tracePt t="86616" x="2597150" y="6146800"/>
          <p14:tracePt t="86632" x="2705100" y="6165850"/>
          <p14:tracePt t="86635" x="2755900" y="6178550"/>
          <p14:tracePt t="86649" x="2787650" y="6184900"/>
          <p14:tracePt t="86665" x="2984500" y="6210300"/>
          <p14:tracePt t="86682" x="3105150" y="6235700"/>
          <p14:tracePt t="86699" x="3149600" y="6235700"/>
          <p14:tracePt t="86715" x="3435350" y="6261100"/>
          <p14:tracePt t="86732" x="3536950" y="6261100"/>
          <p14:tracePt t="86749" x="3670300" y="6261100"/>
          <p14:tracePt t="86766" x="3829050" y="6261100"/>
          <p14:tracePt t="86782" x="3854450" y="6261100"/>
          <p14:tracePt t="86799" x="3937000" y="6261100"/>
          <p14:tracePt t="86815" x="4006850" y="6261100"/>
          <p14:tracePt t="86832" x="4102100" y="6248400"/>
          <p14:tracePt t="86849" x="4191000" y="6229350"/>
          <p14:tracePt t="86865" x="4235450" y="6210300"/>
          <p14:tracePt t="86882" x="4279900" y="6191250"/>
          <p14:tracePt t="86899" x="4425950" y="6146800"/>
          <p14:tracePt t="86915" x="4502150" y="6121400"/>
          <p14:tracePt t="86932" x="4572000" y="6108700"/>
          <p14:tracePt t="86949" x="4641850" y="6089650"/>
          <p14:tracePt t="86965" x="4724400" y="6057900"/>
          <p14:tracePt t="86982" x="4768850" y="6038850"/>
          <p14:tracePt t="86999" x="4838700" y="5988050"/>
          <p14:tracePt t="87015" x="4902200" y="5937250"/>
          <p14:tracePt t="87032" x="4921250" y="5930900"/>
          <p14:tracePt t="87049" x="4991100" y="5816600"/>
          <p14:tracePt t="87066" x="5029200" y="5740400"/>
          <p14:tracePt t="87082" x="5010150" y="5638800"/>
          <p14:tracePt t="87099" x="4946650" y="5562600"/>
          <p14:tracePt t="87116" x="4883150" y="5524500"/>
          <p14:tracePt t="87132" x="4457700" y="5378450"/>
          <p14:tracePt t="87149" x="4102100" y="5340350"/>
          <p14:tracePt t="87166" x="3752850" y="5289550"/>
          <p14:tracePt t="87182" x="2825750" y="5156200"/>
          <p14:tracePt t="87199" x="2527300" y="5130800"/>
          <p14:tracePt t="87216" x="2063750" y="5067300"/>
          <p14:tracePt t="87232" x="1714500" y="5054600"/>
          <p14:tracePt t="87249" x="1257300" y="5054600"/>
          <p14:tracePt t="87266" x="1117600" y="5092700"/>
          <p14:tracePt t="87282" x="1085850" y="5099050"/>
          <p14:tracePt t="87299" x="1079500" y="5111750"/>
          <p14:tracePt t="87316" x="1066800" y="5118100"/>
          <p14:tracePt t="87332" x="1060450" y="5118100"/>
          <p14:tracePt t="87349" x="1047750" y="5130800"/>
          <p14:tracePt t="87386" x="1035050" y="5143500"/>
          <p14:tracePt t="87506" x="1041400" y="5149850"/>
          <p14:tracePt t="87522" x="1047750" y="5156200"/>
          <p14:tracePt t="87538" x="1060450" y="5168900"/>
          <p14:tracePt t="87546" x="1066800" y="5187950"/>
          <p14:tracePt t="87562" x="1092200" y="5200650"/>
          <p14:tracePt t="87570" x="1162050" y="5226050"/>
          <p14:tracePt t="87582" x="1187450" y="5245100"/>
          <p14:tracePt t="87599" x="1250950" y="5283200"/>
          <p14:tracePt t="87615" x="1346200" y="5314950"/>
          <p14:tracePt t="87632" x="1428750" y="5340350"/>
          <p14:tracePt t="87635" x="1466850" y="5359400"/>
          <p14:tracePt t="87651" x="1511300" y="5372100"/>
          <p14:tracePt t="87665" x="1657350" y="5410200"/>
          <p14:tracePt t="87682" x="1771650" y="5435600"/>
          <p14:tracePt t="87699" x="1866900" y="5454650"/>
          <p14:tracePt t="87716" x="1917700" y="5454650"/>
          <p14:tracePt t="87732" x="1930400" y="5454650"/>
          <p14:tracePt t="87749" x="1930400" y="5441950"/>
          <p14:tracePt t="87766" x="1943100" y="5422900"/>
          <p14:tracePt t="87782" x="1949450" y="5403850"/>
          <p14:tracePt t="87799" x="1949450" y="5391150"/>
          <p14:tracePt t="87816" x="1962150" y="5378450"/>
          <p14:tracePt t="87833" x="1962150" y="5365750"/>
          <p14:tracePt t="87849" x="1968500" y="5353050"/>
          <p14:tracePt t="87882" x="1968500" y="5346700"/>
          <p14:tracePt t="87899" x="1968500" y="5340350"/>
          <p14:tracePt t="87916" x="1968500" y="5334000"/>
          <p14:tracePt t="87932" x="1968500" y="5314950"/>
          <p14:tracePt t="87965" x="1968500" y="5302250"/>
          <p14:tracePt t="87982" x="1968500" y="5289550"/>
          <p14:tracePt t="88016" x="1968500" y="5283200"/>
          <p14:tracePt t="88032" x="1968500" y="5270500"/>
          <p14:tracePt t="88049" x="1968500" y="5257800"/>
          <p14:tracePt t="88066" x="1968500" y="5251450"/>
          <p14:tracePt t="88170" x="1962150" y="5251450"/>
          <p14:tracePt t="88178" x="1962150" y="5257800"/>
          <p14:tracePt t="88194" x="1955800" y="5264150"/>
          <p14:tracePt t="88202" x="1955800" y="5270500"/>
          <p14:tracePt t="88215" x="1955800" y="5276850"/>
          <p14:tracePt t="88232" x="1949450" y="5289550"/>
          <p14:tracePt t="88249" x="1943100" y="5308600"/>
          <p14:tracePt t="88266" x="1930400" y="5327650"/>
          <p14:tracePt t="88282" x="1924050" y="5353050"/>
          <p14:tracePt t="88299" x="1924050" y="5365750"/>
          <p14:tracePt t="88315" x="1924050" y="5397500"/>
          <p14:tracePt t="88333" x="1917700" y="5422900"/>
          <p14:tracePt t="88349" x="1917700" y="5435600"/>
          <p14:tracePt t="88366" x="1917700" y="5473700"/>
          <p14:tracePt t="88382" x="1911350" y="5499100"/>
          <p14:tracePt t="88399" x="1911350" y="5549900"/>
          <p14:tracePt t="88416" x="1917700" y="5613400"/>
          <p14:tracePt t="88432" x="1924050" y="5657850"/>
          <p14:tracePt t="88449" x="1930400" y="5676900"/>
          <p14:tracePt t="88466" x="1943100" y="5759450"/>
          <p14:tracePt t="88482" x="1955800" y="5791200"/>
          <p14:tracePt t="88499" x="1968500" y="5810250"/>
          <p14:tracePt t="88515" x="1968500" y="5854700"/>
          <p14:tracePt t="88532" x="1968500" y="5873750"/>
          <p14:tracePt t="88549" x="1968500" y="5886450"/>
          <p14:tracePt t="88565" x="1974850" y="5892800"/>
          <p14:tracePt t="88582" x="1987550" y="5899150"/>
          <p14:tracePt t="88599" x="2012950" y="5911850"/>
          <p14:tracePt t="88616" x="2012950" y="5918200"/>
          <p14:tracePt t="88632" x="2044700" y="5924550"/>
          <p14:tracePt t="88635" x="2051050" y="5930900"/>
          <p14:tracePt t="88649" x="2057400" y="5937250"/>
          <p14:tracePt t="88665" x="2114550" y="5943600"/>
          <p14:tracePt t="88682" x="2139950" y="5949950"/>
          <p14:tracePt t="88699" x="2159000" y="5956300"/>
          <p14:tracePt t="88715" x="2190750" y="5962650"/>
          <p14:tracePt t="88732" x="2209800" y="5962650"/>
          <p14:tracePt t="88749" x="2228850" y="5969000"/>
          <p14:tracePt t="88766" x="2273300" y="5981700"/>
          <p14:tracePt t="88782" x="2311400" y="5994400"/>
          <p14:tracePt t="88799" x="2362200" y="6013450"/>
          <p14:tracePt t="88816" x="2425700" y="6032500"/>
          <p14:tracePt t="88832" x="2444750" y="6032500"/>
          <p14:tracePt t="88849" x="2482850" y="6045200"/>
          <p14:tracePt t="88865" x="2520950" y="6045200"/>
          <p14:tracePt t="88882" x="2546350" y="6045200"/>
          <p14:tracePt t="88899" x="2559050" y="6045200"/>
          <p14:tracePt t="88916" x="2578100" y="6026150"/>
          <p14:tracePt t="88932" x="2590800" y="6026150"/>
          <p14:tracePt t="88949" x="2628900" y="6007100"/>
          <p14:tracePt t="88966" x="2641600" y="5994400"/>
          <p14:tracePt t="88982" x="2647950" y="5981700"/>
          <p14:tracePt t="88999" x="2660650" y="5975350"/>
          <p14:tracePt t="89016" x="2667000" y="5956300"/>
          <p14:tracePt t="89032" x="2679700" y="5937250"/>
          <p14:tracePt t="89049" x="2686050" y="5918200"/>
          <p14:tracePt t="89066" x="2711450" y="5861050"/>
          <p14:tracePt t="89082" x="2724150" y="5829300"/>
          <p14:tracePt t="89099" x="2736850" y="5810250"/>
          <p14:tracePt t="89116" x="2755900" y="5772150"/>
          <p14:tracePt t="89132" x="2762250" y="5753100"/>
          <p14:tracePt t="89149" x="2762250" y="5702300"/>
          <p14:tracePt t="89166" x="2781300" y="5594350"/>
          <p14:tracePt t="89182" x="2794000" y="5530850"/>
          <p14:tracePt t="89199" x="2806700" y="5441950"/>
          <p14:tracePt t="89216" x="2800350" y="5359400"/>
          <p14:tracePt t="89232" x="2774950" y="5283200"/>
          <p14:tracePt t="89249" x="2787650" y="5207000"/>
          <p14:tracePt t="89266" x="2768600" y="5048250"/>
          <p14:tracePt t="89282" x="2762250" y="4997450"/>
          <p14:tracePt t="89299" x="2762250" y="4991100"/>
          <p14:tracePt t="89316" x="2762250" y="4953000"/>
          <p14:tracePt t="89522" x="2774950" y="4953000"/>
          <p14:tracePt t="89538" x="2781300" y="4953000"/>
          <p14:tracePt t="89546" x="2800350" y="4953000"/>
          <p14:tracePt t="89570" x="2806700" y="4959350"/>
          <p14:tracePt t="89578" x="2813050" y="5003800"/>
          <p14:tracePt t="89586" x="2819400" y="5022850"/>
          <p14:tracePt t="89599" x="2825750" y="5067300"/>
          <p14:tracePt t="89615" x="2844800" y="5226050"/>
          <p14:tracePt t="89632" x="2844800" y="5289550"/>
          <p14:tracePt t="89649" x="2844800" y="5416550"/>
          <p14:tracePt t="89666" x="2787650" y="5651500"/>
          <p14:tracePt t="89682" x="2768600" y="5721350"/>
          <p14:tracePt t="89699" x="2749550" y="5791200"/>
          <p14:tracePt t="89715" x="2749550" y="5848350"/>
          <p14:tracePt t="89732" x="2736850" y="5899150"/>
          <p14:tracePt t="89749" x="2736850" y="5924550"/>
          <p14:tracePt t="89765" x="2736850" y="5962650"/>
          <p14:tracePt t="89782" x="2736850" y="5981700"/>
          <p14:tracePt t="89799" x="2736850" y="5988050"/>
          <p14:tracePt t="89816" x="2730500" y="6007100"/>
          <p14:tracePt t="89832" x="2736850" y="6013450"/>
          <p14:tracePt t="89849" x="2736850" y="6026150"/>
          <p14:tracePt t="89865" x="2743200" y="6032500"/>
          <p14:tracePt t="89882" x="2755900" y="6038850"/>
          <p14:tracePt t="89899" x="2762250" y="6038850"/>
          <p14:tracePt t="89916" x="2787650" y="6038850"/>
          <p14:tracePt t="89932" x="2832100" y="6019800"/>
          <p14:tracePt t="89949" x="2908300" y="5975350"/>
          <p14:tracePt t="89966" x="3149600" y="5797550"/>
          <p14:tracePt t="89983" x="3194050" y="5759450"/>
          <p14:tracePt t="89999" x="3302000" y="5664200"/>
          <p14:tracePt t="90016" x="3454400" y="5473700"/>
          <p14:tracePt t="90032" x="3517900" y="5365750"/>
          <p14:tracePt t="90049" x="3568700" y="5276850"/>
          <p14:tracePt t="90066" x="3613150" y="5162550"/>
          <p14:tracePt t="90082" x="3638550" y="5118100"/>
          <p14:tracePt t="90099" x="3651250" y="5105400"/>
          <p14:tracePt t="90116" x="3663950" y="5105400"/>
          <p14:tracePt t="90132" x="3670300" y="5105400"/>
          <p14:tracePt t="90149" x="3683000" y="5099050"/>
          <p14:tracePt t="90182" x="3702050" y="5111750"/>
          <p14:tracePt t="90199" x="3708400" y="5143500"/>
          <p14:tracePt t="90216" x="3714750" y="5149850"/>
          <p14:tracePt t="90232" x="3714750" y="5156200"/>
          <p14:tracePt t="90249" x="3721100" y="5175250"/>
          <p14:tracePt t="90266" x="3727450" y="5187950"/>
          <p14:tracePt t="90282" x="3721100" y="5207000"/>
          <p14:tracePt t="90299" x="3657600" y="5276850"/>
          <p14:tracePt t="90316" x="3619500" y="5295900"/>
          <p14:tracePt t="90332" x="3524250" y="5359400"/>
          <p14:tracePt t="90349" x="3397250" y="5454650"/>
          <p14:tracePt t="90366" x="3371850" y="5480050"/>
          <p14:tracePt t="90382" x="3333750" y="5505450"/>
          <p14:tracePt t="90415" x="3327400" y="5505450"/>
          <p14:tracePt t="90434" x="3321050" y="5505450"/>
          <p14:tracePt t="90449" x="3321050" y="5499100"/>
          <p14:tracePt t="90465" x="3289300" y="5454650"/>
          <p14:tracePt t="90482" x="3257550" y="5429250"/>
          <p14:tracePt t="90499" x="3232150" y="5391150"/>
          <p14:tracePt t="90516" x="3219450" y="5340350"/>
          <p14:tracePt t="90532" x="3206750" y="5314950"/>
          <p14:tracePt t="90549" x="3187700" y="5308600"/>
          <p14:tracePt t="90565" x="3187700" y="5302250"/>
          <p14:tracePt t="90599" x="3181350" y="5302250"/>
          <p14:tracePt t="90722" x="3181350" y="5289550"/>
          <p14:tracePt t="90730" x="3181350" y="5283200"/>
          <p14:tracePt t="90738" x="3181350" y="5257800"/>
          <p14:tracePt t="90749" x="3168650" y="5213350"/>
          <p14:tracePt t="90766" x="3086100" y="5086350"/>
          <p14:tracePt t="90782" x="2844800" y="4730750"/>
          <p14:tracePt t="90799" x="2762250" y="4622800"/>
          <p14:tracePt t="90816" x="2590800" y="4337050"/>
          <p14:tracePt t="90832" x="2178050" y="3733800"/>
          <p14:tracePt t="90849" x="1924050" y="3473450"/>
          <p14:tracePt t="90865" x="1257300" y="2882900"/>
          <p14:tracePt t="90882" x="1035050" y="2743200"/>
          <p14:tracePt t="90899" x="552450" y="2406650"/>
          <p14:tracePt t="93570" x="69850" y="1111250"/>
          <p14:tracePt t="93578" x="203200" y="1244600"/>
          <p14:tracePt t="93586" x="374650" y="1365250"/>
          <p14:tracePt t="93599" x="501650" y="1473200"/>
          <p14:tracePt t="93616" x="590550" y="1581150"/>
          <p14:tracePt t="93632" x="863600" y="1854200"/>
          <p14:tracePt t="93635" x="889000" y="1911350"/>
          <p14:tracePt t="93649" x="927100" y="1968500"/>
          <p14:tracePt t="93666" x="990600" y="2203450"/>
          <p14:tracePt t="93682" x="990600" y="2279650"/>
          <p14:tracePt t="93699" x="990600" y="2317750"/>
          <p14:tracePt t="93715" x="977900" y="2406650"/>
          <p14:tracePt t="93732" x="946150" y="2432050"/>
          <p14:tracePt t="93749" x="838200" y="2470150"/>
          <p14:tracePt t="93766" x="730250" y="2482850"/>
          <p14:tracePt t="93782" x="666750" y="2489200"/>
          <p14:tracePt t="93799" x="482600" y="2476500"/>
          <p14:tracePt t="93815" x="412750" y="2444750"/>
          <p14:tracePt t="93832" x="381000" y="2419350"/>
          <p14:tracePt t="93849" x="361950" y="2362200"/>
          <p14:tracePt t="93866" x="342900" y="2311400"/>
          <p14:tracePt t="93882" x="342900" y="2279650"/>
          <p14:tracePt t="93899" x="336550" y="2209800"/>
          <p14:tracePt t="93916" x="336550" y="2190750"/>
          <p14:tracePt t="93932" x="336550" y="2165350"/>
          <p14:tracePt t="93949" x="330200" y="2146300"/>
          <p14:tracePt t="93982" x="323850" y="2127250"/>
          <p14:tracePt t="93999" x="323850" y="2108200"/>
          <p14:tracePt t="94016" x="311150" y="2095500"/>
          <p14:tracePt t="94032" x="311150" y="2082800"/>
          <p14:tracePt t="94049" x="298450" y="2076450"/>
          <p14:tracePt t="94066" x="266700" y="2057400"/>
          <p14:tracePt t="94082" x="254000" y="2044700"/>
          <p14:tracePt t="94099" x="222250" y="2025650"/>
          <p14:tracePt t="94116" x="165100" y="1993900"/>
          <p14:tracePt t="94132" x="146050" y="1981200"/>
          <p14:tracePt t="94149" x="107950" y="1955800"/>
          <p14:tracePt t="94165" x="25400" y="1905000"/>
          <p14:tracePt t="98850" x="317500" y="2762250"/>
          <p14:tracePt t="98858" x="508000" y="3086100"/>
          <p14:tracePt t="98866" x="685800" y="3378200"/>
          <p14:tracePt t="98882" x="952500" y="3860800"/>
          <p14:tracePt t="98899" x="1593850" y="4718050"/>
          <p14:tracePt t="98916" x="1949450" y="5130800"/>
          <p14:tracePt t="98932" x="2108200" y="5283200"/>
          <p14:tracePt t="98949" x="2698750" y="5734050"/>
          <p14:tracePt t="98966" x="2965450" y="5867400"/>
          <p14:tracePt t="98982" x="3206750" y="5949950"/>
          <p14:tracePt t="98999" x="3613150" y="6051550"/>
          <p14:tracePt t="99015" x="3695700" y="6070600"/>
          <p14:tracePt t="99032" x="3803650" y="6083300"/>
          <p14:tracePt t="99049" x="4051300" y="6115050"/>
          <p14:tracePt t="99065" x="4248150" y="6153150"/>
          <p14:tracePt t="99082" x="4464050" y="6184900"/>
          <p14:tracePt t="99099" x="4502150" y="6191250"/>
          <p14:tracePt t="99115" x="4578350" y="6197600"/>
          <p14:tracePt t="99132" x="4718050" y="6223000"/>
          <p14:tracePt t="99149" x="4781550" y="6229350"/>
          <p14:tracePt t="99165" x="4832350" y="6242050"/>
          <p14:tracePt t="99182" x="4914900" y="6254750"/>
          <p14:tracePt t="99199" x="4933950" y="6254750"/>
          <p14:tracePt t="99215" x="4997450" y="6267450"/>
          <p14:tracePt t="99232" x="5035550" y="6267450"/>
          <p14:tracePt t="99249" x="5073650" y="6267450"/>
          <p14:tracePt t="99265" x="5086350" y="6248400"/>
          <p14:tracePt t="99282" x="5086350" y="6242050"/>
          <p14:tracePt t="99299" x="5105400" y="6203950"/>
          <p14:tracePt t="99315" x="5118100" y="6165850"/>
          <p14:tracePt t="99332" x="5118100" y="6140450"/>
          <p14:tracePt t="99349" x="5130800" y="6013450"/>
          <p14:tracePt t="99365" x="5130800" y="5918200"/>
          <p14:tracePt t="99382" x="5143500" y="5835650"/>
          <p14:tracePt t="99399" x="5149850" y="5702300"/>
          <p14:tracePt t="99416" x="5156200" y="5613400"/>
          <p14:tracePt t="99432" x="5162550" y="5556250"/>
          <p14:tracePt t="99449" x="5149850" y="5461000"/>
          <p14:tracePt t="99465" x="5092700" y="5251450"/>
          <p14:tracePt t="99482" x="5054600" y="5149850"/>
          <p14:tracePt t="99499" x="4933950" y="4978400"/>
          <p14:tracePt t="99515" x="4876800" y="4940300"/>
          <p14:tracePt t="99532" x="4718050" y="4870450"/>
          <p14:tracePt t="99549" x="4597400" y="4838700"/>
          <p14:tracePt t="99565" x="4489450" y="4819650"/>
          <p14:tracePt t="99582" x="4324350" y="4819650"/>
          <p14:tracePt t="99599" x="4279900" y="4819650"/>
          <p14:tracePt t="99616" x="4152900" y="4838700"/>
          <p14:tracePt t="99632" x="3994150" y="4889500"/>
          <p14:tracePt t="99635" x="3943350" y="4908550"/>
          <p14:tracePt t="99649" x="3886200" y="4940300"/>
          <p14:tracePt t="99665" x="3689350" y="5048250"/>
          <p14:tracePt t="99682" x="3657600" y="5080000"/>
          <p14:tracePt t="99699" x="3587750" y="5130800"/>
          <p14:tracePt t="99715" x="3467100" y="5219700"/>
          <p14:tracePt t="99732" x="3416300" y="5264150"/>
          <p14:tracePt t="99749" x="3340100" y="5327650"/>
          <p14:tracePt t="99765" x="3340100" y="5334000"/>
          <p14:tracePt t="99782" x="3295650" y="5365750"/>
          <p14:tracePt t="99799" x="3282950" y="5378450"/>
          <p14:tracePt t="99816" x="3270250" y="5391150"/>
          <p14:tracePt t="99832" x="3270250" y="5403850"/>
          <p14:tracePt t="99849" x="3257550" y="5403850"/>
          <p14:tracePt t="99865" x="3257550" y="5429250"/>
          <p14:tracePt t="99882" x="3251200" y="5486400"/>
          <p14:tracePt t="99899" x="3251200" y="5518150"/>
          <p14:tracePt t="99915" x="3270250" y="5575300"/>
          <p14:tracePt t="99932" x="3289300" y="5619750"/>
          <p14:tracePt t="99949" x="3321050" y="5670550"/>
          <p14:tracePt t="99965" x="3390900" y="5734050"/>
          <p14:tracePt t="99982" x="3505200" y="5854700"/>
          <p14:tracePt t="99999" x="3587750" y="5918200"/>
          <p14:tracePt t="100015" x="3613150" y="5949950"/>
          <p14:tracePt t="100032" x="3810000" y="6019800"/>
          <p14:tracePt t="100049" x="3917950" y="6045200"/>
          <p14:tracePt t="100065" x="4121150" y="6038850"/>
          <p14:tracePt t="100082" x="4216400" y="6026150"/>
          <p14:tracePt t="100099" x="4279900" y="6000750"/>
          <p14:tracePt t="100115" x="4387850" y="5969000"/>
          <p14:tracePt t="100132" x="4565650" y="5899150"/>
          <p14:tracePt t="100149" x="4667250" y="5854700"/>
          <p14:tracePt t="100165" x="4762500" y="5803900"/>
          <p14:tracePt t="100182" x="4927600" y="5689600"/>
          <p14:tracePt t="100198" x="4953000" y="5664200"/>
          <p14:tracePt t="100215" x="4991100" y="5607050"/>
          <p14:tracePt t="100232" x="5016500" y="5467350"/>
          <p14:tracePt t="100249" x="5016500" y="5372100"/>
          <p14:tracePt t="100265" x="4883150" y="5048250"/>
          <p14:tracePt t="100282" x="4851400" y="4978400"/>
          <p14:tracePt t="100298" x="4737100" y="4857750"/>
          <p14:tracePt t="100315" x="4387850" y="4648200"/>
          <p14:tracePt t="100332" x="4108450" y="4514850"/>
          <p14:tracePt t="100349" x="3771900" y="4387850"/>
          <p14:tracePt t="100365" x="3441700" y="4260850"/>
          <p14:tracePt t="100382" x="3136900" y="4203700"/>
          <p14:tracePt t="100398" x="2971800" y="4178300"/>
          <p14:tracePt t="100415" x="2838450" y="4171950"/>
          <p14:tracePt t="100432" x="2819400" y="4171950"/>
          <p14:tracePt t="100449" x="2806700" y="4171950"/>
          <p14:tracePt t="100465" x="2762250" y="4171950"/>
          <p14:tracePt t="100482" x="2749550" y="4178300"/>
          <p14:tracePt t="100499" x="2743200" y="4178300"/>
          <p14:tracePt t="100516" x="2730500" y="4184650"/>
          <p14:tracePt t="100532" x="2717800" y="4191000"/>
          <p14:tracePt t="100549" x="2717800" y="4203700"/>
          <p14:tracePt t="100565" x="2705100" y="4216400"/>
          <p14:tracePt t="100582" x="2686050" y="4248150"/>
          <p14:tracePt t="100599" x="2673350" y="4292600"/>
          <p14:tracePt t="100616" x="2660650" y="4324350"/>
          <p14:tracePt t="100632" x="2647950" y="4362450"/>
          <p14:tracePt t="100635" x="2647950" y="4438650"/>
          <p14:tracePt t="100649" x="2641600" y="4483100"/>
          <p14:tracePt t="100666" x="2590800" y="4622800"/>
          <p14:tracePt t="100682" x="2546350" y="4775200"/>
          <p14:tracePt t="100699" x="2546350" y="4787900"/>
          <p14:tracePt t="100715" x="2527300" y="4851400"/>
          <p14:tracePt t="100732" x="2514600" y="4946650"/>
          <p14:tracePt t="100749" x="2514600" y="4984750"/>
          <p14:tracePt t="100765" x="2508250" y="5010150"/>
          <p14:tracePt t="100782" x="2501900" y="5035550"/>
          <p14:tracePt t="101586" x="2501900" y="5041900"/>
          <p14:tracePt t="101594" x="2501900" y="5054600"/>
          <p14:tracePt t="101602" x="2489200" y="5073650"/>
          <p14:tracePt t="101615" x="2489200" y="5080000"/>
          <p14:tracePt t="101632" x="2470150" y="5137150"/>
          <p14:tracePt t="101649" x="2470150" y="5143500"/>
          <p14:tracePt t="101665" x="2451100" y="5181600"/>
          <p14:tracePt t="101682" x="2432050" y="5245100"/>
          <p14:tracePt t="101699" x="2419350" y="5270500"/>
          <p14:tracePt t="101715" x="2387600" y="5327650"/>
          <p14:tracePt t="101732" x="2381250" y="5346700"/>
          <p14:tracePt t="101749" x="2368550" y="5397500"/>
          <p14:tracePt t="101765" x="2349500" y="5454650"/>
          <p14:tracePt t="101782" x="2317750" y="5492750"/>
          <p14:tracePt t="101799" x="2317750" y="5505450"/>
          <p14:tracePt t="101815" x="2311400" y="5524500"/>
          <p14:tracePt t="101832" x="2305050" y="5524500"/>
          <p14:tracePt t="101874" x="2305050" y="5530850"/>
          <p14:tracePt t="101922" x="2305050" y="5537200"/>
          <p14:tracePt t="101946" x="2317750" y="5543550"/>
          <p14:tracePt t="101954" x="2311400" y="5543550"/>
          <p14:tracePt t="101965" x="2317750" y="5543550"/>
          <p14:tracePt t="101982" x="2324100" y="5543550"/>
          <p14:tracePt t="101999" x="2330450" y="5543550"/>
          <p14:tracePt t="102015" x="2355850" y="5530850"/>
          <p14:tracePt t="102032" x="2374900" y="5524500"/>
          <p14:tracePt t="102049" x="2406650" y="5511800"/>
          <p14:tracePt t="102066" x="2489200" y="5492750"/>
          <p14:tracePt t="102082" x="2520950" y="5486400"/>
          <p14:tracePt t="102099" x="2571750" y="5473700"/>
          <p14:tracePt t="102116" x="2654300" y="5473700"/>
          <p14:tracePt t="102132" x="2724150" y="5473700"/>
          <p14:tracePt t="102149" x="2755900" y="5473700"/>
          <p14:tracePt t="102165" x="2921000" y="5473700"/>
          <p14:tracePt t="102182" x="3022600" y="5467350"/>
          <p14:tracePt t="102199" x="3130550" y="5454650"/>
          <p14:tracePt t="102216" x="3346450" y="5422900"/>
          <p14:tracePt t="102232" x="3479800" y="5403850"/>
          <p14:tracePt t="102249" x="3562350" y="5384800"/>
          <p14:tracePt t="102266" x="3746500" y="5353050"/>
          <p14:tracePt t="102282" x="3854450" y="5334000"/>
          <p14:tracePt t="102299" x="3962400" y="5314950"/>
          <p14:tracePt t="102316" x="4203700" y="5270500"/>
          <p14:tracePt t="102332" x="4279900" y="5257800"/>
          <p14:tracePt t="102349" x="4406900" y="5232400"/>
          <p14:tracePt t="102366" x="4667250" y="5187950"/>
          <p14:tracePt t="102382" x="4813300" y="5168900"/>
          <p14:tracePt t="102399" x="4895850" y="5162550"/>
          <p14:tracePt t="102416" x="4946650" y="5156200"/>
          <p14:tracePt t="102432" x="5099050" y="5143500"/>
          <p14:tracePt t="102449" x="5181600" y="5137150"/>
          <p14:tracePt t="102465" x="5321300" y="5099050"/>
          <p14:tracePt t="102482" x="5372100" y="5080000"/>
          <p14:tracePt t="102499" x="5410200" y="5067300"/>
          <p14:tracePt t="102515" x="5461000" y="5041900"/>
          <p14:tracePt t="102532" x="5562600" y="4997450"/>
          <p14:tracePt t="102549" x="5626100" y="4997450"/>
          <p14:tracePt t="102565" x="5759450" y="4978400"/>
          <p14:tracePt t="102582" x="5810250" y="4972050"/>
          <p14:tracePt t="102599" x="5848350" y="4965700"/>
          <p14:tracePt t="102616" x="5905500" y="4965700"/>
          <p14:tracePt t="102632" x="5975350" y="4959350"/>
          <p14:tracePt t="102636" x="6000750" y="4959350"/>
          <p14:tracePt t="102649" x="6013450" y="4959350"/>
          <p14:tracePt t="102665" x="6064250" y="4959350"/>
          <p14:tracePt t="102682" x="6083300" y="4959350"/>
          <p14:tracePt t="102699" x="6096000" y="4959350"/>
          <p14:tracePt t="102716" x="6102350" y="4959350"/>
          <p14:tracePt t="102732" x="6115050" y="4959350"/>
          <p14:tracePt t="102786" x="6121400" y="4959350"/>
          <p14:tracePt t="102802" x="6127750" y="4965700"/>
          <p14:tracePt t="102842" x="6127750" y="4972050"/>
          <p14:tracePt t="102865" x="6134100" y="4978400"/>
          <p14:tracePt t="102882" x="6134100" y="4984750"/>
          <p14:tracePt t="102889" x="6134100" y="4997450"/>
          <p14:tracePt t="102905" x="6134100" y="5010150"/>
          <p14:tracePt t="102915" x="6134100" y="5016500"/>
          <p14:tracePt t="102932" x="6127750" y="5035550"/>
          <p14:tracePt t="102949" x="6115050" y="5054600"/>
          <p14:tracePt t="102965" x="6102350" y="5073650"/>
          <p14:tracePt t="102982" x="6076950" y="5080000"/>
          <p14:tracePt t="102999" x="6064250" y="5092700"/>
          <p14:tracePt t="103016" x="6026150" y="5099050"/>
          <p14:tracePt t="103032" x="6013450" y="5105400"/>
          <p14:tracePt t="103049" x="5994400" y="5105400"/>
          <p14:tracePt t="103065" x="5975350" y="5105400"/>
          <p14:tracePt t="103082" x="5956300" y="5105400"/>
          <p14:tracePt t="103099" x="5930900" y="5105400"/>
          <p14:tracePt t="103116" x="5911850" y="5105400"/>
          <p14:tracePt t="103132" x="5892800" y="5105400"/>
          <p14:tracePt t="103148" x="5886450" y="5105400"/>
          <p14:tracePt t="103165" x="5880100" y="5099050"/>
          <p14:tracePt t="103199" x="5873750" y="5099050"/>
          <p14:tracePt t="103298" x="5873750" y="5092700"/>
          <p14:tracePt t="103338" x="5873750" y="5086350"/>
          <p14:tracePt t="103362" x="5880100" y="5080000"/>
          <p14:tracePt t="103386" x="5880100" y="5073650"/>
          <p14:tracePt t="103394" x="5880100" y="5067300"/>
          <p14:tracePt t="103402" x="5880100" y="5060950"/>
          <p14:tracePt t="103426" x="5880100" y="5048250"/>
          <p14:tracePt t="103434" x="5880100" y="5041900"/>
          <p14:tracePt t="103449" x="5880100" y="5035550"/>
          <p14:tracePt t="103465" x="5886450" y="5003800"/>
          <p14:tracePt t="103499" x="5886450" y="4984750"/>
          <p14:tracePt t="103516" x="5886450" y="4972050"/>
          <p14:tracePt t="103532" x="5873750" y="4959350"/>
          <p14:tracePt t="103549" x="5873750" y="4946650"/>
          <p14:tracePt t="103565" x="5867400" y="4946650"/>
          <p14:tracePt t="103582" x="5861050" y="4940300"/>
          <p14:tracePt t="103599" x="5848350" y="4927600"/>
          <p14:tracePt t="103615" x="5835650" y="4927600"/>
          <p14:tracePt t="103632" x="5816600" y="4921250"/>
          <p14:tracePt t="103635" x="5803900" y="4921250"/>
          <p14:tracePt t="103649" x="5784850" y="4921250"/>
          <p14:tracePt t="103665" x="5753100" y="4921250"/>
          <p14:tracePt t="103682" x="5727700" y="4921250"/>
          <p14:tracePt t="103715" x="5715000" y="4921250"/>
          <p14:tracePt t="103732" x="5715000" y="4933950"/>
          <p14:tracePt t="103749" x="5715000" y="4940300"/>
          <p14:tracePt t="103765" x="5715000" y="4946650"/>
          <p14:tracePt t="103782" x="5702300" y="4959350"/>
          <p14:tracePt t="103798" x="5702300" y="4965700"/>
          <p14:tracePt t="103816" x="5702300" y="4978400"/>
          <p14:tracePt t="103832" x="5695950" y="4997450"/>
          <p14:tracePt t="103849" x="5689600" y="4997450"/>
          <p14:tracePt t="103865" x="5689600" y="5016500"/>
          <p14:tracePt t="103882" x="5689600" y="5022850"/>
          <p14:tracePt t="103899" x="5689600" y="5035550"/>
          <p14:tracePt t="103916" x="5689600" y="5048250"/>
          <p14:tracePt t="103932" x="5689600" y="5060950"/>
          <p14:tracePt t="103949" x="5695950" y="5073650"/>
          <p14:tracePt t="103965" x="5702300" y="5086350"/>
          <p14:tracePt t="103999" x="5702300" y="5099050"/>
          <p14:tracePt t="104016" x="5715000" y="5111750"/>
          <p14:tracePt t="104049" x="5715000" y="5118100"/>
          <p14:tracePt t="104065" x="5721350" y="5118100"/>
          <p14:tracePt t="104098" x="5734050" y="5118100"/>
          <p14:tracePt t="104106" x="5734050" y="5124450"/>
          <p14:tracePt t="104130" x="5740400" y="5124450"/>
          <p14:tracePt t="104138" x="5753100" y="5124450"/>
          <p14:tracePt t="104162" x="5765800" y="5124450"/>
          <p14:tracePt t="104170" x="5784850" y="5124450"/>
          <p14:tracePt t="104186" x="5810250" y="5124450"/>
          <p14:tracePt t="104199" x="5822950" y="5124450"/>
          <p14:tracePt t="104215" x="5854700" y="5118100"/>
          <p14:tracePt t="104232" x="5861050" y="5118100"/>
          <p14:tracePt t="104249" x="5905500" y="5111750"/>
          <p14:tracePt t="104265" x="5949950" y="5105400"/>
          <p14:tracePt t="104282" x="5956300" y="5105400"/>
          <p14:tracePt t="104299" x="5988050" y="5105400"/>
          <p14:tracePt t="104315" x="6019800" y="5099050"/>
          <p14:tracePt t="104332" x="6032500" y="5092700"/>
          <p14:tracePt t="104349" x="6057900" y="5092700"/>
          <p14:tracePt t="104365" x="6064250" y="5092700"/>
          <p14:tracePt t="104382" x="6083300" y="5086350"/>
          <p14:tracePt t="104399" x="6089650" y="5086350"/>
          <p14:tracePt t="104416" x="6115050" y="5086350"/>
          <p14:tracePt t="104432" x="6140450" y="5086350"/>
          <p14:tracePt t="104449" x="6153150" y="5080000"/>
          <p14:tracePt t="104465" x="6165850" y="5080000"/>
          <p14:tracePt t="104499" x="6178550" y="5080000"/>
          <p14:tracePt t="104539" x="6184900" y="5080000"/>
          <p14:tracePt t="104786" x="6191250" y="5073650"/>
          <p14:tracePt t="104802" x="6191250" y="5067300"/>
          <p14:tracePt t="104866" x="6191250" y="5054600"/>
          <p14:tracePt t="104874" x="6184900" y="5054600"/>
          <p14:tracePt t="104994" x="6191250" y="5054600"/>
          <p14:tracePt t="105186" x="6191250" y="5060950"/>
          <p14:tracePt t="105194" x="6191250" y="5073650"/>
          <p14:tracePt t="105218" x="6191250" y="5086350"/>
          <p14:tracePt t="105234" x="6197600" y="5099050"/>
          <p14:tracePt t="105257" x="6197600" y="5105400"/>
          <p14:tracePt t="105265" x="6203950" y="5118100"/>
          <p14:tracePt t="105297" x="6203950" y="5124450"/>
          <p14:tracePt t="105337" x="6203950" y="5130800"/>
          <p14:tracePt t="105346" x="6210300" y="5137150"/>
          <p14:tracePt t="105354" x="6210300" y="5143500"/>
          <p14:tracePt t="105370" x="6216650" y="5143500"/>
          <p14:tracePt t="105382" x="6223000" y="5149850"/>
          <p14:tracePt t="105399" x="6223000" y="5156200"/>
          <p14:tracePt t="105415" x="6235700" y="5162550"/>
          <p14:tracePt t="105432" x="6235700" y="5168900"/>
          <p14:tracePt t="105458" x="6235700" y="5175250"/>
          <p14:tracePt t="105474" x="6235700" y="5181600"/>
          <p14:tracePt t="105506" x="6235700" y="5194300"/>
          <p14:tracePt t="105514" x="6235700" y="5200650"/>
          <p14:tracePt t="105538" x="6235700" y="5207000"/>
          <p14:tracePt t="105562" x="6235700" y="5213350"/>
          <p14:tracePt t="105578" x="6235700" y="5219700"/>
          <p14:tracePt t="105586" x="6235700" y="5226050"/>
          <p14:tracePt t="105594" x="6229350" y="5232400"/>
          <p14:tracePt t="105610" x="6229350" y="5238750"/>
          <p14:tracePt t="105626" x="6229350" y="5245100"/>
          <p14:tracePt t="105642" x="6229350" y="5251450"/>
          <p14:tracePt t="105651" x="6229350" y="5257800"/>
          <p14:tracePt t="105666" x="6223000" y="5264150"/>
          <p14:tracePt t="105698" x="6223000" y="5270500"/>
          <p14:tracePt t="105714" x="6223000" y="5276850"/>
          <p14:tracePt t="105746" x="6223000" y="5283200"/>
          <p14:tracePt t="105882" x="6223000" y="5289550"/>
          <p14:tracePt t="105890" x="6223000" y="5295900"/>
          <p14:tracePt t="105898" x="6203950" y="5308600"/>
          <p14:tracePt t="105922" x="6197600" y="5321300"/>
          <p14:tracePt t="105932" x="6184900" y="5327650"/>
          <p14:tracePt t="105949" x="6178550" y="5334000"/>
          <p14:tracePt t="105965" x="6165850" y="5346700"/>
          <p14:tracePt t="105982" x="6140450" y="5359400"/>
          <p14:tracePt t="105999" x="6127750" y="5365750"/>
          <p14:tracePt t="106015" x="6108700" y="5378450"/>
          <p14:tracePt t="106049" x="6089650" y="5391150"/>
          <p14:tracePt t="106065" x="6083300" y="5397500"/>
          <p14:tracePt t="106082" x="6064250" y="5397500"/>
          <p14:tracePt t="106099" x="6064250" y="5403850"/>
          <p14:tracePt t="106115" x="6051550" y="5410200"/>
          <p14:tracePt t="106132" x="6038850" y="5416550"/>
          <p14:tracePt t="106149" x="6032500" y="5416550"/>
          <p14:tracePt t="106165" x="6032500" y="5422900"/>
          <p14:tracePt t="106182" x="6026150" y="5429250"/>
          <p14:tracePt t="106199" x="6013450" y="5429250"/>
          <p14:tracePt t="106215" x="6007100" y="5441950"/>
          <p14:tracePt t="106232" x="5988050" y="5448300"/>
          <p14:tracePt t="106249" x="5975350" y="5454650"/>
          <p14:tracePt t="106265" x="5969000" y="5461000"/>
          <p14:tracePt t="106298" x="5962650" y="5467350"/>
          <p14:tracePt t="106674" x="5949950" y="5467350"/>
          <p14:tracePt t="106698" x="5937250" y="5467350"/>
          <p14:tracePt t="106706" x="5930900" y="5467350"/>
          <p14:tracePt t="106715" x="5924550" y="5467350"/>
          <p14:tracePt t="106858" x="5924550" y="5461000"/>
          <p14:tracePt t="106882" x="5918200" y="5461000"/>
          <p14:tracePt t="106898" x="5918200" y="5448300"/>
          <p14:tracePt t="106914" x="5911850" y="5448300"/>
          <p14:tracePt t="106922" x="5905500" y="5441950"/>
          <p14:tracePt t="106946" x="5905500" y="5435600"/>
          <p14:tracePt t="106962" x="5905500" y="5429250"/>
          <p14:tracePt t="106994" x="5905500" y="5416550"/>
          <p14:tracePt t="107114" x="5905500" y="5422900"/>
          <p14:tracePt t="107130" x="5905500" y="5429250"/>
          <p14:tracePt t="107210" x="5911850" y="5435600"/>
          <p14:tracePt t="107218" x="5911850" y="5441950"/>
          <p14:tracePt t="107842" x="5905500" y="5441950"/>
          <p14:tracePt t="107850" x="5842000" y="5448300"/>
          <p14:tracePt t="107858" x="5740400" y="5448300"/>
          <p14:tracePt t="107874" x="5480050" y="5461000"/>
          <p14:tracePt t="107882" x="5270500" y="5461000"/>
          <p14:tracePt t="107898" x="4857750" y="5454650"/>
          <p14:tracePt t="107915" x="3829050" y="5454650"/>
          <p14:tracePt t="107932" x="3429000" y="5441950"/>
          <p14:tracePt t="107949" x="2901950" y="5410200"/>
          <p14:tracePt t="107965" x="2844800" y="5403850"/>
          <p14:tracePt t="107982" x="2698750" y="5391150"/>
          <p14:tracePt t="107999" x="2635250" y="5384800"/>
          <p14:tracePt t="108015" x="2476500" y="5391150"/>
          <p14:tracePt t="108032" x="2413000" y="5391150"/>
          <p14:tracePt t="108049" x="2393950" y="5391150"/>
          <p14:tracePt t="108065" x="2114550" y="5397500"/>
          <p14:tracePt t="108082" x="1981200" y="5397500"/>
          <p14:tracePt t="108099" x="1847850" y="5397500"/>
          <p14:tracePt t="108116" x="1803400" y="5397500"/>
          <p14:tracePt t="108132" x="1784350" y="5397500"/>
          <p14:tracePt t="108233" x="1784350" y="5384800"/>
          <p14:tracePt t="108273" x="1784350" y="5378450"/>
          <p14:tracePt t="108281" x="1784350" y="5372100"/>
          <p14:tracePt t="108306" x="1784350" y="5365750"/>
          <p14:tracePt t="108329" x="1784350" y="5359400"/>
          <p14:tracePt t="108402" x="1784350" y="5353050"/>
          <p14:tracePt t="108409" x="1784350" y="5346700"/>
          <p14:tracePt t="108434" x="1784350" y="5340350"/>
          <p14:tracePt t="108450" x="1797050" y="5327650"/>
          <p14:tracePt t="108458" x="1809750" y="5327650"/>
          <p14:tracePt t="108466" x="1809750" y="5321300"/>
          <p14:tracePt t="108482" x="1835150" y="5314950"/>
          <p14:tracePt t="108499" x="1841500" y="5308600"/>
          <p14:tracePt t="108515" x="1885950" y="5295900"/>
          <p14:tracePt t="108532" x="1930400" y="5283200"/>
          <p14:tracePt t="108549" x="1968500" y="5276850"/>
          <p14:tracePt t="108565" x="1993900" y="5276850"/>
          <p14:tracePt t="108582" x="2012950" y="5276850"/>
          <p14:tracePt t="108599" x="2025650" y="5276850"/>
          <p14:tracePt t="108616" x="2032000" y="5276850"/>
          <p14:tracePt t="108632" x="2038350" y="5276850"/>
          <p14:tracePt t="108649" x="2038350" y="5270500"/>
          <p14:tracePt t="108674" x="2038350" y="5264150"/>
          <p14:tracePt t="108730" x="2038350" y="5257800"/>
          <p14:tracePt t="108738" x="2032000" y="5257800"/>
          <p14:tracePt t="108826" x="2032000" y="5251450"/>
          <p14:tracePt t="108850" x="2025650" y="5251450"/>
          <p14:tracePt t="108874" x="2012950" y="5251450"/>
          <p14:tracePt t="108890" x="2006600" y="5251450"/>
          <p14:tracePt t="108914" x="2000250" y="5257800"/>
          <p14:tracePt t="108929" x="2000250" y="5264150"/>
          <p14:tracePt t="108938" x="1987550" y="5270500"/>
          <p14:tracePt t="108954" x="1981200" y="5276850"/>
          <p14:tracePt t="108965" x="1981200" y="5283200"/>
          <p14:tracePt t="108982" x="1968500" y="5295900"/>
          <p14:tracePt t="108999" x="1962150" y="5308600"/>
          <p14:tracePt t="109015" x="1955800" y="5321300"/>
          <p14:tracePt t="109032" x="1949450" y="5327650"/>
          <p14:tracePt t="109048" x="1949450" y="5378450"/>
          <p14:tracePt t="109065" x="1943100" y="5441950"/>
          <p14:tracePt t="109082" x="1936750" y="5467350"/>
          <p14:tracePt t="109099" x="1924050" y="5562600"/>
          <p14:tracePt t="109116" x="1911350" y="5600700"/>
          <p14:tracePt t="109132" x="1905000" y="5645150"/>
          <p14:tracePt t="109149" x="1905000" y="5702300"/>
          <p14:tracePt t="109165" x="1898650" y="5721350"/>
          <p14:tracePt t="109182" x="1898650" y="5753100"/>
          <p14:tracePt t="109199" x="1898650" y="5816600"/>
          <p14:tracePt t="109215" x="1898650" y="5835650"/>
          <p14:tracePt t="109232" x="1898650" y="5842000"/>
          <p14:tracePt t="109248" x="1898650" y="5848350"/>
          <p14:tracePt t="109265" x="1898650" y="5861050"/>
          <p14:tracePt t="109298" x="1905000" y="5867400"/>
          <p14:tracePt t="109329" x="1911350" y="5873750"/>
          <p14:tracePt t="109346" x="1917700" y="5873750"/>
          <p14:tracePt t="109354" x="1924050" y="5873750"/>
          <p14:tracePt t="109365" x="1949450" y="5867400"/>
          <p14:tracePt t="109382" x="1968500" y="5854700"/>
          <p14:tracePt t="109399" x="2012950" y="5829300"/>
          <p14:tracePt t="109415" x="2070100" y="5797550"/>
          <p14:tracePt t="109432" x="2120900" y="5772150"/>
          <p14:tracePt t="109465" x="2209800" y="5708650"/>
          <p14:tracePt t="109482" x="2266950" y="5670550"/>
          <p14:tracePt t="109499" x="2298700" y="5638800"/>
          <p14:tracePt t="109515" x="2317750" y="5607050"/>
          <p14:tracePt t="109532" x="2336800" y="5568950"/>
          <p14:tracePt t="109549" x="2355850" y="5530850"/>
          <p14:tracePt t="109565" x="2355850" y="5461000"/>
          <p14:tracePt t="109582" x="2362200" y="5422900"/>
          <p14:tracePt t="109599" x="2374900" y="5346700"/>
          <p14:tracePt t="109616" x="2374900" y="5327650"/>
          <p14:tracePt t="109632" x="2368550" y="5270500"/>
          <p14:tracePt t="109649" x="2355850" y="5238750"/>
          <p14:tracePt t="109652" x="2343150" y="5194300"/>
          <p14:tracePt t="109665" x="2330450" y="5162550"/>
          <p14:tracePt t="109682" x="2317750" y="5143500"/>
          <p14:tracePt t="109699" x="2298700" y="5137150"/>
          <p14:tracePt t="109715" x="2260600" y="5105400"/>
          <p14:tracePt t="109732" x="2222500" y="5092700"/>
          <p14:tracePt t="109749" x="2184400" y="5073650"/>
          <p14:tracePt t="109765" x="2152650" y="5067300"/>
          <p14:tracePt t="109782" x="2127250" y="5067300"/>
          <p14:tracePt t="109799" x="2108200" y="5067300"/>
          <p14:tracePt t="109816" x="2063750" y="5067300"/>
          <p14:tracePt t="109832" x="2025650" y="5080000"/>
          <p14:tracePt t="109849" x="2019300" y="5086350"/>
          <p14:tracePt t="109866" x="1968500" y="5105400"/>
          <p14:tracePt t="109882" x="1924050" y="5130800"/>
          <p14:tracePt t="109899" x="1885950" y="5162550"/>
          <p14:tracePt t="109916" x="1854200" y="5194300"/>
          <p14:tracePt t="109932" x="1803400" y="5251450"/>
          <p14:tracePt t="109949" x="1758950" y="5314950"/>
          <p14:tracePt t="109965" x="1701800" y="5416550"/>
          <p14:tracePt t="109982" x="1695450" y="5461000"/>
          <p14:tracePt t="109999" x="1689100" y="5524500"/>
          <p14:tracePt t="110015" x="1682750" y="5543550"/>
          <p14:tracePt t="110032" x="1682750" y="5619750"/>
          <p14:tracePt t="110049" x="1682750" y="5670550"/>
          <p14:tracePt t="110065" x="1689100" y="5759450"/>
          <p14:tracePt t="110082" x="1695450" y="5797550"/>
          <p14:tracePt t="110099" x="1695450" y="5816600"/>
          <p14:tracePt t="110115" x="1701800" y="5848350"/>
          <p14:tracePt t="110132" x="1733550" y="5892800"/>
          <p14:tracePt t="110149" x="1746250" y="5918200"/>
          <p14:tracePt t="110165" x="1765300" y="5930900"/>
          <p14:tracePt t="110182" x="1803400" y="5943600"/>
          <p14:tracePt t="110199" x="1809750" y="5949950"/>
          <p14:tracePt t="110215" x="1835150" y="5949950"/>
          <p14:tracePt t="110232" x="1879600" y="5956300"/>
          <p14:tracePt t="110249" x="1905000" y="5949950"/>
          <p14:tracePt t="110265" x="1943100" y="5937250"/>
          <p14:tracePt t="110282" x="1968500" y="5911850"/>
          <p14:tracePt t="110299" x="1981200" y="5886450"/>
          <p14:tracePt t="110316" x="1987550" y="5873750"/>
          <p14:tracePt t="110332" x="1993900" y="5861050"/>
          <p14:tracePt t="110349" x="2000250" y="5854700"/>
          <p14:tracePt t="110394" x="2000250" y="5848350"/>
          <p14:tracePt t="110538" x="2000250" y="5854700"/>
          <p14:tracePt t="110738" x="2000250" y="5848350"/>
          <p14:tracePt t="110746" x="2076450" y="5822950"/>
          <p14:tracePt t="110754" x="2139950" y="5791200"/>
          <p14:tracePt t="110765" x="2222500" y="5765800"/>
          <p14:tracePt t="110782" x="2514600" y="5715000"/>
          <p14:tracePt t="110798" x="2578100" y="5695950"/>
          <p14:tracePt t="110815" x="2673350" y="5676900"/>
          <p14:tracePt t="110832" x="2800350" y="5657850"/>
          <p14:tracePt t="110848" x="3035300" y="5638800"/>
          <p14:tracePt t="110865" x="3365500" y="5632450"/>
          <p14:tracePt t="110882" x="3733800" y="5626100"/>
          <p14:tracePt t="110899" x="3822700" y="5626100"/>
          <p14:tracePt t="110915" x="4038600" y="5626100"/>
          <p14:tracePt t="110932" x="4432300" y="5607050"/>
          <p14:tracePt t="110949" x="4559300" y="5600700"/>
          <p14:tracePt t="110965" x="4679950" y="5594350"/>
          <p14:tracePt t="110982" x="4743450" y="5594350"/>
          <p14:tracePt t="110999" x="4959350" y="5581650"/>
          <p14:tracePt t="111016" x="5041900" y="5581650"/>
          <p14:tracePt t="111032" x="5175250" y="5562600"/>
          <p14:tracePt t="111049" x="5308600" y="5549900"/>
          <p14:tracePt t="111065" x="5378450" y="5549900"/>
          <p14:tracePt t="111082" x="5448300" y="5549900"/>
          <p14:tracePt t="111098" x="5588000" y="5556250"/>
          <p14:tracePt t="111115" x="5708650" y="5556250"/>
          <p14:tracePt t="111132" x="5791200" y="5562600"/>
          <p14:tracePt t="111149" x="5949950" y="5568950"/>
          <p14:tracePt t="111165" x="6007100" y="5568950"/>
          <p14:tracePt t="111182" x="6102350" y="5575300"/>
          <p14:tracePt t="111198" x="6203950" y="5581650"/>
          <p14:tracePt t="111215" x="6267450" y="5594350"/>
          <p14:tracePt t="111232" x="6324600" y="5600700"/>
          <p14:tracePt t="111248" x="6457950" y="5632450"/>
          <p14:tracePt t="111265" x="6515100" y="5645150"/>
          <p14:tracePt t="111282" x="6584950" y="5651500"/>
          <p14:tracePt t="111299" x="6680200" y="5657850"/>
          <p14:tracePt t="111315" x="6705600" y="5657850"/>
          <p14:tracePt t="111378" x="6711950" y="5657850"/>
          <p14:tracePt t="111490" x="6705600" y="5657850"/>
          <p14:tracePt t="111506" x="6699250" y="5657850"/>
          <p14:tracePt t="111522" x="6673850" y="5670550"/>
          <p14:tracePt t="111529" x="6667500" y="5670550"/>
          <p14:tracePt t="111545" x="6648450" y="5670550"/>
          <p14:tracePt t="111554" x="6635750" y="5670550"/>
          <p14:tracePt t="111565" x="6610350" y="5670550"/>
          <p14:tracePt t="111582" x="6604000" y="5670550"/>
          <p14:tracePt t="111599" x="6565900" y="5670550"/>
          <p14:tracePt t="111615" x="6553200" y="5670550"/>
          <p14:tracePt t="111632" x="6508750" y="5670550"/>
          <p14:tracePt t="111635" x="6489700" y="5670550"/>
          <p14:tracePt t="111649" x="6470650" y="5670550"/>
          <p14:tracePt t="111665" x="6426200" y="5676900"/>
          <p14:tracePt t="111682" x="6413500" y="5683250"/>
          <p14:tracePt t="111699" x="6400800" y="5683250"/>
          <p14:tracePt t="111715" x="6381750" y="5683250"/>
          <p14:tracePt t="111732" x="6362700" y="5683250"/>
          <p14:tracePt t="111749" x="6330950" y="5683250"/>
          <p14:tracePt t="111765" x="6292850" y="5683250"/>
          <p14:tracePt t="111782" x="6172200" y="5683250"/>
          <p14:tracePt t="111799" x="6140450" y="5683250"/>
          <p14:tracePt t="111815" x="6070600" y="5683250"/>
          <p14:tracePt t="111832" x="6019800" y="5689600"/>
          <p14:tracePt t="111849" x="5994400" y="5695950"/>
          <p14:tracePt t="111865" x="5981700" y="5695950"/>
          <p14:tracePt t="111890" x="5975350" y="5695950"/>
          <p14:tracePt t="111898" x="5969000" y="5702300"/>
          <p14:tracePt t="111915" x="5943600" y="5708650"/>
          <p14:tracePt t="111938" x="5937250" y="5721350"/>
          <p14:tracePt t="111948" x="5930900" y="5721350"/>
          <p14:tracePt t="111965" x="5911850" y="5721350"/>
          <p14:tracePt t="111982" x="5905500" y="5721350"/>
          <p14:tracePt t="111999" x="5892800" y="5734050"/>
          <p14:tracePt t="112016" x="5873750" y="5734050"/>
          <p14:tracePt t="112032" x="5861050" y="5734050"/>
          <p14:tracePt t="112049" x="5854700" y="5740400"/>
          <p14:tracePt t="112354" x="5861050" y="5740400"/>
          <p14:tracePt t="112370" x="5873750" y="5734050"/>
          <p14:tracePt t="112377" x="5880100" y="5727700"/>
          <p14:tracePt t="112402" x="5886450" y="5727700"/>
          <p14:tracePt t="112409" x="5899150" y="5721350"/>
          <p14:tracePt t="113826" x="5905500" y="5721350"/>
          <p14:tracePt t="115034" x="5905500" y="5708650"/>
          <p14:tracePt t="115042" x="5886450" y="5670550"/>
          <p14:tracePt t="115050" x="5842000" y="5638800"/>
          <p14:tracePt t="115065" x="5715000" y="5543550"/>
          <p14:tracePt t="115082" x="5499100" y="5340350"/>
          <p14:tracePt t="115098" x="5403850" y="5232400"/>
          <p14:tracePt t="115115" x="5353050" y="5168900"/>
          <p14:tracePt t="115132" x="5257800" y="4978400"/>
          <p14:tracePt t="115149" x="5219700" y="4864100"/>
          <p14:tracePt t="115165" x="5149850" y="4654550"/>
          <p14:tracePt t="115182" x="5118100" y="4572000"/>
          <p14:tracePt t="115199" x="5105400" y="4552950"/>
          <p14:tracePt t="115215" x="5080000" y="4464050"/>
          <p14:tracePt t="115232" x="5073650" y="4438650"/>
          <p14:tracePt t="115248" x="5054600" y="4406900"/>
          <p14:tracePt t="115265" x="5029200" y="4381500"/>
          <p14:tracePt t="115282" x="5029200" y="4368800"/>
          <p14:tracePt t="115298" x="5003800" y="4356100"/>
          <p14:tracePt t="115315" x="4953000" y="4324350"/>
          <p14:tracePt t="115332" x="4933950" y="4311650"/>
          <p14:tracePt t="115349" x="4895850" y="4292600"/>
          <p14:tracePt t="115365" x="4889500" y="4279900"/>
          <p14:tracePt t="115399" x="4883150" y="4260850"/>
          <p14:tracePt t="115416" x="4851400" y="4222750"/>
          <p14:tracePt t="115432" x="4838700" y="4210050"/>
          <p14:tracePt t="115449" x="4826000" y="4165600"/>
          <p14:tracePt t="115465" x="4806950" y="4146550"/>
          <p14:tracePt t="115482" x="4781550" y="4127500"/>
          <p14:tracePt t="115499" x="4775200" y="4114800"/>
          <p14:tracePt t="115515" x="4768850" y="4102100"/>
          <p14:tracePt t="115549" x="4762500" y="4095750"/>
          <p14:tracePt t="115565" x="4762500" y="4089400"/>
          <p14:tracePt t="115582" x="4749800" y="4089400"/>
          <p14:tracePt t="115599" x="4737100" y="4083050"/>
          <p14:tracePt t="115616" x="4724400" y="4070350"/>
          <p14:tracePt t="115632" x="4718050" y="4070350"/>
          <p14:tracePt t="115649" x="4705350" y="4057650"/>
          <p14:tracePt t="115665" x="4679950" y="4044950"/>
          <p14:tracePt t="115682" x="4673600" y="4038600"/>
          <p14:tracePt t="115715" x="4673600" y="4032250"/>
          <p14:tracePt t="115732" x="4667250" y="4025900"/>
          <p14:tracePt t="115794" x="4660900" y="4025900"/>
          <p14:tracePt t="115818" x="4660900" y="4013200"/>
          <p14:tracePt t="115835" x="4648200" y="4013200"/>
          <p14:tracePt t="115841" x="4648200" y="4006850"/>
          <p14:tracePt t="115866" x="4648200" y="4000500"/>
          <p14:tracePt t="115930" x="4648200" y="3994150"/>
          <p14:tracePt t="116194" x="4648200" y="3987800"/>
          <p14:tracePt t="116738" x="4641850" y="3994150"/>
          <p14:tracePt t="116778" x="4641850" y="4019550"/>
          <p14:tracePt t="116785" x="4673600" y="4095750"/>
          <p14:tracePt t="116798" x="4692650" y="4140200"/>
          <p14:tracePt t="116815" x="4737100" y="4254500"/>
          <p14:tracePt t="116832" x="4819650" y="4470400"/>
          <p14:tracePt t="116848" x="4895850" y="4597400"/>
          <p14:tracePt t="116865" x="4933950" y="4692650"/>
          <p14:tracePt t="116882" x="5022850" y="4889500"/>
          <p14:tracePt t="116898" x="5073650" y="4984750"/>
          <p14:tracePt t="116915" x="5118100" y="5092700"/>
          <p14:tracePt t="116932" x="5226050" y="5232400"/>
          <p14:tracePt t="116949" x="5257800" y="5264150"/>
          <p14:tracePt t="116965" x="5321300" y="5359400"/>
          <p14:tracePt t="116982" x="5448300" y="5473700"/>
          <p14:tracePt t="116999" x="5486400" y="5505450"/>
          <p14:tracePt t="117015" x="5562600" y="5549900"/>
          <p14:tracePt t="117032" x="5575300" y="5556250"/>
          <p14:tracePt t="117049" x="5651500" y="5575300"/>
          <p14:tracePt t="117065" x="5772150" y="5613400"/>
          <p14:tracePt t="117082" x="5848350" y="5626100"/>
          <p14:tracePt t="117099" x="5905500" y="5645150"/>
          <p14:tracePt t="117115" x="5962650" y="5670550"/>
          <p14:tracePt t="117132" x="6032500" y="5689600"/>
          <p14:tracePt t="117148" x="6108700" y="5715000"/>
          <p14:tracePt t="117166" x="6223000" y="5740400"/>
          <p14:tracePt t="117182" x="6248400" y="5759450"/>
          <p14:tracePt t="117199" x="6311900" y="5772150"/>
          <p14:tracePt t="117215" x="6318250" y="5778500"/>
          <p14:tracePt t="117232" x="6362700" y="5784850"/>
          <p14:tracePt t="117248" x="6394450" y="5791200"/>
          <p14:tracePt t="117265" x="6419850" y="5797550"/>
          <p14:tracePt t="117354" x="6426200" y="5803900"/>
          <p14:tracePt t="117362" x="6438900" y="5810250"/>
          <p14:tracePt t="117386" x="6457950" y="5810250"/>
          <p14:tracePt t="117393" x="6470650" y="5810250"/>
          <p14:tracePt t="117402" x="6489700" y="5816600"/>
          <p14:tracePt t="117415" x="6496050" y="5822950"/>
          <p14:tracePt t="117432" x="6527800" y="5829300"/>
          <p14:tracePt t="117449" x="6591300" y="5842000"/>
          <p14:tracePt t="117465" x="6629400" y="5842000"/>
          <p14:tracePt t="117482" x="6673850" y="5842000"/>
          <p14:tracePt t="117499" x="6686550" y="5835650"/>
          <p14:tracePt t="117515" x="6699250" y="5835650"/>
          <p14:tracePt t="117532" x="6711950" y="5829300"/>
          <p14:tracePt t="117549" x="6724650" y="5822950"/>
          <p14:tracePt t="117582" x="6731000" y="5816600"/>
          <p14:tracePt t="117599" x="6743700" y="5797550"/>
          <p14:tracePt t="117632" x="6756400" y="5772150"/>
          <p14:tracePt t="117634" x="6762750" y="5759450"/>
          <p14:tracePt t="117649" x="6762750" y="5753100"/>
          <p14:tracePt t="117665" x="6769100" y="5734050"/>
          <p14:tracePt t="117682" x="6769100" y="5715000"/>
          <p14:tracePt t="117699" x="6769100" y="5670550"/>
          <p14:tracePt t="117715" x="6769100" y="5657850"/>
          <p14:tracePt t="117762" x="6769100" y="5651500"/>
          <p14:tracePt t="117778" x="6762750" y="5651500"/>
          <p14:tracePt t="117786" x="6750050" y="5638800"/>
          <p14:tracePt t="117802" x="6750050" y="5632450"/>
          <p14:tracePt t="117815" x="6737350" y="5626100"/>
          <p14:tracePt t="117842" x="6731000" y="5626100"/>
          <p14:tracePt t="117850" x="6724650" y="5626100"/>
          <p14:tracePt t="117865" x="6724650" y="5619750"/>
          <p14:tracePt t="118066" x="6731000" y="5619750"/>
          <p14:tracePt t="118090" x="6731000" y="5626100"/>
          <p14:tracePt t="118097" x="6731000" y="5632450"/>
          <p14:tracePt t="118130" x="6731000" y="5638800"/>
          <p14:tracePt t="118154" x="6731000" y="5645150"/>
          <p14:tracePt t="118170" x="6743700" y="5651500"/>
          <p14:tracePt t="118210" x="6743700" y="5657850"/>
          <p14:tracePt t="118370" x="6718300" y="5657850"/>
          <p14:tracePt t="118377" x="6686550" y="5657850"/>
          <p14:tracePt t="118386" x="6648450" y="5664200"/>
          <p14:tracePt t="118398" x="6623050" y="5664200"/>
          <p14:tracePt t="118415" x="6597650" y="5664200"/>
          <p14:tracePt t="118432" x="6540500" y="5676900"/>
          <p14:tracePt t="118449" x="6527800" y="5689600"/>
          <p14:tracePt t="118465" x="6502400" y="5702300"/>
          <p14:tracePt t="118482" x="6496050" y="5702300"/>
          <p14:tracePt t="118498" x="6483350" y="5702300"/>
          <p14:tracePt t="118515" x="6470650" y="5715000"/>
          <p14:tracePt t="118532" x="6445250" y="5734050"/>
          <p14:tracePt t="118549" x="6419850" y="5740400"/>
          <p14:tracePt t="118565" x="6394450" y="5753100"/>
          <p14:tracePt t="118582" x="6362700" y="5765800"/>
          <p14:tracePt t="118599" x="6337300" y="5778500"/>
          <p14:tracePt t="118615" x="6311900" y="5778500"/>
          <p14:tracePt t="118632" x="6286500" y="5784850"/>
          <p14:tracePt t="118649" x="6280150" y="5784850"/>
          <p14:tracePt t="118665" x="6261100" y="5791200"/>
          <p14:tracePt t="118682" x="6254750" y="5791200"/>
          <p14:tracePt t="118699" x="6235700" y="5791200"/>
          <p14:tracePt t="118716" x="6223000" y="5791200"/>
          <p14:tracePt t="118732" x="6210300" y="5797550"/>
          <p14:tracePt t="118922" x="6216650" y="5797550"/>
          <p14:tracePt t="118929" x="6229350" y="5797550"/>
          <p14:tracePt t="118938" x="6235700" y="5797550"/>
          <p14:tracePt t="118954" x="6242050" y="5791200"/>
          <p14:tracePt t="118965" x="6254750" y="5791200"/>
          <p14:tracePt t="118982" x="6273800" y="5791200"/>
          <p14:tracePt t="118998" x="6311900" y="5791200"/>
          <p14:tracePt t="119015" x="6324600" y="5791200"/>
          <p14:tracePt t="119032" x="6337300" y="5791200"/>
          <p14:tracePt t="119049" x="6350000" y="5791200"/>
          <p14:tracePt t="119065" x="6400800" y="5791200"/>
          <p14:tracePt t="119082" x="6438900" y="5791200"/>
          <p14:tracePt t="119099" x="6464300" y="5797550"/>
          <p14:tracePt t="119115" x="6489700" y="5797550"/>
          <p14:tracePt t="119132" x="6496050" y="5797550"/>
          <p14:tracePt t="119149" x="6508750" y="5797550"/>
          <p14:tracePt t="119165" x="6521450" y="5797550"/>
          <p14:tracePt t="119182" x="6534150" y="5797550"/>
          <p14:tracePt t="119199" x="6540500" y="5797550"/>
          <p14:tracePt t="119215" x="6546850" y="5797550"/>
          <p14:tracePt t="119232" x="6553200" y="5797550"/>
          <p14:tracePt t="119458" x="6553200" y="5803900"/>
          <p14:tracePt t="119465" x="6521450" y="5816600"/>
          <p14:tracePt t="119474" x="6445250" y="5842000"/>
          <p14:tracePt t="119482" x="6362700" y="5854700"/>
          <p14:tracePt t="119498" x="6146800" y="5892800"/>
          <p14:tracePt t="119515" x="6102350" y="5899150"/>
          <p14:tracePt t="119532" x="6064250" y="5899150"/>
          <p14:tracePt t="119770" x="6064250" y="5905500"/>
          <p14:tracePt t="119786" x="6045200" y="5911850"/>
          <p14:tracePt t="119794" x="6038850" y="5918200"/>
          <p14:tracePt t="119809" x="6026150" y="5924550"/>
          <p14:tracePt t="119818" x="6013450" y="5937250"/>
          <p14:tracePt t="119842" x="6000750" y="5937250"/>
          <p14:tracePt t="119850" x="5994400" y="5949950"/>
          <p14:tracePt t="119865" x="5975350" y="5956300"/>
          <p14:tracePt t="119898" x="5969000" y="5962650"/>
          <p14:tracePt t="119938" x="5949950" y="5969000"/>
          <p14:tracePt t="119962" x="5943600" y="5975350"/>
          <p14:tracePt t="119970" x="5943600" y="5981700"/>
          <p14:tracePt t="119994" x="5930900" y="5981700"/>
          <p14:tracePt t="120034" x="5924550" y="5994400"/>
          <p14:tracePt t="120066" x="5918200" y="5994400"/>
          <p14:tracePt t="120666" x="5918200" y="5988050"/>
          <p14:tracePt t="120682" x="5918200" y="5981700"/>
          <p14:tracePt t="120713" x="5918200" y="5969000"/>
          <p14:tracePt t="120721" x="5918200" y="5962650"/>
          <p14:tracePt t="120745" x="5911850" y="5962650"/>
          <p14:tracePt t="120802" x="5899150" y="5962650"/>
          <p14:tracePt t="121089" x="5899150" y="5956300"/>
          <p14:tracePt t="121098" x="5899150" y="5949950"/>
          <p14:tracePt t="121106" x="5899150" y="5943600"/>
          <p14:tracePt t="121115" x="5892800" y="5943600"/>
          <p14:tracePt t="121132" x="5892800" y="5930900"/>
          <p14:tracePt t="121148" x="5892800" y="5918200"/>
          <p14:tracePt t="121165" x="5892800" y="5911850"/>
          <p14:tracePt t="121218" x="5886450" y="5911850"/>
          <p14:tracePt t="121225" x="5886450" y="5905500"/>
          <p14:tracePt t="121234" x="5892800" y="5905500"/>
          <p14:tracePt t="121562" x="5892800" y="5899150"/>
          <p14:tracePt t="121570" x="5918200" y="5854700"/>
          <p14:tracePt t="121577" x="5956300" y="5753100"/>
          <p14:tracePt t="121586" x="6000750" y="5626100"/>
          <p14:tracePt t="121602" x="6057900" y="5499100"/>
          <p14:tracePt t="121615" x="6102350" y="5384800"/>
          <p14:tracePt t="121632" x="6299200" y="4927600"/>
          <p14:tracePt t="121635" x="6330950" y="4838700"/>
          <p14:tracePt t="121649" x="6356350" y="4762500"/>
          <p14:tracePt t="121665" x="6413500" y="4527550"/>
          <p14:tracePt t="121682" x="6413500" y="4489450"/>
          <p14:tracePt t="121698" x="6413500" y="4445000"/>
          <p14:tracePt t="121715" x="6413500" y="4419600"/>
          <p14:tracePt t="121898" x="6413500" y="4406900"/>
          <p14:tracePt t="121905" x="6413500" y="4400550"/>
          <p14:tracePt t="121922" x="6413500" y="4381500"/>
          <p14:tracePt t="121932" x="6413500" y="4375150"/>
          <p14:tracePt t="121948" x="6426200" y="4337050"/>
          <p14:tracePt t="121965" x="6457950" y="4229100"/>
          <p14:tracePt t="121982" x="6464300" y="4210050"/>
          <p14:tracePt t="121998" x="6470650" y="4171950"/>
          <p14:tracePt t="122015" x="6470650" y="4146550"/>
          <p14:tracePt t="122032" x="6477000" y="4114800"/>
          <p14:tracePt t="122049" x="6477000" y="4108450"/>
          <p14:tracePt t="122065" x="6477000" y="4102100"/>
          <p14:tracePt t="122089" x="6477000" y="4095750"/>
          <p14:tracePt t="122113" x="6477000" y="4089400"/>
          <p14:tracePt t="122129" x="6477000" y="4083050"/>
          <p14:tracePt t="122138" x="6477000" y="4076700"/>
          <p14:tracePt t="122149" x="6477000" y="4070350"/>
          <p14:tracePt t="122165" x="6477000" y="4051300"/>
          <p14:tracePt t="122182" x="6477000" y="4044950"/>
          <p14:tracePt t="122199" x="6483350" y="4025900"/>
          <p14:tracePt t="122215" x="6489700" y="3987800"/>
          <p14:tracePt t="122232" x="6508750" y="3968750"/>
          <p14:tracePt t="122249" x="6508750" y="3930650"/>
          <p14:tracePt t="122265" x="6521450" y="3917950"/>
          <p14:tracePt t="122282" x="6521450" y="3911600"/>
          <p14:tracePt t="122378" x="6527800" y="3911600"/>
          <p14:tracePt t="122402" x="6527800" y="3917950"/>
          <p14:tracePt t="122426" x="6534150" y="3924300"/>
          <p14:tracePt t="122522" x="6540500" y="3924300"/>
          <p14:tracePt t="122554" x="6540500" y="3917950"/>
          <p14:tracePt t="122570" x="6540500" y="3911600"/>
          <p14:tracePt t="122578" x="6546850" y="3905250"/>
          <p14:tracePt t="122586" x="6546850" y="3898900"/>
          <p14:tracePt t="122598" x="6546850" y="3892550"/>
          <p14:tracePt t="122615" x="6546850" y="3886200"/>
          <p14:tracePt t="122632" x="6546850" y="3873500"/>
          <p14:tracePt t="122649" x="6540500" y="3867150"/>
          <p14:tracePt t="122665" x="6527800" y="3860800"/>
          <p14:tracePt t="122682" x="6502400" y="3854450"/>
          <p14:tracePt t="122699" x="6489700" y="3854450"/>
          <p14:tracePt t="122715" x="6464300" y="3854450"/>
          <p14:tracePt t="122754" x="6457950" y="3867150"/>
          <p14:tracePt t="122777" x="6451600" y="3867150"/>
          <p14:tracePt t="122786" x="6445250" y="3873500"/>
          <p14:tracePt t="122798" x="6432550" y="3879850"/>
          <p14:tracePt t="122815" x="6426200" y="3886200"/>
          <p14:tracePt t="122832" x="6413500" y="3898900"/>
          <p14:tracePt t="122849" x="6407150" y="3911600"/>
          <p14:tracePt t="122865" x="6400800" y="3917950"/>
          <p14:tracePt t="122882" x="6388100" y="3930650"/>
          <p14:tracePt t="122899" x="6375400" y="3956050"/>
          <p14:tracePt t="122915" x="6375400" y="3968750"/>
          <p14:tracePt t="122932" x="6362700" y="3975100"/>
          <p14:tracePt t="122949" x="6362700" y="3981450"/>
          <p14:tracePt t="122965" x="6362700" y="3987800"/>
          <p14:tracePt t="122982" x="6362700" y="4000500"/>
          <p14:tracePt t="122999" x="6362700" y="4006850"/>
          <p14:tracePt t="123015" x="6362700" y="4013200"/>
          <p14:tracePt t="123032" x="6369050" y="4025900"/>
          <p14:tracePt t="123049" x="6381750" y="4038600"/>
          <p14:tracePt t="123065" x="6381750" y="4064000"/>
          <p14:tracePt t="123082" x="6413500" y="4070350"/>
          <p14:tracePt t="123099" x="6413500" y="4083050"/>
          <p14:tracePt t="123115" x="6438900" y="4095750"/>
          <p14:tracePt t="123132" x="6451600" y="4108450"/>
          <p14:tracePt t="123149" x="6470650" y="4114800"/>
          <p14:tracePt t="123165" x="6496050" y="4127500"/>
          <p14:tracePt t="123182" x="6508750" y="4140200"/>
          <p14:tracePt t="123199" x="6527800" y="4140200"/>
          <p14:tracePt t="123215" x="6546850" y="4152900"/>
          <p14:tracePt t="123250" x="6553200" y="4152900"/>
          <p14:tracePt t="123265" x="6559550" y="4152900"/>
          <p14:tracePt t="123281" x="6572250" y="4146550"/>
          <p14:tracePt t="123305" x="6591300" y="4140200"/>
          <p14:tracePt t="123315" x="6591300" y="4133850"/>
          <p14:tracePt t="123337" x="6591300" y="4127500"/>
          <p14:tracePt t="123361" x="6597650" y="4114800"/>
          <p14:tracePt t="123369" x="6604000" y="4108450"/>
          <p14:tracePt t="123382" x="6604000" y="4095750"/>
          <p14:tracePt t="123398" x="6616700" y="4076700"/>
          <p14:tracePt t="123415" x="6629400" y="4038600"/>
          <p14:tracePt t="123432" x="6629400" y="4025900"/>
          <p14:tracePt t="123449" x="6635750" y="4006850"/>
          <p14:tracePt t="123465" x="6635750" y="3975100"/>
          <p14:tracePt t="123482" x="6635750" y="3962400"/>
          <p14:tracePt t="123499" x="6635750" y="3956050"/>
          <p14:tracePt t="123593" x="6629400" y="3956050"/>
          <p14:tracePt t="123618" x="6623050" y="3956050"/>
          <p14:tracePt t="123634" x="6623050" y="3968750"/>
          <p14:tracePt t="123642" x="6623050" y="3975100"/>
          <p14:tracePt t="123650" x="6623050" y="3994150"/>
          <p14:tracePt t="123665" x="6623050" y="4038600"/>
          <p14:tracePt t="123682" x="6623050" y="4057650"/>
          <p14:tracePt t="123699" x="6591300" y="4241800"/>
          <p14:tracePt t="123715" x="6572250" y="4381500"/>
          <p14:tracePt t="123732" x="6521450" y="4667250"/>
          <p14:tracePt t="123749" x="6496050" y="4857750"/>
          <p14:tracePt t="123765" x="6483350" y="4972050"/>
          <p14:tracePt t="123782" x="6388100" y="5289550"/>
          <p14:tracePt t="123798" x="6362700" y="5397500"/>
          <p14:tracePt t="123815" x="6337300" y="5492750"/>
          <p14:tracePt t="123832" x="6324600" y="5524500"/>
          <p14:tracePt t="123848" x="6324600" y="5537200"/>
          <p14:tracePt t="123865" x="6292850" y="5607050"/>
          <p14:tracePt t="123882" x="6280150" y="5632450"/>
          <p14:tracePt t="123899" x="6223000" y="5734050"/>
          <p14:tracePt t="123915" x="6203950" y="5759450"/>
          <p14:tracePt t="123932" x="6165850" y="5829300"/>
          <p14:tracePt t="123949" x="6140450" y="5886450"/>
          <p14:tracePt t="123965" x="6134100" y="5905500"/>
          <p14:tracePt t="123982" x="6121400" y="5924550"/>
          <p14:tracePt t="123999" x="6121400" y="5937250"/>
          <p14:tracePt t="124015" x="6102350" y="5956300"/>
          <p14:tracePt t="124032" x="6083300" y="5975350"/>
          <p14:tracePt t="124049" x="6076950" y="5981700"/>
          <p14:tracePt t="124065" x="6045200" y="6013450"/>
          <p14:tracePt t="124082" x="6038850" y="6019800"/>
          <p14:tracePt t="124099" x="5988050" y="6057900"/>
          <p14:tracePt t="124116" x="5969000" y="6070600"/>
          <p14:tracePt t="124132" x="5930900" y="6102350"/>
          <p14:tracePt t="124148" x="5918200" y="6108700"/>
          <p14:tracePt t="124165" x="5880100" y="6127750"/>
          <p14:tracePt t="124314" x="5873750" y="6134100"/>
          <p14:tracePt t="124338" x="5867400" y="6140450"/>
          <p14:tracePt t="124353" x="5854700" y="6140450"/>
          <p14:tracePt t="124362" x="5848350" y="6140450"/>
          <p14:tracePt t="124386" x="5835650" y="6153150"/>
          <p14:tracePt t="124410" x="5822950" y="6153150"/>
          <p14:tracePt t="124426" x="5810250" y="6159500"/>
          <p14:tracePt t="124466" x="5797550" y="6165850"/>
          <p14:tracePt t="124482" x="5791200" y="6165850"/>
          <p14:tracePt t="124490" x="5784850" y="6165850"/>
          <p14:tracePt t="124513" x="5772150" y="6165850"/>
          <p14:tracePt t="124570" x="5759450" y="6165850"/>
          <p14:tracePt t="124842" x="5765800" y="6165850"/>
          <p14:tracePt t="124857" x="5765800" y="6153150"/>
          <p14:tracePt t="124874" x="5778500" y="6153150"/>
          <p14:tracePt t="124881" x="5791200" y="6153150"/>
          <p14:tracePt t="124906" x="5797550" y="6153150"/>
          <p14:tracePt t="124914" x="5803900" y="6153150"/>
          <p14:tracePt t="124922" x="5810250" y="6153150"/>
          <p14:tracePt t="124932" x="5816600" y="6146800"/>
          <p14:tracePt t="124954" x="5822950" y="6146800"/>
          <p14:tracePt t="124965" x="5835650" y="6146800"/>
          <p14:tracePt t="124982" x="5848350" y="6146800"/>
          <p14:tracePt t="124999" x="5867400" y="6140450"/>
          <p14:tracePt t="125032" x="5886450" y="6140450"/>
          <p14:tracePt t="125049" x="5892800" y="6140450"/>
          <p14:tracePt t="125065" x="5905500" y="6140450"/>
          <p14:tracePt t="125082" x="5924550" y="6140450"/>
          <p14:tracePt t="125099" x="5949950" y="6140450"/>
          <p14:tracePt t="125115" x="5962650" y="6140450"/>
          <p14:tracePt t="125132" x="5969000" y="6140450"/>
          <p14:tracePt t="125149" x="5981700" y="6140450"/>
          <p14:tracePt t="125165" x="5994400" y="6140450"/>
          <p14:tracePt t="125182" x="6019800" y="6134100"/>
          <p14:tracePt t="125199" x="6026150" y="6134100"/>
          <p14:tracePt t="125215" x="6045200" y="6134100"/>
          <p14:tracePt t="125232" x="6057900" y="6127750"/>
          <p14:tracePt t="125249" x="6076950" y="6121400"/>
          <p14:tracePt t="125265" x="6096000" y="6121400"/>
          <p14:tracePt t="125282" x="6108700" y="6121400"/>
          <p14:tracePt t="125299" x="6121400" y="6121400"/>
          <p14:tracePt t="125315" x="6127750" y="6121400"/>
          <p14:tracePt t="125332" x="6134100" y="6121400"/>
          <p14:tracePt t="125349" x="6146800" y="6121400"/>
          <p14:tracePt t="125365" x="6165850" y="6121400"/>
          <p14:tracePt t="125398" x="6178550" y="6121400"/>
          <p14:tracePt t="125415" x="6184900" y="6121400"/>
          <p14:tracePt t="125432" x="6203950" y="6121400"/>
          <p14:tracePt t="125448" x="6210300" y="6121400"/>
          <p14:tracePt t="125465" x="6223000" y="6121400"/>
          <p14:tracePt t="125482" x="6235700" y="6121400"/>
          <p14:tracePt t="125498" x="6242050" y="6121400"/>
          <p14:tracePt t="125515" x="6261100" y="6121400"/>
          <p14:tracePt t="125532" x="6273800" y="6121400"/>
          <p14:tracePt t="125548" x="6280150" y="6121400"/>
          <p14:tracePt t="125565" x="6292850" y="6121400"/>
          <p14:tracePt t="125582" x="6305550" y="6121400"/>
          <p14:tracePt t="125599" x="6330950" y="6121400"/>
          <p14:tracePt t="125615" x="6343650" y="6121400"/>
          <p14:tracePt t="125632" x="6369050" y="6121400"/>
          <p14:tracePt t="125635" x="6394450" y="6121400"/>
          <p14:tracePt t="125650" x="6400800" y="6121400"/>
          <p14:tracePt t="125665" x="6438900" y="6121400"/>
          <p14:tracePt t="125682" x="6470650" y="6121400"/>
          <p14:tracePt t="125698" x="6483350" y="6121400"/>
          <p14:tracePt t="125715" x="6527800" y="6121400"/>
          <p14:tracePt t="125732" x="6534150" y="6121400"/>
          <p14:tracePt t="125748" x="6559550" y="6121400"/>
          <p14:tracePt t="125765" x="6572250" y="6121400"/>
          <p14:tracePt t="125782" x="6591300" y="6121400"/>
          <p14:tracePt t="125799" x="6623050" y="6121400"/>
          <p14:tracePt t="125815" x="6642100" y="6121400"/>
          <p14:tracePt t="125832" x="6648450" y="6121400"/>
          <p14:tracePt t="125849" x="6680200" y="6121400"/>
          <p14:tracePt t="125865" x="6724650" y="6121400"/>
          <p14:tracePt t="125882" x="6769100" y="6121400"/>
          <p14:tracePt t="125899" x="6794500" y="6121400"/>
          <p14:tracePt t="125915" x="6807200" y="6121400"/>
          <p14:tracePt t="125932" x="6838950" y="6121400"/>
          <p14:tracePt t="125949" x="6877050" y="6121400"/>
          <p14:tracePt t="125965" x="6921500" y="6121400"/>
          <p14:tracePt t="125982" x="6940550" y="6121400"/>
          <p14:tracePt t="125999" x="6985000" y="6121400"/>
          <p14:tracePt t="126015" x="6991350" y="6121400"/>
          <p14:tracePt t="126032" x="7010400" y="6121400"/>
          <p14:tracePt t="126049" x="7029450" y="6121400"/>
          <p14:tracePt t="126065" x="7035800" y="6121400"/>
          <p14:tracePt t="126099" x="7048500" y="6121400"/>
          <p14:tracePt t="126115" x="7054850" y="6121400"/>
          <p14:tracePt t="126132" x="7061200" y="6121400"/>
          <p14:tracePt t="126577" x="7054850" y="6121400"/>
          <p14:tracePt t="126586" x="7048500" y="6121400"/>
          <p14:tracePt t="126602" x="7023100" y="6121400"/>
          <p14:tracePt t="126609" x="7004050" y="6121400"/>
          <p14:tracePt t="126618" x="6997700" y="6121400"/>
          <p14:tracePt t="126632" x="6946900" y="6127750"/>
          <p14:tracePt t="126649" x="6896100" y="6127750"/>
          <p14:tracePt t="126666" x="6775450" y="6127750"/>
          <p14:tracePt t="126681" x="6673850" y="6134100"/>
          <p14:tracePt t="126698" x="6578600" y="6134100"/>
          <p14:tracePt t="126715" x="6445250" y="6134100"/>
          <p14:tracePt t="126732" x="6267450" y="6127750"/>
          <p14:tracePt t="126749" x="6184900" y="6127750"/>
          <p14:tracePt t="126765" x="6140450" y="6127750"/>
          <p14:tracePt t="126782" x="6096000" y="6127750"/>
          <p14:tracePt t="126799" x="6089650" y="6127750"/>
          <p14:tracePt t="126815" x="6083300" y="6127750"/>
          <p14:tracePt t="126849" x="6070600" y="6127750"/>
          <p14:tracePt t="126865" x="6051550" y="6121400"/>
          <p14:tracePt t="126882" x="6032500" y="6121400"/>
          <p14:tracePt t="126978" x="6019800" y="6115050"/>
          <p14:tracePt t="127041" x="6019800" y="6108700"/>
          <p14:tracePt t="127353" x="6007100" y="6102350"/>
          <p14:tracePt t="127378" x="6007100" y="6089650"/>
          <p14:tracePt t="127386" x="6007100" y="6083300"/>
          <p14:tracePt t="127393" x="5994400" y="6076950"/>
          <p14:tracePt t="127401" x="5994400" y="6070600"/>
          <p14:tracePt t="127474" x="5988050" y="6070600"/>
          <p14:tracePt t="127490" x="5975350" y="6064250"/>
          <p14:tracePt t="127529" x="5969000" y="6064250"/>
          <p14:tracePt t="127554" x="5969000" y="6057900"/>
          <p14:tracePt t="127753" x="5969000" y="6064250"/>
          <p14:tracePt t="127761" x="5962650" y="6070600"/>
          <p14:tracePt t="127770" x="5949950" y="6089650"/>
          <p14:tracePt t="127794" x="5949950" y="6108700"/>
          <p14:tracePt t="127809" x="5949950" y="6115050"/>
          <p14:tracePt t="127818" x="5937250" y="6121400"/>
          <p14:tracePt t="128146" x="5937250" y="6115050"/>
          <p14:tracePt t="128153" x="5937250" y="6102350"/>
          <p14:tracePt t="128170" x="5943600" y="6083300"/>
          <p14:tracePt t="128182" x="5943600" y="6064250"/>
          <p14:tracePt t="128198" x="5943600" y="5880100"/>
          <p14:tracePt t="128215" x="5918200" y="5715000"/>
          <p14:tracePt t="128232" x="5854700" y="5461000"/>
          <p14:tracePt t="128248" x="5727700" y="5029200"/>
          <p14:tracePt t="128265" x="5695950" y="4819650"/>
          <p14:tracePt t="128282" x="5511800" y="4381500"/>
          <p14:tracePt t="128298" x="5422900" y="4197350"/>
          <p14:tracePt t="128315" x="5295900" y="4013200"/>
          <p14:tracePt t="128332" x="5245100" y="3937000"/>
          <p14:tracePt t="128349" x="5207000" y="3911600"/>
          <p14:tracePt t="128365" x="5168900" y="3886200"/>
          <p14:tracePt t="128382" x="5099050" y="3867150"/>
          <p14:tracePt t="128399" x="5073650" y="3860800"/>
          <p14:tracePt t="128415" x="5054600" y="3854450"/>
          <p14:tracePt t="128432" x="5048250" y="3854450"/>
          <p14:tracePt t="128449" x="5029200" y="3854450"/>
          <p14:tracePt t="128465" x="5010150" y="3848100"/>
          <p14:tracePt t="128482" x="4991100" y="3841750"/>
          <p14:tracePt t="128499" x="4972050" y="3835400"/>
          <p14:tracePt t="128515" x="4895850" y="3803650"/>
          <p14:tracePt t="128532" x="4813300" y="3771900"/>
          <p14:tracePt t="128548" x="4603750" y="3708400"/>
          <p14:tracePt t="128565" x="4432300" y="3683000"/>
          <p14:tracePt t="128582" x="4356100" y="3670300"/>
          <p14:tracePt t="128599" x="4121150" y="3663950"/>
          <p14:tracePt t="128615" x="3962400" y="3689350"/>
          <p14:tracePt t="128632" x="3676650" y="3759200"/>
          <p14:tracePt t="128635" x="3613150" y="3790950"/>
          <p14:tracePt t="128649" x="3556000" y="3803650"/>
          <p14:tracePt t="128665" x="3441700" y="3841750"/>
          <p14:tracePt t="128682" x="3365500" y="3867150"/>
          <p14:tracePt t="128698" x="3302000" y="3886200"/>
          <p14:tracePt t="128715" x="3181350" y="3898900"/>
          <p14:tracePt t="128732" x="3143250" y="3905250"/>
          <p14:tracePt t="128749" x="3124200" y="3905250"/>
          <p14:tracePt t="128765" x="3060700" y="3924300"/>
          <p14:tracePt t="128782" x="3035300" y="3924300"/>
          <p14:tracePt t="128799" x="2978150" y="3930650"/>
          <p14:tracePt t="128815" x="2901950" y="3937000"/>
          <p14:tracePt t="128832" x="2882900" y="3937000"/>
          <p14:tracePt t="128849" x="2851150" y="3937000"/>
          <p14:tracePt t="128865" x="2736850" y="3956050"/>
          <p14:tracePt t="128882" x="2686050" y="3962400"/>
          <p14:tracePt t="128899" x="2616200" y="3968750"/>
          <p14:tracePt t="128915" x="2527300" y="3981450"/>
          <p14:tracePt t="128932" x="2501900" y="3981450"/>
          <p14:tracePt t="128949" x="2463800" y="3981450"/>
          <p14:tracePt t="128965" x="2413000" y="3981450"/>
          <p14:tracePt t="128982" x="2393950" y="3981450"/>
          <p14:tracePt t="128999" x="2368550" y="3981450"/>
          <p14:tracePt t="129015" x="2362200" y="3981450"/>
          <p14:tracePt t="129032" x="2336800" y="3981450"/>
          <p14:tracePt t="129049" x="2317750" y="3981450"/>
          <p14:tracePt t="129065" x="2292350" y="3981450"/>
          <p14:tracePt t="129082" x="2273300" y="3981450"/>
          <p14:tracePt t="129099" x="2247900" y="3981450"/>
          <p14:tracePt t="129115" x="2228850" y="3981450"/>
          <p14:tracePt t="129132" x="2216150" y="3981450"/>
          <p14:tracePt t="129148" x="2203450" y="3987800"/>
          <p14:tracePt t="129165" x="2190750" y="3994150"/>
          <p14:tracePt t="129182" x="2178050" y="3994150"/>
          <p14:tracePt t="129199" x="2171700" y="3994150"/>
          <p14:tracePt t="129441" x="2184400" y="3994150"/>
          <p14:tracePt t="129458" x="2184400" y="3987800"/>
          <p14:tracePt t="129465" x="2190750" y="3987800"/>
          <p14:tracePt t="129489" x="2203450" y="3981450"/>
          <p14:tracePt t="129497" x="2209800" y="3975100"/>
          <p14:tracePt t="129513" x="2216150" y="3975100"/>
          <p14:tracePt t="129529" x="2222500" y="3975100"/>
          <p14:tracePt t="129545" x="2228850" y="3975100"/>
          <p14:tracePt t="129561" x="2241550" y="3975100"/>
          <p14:tracePt t="129569" x="2254250" y="3975100"/>
          <p14:tracePt t="129585" x="2266950" y="3975100"/>
          <p14:tracePt t="129598" x="2266950" y="3968750"/>
          <p14:tracePt t="129615" x="2286000" y="3968750"/>
          <p14:tracePt t="129631" x="2298700" y="3968750"/>
          <p14:tracePt t="129633" x="2305050" y="3968750"/>
          <p14:tracePt t="129648" x="2317750" y="3968750"/>
          <p14:tracePt t="129665" x="2336800" y="3962400"/>
          <p14:tracePt t="129682" x="2343150" y="3962400"/>
          <p14:tracePt t="129698" x="2362200" y="3962400"/>
          <p14:tracePt t="129715" x="2374900" y="3962400"/>
          <p14:tracePt t="129732" x="2419350" y="3956050"/>
          <p14:tracePt t="129748" x="2432050" y="3956050"/>
          <p14:tracePt t="129765" x="2470150" y="3956050"/>
          <p14:tracePt t="129781" x="2520950" y="3956050"/>
          <p14:tracePt t="129798" x="2565400" y="3956050"/>
          <p14:tracePt t="129815" x="2609850" y="3956050"/>
          <p14:tracePt t="129831" x="2660650" y="3968750"/>
          <p14:tracePt t="129849" x="2692400" y="3968750"/>
          <p14:tracePt t="129865" x="2774950" y="3975100"/>
          <p14:tracePt t="129882" x="2876550" y="3975100"/>
          <p14:tracePt t="129898" x="2946400" y="3975100"/>
          <p14:tracePt t="129915" x="3003550" y="3975100"/>
          <p14:tracePt t="129932" x="3022600" y="3975100"/>
          <p14:tracePt t="129948" x="3111500" y="3987800"/>
          <p14:tracePt t="129965" x="3175000" y="3994150"/>
          <p14:tracePt t="129981" x="3225800" y="4000500"/>
          <p14:tracePt t="129998" x="3321050" y="4013200"/>
          <p14:tracePt t="130015" x="3365500" y="4019550"/>
          <p14:tracePt t="130031" x="3403600" y="4019550"/>
          <p14:tracePt t="130048" x="3460750" y="4019550"/>
          <p14:tracePt t="130065" x="3594100" y="4019550"/>
          <p14:tracePt t="130082" x="3657600" y="4019550"/>
          <p14:tracePt t="130098" x="3727450" y="4019550"/>
          <p14:tracePt t="130115" x="3752850" y="4019550"/>
          <p14:tracePt t="130132" x="3816350" y="4019550"/>
          <p14:tracePt t="130148" x="3860800" y="4025900"/>
          <p14:tracePt t="130165" x="3930650" y="4025900"/>
          <p14:tracePt t="130182" x="3994150" y="4025900"/>
          <p14:tracePt t="130198" x="4044950" y="4019550"/>
          <p14:tracePt t="130215" x="4051300" y="4019550"/>
          <p14:tracePt t="130232" x="4140200" y="4019550"/>
          <p14:tracePt t="130248" x="4222750" y="4025900"/>
          <p14:tracePt t="130265" x="4375150" y="4032250"/>
          <p14:tracePt t="130282" x="4476750" y="4038600"/>
          <p14:tracePt t="130298" x="4521200" y="4038600"/>
          <p14:tracePt t="130315" x="4603750" y="4044950"/>
          <p14:tracePt t="130331" x="4794250" y="4051300"/>
          <p14:tracePt t="130348" x="4870450" y="4051300"/>
          <p14:tracePt t="130365" x="4965700" y="4051300"/>
          <p14:tracePt t="130382" x="5029200" y="4051300"/>
          <p14:tracePt t="130398" x="5111750" y="4051300"/>
          <p14:tracePt t="130415" x="5149850" y="4051300"/>
          <p14:tracePt t="130431" x="5257800" y="4051300"/>
          <p14:tracePt t="130448" x="5327650" y="4051300"/>
          <p14:tracePt t="130465" x="5448300" y="4044950"/>
          <p14:tracePt t="130482" x="5473700" y="4044950"/>
          <p14:tracePt t="130498" x="5537200" y="4044950"/>
          <p14:tracePt t="130515" x="5588000" y="4044950"/>
          <p14:tracePt t="130532" x="5651500" y="4044950"/>
          <p14:tracePt t="130548" x="5721350" y="4044950"/>
          <p14:tracePt t="130565" x="5753100" y="4051300"/>
          <p14:tracePt t="130581" x="5797550" y="4057650"/>
          <p14:tracePt t="130598" x="5842000" y="4064000"/>
          <p14:tracePt t="130615" x="5873750" y="4070350"/>
          <p14:tracePt t="130631" x="5918200" y="4076700"/>
          <p14:tracePt t="130634" x="5949950" y="4076700"/>
          <p14:tracePt t="130648" x="5956300" y="4076700"/>
          <p14:tracePt t="130665" x="5988050" y="4083050"/>
          <p14:tracePt t="130681" x="6051550" y="4076700"/>
          <p14:tracePt t="130698" x="6083300" y="4070350"/>
          <p14:tracePt t="130715" x="6108700" y="4070350"/>
          <p14:tracePt t="130731" x="6127750" y="4070350"/>
          <p14:tracePt t="130748" x="6140450" y="4070350"/>
          <p14:tracePt t="130765" x="6165850" y="4070350"/>
          <p14:tracePt t="130782" x="6172200" y="4070350"/>
          <p14:tracePt t="130799" x="6184900" y="4070350"/>
          <p14:tracePt t="130815" x="6203950" y="4070350"/>
          <p14:tracePt t="130832" x="6210300" y="4070350"/>
          <p14:tracePt t="130865" x="6223000" y="4070350"/>
          <p14:tracePt t="130882" x="6229350" y="4076700"/>
          <p14:tracePt t="130906" x="6235700" y="4076700"/>
          <p14:tracePt t="130930" x="6242050" y="4076700"/>
          <p14:tracePt t="130938" x="6254750" y="4070350"/>
          <p14:tracePt t="130962" x="6267450" y="4070350"/>
          <p14:tracePt t="130970" x="6280150" y="4064000"/>
          <p14:tracePt t="130982" x="6292850" y="4057650"/>
          <p14:tracePt t="130998" x="6311900" y="4051300"/>
          <p14:tracePt t="131015" x="6330950" y="4038600"/>
          <p14:tracePt t="131032" x="6356350" y="4013200"/>
          <p14:tracePt t="131049" x="6369050" y="4013200"/>
          <p14:tracePt t="131065" x="6407150" y="3994150"/>
          <p14:tracePt t="131082" x="6413500" y="3987800"/>
          <p14:tracePt t="131099" x="6432550" y="3975100"/>
          <p14:tracePt t="131115" x="6451600" y="3968750"/>
          <p14:tracePt t="131132" x="6464300" y="3962400"/>
          <p14:tracePt t="131170" x="6477000" y="3956050"/>
          <p14:tracePt t="131594" x="6483350" y="3956050"/>
          <p14:tracePt t="131922" x="6483350" y="3949700"/>
          <p14:tracePt t="131929" x="6477000" y="3949700"/>
          <p14:tracePt t="131945" x="6477000" y="3943350"/>
          <p14:tracePt t="131954" x="6470650" y="3943350"/>
          <p14:tracePt t="131965" x="6470650" y="3937000"/>
          <p14:tracePt t="131982" x="6470650" y="3924300"/>
          <p14:tracePt t="131998" x="6464300" y="3911600"/>
          <p14:tracePt t="132097" x="6464300" y="3917950"/>
          <p14:tracePt t="132105" x="6477000" y="3930650"/>
          <p14:tracePt t="132115" x="6483350" y="3962400"/>
          <p14:tracePt t="132132" x="6489700" y="3994150"/>
          <p14:tracePt t="132148" x="6508750" y="4140200"/>
          <p14:tracePt t="132165" x="6489700" y="4267200"/>
          <p14:tracePt t="132182" x="6477000" y="4432300"/>
          <p14:tracePt t="132199" x="6407150" y="4749800"/>
          <p14:tracePt t="132215" x="6369050" y="4851400"/>
          <p14:tracePt t="132232" x="6261100" y="5111750"/>
          <p14:tracePt t="132249" x="6248400" y="5200650"/>
          <p14:tracePt t="132265" x="6223000" y="5353050"/>
          <p14:tracePt t="132282" x="6203950" y="5391150"/>
          <p14:tracePt t="132298" x="6203950" y="5416550"/>
          <p14:tracePt t="132315" x="6172200" y="5505450"/>
          <p14:tracePt t="132332" x="6140450" y="5568950"/>
          <p14:tracePt t="132349" x="6115050" y="5626100"/>
          <p14:tracePt t="132365" x="6064250" y="5721350"/>
          <p14:tracePt t="132382" x="6051550" y="5753100"/>
          <p14:tracePt t="132399" x="6019800" y="5803900"/>
          <p14:tracePt t="132415" x="5981700" y="5867400"/>
          <p14:tracePt t="132432" x="5962650" y="5918200"/>
          <p14:tracePt t="132449" x="5949950" y="5943600"/>
          <p14:tracePt t="132465" x="5918200" y="6000750"/>
          <p14:tracePt t="132482" x="5899150" y="6051550"/>
          <p14:tracePt t="132499" x="5873750" y="6121400"/>
          <p14:tracePt t="132515" x="5867400" y="6165850"/>
          <p14:tracePt t="132532" x="5848350" y="6184900"/>
          <p14:tracePt t="132549" x="5835650" y="6248400"/>
          <p14:tracePt t="132565" x="5822950" y="6305550"/>
          <p14:tracePt t="132582" x="5816600" y="6343650"/>
          <p14:tracePt t="132599" x="5816600" y="6375400"/>
          <p14:tracePt t="132615" x="5816600" y="6381750"/>
          <p14:tracePt t="132762" x="5816600" y="6375400"/>
          <p14:tracePt t="132770" x="5816600" y="6369050"/>
          <p14:tracePt t="132777" x="5810250" y="6369050"/>
          <p14:tracePt t="132786" x="5835650" y="6337300"/>
          <p14:tracePt t="132802" x="5842000" y="6318250"/>
          <p14:tracePt t="132815" x="5848350" y="6311900"/>
          <p14:tracePt t="132832" x="5861050" y="6292850"/>
          <p14:tracePt t="132849" x="5886450" y="6267450"/>
          <p14:tracePt t="132865" x="5918200" y="6242050"/>
          <p14:tracePt t="133218" x="5937250" y="6235700"/>
          <p14:tracePt t="133482" x="5930900" y="6229350"/>
          <p14:tracePt t="133489" x="5924550" y="6229350"/>
          <p14:tracePt t="133498" x="5905500" y="6229350"/>
          <p14:tracePt t="133522" x="5892800" y="6229350"/>
          <p14:tracePt t="133537" x="5880100" y="6242050"/>
          <p14:tracePt t="133548" x="5867400" y="6248400"/>
          <p14:tracePt t="133569" x="5854700" y="6254750"/>
          <p14:tracePt t="133585" x="5842000" y="6267450"/>
          <p14:tracePt t="133598" x="5835650" y="6273800"/>
          <p14:tracePt t="133615" x="5822950" y="6286500"/>
          <p14:tracePt t="133635" x="5822950" y="6292850"/>
          <p14:tracePt t="133713" x="5829300" y="6299200"/>
          <p14:tracePt t="133745" x="5842000" y="6305550"/>
          <p14:tracePt t="133761" x="5854700" y="6305550"/>
          <p14:tracePt t="133777" x="5873750" y="6305550"/>
          <p14:tracePt t="133793" x="5880100" y="6305550"/>
          <p14:tracePt t="133802" x="5886450" y="6305550"/>
          <p14:tracePt t="133809" x="5905500" y="6299200"/>
          <p14:tracePt t="133818" x="5911850" y="6299200"/>
          <p14:tracePt t="133832" x="5924550" y="6292850"/>
          <p14:tracePt t="133849" x="5930900" y="6292850"/>
          <p14:tracePt t="133873" x="5937250" y="6286500"/>
          <p14:tracePt t="133898" x="5949950" y="6280150"/>
          <p14:tracePt t="133906" x="5962650" y="6273800"/>
          <p14:tracePt t="133921" x="5962650" y="6267450"/>
          <p14:tracePt t="133932" x="5969000" y="6254750"/>
          <p14:tracePt t="133948" x="5975350" y="6254750"/>
          <p14:tracePt t="133965" x="5975350" y="6242050"/>
          <p14:tracePt t="133982" x="5975350" y="6235700"/>
          <p14:tracePt t="134015" x="5969000" y="6235700"/>
          <p14:tracePt t="134032" x="5956300" y="6235700"/>
          <p14:tracePt t="134048" x="5943600" y="6242050"/>
          <p14:tracePt t="134065" x="5930900" y="6254750"/>
          <p14:tracePt t="134082" x="5918200" y="6267450"/>
          <p14:tracePt t="134115" x="5905500" y="6280150"/>
          <p14:tracePt t="134132" x="5911850" y="6286500"/>
          <p14:tracePt t="134161" x="5918200" y="6286500"/>
          <p14:tracePt t="134186" x="5924550" y="6286500"/>
          <p14:tracePt t="134194" x="5918200" y="6286500"/>
          <p14:tracePt t="134210" x="5924550" y="6286500"/>
          <p14:tracePt t="134218" x="5930900" y="6286500"/>
          <p14:tracePt t="134232" x="5949950" y="6280150"/>
          <p14:tracePt t="134248" x="5949950" y="6273800"/>
          <p14:tracePt t="134265" x="5962650" y="6261100"/>
          <p14:tracePt t="134282" x="5969000" y="6254750"/>
          <p14:tracePt t="134299" x="5975350" y="6235700"/>
          <p14:tracePt t="134338" x="5975350" y="6223000"/>
          <p14:tracePt t="134386" x="5962650" y="6223000"/>
          <p14:tracePt t="134402" x="5949950" y="6223000"/>
          <p14:tracePt t="134418" x="5937250" y="6229350"/>
          <p14:tracePt t="134434" x="5937250" y="6235700"/>
          <p14:tracePt t="134441" x="5930900" y="6235700"/>
          <p14:tracePt t="134457" x="5930900" y="6242050"/>
          <p14:tracePt t="134481" x="5924550" y="6248400"/>
          <p14:tracePt t="134497" x="5924550" y="6261100"/>
          <p14:tracePt t="134538" x="5924550" y="6267450"/>
          <p14:tracePt t="134545" x="5930900" y="6267450"/>
          <p14:tracePt t="134682" x="5930900" y="6261100"/>
          <p14:tracePt t="134689" x="5930900" y="6254750"/>
          <p14:tracePt t="134738" x="5943600" y="6242050"/>
          <p14:tracePt t="134754" x="5949950" y="6242050"/>
          <p14:tracePt t="134770" x="5949950" y="6248400"/>
          <p14:tracePt t="134777" x="5943600" y="6254750"/>
          <p14:tracePt t="134786" x="5943600" y="6273800"/>
          <p14:tracePt t="134798" x="5930900" y="6280150"/>
          <p14:tracePt t="134815" x="5924550" y="6324600"/>
          <p14:tracePt t="134832" x="5918200" y="6337300"/>
          <p14:tracePt t="134849" x="5918200" y="6350000"/>
          <p14:tracePt t="134865" x="5918200" y="6375400"/>
          <p14:tracePt t="134882" x="5937250" y="6381750"/>
          <p14:tracePt t="134898" x="5943600" y="6381750"/>
          <p14:tracePt t="134915" x="5949950" y="6375400"/>
          <p14:tracePt t="134932" x="5962650" y="6356350"/>
          <p14:tracePt t="134949" x="5981700" y="6318250"/>
          <p14:tracePt t="134965" x="5994400" y="6292850"/>
          <p14:tracePt t="134982" x="5994400" y="6280150"/>
          <p14:tracePt t="134998" x="6000750" y="6273800"/>
          <p14:tracePt t="135015" x="6007100" y="6267450"/>
          <p14:tracePt t="135048" x="6000750" y="6267450"/>
          <p14:tracePt t="135081" x="5988050" y="6280150"/>
          <p14:tracePt t="135089" x="5981700" y="6280150"/>
          <p14:tracePt t="135113" x="5969000" y="6292850"/>
          <p14:tracePt t="135129" x="5956300" y="6292850"/>
          <p14:tracePt t="135169" x="5949950" y="6292850"/>
          <p14:tracePt t="135193" x="5937250" y="6292850"/>
          <p14:tracePt t="135201" x="5930900" y="6292850"/>
          <p14:tracePt t="135209" x="5924550" y="6292850"/>
          <p14:tracePt t="135225" x="5918200" y="6292850"/>
          <p14:tracePt t="135233" x="5905500" y="6292850"/>
          <p14:tracePt t="135248" x="5892800" y="6292850"/>
          <p14:tracePt t="135265" x="5867400" y="6292850"/>
          <p14:tracePt t="135282" x="5848350" y="6286500"/>
          <p14:tracePt t="135298" x="5829300" y="6280150"/>
          <p14:tracePt t="135473" x="5848350" y="6273800"/>
          <p14:tracePt t="135481" x="5854700" y="6273800"/>
          <p14:tracePt t="135490" x="5873750" y="6267450"/>
          <p14:tracePt t="135498" x="5880100" y="6261100"/>
          <p14:tracePt t="135515" x="5930900" y="6254750"/>
          <p14:tracePt t="135531" x="5988050" y="6254750"/>
          <p14:tracePt t="135548" x="6115050" y="6248400"/>
          <p14:tracePt t="135565" x="6172200" y="6248400"/>
          <p14:tracePt t="135581" x="6273800" y="6248400"/>
          <p14:tracePt t="135598" x="6324600" y="6242050"/>
          <p14:tracePt t="135615" x="6362700" y="6235700"/>
          <p14:tracePt t="135631" x="6413500" y="6235700"/>
          <p14:tracePt t="135634" x="6426200" y="6235700"/>
          <p14:tracePt t="135648" x="6432550" y="6235700"/>
          <p14:tracePt t="135665" x="6521450" y="6216650"/>
          <p14:tracePt t="135681" x="6546850" y="6216650"/>
          <p14:tracePt t="135698" x="6578600" y="6210300"/>
          <p14:tracePt t="135715" x="6597650" y="6210300"/>
          <p14:tracePt t="135732" x="6616700" y="6210300"/>
          <p14:tracePt t="135748" x="6635750" y="6210300"/>
          <p14:tracePt t="135765" x="6654800" y="6210300"/>
          <p14:tracePt t="135781" x="6673850" y="6210300"/>
          <p14:tracePt t="135798" x="6686550" y="6210300"/>
          <p14:tracePt t="135815" x="6692900" y="6210300"/>
          <p14:tracePt t="136002" x="6705600" y="6210300"/>
          <p14:tracePt t="136225" x="6705600" y="6216650"/>
          <p14:tracePt t="136241" x="6699250" y="6223000"/>
          <p14:tracePt t="136257" x="6680200" y="6223000"/>
          <p14:tracePt t="136265" x="6680200" y="6229350"/>
          <p14:tracePt t="136281" x="6673850" y="6229350"/>
          <p14:tracePt t="136290" x="6661150" y="6229350"/>
          <p14:tracePt t="136298" x="6654800" y="6229350"/>
          <p14:tracePt t="136315" x="6629400" y="6229350"/>
          <p14:tracePt t="136332" x="6572250" y="6223000"/>
          <p14:tracePt t="136349" x="6496050" y="6210300"/>
          <p14:tracePt t="136366" x="6457950" y="6197600"/>
          <p14:tracePt t="136382" x="6388100" y="6184900"/>
          <p14:tracePt t="136399" x="6165850" y="6153150"/>
          <p14:tracePt t="136415" x="6000750" y="6146800"/>
          <p14:tracePt t="136432" x="5943600" y="6146800"/>
          <p14:tracePt t="136449" x="5816600" y="6146800"/>
          <p14:tracePt t="136465" x="5803900" y="6146800"/>
          <p14:tracePt t="136594" x="5803900" y="6140450"/>
          <p14:tracePt t="136617" x="5810250" y="6134100"/>
          <p14:tracePt t="136625" x="5816600" y="6134100"/>
          <p14:tracePt t="136633" x="5829300" y="6134100"/>
          <p14:tracePt t="136648" x="5835650" y="6127750"/>
          <p14:tracePt t="136674" x="5842000" y="6127750"/>
          <p14:tracePt t="136681" x="5848350" y="6134100"/>
          <p14:tracePt t="136698" x="5848350" y="6146800"/>
          <p14:tracePt t="136715" x="5854700" y="6153150"/>
          <p14:tracePt t="136731" x="5854700" y="6159500"/>
          <p14:tracePt t="136748" x="5854700" y="6165850"/>
          <p14:tracePt t="136765" x="5867400" y="6165850"/>
          <p14:tracePt t="137081" x="5873750" y="6165850"/>
          <p14:tracePt t="137089" x="5899150" y="6165850"/>
          <p14:tracePt t="137098" x="5969000" y="6153150"/>
          <p14:tracePt t="137115" x="6229350" y="6127750"/>
          <p14:tracePt t="137132" x="6578600" y="6108700"/>
          <p14:tracePt t="137148" x="6648450" y="6102350"/>
          <p14:tracePt t="137165" x="6718300" y="6089650"/>
          <p14:tracePt t="137182" x="6750050" y="6083300"/>
          <p14:tracePt t="137198" x="6819900" y="6076950"/>
          <p14:tracePt t="137232" x="6851650" y="6070600"/>
          <p14:tracePt t="137249" x="6864350" y="6070600"/>
          <p14:tracePt t="137265" x="6896100" y="6070600"/>
          <p14:tracePt t="137282" x="6921500" y="6064250"/>
          <p14:tracePt t="137354" x="6927850" y="6064250"/>
          <p14:tracePt t="137361" x="6946900" y="6057900"/>
          <p14:tracePt t="137465" x="6953250" y="6051550"/>
          <p14:tracePt t="137482" x="6953250" y="6045200"/>
          <p14:tracePt t="138346" x="6946900" y="6026150"/>
          <p14:tracePt t="138353" x="6915150" y="5911850"/>
          <p14:tracePt t="138365" x="6870700" y="5676900"/>
          <p14:tracePt t="138382" x="6731000" y="5194300"/>
          <p14:tracePt t="138398" x="6419850" y="4470400"/>
          <p14:tracePt t="138415" x="6013450" y="3790950"/>
          <p14:tracePt t="138432" x="5556250" y="3168650"/>
          <p14:tracePt t="138448" x="4832350" y="2222500"/>
          <p14:tracePt t="138465" x="4292600" y="1676400"/>
          <p14:tracePt t="138482" x="3359150" y="990600"/>
          <p14:tracePt t="138498" x="2851150" y="685800"/>
          <p14:tracePt t="138515" x="2425700" y="520700"/>
          <p14:tracePt t="138531" x="1873250" y="260350"/>
          <p14:tracePt t="138548" x="1727200" y="196850"/>
          <p14:tracePt t="138565" x="1593850" y="171450"/>
          <p14:tracePt t="138582" x="1092200" y="69850"/>
          <p14:tracePt t="138598" x="762000" y="38100"/>
          <p14:tracePt t="138615" x="298450" y="44450"/>
          <p14:tracePt t="138631" x="165100" y="57150"/>
          <p14:tracePt t="138634" x="120650" y="69850"/>
          <p14:tracePt t="138650" x="76200" y="698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08025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1.3.2 Wide Area Networks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dirty="0">
                <a:latin typeface="Times New Roman" pitchFamily="18" charset="0"/>
              </a:rPr>
              <a:t>WAN has a wider geographical span, spanning a town, a state, a country, or even the </a:t>
            </a:r>
            <a:r>
              <a:rPr lang="en-US" altLang="ko-KR" dirty="0" smtClean="0">
                <a:latin typeface="Times New Roman" pitchFamily="18" charset="0"/>
              </a:rPr>
              <a:t>world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Point to point WAN</a:t>
            </a:r>
          </a:p>
          <a:p>
            <a:pPr>
              <a:spcAft>
                <a:spcPts val="600"/>
              </a:spcAft>
              <a:defRPr/>
            </a:pPr>
            <a:endParaRPr lang="en-US" altLang="ko-KR" dirty="0"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Switched WAN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819400"/>
            <a:ext cx="6688137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888" y="3446463"/>
            <a:ext cx="3079750" cy="65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4311650"/>
            <a:ext cx="4522788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5637213"/>
            <a:ext cx="2328863" cy="94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261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753" x="1879600" y="2374900"/>
          <p14:tracePt t="3265" x="1866900" y="2374900"/>
          <p14:tracePt t="3289" x="1866900" y="2362200"/>
          <p14:tracePt t="3298" x="1879600" y="2349500"/>
          <p14:tracePt t="3305" x="1892300" y="2317750"/>
          <p14:tracePt t="3314" x="1917700" y="2197100"/>
          <p14:tracePt t="3330" x="1968500" y="2133600"/>
          <p14:tracePt t="3343" x="1968500" y="2063750"/>
          <p14:tracePt t="3360" x="1898650" y="1892300"/>
          <p14:tracePt t="3376" x="1701800" y="1441450"/>
          <p14:tracePt t="3393" x="1562100" y="1168400"/>
          <p14:tracePt t="3410" x="1384300" y="895350"/>
          <p14:tracePt t="3426" x="1250950" y="723900"/>
          <p14:tracePt t="3443" x="1155700" y="635000"/>
          <p14:tracePt t="3460" x="977900" y="539750"/>
          <p14:tracePt t="3476" x="882650" y="520700"/>
          <p14:tracePt t="3493" x="850900" y="514350"/>
          <p14:tracePt t="3510" x="736600" y="520700"/>
          <p14:tracePt t="3526" x="704850" y="527050"/>
          <p14:tracePt t="3543" x="628650" y="558800"/>
          <p14:tracePt t="3560" x="603250" y="571500"/>
          <p14:tracePt t="3577" x="577850" y="584200"/>
          <p14:tracePt t="3593" x="501650" y="635000"/>
          <p14:tracePt t="3610" x="488950" y="641350"/>
          <p14:tracePt t="3627" x="450850" y="660400"/>
          <p14:tracePt t="3643" x="425450" y="673100"/>
          <p14:tracePt t="3660" x="406400" y="679450"/>
          <p14:tracePt t="3676" x="387350" y="685800"/>
          <p14:tracePt t="3693" x="374650" y="698500"/>
          <p14:tracePt t="3710" x="368300" y="711200"/>
          <p14:tracePt t="3743" x="368300" y="736600"/>
          <p14:tracePt t="3760" x="361950" y="755650"/>
          <p14:tracePt t="3777" x="361950" y="768350"/>
          <p14:tracePt t="3793" x="361950" y="800100"/>
          <p14:tracePt t="3810" x="361950" y="819150"/>
          <p14:tracePt t="3827" x="368300" y="844550"/>
          <p14:tracePt t="3860" x="374650" y="850900"/>
          <p14:tracePt t="3893" x="381000" y="863600"/>
          <p14:tracePt t="3910" x="387350" y="869950"/>
          <p14:tracePt t="3926" x="393700" y="889000"/>
          <p14:tracePt t="3943" x="425450" y="908050"/>
          <p14:tracePt t="3960" x="425450" y="927100"/>
          <p14:tracePt t="3977" x="444500" y="952500"/>
          <p14:tracePt t="3993" x="450850" y="977900"/>
          <p14:tracePt t="4010" x="444500" y="990600"/>
          <p14:tracePt t="4026" x="476250" y="1009650"/>
          <p14:tracePt t="4043" x="476250" y="1016000"/>
          <p14:tracePt t="4082" x="482600" y="1016000"/>
          <p14:tracePt t="4137" x="488950" y="1016000"/>
          <p14:tracePt t="4145" x="482600" y="1016000"/>
          <p14:tracePt t="4169" x="476250" y="1016000"/>
          <p14:tracePt t="4178" x="469900" y="1016000"/>
          <p14:tracePt t="4322" x="463550" y="1009650"/>
          <p14:tracePt t="4353" x="457200" y="1009650"/>
          <p14:tracePt t="4362" x="450850" y="1009650"/>
          <p14:tracePt t="4417" x="438150" y="1009650"/>
          <p14:tracePt t="4425" x="431800" y="1009650"/>
          <p14:tracePt t="4570" x="419100" y="1009650"/>
          <p14:tracePt t="4610" x="425450" y="1009650"/>
          <p14:tracePt t="4634" x="431800" y="1009650"/>
          <p14:tracePt t="4641" x="444500" y="1009650"/>
          <p14:tracePt t="4649" x="450850" y="1009650"/>
          <p14:tracePt t="4689" x="482600" y="1016000"/>
          <p14:tracePt t="4825" x="469900" y="1016000"/>
          <p14:tracePt t="4833" x="463550" y="1016000"/>
          <p14:tracePt t="4865" x="476250" y="1016000"/>
          <p14:tracePt t="4905" x="495300" y="1022350"/>
          <p14:tracePt t="5153" x="488950" y="1022350"/>
          <p14:tracePt t="5177" x="482600" y="1022350"/>
          <p14:tracePt t="5193" x="476250" y="1022350"/>
          <p14:tracePt t="5209" x="469900" y="1022350"/>
          <p14:tracePt t="5265" x="463550" y="1022350"/>
          <p14:tracePt t="5554" x="457200" y="1022350"/>
          <p14:tracePt t="6417" x="457200" y="1009650"/>
          <p14:tracePt t="6441" x="463550" y="1009650"/>
          <p14:tracePt t="6449" x="457200" y="1009650"/>
          <p14:tracePt t="6505" x="463550" y="1009650"/>
          <p14:tracePt t="6545" x="457200" y="1009650"/>
          <p14:tracePt t="6625" x="463550" y="1009650"/>
          <p14:tracePt t="6650" x="469900" y="1009650"/>
          <p14:tracePt t="6689" x="450850" y="1009650"/>
          <p14:tracePt t="6721" x="438150" y="1009650"/>
          <p14:tracePt t="6745" x="444500" y="1009650"/>
          <p14:tracePt t="6753" x="457200" y="1009650"/>
          <p14:tracePt t="6762" x="469900" y="1009650"/>
          <p14:tracePt t="6776" x="482600" y="1009650"/>
          <p14:tracePt t="7458" x="482600" y="1003300"/>
          <p14:tracePt t="7465" x="463550" y="996950"/>
          <p14:tracePt t="7476" x="457200" y="990600"/>
          <p14:tracePt t="7493" x="444500" y="971550"/>
          <p14:tracePt t="7509" x="444500" y="965200"/>
          <p14:tracePt t="7526" x="444500" y="939800"/>
          <p14:tracePt t="7562" x="457200" y="933450"/>
          <p14:tracePt t="7849" x="463550" y="933450"/>
          <p14:tracePt t="7866" x="469900" y="933450"/>
          <p14:tracePt t="7873" x="469900" y="939800"/>
          <p14:tracePt t="7882" x="482600" y="939800"/>
          <p14:tracePt t="7893" x="501650" y="952500"/>
          <p14:tracePt t="7909" x="520700" y="952500"/>
          <p14:tracePt t="7926" x="558800" y="984250"/>
          <p14:tracePt t="7943" x="603250" y="1016000"/>
          <p14:tracePt t="7960" x="615950" y="1028700"/>
          <p14:tracePt t="7963" x="673100" y="1041400"/>
          <p14:tracePt t="7976" x="717550" y="1054100"/>
          <p14:tracePt t="7993" x="793750" y="1066800"/>
          <p14:tracePt t="8010" x="895350" y="1079500"/>
          <p14:tracePt t="8026" x="1060450" y="1104900"/>
          <p14:tracePt t="8044" x="1238250" y="1117600"/>
          <p14:tracePt t="8060" x="1314450" y="1123950"/>
          <p14:tracePt t="8076" x="1365250" y="1123950"/>
          <p14:tracePt t="8093" x="1422400" y="1123950"/>
          <p14:tracePt t="8110" x="1441450" y="1117600"/>
          <p14:tracePt t="8127" x="1479550" y="1085850"/>
          <p14:tracePt t="8143" x="1511300" y="1066800"/>
          <p14:tracePt t="8160" x="1530350" y="1054100"/>
          <p14:tracePt t="8177" x="1555750" y="1047750"/>
          <p14:tracePt t="8193" x="1631950" y="1028700"/>
          <p14:tracePt t="8210" x="1676400" y="1022350"/>
          <p14:tracePt t="8226" x="1733550" y="1022350"/>
          <p14:tracePt t="8243" x="1841500" y="1022350"/>
          <p14:tracePt t="8260" x="1885950" y="1028700"/>
          <p14:tracePt t="8276" x="2006600" y="1028700"/>
          <p14:tracePt t="8293" x="2095500" y="1028700"/>
          <p14:tracePt t="8310" x="2152650" y="1028700"/>
          <p14:tracePt t="8327" x="2165350" y="1016000"/>
          <p14:tracePt t="8343" x="2171700" y="1009650"/>
          <p14:tracePt t="8360" x="2178050" y="984250"/>
          <p14:tracePt t="8376" x="2178050" y="977900"/>
          <p14:tracePt t="8393" x="2178050" y="939800"/>
          <p14:tracePt t="8410" x="2171700" y="914400"/>
          <p14:tracePt t="8426" x="2152650" y="901700"/>
          <p14:tracePt t="8443" x="2152650" y="882650"/>
          <p14:tracePt t="8460" x="2108200" y="857250"/>
          <p14:tracePt t="8476" x="2063750" y="819150"/>
          <p14:tracePt t="8493" x="2025650" y="800100"/>
          <p14:tracePt t="8510" x="2019300" y="793750"/>
          <p14:tracePt t="8526" x="1962150" y="762000"/>
          <p14:tracePt t="8543" x="1924050" y="742950"/>
          <p14:tracePt t="8560" x="1898650" y="736600"/>
          <p14:tracePt t="8577" x="1860550" y="730250"/>
          <p14:tracePt t="8593" x="1847850" y="730250"/>
          <p14:tracePt t="8610" x="1765300" y="749300"/>
          <p14:tracePt t="8626" x="1701800" y="762000"/>
          <p14:tracePt t="8643" x="1612900" y="787400"/>
          <p14:tracePt t="8660" x="1530350" y="806450"/>
          <p14:tracePt t="8676" x="1517650" y="812800"/>
          <p14:tracePt t="8693" x="1466850" y="825500"/>
          <p14:tracePt t="8710" x="1409700" y="857250"/>
          <p14:tracePt t="8727" x="1390650" y="876300"/>
          <p14:tracePt t="8743" x="1403350" y="908050"/>
          <p14:tracePt t="8760" x="1428750" y="914400"/>
          <p14:tracePt t="8777" x="1511300" y="939800"/>
          <p14:tracePt t="8793" x="1581150" y="1003300"/>
          <p14:tracePt t="8810" x="1581150" y="1035050"/>
          <p14:tracePt t="8827" x="1568450" y="1079500"/>
          <p14:tracePt t="8843" x="1568450" y="1092200"/>
          <p14:tracePt t="8860" x="1568450" y="1111250"/>
          <p14:tracePt t="8876" x="1574800" y="1123950"/>
          <p14:tracePt t="8893" x="1581150" y="1136650"/>
          <p14:tracePt t="8910" x="1593850" y="1143000"/>
          <p14:tracePt t="8926" x="1670050" y="1155700"/>
          <p14:tracePt t="8943" x="1676400" y="1155700"/>
          <p14:tracePt t="8960" x="1771650" y="1162050"/>
          <p14:tracePt t="8962" x="1790700" y="1162050"/>
          <p14:tracePt t="8977" x="1917700" y="1162050"/>
          <p14:tracePt t="8993" x="2051050" y="1174750"/>
          <p14:tracePt t="9010" x="2152650" y="1174750"/>
          <p14:tracePt t="9026" x="2247900" y="1174750"/>
          <p14:tracePt t="9043" x="2305050" y="1174750"/>
          <p14:tracePt t="9060" x="2317750" y="1174750"/>
          <p14:tracePt t="9077" x="2324100" y="1162050"/>
          <p14:tracePt t="9093" x="2330450" y="1130300"/>
          <p14:tracePt t="9110" x="2330450" y="1041400"/>
          <p14:tracePt t="9126" x="2330450" y="1028700"/>
          <p14:tracePt t="9143" x="2286000" y="977900"/>
          <p14:tracePt t="9160" x="2273300" y="939800"/>
          <p14:tracePt t="9177" x="2266950" y="838200"/>
          <p14:tracePt t="9193" x="2209800" y="781050"/>
          <p14:tracePt t="9210" x="2108200" y="749300"/>
          <p14:tracePt t="9226" x="2044700" y="736600"/>
          <p14:tracePt t="9243" x="1962150" y="723900"/>
          <p14:tracePt t="9259" x="1771650" y="723900"/>
          <p14:tracePt t="9276" x="1670050" y="730250"/>
          <p14:tracePt t="9293" x="1651000" y="736600"/>
          <p14:tracePt t="9309" x="1524000" y="755650"/>
          <p14:tracePt t="9326" x="1460500" y="781050"/>
          <p14:tracePt t="9343" x="1435100" y="787400"/>
          <p14:tracePt t="9359" x="1371600" y="825500"/>
          <p14:tracePt t="9376" x="1333500" y="838200"/>
          <p14:tracePt t="9393" x="1289050" y="889000"/>
          <p14:tracePt t="9409" x="1270000" y="914400"/>
          <p14:tracePt t="9426" x="1225550" y="958850"/>
          <p14:tracePt t="9443" x="1206500" y="1009650"/>
          <p14:tracePt t="9459" x="1206500" y="1022350"/>
          <p14:tracePt t="9476" x="1282700" y="1079500"/>
          <p14:tracePt t="9493" x="1282700" y="1111250"/>
          <p14:tracePt t="9509" x="1289050" y="1149350"/>
          <p14:tracePt t="9526" x="1308100" y="1187450"/>
          <p14:tracePt t="9543" x="1320800" y="1212850"/>
          <p14:tracePt t="9560" x="1352550" y="1231900"/>
          <p14:tracePt t="9577" x="1377950" y="1250950"/>
          <p14:tracePt t="9593" x="1416050" y="1270000"/>
          <p14:tracePt t="9610" x="1498600" y="1270000"/>
          <p14:tracePt t="9626" x="1536700" y="1270000"/>
          <p14:tracePt t="9643" x="1555750" y="1270000"/>
          <p14:tracePt t="9660" x="1631950" y="1250950"/>
          <p14:tracePt t="9676" x="1670050" y="1238250"/>
          <p14:tracePt t="9693" x="1720850" y="1212850"/>
          <p14:tracePt t="9710" x="1803400" y="1187450"/>
          <p14:tracePt t="9727" x="1828800" y="1187450"/>
          <p14:tracePt t="9743" x="1860550" y="1181100"/>
          <p14:tracePt t="9760" x="1885950" y="1168400"/>
          <p14:tracePt t="9777" x="1930400" y="1155700"/>
          <p14:tracePt t="9793" x="1955800" y="1155700"/>
          <p14:tracePt t="9810" x="1968500" y="1155700"/>
          <p14:tracePt t="9826" x="1987550" y="1149350"/>
          <p14:tracePt t="9843" x="2019300" y="1143000"/>
          <p14:tracePt t="9860" x="2032000" y="1136650"/>
          <p14:tracePt t="9876" x="2057400" y="1130300"/>
          <p14:tracePt t="9893" x="2070100" y="1123950"/>
          <p14:tracePt t="9910" x="2082800" y="1117600"/>
          <p14:tracePt t="9926" x="2095500" y="1111250"/>
          <p14:tracePt t="9960" x="2101850" y="1104900"/>
          <p14:tracePt t="9978" x="2101850" y="1098550"/>
          <p14:tracePt t="9993" x="2114550" y="1085850"/>
          <p14:tracePt t="10010" x="2127250" y="1054100"/>
          <p14:tracePt t="10026" x="2108200" y="1022350"/>
          <p14:tracePt t="10043" x="2108200" y="977900"/>
          <p14:tracePt t="10060" x="2108200" y="933450"/>
          <p14:tracePt t="10076" x="2076450" y="876300"/>
          <p14:tracePt t="10093" x="2032000" y="850900"/>
          <p14:tracePt t="10110" x="2000250" y="831850"/>
          <p14:tracePt t="10127" x="1962150" y="793750"/>
          <p14:tracePt t="10143" x="1930400" y="781050"/>
          <p14:tracePt t="10160" x="1898650" y="774700"/>
          <p14:tracePt t="10177" x="1797050" y="793750"/>
          <p14:tracePt t="10193" x="1708150" y="825500"/>
          <p14:tracePt t="10210" x="1587500" y="876300"/>
          <p14:tracePt t="10226" x="1530350" y="901700"/>
          <p14:tracePt t="10243" x="1460500" y="946150"/>
          <p14:tracePt t="10260" x="1435100" y="965200"/>
          <p14:tracePt t="10276" x="1416050" y="971550"/>
          <p14:tracePt t="10293" x="1365250" y="1009650"/>
          <p14:tracePt t="10310" x="1358900" y="1016000"/>
          <p14:tracePt t="10327" x="1346200" y="1035050"/>
          <p14:tracePt t="10343" x="1327150" y="1047750"/>
          <p14:tracePt t="10377" x="1320800" y="1060450"/>
          <p14:tracePt t="10393" x="1320800" y="1073150"/>
          <p14:tracePt t="10410" x="1327150" y="1098550"/>
          <p14:tracePt t="10426" x="1314450" y="1111250"/>
          <p14:tracePt t="10443" x="1314450" y="1117600"/>
          <p14:tracePt t="10489" x="1314450" y="1123950"/>
          <p14:tracePt t="10634" x="1327150" y="1123950"/>
          <p14:tracePt t="10641" x="1365250" y="1117600"/>
          <p14:tracePt t="10650" x="1371600" y="1117600"/>
          <p14:tracePt t="10659" x="1390650" y="1117600"/>
          <p14:tracePt t="10676" x="1403350" y="1111250"/>
          <p14:tracePt t="10693" x="1416050" y="1092200"/>
          <p14:tracePt t="10710" x="1435100" y="1079500"/>
          <p14:tracePt t="10726" x="1447800" y="1047750"/>
          <p14:tracePt t="10743" x="1485900" y="1003300"/>
          <p14:tracePt t="10760" x="1492250" y="996950"/>
          <p14:tracePt t="10776" x="1492250" y="977900"/>
          <p14:tracePt t="10793" x="1492250" y="971550"/>
          <p14:tracePt t="10826" x="1492250" y="958850"/>
          <p14:tracePt t="11129" x="1492250" y="965200"/>
          <p14:tracePt t="11146" x="1485900" y="965200"/>
          <p14:tracePt t="11162" x="1485900" y="971550"/>
          <p14:tracePt t="11169" x="1485900" y="977900"/>
          <p14:tracePt t="11185" x="1485900" y="984250"/>
          <p14:tracePt t="11194" x="1479550" y="990600"/>
          <p14:tracePt t="11210" x="1479550" y="996950"/>
          <p14:tracePt t="11226" x="1479550" y="1009650"/>
          <p14:tracePt t="11243" x="1479550" y="1022350"/>
          <p14:tracePt t="11259" x="1492250" y="1035050"/>
          <p14:tracePt t="11276" x="1504950" y="1035050"/>
          <p14:tracePt t="11293" x="1530350" y="1035050"/>
          <p14:tracePt t="11309" x="1543050" y="1041400"/>
          <p14:tracePt t="11326" x="1581150" y="1054100"/>
          <p14:tracePt t="11343" x="1663700" y="1073150"/>
          <p14:tracePt t="11359" x="1701800" y="1073150"/>
          <p14:tracePt t="11376" x="1797050" y="1092200"/>
          <p14:tracePt t="11393" x="1949450" y="1117600"/>
          <p14:tracePt t="11409" x="2000250" y="1130300"/>
          <p14:tracePt t="11426" x="2070100" y="1143000"/>
          <p14:tracePt t="11443" x="2184400" y="1155700"/>
          <p14:tracePt t="11459" x="2228850" y="1155700"/>
          <p14:tracePt t="11476" x="2260600" y="1155700"/>
          <p14:tracePt t="11493" x="2330450" y="1155700"/>
          <p14:tracePt t="11509" x="2387600" y="1149350"/>
          <p14:tracePt t="11526" x="2425700" y="1136650"/>
          <p14:tracePt t="11543" x="2470150" y="1130300"/>
          <p14:tracePt t="11560" x="2501900" y="1130300"/>
          <p14:tracePt t="11576" x="2514600" y="1123950"/>
          <p14:tracePt t="11593" x="2546350" y="1123950"/>
          <p14:tracePt t="11610" x="2609850" y="1111250"/>
          <p14:tracePt t="11626" x="2641600" y="1104900"/>
          <p14:tracePt t="11643" x="2654300" y="1104900"/>
          <p14:tracePt t="11659" x="2705100" y="1085850"/>
          <p14:tracePt t="11676" x="2730500" y="1073150"/>
          <p14:tracePt t="11693" x="2736850" y="1073150"/>
          <p14:tracePt t="11710" x="2806700" y="1047750"/>
          <p14:tracePt t="11726" x="2832100" y="1035050"/>
          <p14:tracePt t="11778" x="2832100" y="1028700"/>
          <p14:tracePt t="11786" x="2838450" y="1028700"/>
          <p14:tracePt t="11794" x="2838450" y="1022350"/>
          <p14:tracePt t="11810" x="2838450" y="1016000"/>
          <p14:tracePt t="11827" x="2838450" y="977900"/>
          <p14:tracePt t="11843" x="2838450" y="952500"/>
          <p14:tracePt t="11860" x="2838450" y="946150"/>
          <p14:tracePt t="11876" x="2819400" y="908050"/>
          <p14:tracePt t="11893" x="2787650" y="876300"/>
          <p14:tracePt t="11910" x="2724150" y="850900"/>
          <p14:tracePt t="11926" x="2590800" y="781050"/>
          <p14:tracePt t="11943" x="2508250" y="755650"/>
          <p14:tracePt t="11960" x="2457450" y="742950"/>
          <p14:tracePt t="11962" x="2298700" y="711200"/>
          <p14:tracePt t="11976" x="2222500" y="711200"/>
          <p14:tracePt t="11993" x="2057400" y="704850"/>
          <p14:tracePt t="12010" x="1936750" y="711200"/>
          <p14:tracePt t="12026" x="1885950" y="730250"/>
          <p14:tracePt t="12043" x="1854200" y="730250"/>
          <p14:tracePt t="12060" x="1784350" y="762000"/>
          <p14:tracePt t="12077" x="1765300" y="774700"/>
          <p14:tracePt t="12093" x="1689100" y="806450"/>
          <p14:tracePt t="12110" x="1651000" y="819150"/>
          <p14:tracePt t="12126" x="1644650" y="825500"/>
          <p14:tracePt t="12143" x="1581150" y="850900"/>
          <p14:tracePt t="12160" x="1536700" y="869950"/>
          <p14:tracePt t="12176" x="1517650" y="889000"/>
          <p14:tracePt t="12193" x="1454150" y="927100"/>
          <p14:tracePt t="12210" x="1441450" y="939800"/>
          <p14:tracePt t="12226" x="1397000" y="952500"/>
          <p14:tracePt t="12243" x="1377950" y="971550"/>
          <p14:tracePt t="12260" x="1371600" y="977900"/>
          <p14:tracePt t="12276" x="1365250" y="990600"/>
          <p14:tracePt t="12310" x="1339850" y="1003300"/>
          <p14:tracePt t="12326" x="1327150" y="1009650"/>
          <p14:tracePt t="12343" x="1327150" y="1022350"/>
          <p14:tracePt t="12360" x="1320800" y="1022350"/>
          <p14:tracePt t="12378" x="1320800" y="1028700"/>
          <p14:tracePt t="12393" x="1301750" y="1041400"/>
          <p14:tracePt t="12410" x="1289050" y="1041400"/>
          <p14:tracePt t="12426" x="1289050" y="1054100"/>
          <p14:tracePt t="12443" x="1301750" y="1060450"/>
          <p14:tracePt t="12460" x="1314450" y="1066800"/>
          <p14:tracePt t="12476" x="1320800" y="1066800"/>
          <p14:tracePt t="12493" x="1320800" y="1073150"/>
          <p14:tracePt t="12510" x="1327150" y="1085850"/>
          <p14:tracePt t="12546" x="1333500" y="1085850"/>
          <p14:tracePt t="12562" x="1339850" y="1092200"/>
          <p14:tracePt t="12617" x="1339850" y="1098550"/>
          <p14:tracePt t="12625" x="1352550" y="1098550"/>
          <p14:tracePt t="12650" x="1358900" y="1098550"/>
          <p14:tracePt t="12657" x="1365250" y="1098550"/>
          <p14:tracePt t="12666" x="1371600" y="1104900"/>
          <p14:tracePt t="12676" x="1390650" y="1104900"/>
          <p14:tracePt t="12693" x="1409700" y="1111250"/>
          <p14:tracePt t="12710" x="1422400" y="1111250"/>
          <p14:tracePt t="12726" x="1441450" y="1111250"/>
          <p14:tracePt t="12743" x="1473200" y="1111250"/>
          <p14:tracePt t="12760" x="1498600" y="1111250"/>
          <p14:tracePt t="12777" x="1543050" y="1111250"/>
          <p14:tracePt t="12793" x="1587500" y="1111250"/>
          <p14:tracePt t="12810" x="1606550" y="1111250"/>
          <p14:tracePt t="12826" x="1625600" y="1111250"/>
          <p14:tracePt t="12843" x="1657350" y="1111250"/>
          <p14:tracePt t="12860" x="1676400" y="1111250"/>
          <p14:tracePt t="12876" x="1695450" y="1111250"/>
          <p14:tracePt t="12893" x="1720850" y="1111250"/>
          <p14:tracePt t="12910" x="1758950" y="1117600"/>
          <p14:tracePt t="12927" x="1784350" y="1117600"/>
          <p14:tracePt t="12943" x="1809750" y="1123950"/>
          <p14:tracePt t="12960" x="1847850" y="1130300"/>
          <p14:tracePt t="12976" x="1879600" y="1130300"/>
          <p14:tracePt t="12993" x="1930400" y="1130300"/>
          <p14:tracePt t="13010" x="1968500" y="1130300"/>
          <p14:tracePt t="13026" x="2012950" y="1130300"/>
          <p14:tracePt t="13043" x="2038350" y="1117600"/>
          <p14:tracePt t="13060" x="2070100" y="1117600"/>
          <p14:tracePt t="13077" x="2070100" y="1111250"/>
          <p14:tracePt t="13093" x="2114550" y="1104900"/>
          <p14:tracePt t="13110" x="2127250" y="1098550"/>
          <p14:tracePt t="13126" x="2159000" y="1085850"/>
          <p14:tracePt t="13143" x="2209800" y="1085850"/>
          <p14:tracePt t="13160" x="2235200" y="1085850"/>
          <p14:tracePt t="13177" x="2254250" y="1085850"/>
          <p14:tracePt t="13193" x="2317750" y="1066800"/>
          <p14:tracePt t="13210" x="2381250" y="1066800"/>
          <p14:tracePt t="13226" x="2425700" y="1054100"/>
          <p14:tracePt t="13243" x="2495550" y="1054100"/>
          <p14:tracePt t="13260" x="2520950" y="1047750"/>
          <p14:tracePt t="13276" x="2546350" y="1041400"/>
          <p14:tracePt t="13293" x="2565400" y="1028700"/>
          <p14:tracePt t="13310" x="2565400" y="1016000"/>
          <p14:tracePt t="13326" x="2578100" y="1003300"/>
          <p14:tracePt t="13343" x="2584450" y="996950"/>
          <p14:tracePt t="13359" x="2590800" y="971550"/>
          <p14:tracePt t="13376" x="2597150" y="946150"/>
          <p14:tracePt t="13393" x="2597150" y="914400"/>
          <p14:tracePt t="13410" x="2597150" y="908050"/>
          <p14:tracePt t="13426" x="2597150" y="882650"/>
          <p14:tracePt t="13443" x="2571750" y="838200"/>
          <p14:tracePt t="13459" x="2552700" y="806450"/>
          <p14:tracePt t="13476" x="2508250" y="768350"/>
          <p14:tracePt t="13493" x="2489200" y="762000"/>
          <p14:tracePt t="13509" x="2470150" y="742950"/>
          <p14:tracePt t="13526" x="2413000" y="723900"/>
          <p14:tracePt t="13543" x="2381250" y="711200"/>
          <p14:tracePt t="13560" x="2330450" y="704850"/>
          <p14:tracePt t="13577" x="2197100" y="704850"/>
          <p14:tracePt t="13593" x="2133600" y="711200"/>
          <p14:tracePt t="13610" x="2006600" y="730250"/>
          <p14:tracePt t="13626" x="1873250" y="755650"/>
          <p14:tracePt t="13643" x="1854200" y="762000"/>
          <p14:tracePt t="13660" x="1765300" y="768350"/>
          <p14:tracePt t="13676" x="1695450" y="781050"/>
          <p14:tracePt t="13693" x="1619250" y="793750"/>
          <p14:tracePt t="13710" x="1619250" y="800100"/>
          <p14:tracePt t="13726" x="1600200" y="800100"/>
          <p14:tracePt t="13743" x="1593850" y="819150"/>
          <p14:tracePt t="13760" x="1581150" y="825500"/>
          <p14:tracePt t="13776" x="1581150" y="838200"/>
          <p14:tracePt t="13794" x="1581150" y="844550"/>
          <p14:tracePt t="13810" x="1568450" y="857250"/>
          <p14:tracePt t="13826" x="1562100" y="857250"/>
          <p14:tracePt t="13843" x="1562100" y="863600"/>
          <p14:tracePt t="13860" x="1543050" y="882650"/>
          <p14:tracePt t="13876" x="1543050" y="889000"/>
          <p14:tracePt t="13893" x="1530350" y="908050"/>
          <p14:tracePt t="13910" x="1485900" y="939800"/>
          <p14:tracePt t="13926" x="1454150" y="958850"/>
          <p14:tracePt t="13943" x="1441450" y="971550"/>
          <p14:tracePt t="13960" x="1435100" y="977900"/>
          <p14:tracePt t="13977" x="1422400" y="990600"/>
          <p14:tracePt t="13993" x="1409700" y="1009650"/>
          <p14:tracePt t="14010" x="1409700" y="1016000"/>
          <p14:tracePt t="14027" x="1409700" y="1022350"/>
          <p14:tracePt t="14043" x="1409700" y="1028700"/>
          <p14:tracePt t="14060" x="1416050" y="1035050"/>
          <p14:tracePt t="14076" x="1416050" y="1041400"/>
          <p14:tracePt t="14114" x="1428750" y="1047750"/>
          <p14:tracePt t="14126" x="1435100" y="1047750"/>
          <p14:tracePt t="14143" x="1447800" y="1054100"/>
          <p14:tracePt t="14160" x="1460500" y="1054100"/>
          <p14:tracePt t="14193" x="1524000" y="1066800"/>
          <p14:tracePt t="14210" x="1543050" y="1073150"/>
          <p14:tracePt t="14226" x="1568450" y="1085850"/>
          <p14:tracePt t="14243" x="1651000" y="1092200"/>
          <p14:tracePt t="14260" x="1676400" y="1092200"/>
          <p14:tracePt t="14276" x="1803400" y="1098550"/>
          <p14:tracePt t="14293" x="1879600" y="1104900"/>
          <p14:tracePt t="14310" x="1981200" y="1104900"/>
          <p14:tracePt t="14326" x="2076450" y="1104900"/>
          <p14:tracePt t="14343" x="2127250" y="1111250"/>
          <p14:tracePt t="14360" x="2184400" y="1111250"/>
          <p14:tracePt t="14377" x="2286000" y="1117600"/>
          <p14:tracePt t="14394" x="2393950" y="1117600"/>
          <p14:tracePt t="14410" x="2489200" y="1117600"/>
          <p14:tracePt t="14426" x="2520950" y="1117600"/>
          <p14:tracePt t="14443" x="2546350" y="1111250"/>
          <p14:tracePt t="14460" x="2584450" y="1104900"/>
          <p14:tracePt t="14476" x="2622550" y="1104900"/>
          <p14:tracePt t="14493" x="2667000" y="1092200"/>
          <p14:tracePt t="14510" x="2679700" y="1085850"/>
          <p14:tracePt t="14527" x="2686050" y="1085850"/>
          <p14:tracePt t="14543" x="2692400" y="1079500"/>
          <p14:tracePt t="14560" x="2698750" y="1073150"/>
          <p14:tracePt t="14576" x="2711450" y="1060450"/>
          <p14:tracePt t="14593" x="2730500" y="1054100"/>
          <p14:tracePt t="14609" x="2736850" y="1047750"/>
          <p14:tracePt t="14626" x="2749550" y="1047750"/>
          <p14:tracePt t="14659" x="2755900" y="1047750"/>
          <p14:tracePt t="14676" x="2774950" y="1047750"/>
          <p14:tracePt t="14693" x="2787650" y="1047750"/>
          <p14:tracePt t="15129" x="2800350" y="1047750"/>
          <p14:tracePt t="15137" x="2813050" y="1047750"/>
          <p14:tracePt t="15146" x="2838450" y="1060450"/>
          <p14:tracePt t="15159" x="2870200" y="1060450"/>
          <p14:tracePt t="15176" x="2933700" y="1060450"/>
          <p14:tracePt t="15193" x="3086100" y="1060450"/>
          <p14:tracePt t="15209" x="3130550" y="1060450"/>
          <p14:tracePt t="15226" x="3175000" y="1054100"/>
          <p14:tracePt t="15243" x="3263900" y="1054100"/>
          <p14:tracePt t="15260" x="3282950" y="1054100"/>
          <p14:tracePt t="15276" x="3308350" y="1054100"/>
          <p14:tracePt t="15295" x="3340100" y="1054100"/>
          <p14:tracePt t="15310" x="3371850" y="1066800"/>
          <p14:tracePt t="15326" x="3378200" y="1066800"/>
          <p14:tracePt t="15343" x="3390900" y="1066800"/>
          <p14:tracePt t="15359" x="3403600" y="1066800"/>
          <p14:tracePt t="15376" x="3422650" y="1066800"/>
          <p14:tracePt t="15393" x="3441700" y="1066800"/>
          <p14:tracePt t="15409" x="3460750" y="1066800"/>
          <p14:tracePt t="15426" x="3524250" y="1066800"/>
          <p14:tracePt t="15443" x="3549650" y="1066800"/>
          <p14:tracePt t="15460" x="3581400" y="1066800"/>
          <p14:tracePt t="15476" x="3619500" y="1066800"/>
          <p14:tracePt t="15493" x="3657600" y="1066800"/>
          <p14:tracePt t="15510" x="3683000" y="1066800"/>
          <p14:tracePt t="15526" x="3689350" y="1066800"/>
          <p14:tracePt t="15543" x="3721100" y="1066800"/>
          <p14:tracePt t="15576" x="3746500" y="1060450"/>
          <p14:tracePt t="15610" x="3752850" y="1060450"/>
          <p14:tracePt t="15681" x="3752850" y="1054100"/>
          <p14:tracePt t="15689" x="3765550" y="1054100"/>
          <p14:tracePt t="15729" x="3759200" y="1054100"/>
          <p14:tracePt t="15737" x="3714750" y="1054100"/>
          <p14:tracePt t="15746" x="3638550" y="1054100"/>
          <p14:tracePt t="15760" x="3536950" y="1054100"/>
          <p14:tracePt t="15777" x="3308350" y="1054100"/>
          <p14:tracePt t="15793" x="2616200" y="1060450"/>
          <p14:tracePt t="15810" x="2076450" y="1060450"/>
          <p14:tracePt t="15827" x="1562100" y="1060450"/>
          <p14:tracePt t="15843" x="990600" y="1092200"/>
          <p14:tracePt t="15860" x="914400" y="1085850"/>
          <p14:tracePt t="15876" x="889000" y="1085850"/>
          <p14:tracePt t="15893" x="882650" y="1085850"/>
          <p14:tracePt t="15930" x="876300" y="1085850"/>
          <p14:tracePt t="15961" x="869950" y="1085850"/>
          <p14:tracePt t="15978" x="869950" y="1092200"/>
          <p14:tracePt t="15985" x="863600" y="1098550"/>
          <p14:tracePt t="15994" x="857250" y="1098550"/>
          <p14:tracePt t="16009" x="850900" y="1104900"/>
          <p14:tracePt t="16026" x="838200" y="1111250"/>
          <p14:tracePt t="16057" x="831850" y="1111250"/>
          <p14:tracePt t="16105" x="825500" y="1111250"/>
          <p14:tracePt t="16129" x="825500" y="1104900"/>
          <p14:tracePt t="16257" x="831850" y="1104900"/>
          <p14:tracePt t="16265" x="831850" y="1111250"/>
          <p14:tracePt t="16276" x="838200" y="1111250"/>
          <p14:tracePt t="16293" x="850900" y="1130300"/>
          <p14:tracePt t="16310" x="889000" y="1174750"/>
          <p14:tracePt t="16326" x="933450" y="1206500"/>
          <p14:tracePt t="16343" x="939800" y="1219200"/>
          <p14:tracePt t="16359" x="996950" y="1257300"/>
          <p14:tracePt t="16377" x="1085850" y="1282700"/>
          <p14:tracePt t="16393" x="1212850" y="1314450"/>
          <p14:tracePt t="16410" x="1250950" y="1314450"/>
          <p14:tracePt t="16426" x="1257300" y="1314450"/>
          <p14:tracePt t="16443" x="1257300" y="1327150"/>
          <p14:tracePt t="16459" x="1257300" y="1339850"/>
          <p14:tracePt t="16721" x="1244600" y="1301750"/>
          <p14:tracePt t="16729" x="1244600" y="1289050"/>
          <p14:tracePt t="16745" x="1244600" y="1238250"/>
          <p14:tracePt t="16753" x="1238250" y="1187450"/>
          <p14:tracePt t="16761" x="1231900" y="1174750"/>
          <p14:tracePt t="16778" x="1219200" y="1174750"/>
          <p14:tracePt t="16794" x="1219200" y="1181100"/>
          <p14:tracePt t="16810" x="1200150" y="1200150"/>
          <p14:tracePt t="16826" x="1168400" y="1270000"/>
          <p14:tracePt t="16843" x="1149350" y="1308100"/>
          <p14:tracePt t="16860" x="1136650" y="1339850"/>
          <p14:tracePt t="16876" x="1136650" y="1358900"/>
          <p14:tracePt t="16893" x="1104900" y="1403350"/>
          <p14:tracePt t="16910" x="1098550" y="1416050"/>
          <p14:tracePt t="16926" x="1098550" y="1428750"/>
          <p14:tracePt t="16943" x="1085850" y="1428750"/>
          <p14:tracePt t="17009" x="1079500" y="1428750"/>
          <p14:tracePt t="17026" x="1073150" y="1441450"/>
          <p14:tracePt t="17034" x="1066800" y="1441450"/>
          <p14:tracePt t="17043" x="1066800" y="1447800"/>
          <p14:tracePt t="17060" x="1060450" y="1460500"/>
          <p14:tracePt t="17076" x="1028700" y="1479550"/>
          <p14:tracePt t="17093" x="977900" y="1517650"/>
          <p14:tracePt t="17110" x="952500" y="1543050"/>
          <p14:tracePt t="17126" x="920750" y="1555750"/>
          <p14:tracePt t="17143" x="914400" y="1562100"/>
          <p14:tracePt t="17160" x="914400" y="1568450"/>
          <p14:tracePt t="17176" x="908050" y="1568450"/>
          <p14:tracePt t="17249" x="908050" y="1574800"/>
          <p14:tracePt t="17273" x="901700" y="1581150"/>
          <p14:tracePt t="17283" x="901700" y="1587500"/>
          <p14:tracePt t="17289" x="908050" y="1587500"/>
          <p14:tracePt t="17297" x="908050" y="1593850"/>
          <p14:tracePt t="17314" x="908050" y="1600200"/>
          <p14:tracePt t="17337" x="908050" y="1606550"/>
          <p14:tracePt t="17369" x="908050" y="1612900"/>
          <p14:tracePt t="17378" x="908050" y="1619250"/>
          <p14:tracePt t="17386" x="908050" y="1625600"/>
          <p14:tracePt t="17409" x="908050" y="1631950"/>
          <p14:tracePt t="17425" x="908050" y="1644650"/>
          <p14:tracePt t="17617" x="895350" y="1644650"/>
          <p14:tracePt t="17665" x="895350" y="1638300"/>
          <p14:tracePt t="17689" x="889000" y="1631950"/>
          <p14:tracePt t="17705" x="889000" y="1619250"/>
          <p14:tracePt t="17721" x="895350" y="1619250"/>
          <p14:tracePt t="17866" x="895350" y="1612900"/>
          <p14:tracePt t="17874" x="901700" y="1612900"/>
          <p14:tracePt t="17882" x="908050" y="1612900"/>
          <p14:tracePt t="17893" x="914400" y="1612900"/>
          <p14:tracePt t="17910" x="984250" y="1612900"/>
          <p14:tracePt t="17943" x="977900" y="1619250"/>
          <p14:tracePt t="18081" x="984250" y="1619250"/>
          <p14:tracePt t="18113" x="990600" y="1619250"/>
          <p14:tracePt t="18121" x="996950" y="1619250"/>
          <p14:tracePt t="18130" x="1009650" y="1619250"/>
          <p14:tracePt t="18154" x="1028700" y="1619250"/>
          <p14:tracePt t="18169" x="1035050" y="1619250"/>
          <p14:tracePt t="18178" x="1047750" y="1619250"/>
          <p14:tracePt t="18193" x="1066800" y="1619250"/>
          <p14:tracePt t="18210" x="1079500" y="1619250"/>
          <p14:tracePt t="18226" x="1098550" y="1619250"/>
          <p14:tracePt t="18243" x="1104900" y="1619250"/>
          <p14:tracePt t="18260" x="1117600" y="1619250"/>
          <p14:tracePt t="18276" x="1130300" y="1619250"/>
          <p14:tracePt t="18369" x="1136650" y="1619250"/>
          <p14:tracePt t="18473" x="1136650" y="1625600"/>
          <p14:tracePt t="18489" x="1117600" y="1638300"/>
          <p14:tracePt t="18498" x="1111250" y="1651000"/>
          <p14:tracePt t="18505" x="1092200" y="1663700"/>
          <p14:tracePt t="18514" x="1085850" y="1676400"/>
          <p14:tracePt t="18530" x="1079500" y="1682750"/>
          <p14:tracePt t="18543" x="1054100" y="1695450"/>
          <p14:tracePt t="18561" x="1041400" y="1701800"/>
          <p14:tracePt t="18576" x="1035050" y="1708150"/>
          <p14:tracePt t="18593" x="1035050" y="1714500"/>
          <p14:tracePt t="18626" x="1022350" y="1720850"/>
          <p14:tracePt t="18745" x="1016000" y="1720850"/>
          <p14:tracePt t="18858" x="1009650" y="1720850"/>
          <p14:tracePt t="18874" x="996950" y="1733550"/>
          <p14:tracePt t="18898" x="984250" y="1733550"/>
          <p14:tracePt t="18905" x="984250" y="1739900"/>
          <p14:tracePt t="18914" x="971550" y="1739900"/>
          <p14:tracePt t="18926" x="958850" y="1752600"/>
          <p14:tracePt t="18943" x="939800" y="1765300"/>
          <p14:tracePt t="18960" x="927100" y="1771650"/>
          <p14:tracePt t="18978" x="920750" y="1778000"/>
          <p14:tracePt t="19001" x="901700" y="1784350"/>
          <p14:tracePt t="19473" x="901700" y="1778000"/>
          <p14:tracePt t="19481" x="908050" y="1778000"/>
          <p14:tracePt t="19498" x="920750" y="1771650"/>
          <p14:tracePt t="19521" x="927100" y="1771650"/>
          <p14:tracePt t="19537" x="933450" y="1771650"/>
          <p14:tracePt t="19546" x="939800" y="1771650"/>
          <p14:tracePt t="19553" x="952500" y="1771650"/>
          <p14:tracePt t="19561" x="965200" y="1771650"/>
          <p14:tracePt t="19578" x="984250" y="1778000"/>
          <p14:tracePt t="19593" x="1003300" y="1784350"/>
          <p14:tracePt t="19610" x="1035050" y="1797050"/>
          <p14:tracePt t="19626" x="1117600" y="1822450"/>
          <p14:tracePt t="19643" x="1181100" y="1841500"/>
          <p14:tracePt t="19660" x="1250950" y="1860550"/>
          <p14:tracePt t="19676" x="1320800" y="1885950"/>
          <p14:tracePt t="19693" x="1397000" y="1905000"/>
          <p14:tracePt t="19710" x="1435100" y="1917700"/>
          <p14:tracePt t="19726" x="1473200" y="1924050"/>
          <p14:tracePt t="19743" x="1485900" y="1930400"/>
          <p14:tracePt t="19865" x="1492250" y="1930400"/>
          <p14:tracePt t="20113" x="1492250" y="1917700"/>
          <p14:tracePt t="20121" x="1485900" y="1917700"/>
          <p14:tracePt t="20129" x="1485900" y="1911350"/>
          <p14:tracePt t="20143" x="1479550" y="1898650"/>
          <p14:tracePt t="20159" x="1428750" y="1873250"/>
          <p14:tracePt t="20176" x="1371600" y="1860550"/>
          <p14:tracePt t="20193" x="1301750" y="1835150"/>
          <p14:tracePt t="20209" x="1206500" y="1822450"/>
          <p14:tracePt t="20226" x="1143000" y="1809750"/>
          <p14:tracePt t="20243" x="1073150" y="1797050"/>
          <p14:tracePt t="20259" x="977900" y="1797050"/>
          <p14:tracePt t="20276" x="939800" y="1797050"/>
          <p14:tracePt t="20293" x="920750" y="1797050"/>
          <p14:tracePt t="20310" x="863600" y="1797050"/>
          <p14:tracePt t="20327" x="844550" y="1797050"/>
          <p14:tracePt t="20343" x="838200" y="1797050"/>
          <p14:tracePt t="20360" x="825500" y="1797050"/>
          <p14:tracePt t="20376" x="812800" y="1797050"/>
          <p14:tracePt t="20401" x="806450" y="1797050"/>
          <p14:tracePt t="20425" x="793750" y="1803400"/>
          <p14:tracePt t="20705" x="793750" y="1797050"/>
          <p14:tracePt t="20729" x="806450" y="1797050"/>
          <p14:tracePt t="20737" x="806450" y="1790700"/>
          <p14:tracePt t="20746" x="819150" y="1790700"/>
          <p14:tracePt t="20759" x="831850" y="1790700"/>
          <p14:tracePt t="20776" x="831850" y="1784350"/>
          <p14:tracePt t="20793" x="857250" y="1778000"/>
          <p14:tracePt t="20809" x="882650" y="1778000"/>
          <p14:tracePt t="20826" x="901700" y="1778000"/>
          <p14:tracePt t="20843" x="933450" y="1778000"/>
          <p14:tracePt t="20859" x="952500" y="1778000"/>
          <p14:tracePt t="20876" x="965200" y="1778000"/>
          <p14:tracePt t="20893" x="984250" y="1784350"/>
          <p14:tracePt t="20909" x="996950" y="1784350"/>
          <p14:tracePt t="20926" x="1047750" y="1790700"/>
          <p14:tracePt t="20943" x="1085850" y="1803400"/>
          <p14:tracePt t="20959" x="1092200" y="1803400"/>
          <p14:tracePt t="20976" x="1168400" y="1822450"/>
          <p14:tracePt t="20993" x="1219200" y="1828800"/>
          <p14:tracePt t="21010" x="1270000" y="1828800"/>
          <p14:tracePt t="21026" x="1308100" y="1828800"/>
          <p14:tracePt t="21043" x="1314450" y="1835150"/>
          <p14:tracePt t="21060" x="1333500" y="1835150"/>
          <p14:tracePt t="21076" x="1346200" y="1835150"/>
          <p14:tracePt t="21093" x="1352550" y="1835150"/>
          <p14:tracePt t="21249" x="1365250" y="1835150"/>
          <p14:tracePt t="21281" x="1371600" y="1835150"/>
          <p14:tracePt t="21305" x="1377950" y="1835150"/>
          <p14:tracePt t="21313" x="1390650" y="1841500"/>
          <p14:tracePt t="21321" x="1397000" y="1841500"/>
          <p14:tracePt t="21345" x="1409700" y="1847850"/>
          <p14:tracePt t="21353" x="1416050" y="1847850"/>
          <p14:tracePt t="21361" x="1428750" y="1847850"/>
          <p14:tracePt t="21376" x="1435100" y="1854200"/>
          <p14:tracePt t="21393" x="1454150" y="1860550"/>
          <p14:tracePt t="21410" x="1466850" y="1866900"/>
          <p14:tracePt t="21426" x="1485900" y="1873250"/>
          <p14:tracePt t="21443" x="1504950" y="1873250"/>
          <p14:tracePt t="21460" x="1511300" y="1873250"/>
          <p14:tracePt t="21476" x="1524000" y="1879600"/>
          <p14:tracePt t="21493" x="1536700" y="1879600"/>
          <p14:tracePt t="21509" x="1543050" y="1879600"/>
          <p14:tracePt t="21526" x="1549400" y="1873250"/>
          <p14:tracePt t="21543" x="1555750" y="1866900"/>
          <p14:tracePt t="21559" x="1555750" y="1860550"/>
          <p14:tracePt t="21577" x="1568450" y="1841500"/>
          <p14:tracePt t="21593" x="1587500" y="1790700"/>
          <p14:tracePt t="21610" x="1562100" y="1727200"/>
          <p14:tracePt t="21626" x="1562100" y="1682750"/>
          <p14:tracePt t="21643" x="1555750" y="1644650"/>
          <p14:tracePt t="21660" x="1511300" y="1536700"/>
          <p14:tracePt t="21676" x="1460500" y="1466850"/>
          <p14:tracePt t="21693" x="1422400" y="1422400"/>
          <p14:tracePt t="21710" x="1352550" y="1365250"/>
          <p14:tracePt t="21726" x="1327150" y="1346200"/>
          <p14:tracePt t="21743" x="1295400" y="1339850"/>
          <p14:tracePt t="21760" x="1244600" y="1327150"/>
          <p14:tracePt t="21777" x="1219200" y="1327150"/>
          <p14:tracePt t="21793" x="1168400" y="1333500"/>
          <p14:tracePt t="21810" x="1168400" y="1339850"/>
          <p14:tracePt t="21826" x="1136650" y="1352550"/>
          <p14:tracePt t="21843" x="1092200" y="1365250"/>
          <p14:tracePt t="21860" x="1035050" y="1390650"/>
          <p14:tracePt t="21876" x="939800" y="1416050"/>
          <p14:tracePt t="21893" x="914400" y="1422400"/>
          <p14:tracePt t="21910" x="857250" y="1428750"/>
          <p14:tracePt t="21926" x="793750" y="1460500"/>
          <p14:tracePt t="21943" x="762000" y="1460500"/>
          <p14:tracePt t="21960" x="755650" y="1473200"/>
          <p14:tracePt t="21978" x="742950" y="1473200"/>
          <p14:tracePt t="22033" x="742950" y="1479550"/>
          <p14:tracePt t="22041" x="742950" y="1485900"/>
          <p14:tracePt t="22049" x="736600" y="1492250"/>
          <p14:tracePt t="22073" x="736600" y="1498600"/>
          <p14:tracePt t="22081" x="736600" y="1504950"/>
          <p14:tracePt t="22093" x="736600" y="1511300"/>
          <p14:tracePt t="22109" x="736600" y="1524000"/>
          <p14:tracePt t="22126" x="730250" y="1536700"/>
          <p14:tracePt t="22143" x="730250" y="1555750"/>
          <p14:tracePt t="22160" x="730250" y="1587500"/>
          <p14:tracePt t="22176" x="730250" y="1606550"/>
          <p14:tracePt t="22193" x="742950" y="1638300"/>
          <p14:tracePt t="22210" x="749300" y="1644650"/>
          <p14:tracePt t="22226" x="781050" y="1663700"/>
          <p14:tracePt t="22260" x="806450" y="1676400"/>
          <p14:tracePt t="22276" x="831850" y="1682750"/>
          <p14:tracePt t="22293" x="869950" y="1695450"/>
          <p14:tracePt t="22310" x="952500" y="1695450"/>
          <p14:tracePt t="22326" x="1003300" y="1695450"/>
          <p14:tracePt t="22343" x="1035050" y="1695450"/>
          <p14:tracePt t="22360" x="1092200" y="1689100"/>
          <p14:tracePt t="22376" x="1181100" y="1689100"/>
          <p14:tracePt t="22393" x="1289050" y="1689100"/>
          <p14:tracePt t="22410" x="1409700" y="1682750"/>
          <p14:tracePt t="22427" x="1441450" y="1682750"/>
          <p14:tracePt t="22443" x="1511300" y="1682750"/>
          <p14:tracePt t="22460" x="1568450" y="1682750"/>
          <p14:tracePt t="22476" x="1670050" y="1682750"/>
          <p14:tracePt t="22493" x="1708150" y="1682750"/>
          <p14:tracePt t="22510" x="1733550" y="1682750"/>
          <p14:tracePt t="22526" x="1765300" y="1682750"/>
          <p14:tracePt t="22543" x="1847850" y="1682750"/>
          <p14:tracePt t="22560" x="1892300" y="1682750"/>
          <p14:tracePt t="22577" x="1905000" y="1682750"/>
          <p14:tracePt t="22593" x="1987550" y="1682750"/>
          <p14:tracePt t="22610" x="2000250" y="1682750"/>
          <p14:tracePt t="22626" x="2032000" y="1682750"/>
          <p14:tracePt t="22643" x="2082800" y="1682750"/>
          <p14:tracePt t="22660" x="2108200" y="1689100"/>
          <p14:tracePt t="22676" x="2159000" y="1689100"/>
          <p14:tracePt t="22693" x="2171700" y="1689100"/>
          <p14:tracePt t="22710" x="2190750" y="1689100"/>
          <p14:tracePt t="22726" x="2209800" y="1689100"/>
          <p14:tracePt t="22743" x="2260600" y="1695450"/>
          <p14:tracePt t="22760" x="2286000" y="1701800"/>
          <p14:tracePt t="22776" x="2292350" y="1701800"/>
          <p14:tracePt t="22793" x="2311400" y="1701800"/>
          <p14:tracePt t="22810" x="2317750" y="1701800"/>
          <p14:tracePt t="22826" x="2330450" y="1701800"/>
          <p14:tracePt t="23137" x="2336800" y="1701800"/>
          <p14:tracePt t="23146" x="2343150" y="1701800"/>
          <p14:tracePt t="23153" x="2362200" y="1701800"/>
          <p14:tracePt t="23161" x="2368550" y="1701800"/>
          <p14:tracePt t="23178" x="2393950" y="1701800"/>
          <p14:tracePt t="23193" x="2476500" y="1701800"/>
          <p14:tracePt t="23210" x="2540000" y="1701800"/>
          <p14:tracePt t="23226" x="2597150" y="1701800"/>
          <p14:tracePt t="23243" x="2692400" y="1708150"/>
          <p14:tracePt t="23260" x="2717800" y="1714500"/>
          <p14:tracePt t="23276" x="2794000" y="1720850"/>
          <p14:tracePt t="23293" x="2927350" y="1752600"/>
          <p14:tracePt t="23310" x="2990850" y="1758950"/>
          <p14:tracePt t="23326" x="3105150" y="1778000"/>
          <p14:tracePt t="23343" x="3225800" y="1822450"/>
          <p14:tracePt t="23360" x="3270250" y="1828800"/>
          <p14:tracePt t="23376" x="3359150" y="1847850"/>
          <p14:tracePt t="23393" x="3556000" y="1873250"/>
          <p14:tracePt t="23410" x="3619500" y="1873250"/>
          <p14:tracePt t="23426" x="3670300" y="1885950"/>
          <p14:tracePt t="23443" x="3759200" y="1905000"/>
          <p14:tracePt t="23460" x="3790950" y="1917700"/>
          <p14:tracePt t="23477" x="3854450" y="1930400"/>
          <p14:tracePt t="23493" x="4013200" y="1974850"/>
          <p14:tracePt t="23510" x="4095750" y="2006600"/>
          <p14:tracePt t="23526" x="4184650" y="2025650"/>
          <p14:tracePt t="23543" x="4343400" y="2051050"/>
          <p14:tracePt t="23560" x="4413250" y="2057400"/>
          <p14:tracePt t="23576" x="4495800" y="2070100"/>
          <p14:tracePt t="23593" x="4635500" y="2063750"/>
          <p14:tracePt t="23609" x="4692650" y="2057400"/>
          <p14:tracePt t="23626" x="4718050" y="2051050"/>
          <p14:tracePt t="23643" x="4800600" y="2012950"/>
          <p14:tracePt t="23659" x="4851400" y="1987550"/>
          <p14:tracePt t="23676" x="4895850" y="1962150"/>
          <p14:tracePt t="23693" x="4953000" y="1917700"/>
          <p14:tracePt t="23710" x="4972050" y="1905000"/>
          <p14:tracePt t="23726" x="4991100" y="1873250"/>
          <p14:tracePt t="23743" x="5022850" y="1816100"/>
          <p14:tracePt t="23760" x="5029200" y="1765300"/>
          <p14:tracePt t="23777" x="5035550" y="1682750"/>
          <p14:tracePt t="23793" x="5016500" y="1549400"/>
          <p14:tracePt t="23810" x="4991100" y="1473200"/>
          <p14:tracePt t="23826" x="4927600" y="1371600"/>
          <p14:tracePt t="23843" x="4787900" y="1244600"/>
          <p14:tracePt t="23860" x="4705350" y="1187450"/>
          <p14:tracePt t="23876" x="4629150" y="1149350"/>
          <p14:tracePt t="23893" x="4495800" y="1111250"/>
          <p14:tracePt t="23910" x="4381500" y="1104900"/>
          <p14:tracePt t="23926" x="4286250" y="1104900"/>
          <p14:tracePt t="23943" x="4000500" y="1111250"/>
          <p14:tracePt t="23960" x="3822700" y="1111250"/>
          <p14:tracePt t="23962" x="3733800" y="1117600"/>
          <p14:tracePt t="23979" x="3632200" y="1117600"/>
          <p14:tracePt t="23993" x="3232150" y="1117600"/>
          <p14:tracePt t="24010" x="3022600" y="1117600"/>
          <p14:tracePt t="24026" x="2787650" y="1136650"/>
          <p14:tracePt t="24043" x="2628900" y="1155700"/>
          <p14:tracePt t="24060" x="2578100" y="1162050"/>
          <p14:tracePt t="24076" x="2432050" y="1193800"/>
          <p14:tracePt t="24093" x="2355850" y="1231900"/>
          <p14:tracePt t="24110" x="2254250" y="1289050"/>
          <p14:tracePt t="24126" x="2209800" y="1333500"/>
          <p14:tracePt t="24143" x="2209800" y="1339850"/>
          <p14:tracePt t="24160" x="2184400" y="1371600"/>
          <p14:tracePt t="24176" x="2159000" y="1447800"/>
          <p14:tracePt t="24193" x="2152650" y="1511300"/>
          <p14:tracePt t="24210" x="2159000" y="1568450"/>
          <p14:tracePt t="24226" x="2159000" y="1581150"/>
          <p14:tracePt t="24243" x="2165350" y="1606550"/>
          <p14:tracePt t="24260" x="2178050" y="1631950"/>
          <p14:tracePt t="24276" x="2190750" y="1638300"/>
          <p14:tracePt t="24293" x="2216150" y="1657350"/>
          <p14:tracePt t="24310" x="2266950" y="1676400"/>
          <p14:tracePt t="24326" x="2292350" y="1676400"/>
          <p14:tracePt t="24343" x="2374900" y="1689100"/>
          <p14:tracePt t="24360" x="2540000" y="1714500"/>
          <p14:tracePt t="24376" x="2660650" y="1733550"/>
          <p14:tracePt t="24393" x="2844800" y="1758950"/>
          <p14:tracePt t="24410" x="2984500" y="1765300"/>
          <p14:tracePt t="24426" x="3098800" y="1784350"/>
          <p14:tracePt t="24443" x="3219450" y="1790700"/>
          <p14:tracePt t="24460" x="3346450" y="1790700"/>
          <p14:tracePt t="24476" x="3460750" y="1803400"/>
          <p14:tracePt t="24493" x="3505200" y="1809750"/>
          <p14:tracePt t="24510" x="3695700" y="1816100"/>
          <p14:tracePt t="24526" x="3829050" y="1816100"/>
          <p14:tracePt t="24543" x="3968750" y="1822450"/>
          <p14:tracePt t="24560" x="4146550" y="1835150"/>
          <p14:tracePt t="24576" x="4248150" y="1854200"/>
          <p14:tracePt t="24593" x="4343400" y="1866900"/>
          <p14:tracePt t="24610" x="4445000" y="1866900"/>
          <p14:tracePt t="24626" x="4527550" y="1873250"/>
          <p14:tracePt t="24643" x="4616450" y="1873250"/>
          <p14:tracePt t="24660" x="4660900" y="1873250"/>
          <p14:tracePt t="24676" x="4679950" y="1873250"/>
          <p14:tracePt t="24693" x="4787900" y="1873250"/>
          <p14:tracePt t="24710" x="4832350" y="1873250"/>
          <p14:tracePt t="24726" x="4864100" y="1873250"/>
          <p14:tracePt t="24743" x="4889500" y="1873250"/>
          <p14:tracePt t="24760" x="4908550" y="1873250"/>
          <p14:tracePt t="24779" x="4927600" y="1873250"/>
          <p14:tracePt t="24801" x="4927600" y="1866900"/>
          <p14:tracePt t="24825" x="4927600" y="1847850"/>
          <p14:tracePt t="24834" x="4921250" y="1847850"/>
          <p14:tracePt t="25337" x="4908550" y="1841500"/>
          <p14:tracePt t="25345" x="4908550" y="1835150"/>
          <p14:tracePt t="25361" x="4902200" y="1822450"/>
          <p14:tracePt t="25369" x="4876800" y="1790700"/>
          <p14:tracePt t="25378" x="4845050" y="1765300"/>
          <p14:tracePt t="25393" x="4730750" y="1663700"/>
          <p14:tracePt t="25409" x="4699000" y="1657350"/>
          <p14:tracePt t="25426" x="4629150" y="1625600"/>
          <p14:tracePt t="25443" x="4508500" y="1600200"/>
          <p14:tracePt t="25460" x="4451350" y="1600200"/>
          <p14:tracePt t="25476" x="4387850" y="1600200"/>
          <p14:tracePt t="25493" x="4305300" y="1600200"/>
          <p14:tracePt t="25510" x="4292600" y="1600200"/>
          <p14:tracePt t="25526" x="4273550" y="1600200"/>
          <p14:tracePt t="25543" x="4248150" y="1600200"/>
          <p14:tracePt t="25559" x="4241800" y="1600200"/>
          <p14:tracePt t="25576" x="4216400" y="1606550"/>
          <p14:tracePt t="25593" x="4197350" y="1606550"/>
          <p14:tracePt t="25609" x="4171950" y="1619250"/>
          <p14:tracePt t="25626" x="4140200" y="1619250"/>
          <p14:tracePt t="25643" x="4121150" y="1619250"/>
          <p14:tracePt t="25660" x="4108450" y="1625600"/>
          <p14:tracePt t="26913" x="4108450" y="1631950"/>
          <p14:tracePt t="26921" x="4127500" y="1631950"/>
          <p14:tracePt t="26929" x="4133850" y="1631950"/>
          <p14:tracePt t="26943" x="4146550" y="1638300"/>
          <p14:tracePt t="26959" x="4159250" y="1644650"/>
          <p14:tracePt t="26976" x="4178300" y="1651000"/>
          <p14:tracePt t="26993" x="4235450" y="1676400"/>
          <p14:tracePt t="27009" x="4267200" y="1682750"/>
          <p14:tracePt t="27026" x="4349750" y="1708150"/>
          <p14:tracePt t="27043" x="4387850" y="1720850"/>
          <p14:tracePt t="27060" x="4457700" y="1733550"/>
          <p14:tracePt t="27076" x="4641850" y="1765300"/>
          <p14:tracePt t="27093" x="4737100" y="1784350"/>
          <p14:tracePt t="27110" x="4864100" y="1797050"/>
          <p14:tracePt t="27126" x="5099050" y="1803400"/>
          <p14:tracePt t="27143" x="5149850" y="1809750"/>
          <p14:tracePt t="27160" x="5251450" y="1816100"/>
          <p14:tracePt t="27176" x="5372100" y="1816100"/>
          <p14:tracePt t="27193" x="5524500" y="1809750"/>
          <p14:tracePt t="27210" x="5613400" y="1803400"/>
          <p14:tracePt t="27226" x="5638800" y="1803400"/>
          <p14:tracePt t="27243" x="5746750" y="1803400"/>
          <p14:tracePt t="27260" x="5791200" y="1797050"/>
          <p14:tracePt t="27276" x="5854700" y="1790700"/>
          <p14:tracePt t="27293" x="5937250" y="1784350"/>
          <p14:tracePt t="27310" x="5956300" y="1778000"/>
          <p14:tracePt t="27326" x="5981700" y="1778000"/>
          <p14:tracePt t="27343" x="6032500" y="1771650"/>
          <p14:tracePt t="27360" x="6089650" y="1765300"/>
          <p14:tracePt t="27376" x="6153150" y="1758950"/>
          <p14:tracePt t="27393" x="6305550" y="1752600"/>
          <p14:tracePt t="27410" x="6318250" y="1752600"/>
          <p14:tracePt t="27426" x="6381750" y="1746250"/>
          <p14:tracePt t="27443" x="6457950" y="1746250"/>
          <p14:tracePt t="27460" x="6597650" y="1752600"/>
          <p14:tracePt t="27476" x="6654800" y="1752600"/>
          <p14:tracePt t="27493" x="6692900" y="1752600"/>
          <p14:tracePt t="27510" x="6781800" y="1746250"/>
          <p14:tracePt t="27526" x="6826250" y="1733550"/>
          <p14:tracePt t="27543" x="6870700" y="1727200"/>
          <p14:tracePt t="27560" x="7010400" y="1708150"/>
          <p14:tracePt t="27576" x="7105650" y="1695450"/>
          <p14:tracePt t="27593" x="7181850" y="1676400"/>
          <p14:tracePt t="27609" x="7289800" y="1657350"/>
          <p14:tracePt t="27626" x="7340600" y="1651000"/>
          <p14:tracePt t="27643" x="7372350" y="1651000"/>
          <p14:tracePt t="27659" x="7429500" y="1638300"/>
          <p14:tracePt t="27676" x="7435850" y="1631950"/>
          <p14:tracePt t="27693" x="7461250" y="1625600"/>
          <p14:tracePt t="27710" x="7493000" y="1619250"/>
          <p14:tracePt t="27743" x="7499350" y="1612900"/>
          <p14:tracePt t="27761" x="7499350" y="1606550"/>
          <p14:tracePt t="27778" x="7505700" y="1593850"/>
          <p14:tracePt t="27793" x="7505700" y="1587500"/>
          <p14:tracePt t="27810" x="7505700" y="1581150"/>
          <p14:tracePt t="27826" x="7493000" y="1555750"/>
          <p14:tracePt t="27843" x="7461250" y="1511300"/>
          <p14:tracePt t="27860" x="7429500" y="1492250"/>
          <p14:tracePt t="27876" x="7378700" y="1454150"/>
          <p14:tracePt t="27893" x="7372350" y="1447800"/>
          <p14:tracePt t="27910" x="7353300" y="1435100"/>
          <p14:tracePt t="27926" x="7321550" y="1416050"/>
          <p14:tracePt t="27943" x="7302500" y="1409700"/>
          <p14:tracePt t="27960" x="7277100" y="1409700"/>
          <p14:tracePt t="27962" x="7232650" y="1403350"/>
          <p14:tracePt t="27978" x="7207250" y="1403350"/>
          <p14:tracePt t="27993" x="7143750" y="1403350"/>
          <p14:tracePt t="28010" x="7067550" y="1416050"/>
          <p14:tracePt t="28026" x="6985000" y="1428750"/>
          <p14:tracePt t="28043" x="6940550" y="1435100"/>
          <p14:tracePt t="28060" x="6927850" y="1441450"/>
          <p14:tracePt t="28076" x="6889750" y="1454150"/>
          <p14:tracePt t="28093" x="6864350" y="1454150"/>
          <p14:tracePt t="28110" x="6845300" y="1460500"/>
          <p14:tracePt t="28126" x="6838950" y="1460500"/>
          <p14:tracePt t="28143" x="6807200" y="1473200"/>
          <p14:tracePt t="28160" x="6794500" y="1479550"/>
          <p14:tracePt t="28176" x="6775450" y="1492250"/>
          <p14:tracePt t="28193" x="6737350" y="1511300"/>
          <p14:tracePt t="28210" x="6731000" y="1517650"/>
          <p14:tracePt t="28226" x="6699250" y="1543050"/>
          <p14:tracePt t="28243" x="6680200" y="1555750"/>
          <p14:tracePt t="28260" x="6667500" y="1574800"/>
          <p14:tracePt t="28276" x="6654800" y="1593850"/>
          <p14:tracePt t="28310" x="6648450" y="1600200"/>
          <p14:tracePt t="28326" x="6648450" y="1619250"/>
          <p14:tracePt t="28360" x="6648450" y="1625600"/>
          <p14:tracePt t="28409" x="6648450" y="1631950"/>
          <p14:tracePt t="28457" x="6648450" y="1638300"/>
          <p14:tracePt t="28489" x="6648450" y="1644650"/>
          <p14:tracePt t="28513" x="6654800" y="1651000"/>
          <p14:tracePt t="28553" x="6661150" y="1657350"/>
          <p14:tracePt t="28593" x="6667500" y="1663700"/>
          <p14:tracePt t="28601" x="6667500" y="1670050"/>
          <p14:tracePt t="28617" x="6673850" y="1670050"/>
          <p14:tracePt t="28626" x="6680200" y="1670050"/>
          <p14:tracePt t="28643" x="6680200" y="1682750"/>
          <p14:tracePt t="28660" x="6699250" y="1689100"/>
          <p14:tracePt t="28676" x="6711950" y="1689100"/>
          <p14:tracePt t="28693" x="6762750" y="1701800"/>
          <p14:tracePt t="28710" x="6813550" y="1708150"/>
          <p14:tracePt t="28726" x="6864350" y="1720850"/>
          <p14:tracePt t="28743" x="6959600" y="1733550"/>
          <p14:tracePt t="28760" x="6985000" y="1733550"/>
          <p14:tracePt t="28776" x="7035800" y="1733550"/>
          <p14:tracePt t="28793" x="7080250" y="1727200"/>
          <p14:tracePt t="28810" x="7092950" y="1727200"/>
          <p14:tracePt t="28826" x="7105650" y="1714500"/>
          <p14:tracePt t="28843" x="7112000" y="1701800"/>
          <p14:tracePt t="28860" x="7124700" y="1689100"/>
          <p14:tracePt t="28876" x="7131050" y="1689100"/>
          <p14:tracePt t="28909" x="7137400" y="1689100"/>
          <p14:tracePt t="28938" x="7143750" y="1682750"/>
          <p14:tracePt t="29081" x="7150100" y="1682750"/>
          <p14:tracePt t="29089" x="7156450" y="1682750"/>
          <p14:tracePt t="29105" x="7156450" y="1689100"/>
          <p14:tracePt t="29114" x="7156450" y="1695450"/>
          <p14:tracePt t="29126" x="7181850" y="1708150"/>
          <p14:tracePt t="29143" x="7213600" y="1739900"/>
          <p14:tracePt t="29159" x="7258050" y="1758950"/>
          <p14:tracePt t="29176" x="7302500" y="1784350"/>
          <p14:tracePt t="29193" x="7448550" y="1835150"/>
          <p14:tracePt t="29209" x="7518400" y="1854200"/>
          <p14:tracePt t="29226" x="7645400" y="1873250"/>
          <p14:tracePt t="29243" x="7727950" y="1873250"/>
          <p14:tracePt t="29259" x="7772400" y="1873250"/>
          <p14:tracePt t="29276" x="7797800" y="1866900"/>
          <p14:tracePt t="29293" x="7854950" y="1860550"/>
          <p14:tracePt t="29309" x="7880350" y="1860550"/>
          <p14:tracePt t="29326" x="7924800" y="1854200"/>
          <p14:tracePt t="29343" x="7981950" y="1841500"/>
          <p14:tracePt t="29360" x="8007350" y="1835150"/>
          <p14:tracePt t="29376" x="8013700" y="1828800"/>
          <p14:tracePt t="29393" x="8128000" y="1816100"/>
          <p14:tracePt t="29410" x="8178800" y="1797050"/>
          <p14:tracePt t="29426" x="8229600" y="1797050"/>
          <p14:tracePt t="29443" x="8318500" y="1778000"/>
          <p14:tracePt t="29460" x="8324850" y="1778000"/>
          <p14:tracePt t="29476" x="8356600" y="1765300"/>
          <p14:tracePt t="29493" x="8375650" y="1752600"/>
          <p14:tracePt t="29526" x="8382000" y="1727200"/>
          <p14:tracePt t="29543" x="8382000" y="1720850"/>
          <p14:tracePt t="29560" x="8382000" y="1714500"/>
          <p14:tracePt t="29577" x="8382000" y="1701800"/>
          <p14:tracePt t="29593" x="8382000" y="1689100"/>
          <p14:tracePt t="29609" x="8382000" y="1670050"/>
          <p14:tracePt t="29626" x="8382000" y="1663700"/>
          <p14:tracePt t="29643" x="8375650" y="1638300"/>
          <p14:tracePt t="29659" x="8337550" y="1593850"/>
          <p14:tracePt t="29676" x="8318500" y="1568450"/>
          <p14:tracePt t="29693" x="8293100" y="1517650"/>
          <p14:tracePt t="29709" x="8280400" y="1504950"/>
          <p14:tracePt t="29726" x="8255000" y="1479550"/>
          <p14:tracePt t="29743" x="8178800" y="1447800"/>
          <p14:tracePt t="29760" x="8166100" y="1435100"/>
          <p14:tracePt t="29776" x="8134350" y="1409700"/>
          <p14:tracePt t="29793" x="8058150" y="1384300"/>
          <p14:tracePt t="29810" x="8026400" y="1384300"/>
          <p14:tracePt t="29826" x="7950200" y="1390650"/>
          <p14:tracePt t="29843" x="7918450" y="1397000"/>
          <p14:tracePt t="29860" x="7899400" y="1409700"/>
          <p14:tracePt t="29876" x="7886700" y="1416050"/>
          <p14:tracePt t="29893" x="7874000" y="1428750"/>
          <p14:tracePt t="29909" x="7861300" y="1441450"/>
          <p14:tracePt t="29969" x="7861300" y="1447800"/>
          <p14:tracePt t="30032" x="7861300" y="1454150"/>
          <p14:tracePt t="30096" x="7861300" y="1460500"/>
          <p14:tracePt t="30105" x="7848600" y="1460500"/>
          <p14:tracePt t="30113" x="7810500" y="1466850"/>
          <p14:tracePt t="30126" x="7785100" y="1479550"/>
          <p14:tracePt t="30143" x="7708900" y="1485900"/>
          <p14:tracePt t="30159" x="7175500" y="1568450"/>
          <p14:tracePt t="30176" x="6616700" y="1619250"/>
          <p14:tracePt t="30193" x="5397500" y="1733550"/>
          <p14:tracePt t="30210" x="4622800" y="1854200"/>
          <p14:tracePt t="30226" x="4273550" y="1892300"/>
          <p14:tracePt t="30243" x="3308350" y="2070100"/>
          <p14:tracePt t="30259" x="3041650" y="2120900"/>
          <p14:tracePt t="30276" x="2660650" y="2197100"/>
          <p14:tracePt t="30293" x="2514600" y="2222500"/>
          <p14:tracePt t="30310" x="2406650" y="2247900"/>
          <p14:tracePt t="30326" x="2292350" y="2266950"/>
          <p14:tracePt t="30343" x="2197100" y="2286000"/>
          <p14:tracePt t="30360" x="2070100" y="2317750"/>
          <p14:tracePt t="30376" x="2019300" y="2324100"/>
          <p14:tracePt t="30393" x="1917700" y="2355850"/>
          <p14:tracePt t="30410" x="1860550" y="2368550"/>
          <p14:tracePt t="30426" x="1784350" y="2381250"/>
          <p14:tracePt t="30443" x="1600200" y="2419350"/>
          <p14:tracePt t="30460" x="1555750" y="2425700"/>
          <p14:tracePt t="30476" x="1435100" y="2444750"/>
          <p14:tracePt t="30493" x="1270000" y="2476500"/>
          <p14:tracePt t="30510" x="1200150" y="2489200"/>
          <p14:tracePt t="30526" x="1143000" y="2495550"/>
          <p14:tracePt t="30543" x="1098550" y="2495550"/>
          <p14:tracePt t="30560" x="1098550" y="2489200"/>
          <p14:tracePt t="30577" x="1066800" y="2476500"/>
          <p14:tracePt t="30593" x="1028700" y="2432050"/>
          <p14:tracePt t="30609" x="965200" y="2381250"/>
          <p14:tracePt t="30626" x="946150" y="2355850"/>
          <p14:tracePt t="30643" x="882650" y="2311400"/>
          <p14:tracePt t="30660" x="806450" y="2254250"/>
          <p14:tracePt t="30676" x="787400" y="2222500"/>
          <p14:tracePt t="30693" x="768350" y="2222500"/>
          <p14:tracePt t="30709" x="692150" y="2165350"/>
          <p14:tracePt t="30726" x="647700" y="2159000"/>
          <p14:tracePt t="30743" x="628650" y="2159000"/>
          <p14:tracePt t="30759" x="609600" y="2159000"/>
          <p14:tracePt t="30865" x="615950" y="2146300"/>
          <p14:tracePt t="30921" x="628650" y="2146300"/>
          <p14:tracePt t="30930" x="647700" y="2146300"/>
          <p14:tracePt t="30946" x="654050" y="2146300"/>
          <p14:tracePt t="30954" x="660400" y="2146300"/>
          <p14:tracePt t="30961" x="673100" y="2146300"/>
          <p14:tracePt t="30976" x="692150" y="2146300"/>
          <p14:tracePt t="30993" x="819150" y="2159000"/>
          <p14:tracePt t="31010" x="920750" y="2159000"/>
          <p14:tracePt t="31026" x="946150" y="2159000"/>
          <p14:tracePt t="31043" x="1079500" y="2159000"/>
          <p14:tracePt t="31060" x="1308100" y="2159000"/>
          <p14:tracePt t="31076" x="1422400" y="2133600"/>
          <p14:tracePt t="31093" x="1504950" y="2108200"/>
          <p14:tracePt t="31110" x="1593850" y="2070100"/>
          <p14:tracePt t="31126" x="1612900" y="2057400"/>
          <p14:tracePt t="31143" x="1619250" y="2044700"/>
          <p14:tracePt t="31160" x="1631950" y="2006600"/>
          <p14:tracePt t="31176" x="1631950" y="1981200"/>
          <p14:tracePt t="31193" x="1631950" y="1943100"/>
          <p14:tracePt t="31210" x="1619250" y="1936750"/>
          <p14:tracePt t="31226" x="1612900" y="1917700"/>
          <p14:tracePt t="31243" x="1600200" y="1911350"/>
          <p14:tracePt t="31260" x="1587500" y="1898650"/>
          <p14:tracePt t="31276" x="1574800" y="1898650"/>
          <p14:tracePt t="31293" x="1562100" y="1892300"/>
          <p14:tracePt t="31310" x="1549400" y="1885950"/>
          <p14:tracePt t="31326" x="1530350" y="1885950"/>
          <p14:tracePt t="31343" x="1511300" y="1873250"/>
          <p14:tracePt t="31360" x="1492250" y="1873250"/>
          <p14:tracePt t="31376" x="1479550" y="1873250"/>
          <p14:tracePt t="31393" x="1441450" y="1873250"/>
          <p14:tracePt t="31410" x="1403350" y="1866900"/>
          <p14:tracePt t="31426" x="1365250" y="1866900"/>
          <p14:tracePt t="31443" x="1352550" y="1866900"/>
          <p14:tracePt t="31460" x="1314450" y="1873250"/>
          <p14:tracePt t="31476" x="1295400" y="1873250"/>
          <p14:tracePt t="31493" x="1263650" y="1885950"/>
          <p14:tracePt t="31509" x="1257300" y="1885950"/>
          <p14:tracePt t="31526" x="1231900" y="1892300"/>
          <p14:tracePt t="31543" x="1212850" y="1905000"/>
          <p14:tracePt t="31560" x="1193800" y="1917700"/>
          <p14:tracePt t="31593" x="1168400" y="1936750"/>
          <p14:tracePt t="31610" x="1162050" y="1943100"/>
          <p14:tracePt t="31626" x="1155700" y="1949450"/>
          <p14:tracePt t="31643" x="1149350" y="1955800"/>
          <p14:tracePt t="31659" x="1143000" y="1968500"/>
          <p14:tracePt t="31676" x="1130300" y="1974850"/>
          <p14:tracePt t="31693" x="1130300" y="1981200"/>
          <p14:tracePt t="31710" x="1130300" y="1993900"/>
          <p14:tracePt t="31743" x="1117600" y="2000250"/>
          <p14:tracePt t="31881" x="1123950" y="2006600"/>
          <p14:tracePt t="31906" x="1130300" y="2006600"/>
          <p14:tracePt t="32049" x="1136650" y="2012950"/>
          <p14:tracePt t="32073" x="1149350" y="2012950"/>
          <p14:tracePt t="32081" x="1155700" y="2012950"/>
          <p14:tracePt t="32093" x="1168400" y="2012950"/>
          <p14:tracePt t="32109" x="1206500" y="2019300"/>
          <p14:tracePt t="32126" x="1333500" y="2044700"/>
          <p14:tracePt t="32143" x="1454150" y="2057400"/>
          <p14:tracePt t="32159" x="1524000" y="2070100"/>
          <p14:tracePt t="32176" x="1841500" y="2095500"/>
          <p14:tracePt t="32193" x="2051050" y="2114550"/>
          <p14:tracePt t="32209" x="2197100" y="2120900"/>
          <p14:tracePt t="32226" x="2413000" y="2120900"/>
          <p14:tracePt t="32243" x="2451100" y="2120900"/>
          <p14:tracePt t="32259" x="2508250" y="2120900"/>
          <p14:tracePt t="32276" x="2571750" y="2120900"/>
          <p14:tracePt t="32293" x="2584450" y="2120900"/>
          <p14:tracePt t="32310" x="2597150" y="2114550"/>
          <p14:tracePt t="32369" x="2603500" y="2108200"/>
          <p14:tracePt t="32569" x="2603500" y="2114550"/>
          <p14:tracePt t="32577" x="2609850" y="2120900"/>
          <p14:tracePt t="32585" x="2616200" y="2127250"/>
          <p14:tracePt t="32594" x="2628900" y="2139950"/>
          <p14:tracePt t="32610" x="2641600" y="2139950"/>
          <p14:tracePt t="32626" x="2705100" y="2178050"/>
          <p14:tracePt t="32643" x="2762250" y="2209800"/>
          <p14:tracePt t="32659" x="2940050" y="2273300"/>
          <p14:tracePt t="32676" x="3054350" y="2298700"/>
          <p14:tracePt t="32693" x="3117850" y="2311400"/>
          <p14:tracePt t="32709" x="3365500" y="2343150"/>
          <p14:tracePt t="32726" x="3517900" y="2343150"/>
          <p14:tracePt t="32743" x="3638550" y="2343150"/>
          <p14:tracePt t="32760" x="3778250" y="2330450"/>
          <p14:tracePt t="32776" x="3841750" y="2330450"/>
          <p14:tracePt t="32793" x="3905250" y="2330450"/>
          <p14:tracePt t="32810" x="4000500" y="2317750"/>
          <p14:tracePt t="32826" x="4051300" y="2311400"/>
          <p14:tracePt t="32843" x="4095750" y="2305050"/>
          <p14:tracePt t="32860" x="4184650" y="2298700"/>
          <p14:tracePt t="32876" x="4222750" y="2292350"/>
          <p14:tracePt t="32893" x="4292600" y="2292350"/>
          <p14:tracePt t="32910" x="4343400" y="2286000"/>
          <p14:tracePt t="32926" x="4432300" y="2273300"/>
          <p14:tracePt t="32943" x="4470400" y="2266950"/>
          <p14:tracePt t="32960" x="4495800" y="2260600"/>
          <p14:tracePt t="32976" x="4514850" y="2254250"/>
          <p14:tracePt t="32993" x="4527550" y="2247900"/>
          <p14:tracePt t="33033" x="4533900" y="2235200"/>
          <p14:tracePt t="33401" x="4540250" y="2228850"/>
          <p14:tracePt t="33409" x="4546600" y="2222500"/>
          <p14:tracePt t="33418" x="4546600" y="2203450"/>
          <p14:tracePt t="33426" x="4552950" y="2190750"/>
          <p14:tracePt t="33443" x="4552950" y="2165350"/>
          <p14:tracePt t="33459" x="4559300" y="2127250"/>
          <p14:tracePt t="33476" x="4559300" y="2082800"/>
          <p14:tracePt t="33493" x="4559300" y="2057400"/>
          <p14:tracePt t="33509" x="4559300" y="2051050"/>
          <p14:tracePt t="33526" x="4552950" y="2038350"/>
          <p14:tracePt t="33543" x="4552950" y="2032000"/>
          <p14:tracePt t="33559" x="4540250" y="2019300"/>
          <p14:tracePt t="33576" x="4508500" y="2000250"/>
          <p14:tracePt t="33593" x="4425950" y="1943100"/>
          <p14:tracePt t="33610" x="4375150" y="1917700"/>
          <p14:tracePt t="33626" x="4356100" y="1911350"/>
          <p14:tracePt t="33643" x="4229100" y="1860550"/>
          <p14:tracePt t="33660" x="4146550" y="1841500"/>
          <p14:tracePt t="33676" x="4051300" y="1822450"/>
          <p14:tracePt t="33693" x="3867150" y="1784350"/>
          <p14:tracePt t="33709" x="3778250" y="1771650"/>
          <p14:tracePt t="33726" x="3765550" y="1771650"/>
          <p14:tracePt t="33743" x="3644900" y="1771650"/>
          <p14:tracePt t="33760" x="3613150" y="1771650"/>
          <p14:tracePt t="33776" x="3562350" y="1797050"/>
          <p14:tracePt t="33792" x="3530600" y="1803400"/>
          <p14:tracePt t="33809" x="3524250" y="1816100"/>
          <p14:tracePt t="33826" x="3511550" y="1822450"/>
          <p14:tracePt t="33843" x="3511550" y="1828800"/>
          <p14:tracePt t="33860" x="3498850" y="1841500"/>
          <p14:tracePt t="33898" x="3492500" y="1841500"/>
          <p14:tracePt t="34137" x="3492500" y="1847850"/>
          <p14:tracePt t="34273" x="3492500" y="1860550"/>
          <p14:tracePt t="34298" x="3492500" y="1866900"/>
          <p14:tracePt t="34305" x="3492500" y="1873250"/>
          <p14:tracePt t="34314" x="3486150" y="1879600"/>
          <p14:tracePt t="34326" x="3479800" y="1892300"/>
          <p14:tracePt t="34343" x="3460750" y="1911350"/>
          <p14:tracePt t="34359" x="3460750" y="1917700"/>
          <p14:tracePt t="34376" x="3448050" y="1930400"/>
          <p14:tracePt t="34393" x="3429000" y="1949450"/>
          <p14:tracePt t="34409" x="3409950" y="1962150"/>
          <p14:tracePt t="34426" x="3403600" y="1968500"/>
          <p14:tracePt t="34443" x="3378200" y="1981200"/>
          <p14:tracePt t="34459" x="3359150" y="1993900"/>
          <p14:tracePt t="34476" x="3346450" y="1993900"/>
          <p14:tracePt t="34493" x="3333750" y="2012950"/>
          <p14:tracePt t="34510" x="3314700" y="2032000"/>
          <p14:tracePt t="34526" x="3302000" y="2038350"/>
          <p14:tracePt t="34559" x="3289300" y="2044700"/>
          <p14:tracePt t="34601" x="3276600" y="2044700"/>
          <p14:tracePt t="34721" x="3276600" y="2038350"/>
          <p14:tracePt t="34745" x="3276600" y="2032000"/>
          <p14:tracePt t="35145" x="3276600" y="2019300"/>
          <p14:tracePt t="35185" x="3282950" y="2006600"/>
          <p14:tracePt t="35209" x="3282950" y="2000250"/>
          <p14:tracePt t="35225" x="3282950" y="1993900"/>
          <p14:tracePt t="35233" x="3282950" y="1987550"/>
          <p14:tracePt t="35242" x="3282950" y="1981200"/>
          <p14:tracePt t="35265" x="3282950" y="1962150"/>
          <p14:tracePt t="35276" x="3282950" y="1955800"/>
          <p14:tracePt t="35293" x="3289300" y="1943100"/>
          <p14:tracePt t="35309" x="3289300" y="1936750"/>
          <p14:tracePt t="35326" x="3289300" y="1924050"/>
          <p14:tracePt t="36409" x="3289300" y="1930400"/>
          <p14:tracePt t="36425" x="3289300" y="1936750"/>
          <p14:tracePt t="36434" x="3289300" y="1943100"/>
          <p14:tracePt t="36443" x="3289300" y="1955800"/>
          <p14:tracePt t="36459" x="3282950" y="1981200"/>
          <p14:tracePt t="36476" x="3251200" y="2076450"/>
          <p14:tracePt t="36493" x="3244850" y="2095500"/>
          <p14:tracePt t="36509" x="3232150" y="2165350"/>
          <p14:tracePt t="36526" x="3225800" y="2266950"/>
          <p14:tracePt t="36543" x="3238500" y="2336800"/>
          <p14:tracePt t="36560" x="3302000" y="2419350"/>
          <p14:tracePt t="36576" x="3321050" y="2432050"/>
          <p14:tracePt t="36593" x="3359150" y="2451100"/>
          <p14:tracePt t="36610" x="3473450" y="2438400"/>
          <p14:tracePt t="36626" x="3575050" y="2387600"/>
          <p14:tracePt t="36643" x="3702050" y="2311400"/>
          <p14:tracePt t="36660" x="3771900" y="2279650"/>
          <p14:tracePt t="36676" x="4032250" y="2127250"/>
          <p14:tracePt t="36693" x="4140200" y="2044700"/>
          <p14:tracePt t="36710" x="4260850" y="1949450"/>
          <p14:tracePt t="36726" x="4305300" y="1917700"/>
          <p14:tracePt t="36743" x="4318000" y="1905000"/>
          <p14:tracePt t="36776" x="4330700" y="1898650"/>
          <p14:tracePt t="37130" x="4330700" y="1892300"/>
          <p14:tracePt t="37137" x="4337050" y="1892300"/>
          <p14:tracePt t="37145" x="4343400" y="1879600"/>
          <p14:tracePt t="37161" x="4356100" y="1879600"/>
          <p14:tracePt t="37178" x="4368800" y="1879600"/>
          <p14:tracePt t="37193" x="4375150" y="1879600"/>
          <p14:tracePt t="37465" x="4375150" y="1860550"/>
          <p14:tracePt t="37482" x="4375150" y="1854200"/>
          <p14:tracePt t="37489" x="4356100" y="1847850"/>
          <p14:tracePt t="37505" x="4337050" y="1841500"/>
          <p14:tracePt t="37514" x="4337050" y="1835150"/>
          <p14:tracePt t="37529" x="4330700" y="1835150"/>
          <p14:tracePt t="37546" x="4324350" y="1835150"/>
          <p14:tracePt t="37585" x="4318000" y="1835150"/>
          <p14:tracePt t="37609" x="4318000" y="1841500"/>
          <p14:tracePt t="37633" x="4311650" y="1847850"/>
          <p14:tracePt t="37649" x="4305300" y="1866900"/>
          <p14:tracePt t="37665" x="4305300" y="1873250"/>
          <p14:tracePt t="37674" x="4286250" y="1892300"/>
          <p14:tracePt t="37681" x="4279900" y="1905000"/>
          <p14:tracePt t="37693" x="4279900" y="1911350"/>
          <p14:tracePt t="37710" x="4260850" y="1955800"/>
          <p14:tracePt t="37726" x="4254500" y="1987550"/>
          <p14:tracePt t="37743" x="4260850" y="1993900"/>
          <p14:tracePt t="37759" x="4260850" y="2006600"/>
          <p14:tracePt t="37914" x="4254500" y="2006600"/>
          <p14:tracePt t="38282" x="4248150" y="2000250"/>
          <p14:tracePt t="38305" x="4248150" y="1987550"/>
          <p14:tracePt t="38433" x="4248150" y="1981200"/>
          <p14:tracePt t="38465" x="4254500" y="1968500"/>
          <p14:tracePt t="38497" x="4254500" y="1962150"/>
          <p14:tracePt t="38505" x="4260850" y="1955800"/>
          <p14:tracePt t="38521" x="4267200" y="1949450"/>
          <p14:tracePt t="38530" x="4279900" y="1936750"/>
          <p14:tracePt t="38543" x="4279900" y="1930400"/>
          <p14:tracePt t="38559" x="4298950" y="1905000"/>
          <p14:tracePt t="38585" x="4311650" y="1898650"/>
          <p14:tracePt t="38593" x="4318000" y="1885950"/>
          <p14:tracePt t="38609" x="4337050" y="1860550"/>
          <p14:tracePt t="38626" x="4343400" y="1854200"/>
          <p14:tracePt t="38643" x="4356100" y="1835150"/>
          <p14:tracePt t="38659" x="4362450" y="1803400"/>
          <p14:tracePt t="38676" x="4368800" y="1739900"/>
          <p14:tracePt t="38693" x="4356100" y="1606550"/>
          <p14:tracePt t="38709" x="4337050" y="1549400"/>
          <p14:tracePt t="38726" x="4248150" y="1270000"/>
          <p14:tracePt t="38743" x="4171950" y="1117600"/>
          <p14:tracePt t="38760" x="4038600" y="952500"/>
          <p14:tracePt t="38776" x="3943350" y="869950"/>
          <p14:tracePt t="38793" x="3873500" y="806450"/>
          <p14:tracePt t="38810" x="3765550" y="755650"/>
          <p14:tracePt t="38826" x="3714750" y="742950"/>
          <p14:tracePt t="38843" x="3689350" y="736600"/>
          <p14:tracePt t="38860" x="3676650" y="736600"/>
          <p14:tracePt t="38876" x="3663950" y="736600"/>
          <p14:tracePt t="39065" x="3663950" y="742950"/>
          <p14:tracePt t="39081" x="3651250" y="768350"/>
          <p14:tracePt t="39089" x="3644900" y="774700"/>
          <p14:tracePt t="39097" x="3638550" y="800100"/>
          <p14:tracePt t="39114" x="3632200" y="819150"/>
          <p14:tracePt t="39126" x="3625850" y="831850"/>
          <p14:tracePt t="39143" x="3606800" y="889000"/>
          <p14:tracePt t="39160" x="3594100" y="914400"/>
          <p14:tracePt t="39176" x="3587750" y="958850"/>
          <p14:tracePt t="39192" x="3581400" y="1003300"/>
          <p14:tracePt t="39209" x="3575050" y="1047750"/>
          <p14:tracePt t="39226" x="3581400" y="1168400"/>
          <p14:tracePt t="39242" x="3594100" y="1263650"/>
          <p14:tracePt t="39259" x="3613150" y="1352550"/>
          <p14:tracePt t="39276" x="3657600" y="1416050"/>
          <p14:tracePt t="39293" x="3657600" y="1454150"/>
          <p14:tracePt t="39309" x="3676650" y="1473200"/>
          <p14:tracePt t="39327" x="3676650" y="1504950"/>
          <p14:tracePt t="39369" x="3663950" y="1511300"/>
          <p14:tracePt t="39393" x="3657600" y="1511300"/>
          <p14:tracePt t="39417" x="3651250" y="1498600"/>
          <p14:tracePt t="39425" x="3632200" y="1485900"/>
          <p14:tracePt t="39434" x="3606800" y="1454150"/>
          <p14:tracePt t="39443" x="3467100" y="1333500"/>
          <p14:tracePt t="39460" x="3270250" y="1174750"/>
          <p14:tracePt t="39476" x="3041650" y="1022350"/>
          <p14:tracePt t="39493" x="2876550" y="952500"/>
          <p14:tracePt t="39509" x="2139950" y="615950"/>
          <p14:tracePt t="39526" x="1701800" y="469900"/>
          <p14:tracePt t="39543" x="1308100" y="368300"/>
          <p14:tracePt t="39560" x="596900" y="222250"/>
          <p14:tracePt t="39577" x="431800" y="196850"/>
          <p14:tracePt t="39592" x="6350" y="127000"/>
          <p14:tracePt t="41560" x="234950" y="692150"/>
          <p14:tracePt t="41576" x="323850" y="762000"/>
          <p14:tracePt t="41593" x="622300" y="1003300"/>
          <p14:tracePt t="41610" x="1060450" y="1371600"/>
          <p14:tracePt t="41626" x="1181100" y="1447800"/>
          <p14:tracePt t="41643" x="1466850" y="1606550"/>
          <p14:tracePt t="41660" x="1892300" y="1854200"/>
          <p14:tracePt t="41676" x="2076450" y="1924050"/>
          <p14:tracePt t="41693" x="2209800" y="1968500"/>
          <p14:tracePt t="41709" x="2343150" y="2019300"/>
          <p14:tracePt t="41726" x="2393950" y="2032000"/>
          <p14:tracePt t="41743" x="2457450" y="2063750"/>
          <p14:tracePt t="41760" x="2565400" y="2101850"/>
          <p14:tracePt t="41777" x="2609850" y="2114550"/>
          <p14:tracePt t="41793" x="2641600" y="2120900"/>
          <p14:tracePt t="41810" x="2717800" y="2146300"/>
          <p14:tracePt t="41827" x="2730500" y="2159000"/>
          <p14:tracePt t="41843" x="2768600" y="2171700"/>
          <p14:tracePt t="41860" x="2787650" y="2190750"/>
          <p14:tracePt t="41877" x="2800350" y="2203450"/>
          <p14:tracePt t="41894" x="2813050" y="2209800"/>
          <p14:tracePt t="41910" x="2819400" y="2228850"/>
          <p14:tracePt t="41976" x="2819400" y="2241550"/>
          <p14:tracePt t="41993" x="2819400" y="2254250"/>
          <p14:tracePt t="42010" x="2819400" y="2266950"/>
          <p14:tracePt t="42026" x="2806700" y="2286000"/>
          <p14:tracePt t="42042" x="2794000" y="2324100"/>
          <p14:tracePt t="42059" x="2781300" y="2362200"/>
          <p14:tracePt t="42076" x="2768600" y="2393950"/>
          <p14:tracePt t="42092" x="2768600" y="2400300"/>
          <p14:tracePt t="42109" x="2755900" y="2432050"/>
          <p14:tracePt t="42126" x="2730500" y="2489200"/>
          <p14:tracePt t="42143" x="2724150" y="2520950"/>
          <p14:tracePt t="42159" x="2705100" y="2559050"/>
          <p14:tracePt t="42176" x="2705100" y="2565400"/>
          <p14:tracePt t="42193" x="2692400" y="2616200"/>
          <p14:tracePt t="42209" x="2692400" y="2647950"/>
          <p14:tracePt t="42226" x="2686050" y="2654300"/>
          <p14:tracePt t="42243" x="2686050" y="2673350"/>
          <p14:tracePt t="42260" x="2686050" y="2686050"/>
          <p14:tracePt t="42276" x="2686050" y="2692400"/>
          <p14:tracePt t="42293" x="2686050" y="2705100"/>
          <p14:tracePt t="42310" x="2692400" y="2724150"/>
          <p14:tracePt t="42326" x="2698750" y="2736850"/>
          <p14:tracePt t="42343" x="2698750" y="2743200"/>
          <p14:tracePt t="42359" x="2711450" y="2755900"/>
          <p14:tracePt t="42376" x="2736850" y="2787650"/>
          <p14:tracePt t="42393" x="2762250" y="2819400"/>
          <p14:tracePt t="42410" x="2813050" y="2863850"/>
          <p14:tracePt t="42426" x="2832100" y="2870200"/>
          <p14:tracePt t="42443" x="2876550" y="2895600"/>
          <p14:tracePt t="42460" x="2946400" y="2914650"/>
          <p14:tracePt t="42476" x="2971800" y="2921000"/>
          <p14:tracePt t="42493" x="2997200" y="2921000"/>
          <p14:tracePt t="42509" x="3022600" y="2927350"/>
          <p14:tracePt t="42542" x="3028950" y="2933700"/>
          <p14:tracePt t="42559" x="3035300" y="2933700"/>
          <p14:tracePt t="42576" x="3041650" y="2940050"/>
          <p14:tracePt t="42593" x="3028950" y="2971800"/>
          <p14:tracePt t="42753" x="3028950" y="2965450"/>
          <p14:tracePt t="42769" x="3028950" y="2908300"/>
          <p14:tracePt t="42777" x="3022600" y="2838450"/>
          <p14:tracePt t="42785" x="3022600" y="2768600"/>
          <p14:tracePt t="42793" x="3016250" y="2705100"/>
          <p14:tracePt t="42810" x="2978150" y="2501900"/>
          <p14:tracePt t="42826" x="2971800" y="2406650"/>
          <p14:tracePt t="42843" x="2895600" y="2349500"/>
          <p14:tracePt t="42860" x="2870200" y="2336800"/>
          <p14:tracePt t="42876" x="2838450" y="2324100"/>
          <p14:tracePt t="42893" x="2800350" y="2317750"/>
          <p14:tracePt t="42909" x="2679700" y="2330450"/>
          <p14:tracePt t="42926" x="2578100" y="2374900"/>
          <p14:tracePt t="42943" x="2552700" y="2381250"/>
          <p14:tracePt t="42959" x="2292350" y="2457450"/>
          <p14:tracePt t="42962" x="2216150" y="2476500"/>
          <p14:tracePt t="42976" x="2184400" y="2482850"/>
          <p14:tracePt t="42993" x="1765300" y="2584450"/>
          <p14:tracePt t="43010" x="1708150" y="2597150"/>
          <p14:tracePt t="43026" x="1333500" y="2679700"/>
          <p14:tracePt t="43043" x="1174750" y="2724150"/>
          <p14:tracePt t="43060" x="876300" y="2819400"/>
          <p14:tracePt t="43076" x="762000" y="2863850"/>
          <p14:tracePt t="43093" x="692150" y="2882900"/>
          <p14:tracePt t="43109" x="527050" y="2933700"/>
          <p14:tracePt t="43126" x="482600" y="2965450"/>
          <p14:tracePt t="43143" x="457200" y="2971800"/>
          <p14:tracePt t="43385" x="457200" y="2984500"/>
          <p14:tracePt t="43401" x="463550" y="2984500"/>
          <p14:tracePt t="43417" x="482600" y="2984500"/>
          <p14:tracePt t="43433" x="508000" y="2965450"/>
          <p14:tracePt t="43441" x="527050" y="2959100"/>
          <p14:tracePt t="43449" x="533400" y="2959100"/>
          <p14:tracePt t="43459" x="571500" y="2933700"/>
          <p14:tracePt t="43476" x="584200" y="2927350"/>
          <p14:tracePt t="43493" x="666750" y="2882900"/>
          <p14:tracePt t="43509" x="711200" y="2857500"/>
          <p14:tracePt t="43526" x="768350" y="2825750"/>
          <p14:tracePt t="43543" x="844550" y="2774950"/>
          <p14:tracePt t="43560" x="869950" y="2762250"/>
          <p14:tracePt t="43576" x="889000" y="2749550"/>
          <p14:tracePt t="43593" x="914400" y="2717800"/>
          <p14:tracePt t="43610" x="933450" y="2686050"/>
          <p14:tracePt t="43626" x="958850" y="2628900"/>
          <p14:tracePt t="43643" x="958850" y="2622550"/>
          <p14:tracePt t="43660" x="965200" y="2616200"/>
          <p14:tracePt t="43676" x="965200" y="2590800"/>
          <p14:tracePt t="43693" x="965200" y="2584450"/>
          <p14:tracePt t="43825" x="965200" y="2578100"/>
          <p14:tracePt t="43849" x="971550" y="2578100"/>
          <p14:tracePt t="43865" x="971550" y="2571750"/>
          <p14:tracePt t="43873" x="984250" y="2565400"/>
          <p14:tracePt t="43881" x="1016000" y="2559050"/>
          <p14:tracePt t="43893" x="1041400" y="2546350"/>
          <p14:tracePt t="43910" x="1123950" y="2533650"/>
          <p14:tracePt t="43926" x="1162050" y="2533650"/>
          <p14:tracePt t="43943" x="1301750" y="2527300"/>
          <p14:tracePt t="43959" x="1384300" y="2520950"/>
          <p14:tracePt t="43962" x="1403350" y="2520950"/>
          <p14:tracePt t="43976" x="1441450" y="2520950"/>
          <p14:tracePt t="43993" x="1536700" y="2520950"/>
          <p14:tracePt t="44009" x="1581150" y="2520950"/>
          <p14:tracePt t="44026" x="1593850" y="2520950"/>
          <p14:tracePt t="44042" x="1682750" y="2540000"/>
          <p14:tracePt t="44059" x="1746250" y="2559050"/>
          <p14:tracePt t="44076" x="1879600" y="2578100"/>
          <p14:tracePt t="44093" x="1911350" y="2578100"/>
          <p14:tracePt t="44109" x="1930400" y="2584450"/>
          <p14:tracePt t="44209" x="1930400" y="2578100"/>
          <p14:tracePt t="44337" x="1936750" y="2578100"/>
          <p14:tracePt t="44345" x="1955800" y="2578100"/>
          <p14:tracePt t="44353" x="1962150" y="2578100"/>
          <p14:tracePt t="44361" x="1974850" y="2578100"/>
          <p14:tracePt t="44376" x="1993900" y="2578100"/>
          <p14:tracePt t="44393" x="2063750" y="2584450"/>
          <p14:tracePt t="44409" x="2089150" y="2590800"/>
          <p14:tracePt t="44426" x="2114550" y="2590800"/>
          <p14:tracePt t="44443" x="2133600" y="2590800"/>
          <p14:tracePt t="44481" x="2139950" y="2584450"/>
          <p14:tracePt t="44609" x="2146300" y="2584450"/>
          <p14:tracePt t="44634" x="2152650" y="2584450"/>
          <p14:tracePt t="44641" x="2159000" y="2584450"/>
          <p14:tracePt t="44657" x="2171700" y="2584450"/>
          <p14:tracePt t="44665" x="2203450" y="2590800"/>
          <p14:tracePt t="44677" x="2222500" y="2597150"/>
          <p14:tracePt t="44693" x="2311400" y="2603500"/>
          <p14:tracePt t="44709" x="2463800" y="2616200"/>
          <p14:tracePt t="44726" x="2552700" y="2635250"/>
          <p14:tracePt t="44743" x="2616200" y="2641600"/>
          <p14:tracePt t="44759" x="2717800" y="2667000"/>
          <p14:tracePt t="44776" x="2895600" y="2692400"/>
          <p14:tracePt t="44793" x="3041650" y="2705100"/>
          <p14:tracePt t="44809" x="3162300" y="2705100"/>
          <p14:tracePt t="44826" x="3213100" y="2692400"/>
          <p14:tracePt t="44843" x="3225800" y="2692400"/>
          <p14:tracePt t="44860" x="3225800" y="2686050"/>
          <p14:tracePt t="44893" x="3232150" y="2667000"/>
          <p14:tracePt t="44909" x="3238500" y="2647950"/>
          <p14:tracePt t="44926" x="3238500" y="2609850"/>
          <p14:tracePt t="44943" x="3238500" y="2584450"/>
          <p14:tracePt t="44959" x="3238500" y="2559050"/>
          <p14:tracePt t="44962" x="3238500" y="2540000"/>
          <p14:tracePt t="44978" x="3238500" y="2514600"/>
          <p14:tracePt t="44993" x="3238500" y="2501900"/>
          <p14:tracePt t="45009" x="3232150" y="2482850"/>
          <p14:tracePt t="45026" x="3225800" y="2476500"/>
          <p14:tracePt t="45089" x="3225800" y="2470150"/>
          <p14:tracePt t="45233" x="3219450" y="2470150"/>
          <p14:tracePt t="45241" x="3219450" y="2476500"/>
          <p14:tracePt t="45249" x="3219450" y="2495550"/>
          <p14:tracePt t="45259" x="3219450" y="2514600"/>
          <p14:tracePt t="45276" x="3213100" y="2590800"/>
          <p14:tracePt t="45293" x="3206750" y="2667000"/>
          <p14:tracePt t="45309" x="3194050" y="2717800"/>
          <p14:tracePt t="45326" x="3162300" y="2927350"/>
          <p14:tracePt t="45343" x="3143250" y="3041650"/>
          <p14:tracePt t="45360" x="3111500" y="3219450"/>
          <p14:tracePt t="45376" x="3105150" y="3263900"/>
          <p14:tracePt t="45393" x="3092450" y="3289300"/>
          <p14:tracePt t="45409" x="3105150" y="3289300"/>
          <p14:tracePt t="45426" x="3105150" y="3295650"/>
          <p14:tracePt t="45460" x="3092450" y="3308350"/>
          <p14:tracePt t="45476" x="3086100" y="3308350"/>
          <p14:tracePt t="45493" x="3079750" y="3314700"/>
          <p14:tracePt t="45585" x="3067050" y="3321050"/>
          <p14:tracePt t="45601" x="3060700" y="3321050"/>
          <p14:tracePt t="45617" x="3054350" y="3321050"/>
          <p14:tracePt t="45625" x="3048000" y="3321050"/>
          <p14:tracePt t="45633" x="3041650" y="3321050"/>
          <p14:tracePt t="45643" x="3022600" y="3327400"/>
          <p14:tracePt t="45660" x="2997200" y="3327400"/>
          <p14:tracePt t="45676" x="2990850" y="3327400"/>
          <p14:tracePt t="45693" x="2984500" y="3327400"/>
          <p14:tracePt t="45801" x="2984500" y="3321050"/>
          <p14:tracePt t="45849" x="2971800" y="3321050"/>
          <p14:tracePt t="45856" x="2965450" y="3321050"/>
          <p14:tracePt t="45865" x="2946400" y="3314700"/>
          <p14:tracePt t="45876" x="2927350" y="3314700"/>
          <p14:tracePt t="45893" x="2908300" y="3314700"/>
          <p14:tracePt t="45909" x="2876550" y="3314700"/>
          <p14:tracePt t="45926" x="2825750" y="3302000"/>
          <p14:tracePt t="45943" x="2800350" y="3302000"/>
          <p14:tracePt t="45959" x="2755900" y="3276600"/>
          <p14:tracePt t="45976" x="2679700" y="3270250"/>
          <p14:tracePt t="45993" x="2616200" y="3257550"/>
          <p14:tracePt t="46009" x="2552700" y="3238500"/>
          <p14:tracePt t="46026" x="2444750" y="3225800"/>
          <p14:tracePt t="46043" x="2387600" y="3219450"/>
          <p14:tracePt t="46060" x="2368550" y="3219450"/>
          <p14:tracePt t="46076" x="2330450" y="3213100"/>
          <p14:tracePt t="46092" x="2305050" y="3213100"/>
          <p14:tracePt t="46110" x="2292350" y="3213100"/>
          <p14:tracePt t="46126" x="2273300" y="3225800"/>
          <p14:tracePt t="46143" x="2260600" y="3225800"/>
          <p14:tracePt t="46160" x="2228850" y="3244850"/>
          <p14:tracePt t="46176" x="2209800" y="3263900"/>
          <p14:tracePt t="46193" x="2159000" y="3308350"/>
          <p14:tracePt t="46226" x="2146300" y="3314700"/>
          <p14:tracePt t="46337" x="2146300" y="3321050"/>
          <p14:tracePt t="46353" x="2159000" y="3321050"/>
          <p14:tracePt t="46369" x="2165350" y="3314700"/>
          <p14:tracePt t="46377" x="2178050" y="3308350"/>
          <p14:tracePt t="46385" x="2197100" y="3295650"/>
          <p14:tracePt t="46393" x="2209800" y="3289300"/>
          <p14:tracePt t="46409" x="2228850" y="3276600"/>
          <p14:tracePt t="46426" x="2247900" y="3257550"/>
          <p14:tracePt t="46443" x="2260600" y="3251200"/>
          <p14:tracePt t="46459" x="2279650" y="3238500"/>
          <p14:tracePt t="46476" x="2279650" y="3219450"/>
          <p14:tracePt t="46493" x="2292350" y="3213100"/>
          <p14:tracePt t="46509" x="2292350" y="3206750"/>
          <p14:tracePt t="46526" x="2292350" y="3200400"/>
          <p14:tracePt t="46543" x="2298700" y="3162300"/>
          <p14:tracePt t="46560" x="2305050" y="3143250"/>
          <p14:tracePt t="46576" x="2298700" y="3111500"/>
          <p14:tracePt t="46593" x="2292350" y="3060700"/>
          <p14:tracePt t="46610" x="2273300" y="3028950"/>
          <p14:tracePt t="46626" x="2254250" y="2990850"/>
          <p14:tracePt t="46643" x="2235200" y="2965450"/>
          <p14:tracePt t="46659" x="2203450" y="2927350"/>
          <p14:tracePt t="46676" x="2184400" y="2921000"/>
          <p14:tracePt t="46693" x="2152650" y="2908300"/>
          <p14:tracePt t="46709" x="2146300" y="2901950"/>
          <p14:tracePt t="46726" x="2114550" y="2889250"/>
          <p14:tracePt t="46743" x="2101850" y="2882900"/>
          <p14:tracePt t="46759" x="2076450" y="2876550"/>
          <p14:tracePt t="46776" x="2057400" y="2876550"/>
          <p14:tracePt t="46793" x="2025650" y="2882900"/>
          <p14:tracePt t="46809" x="2000250" y="2882900"/>
          <p14:tracePt t="46826" x="1962150" y="2882900"/>
          <p14:tracePt t="46843" x="1924050" y="2882900"/>
          <p14:tracePt t="46860" x="1898650" y="2882900"/>
          <p14:tracePt t="46876" x="1873250" y="2895600"/>
          <p14:tracePt t="46893" x="1860550" y="2908300"/>
          <p14:tracePt t="46910" x="1847850" y="2914650"/>
          <p14:tracePt t="46926" x="1847850" y="2921000"/>
          <p14:tracePt t="46943" x="1835150" y="2940050"/>
          <p14:tracePt t="46960" x="1822450" y="2952750"/>
          <p14:tracePt t="46962" x="1822450" y="2959100"/>
          <p14:tracePt t="46978" x="1816100" y="2971800"/>
          <p14:tracePt t="46993" x="1816100" y="2984500"/>
          <p14:tracePt t="47009" x="1809750" y="2990850"/>
          <p14:tracePt t="47026" x="1797050" y="3028950"/>
          <p14:tracePt t="47043" x="1790700" y="3048000"/>
          <p14:tracePt t="47060" x="1790700" y="3054350"/>
          <p14:tracePt t="47076" x="1790700" y="3073400"/>
          <p14:tracePt t="47093" x="1790700" y="3092450"/>
          <p14:tracePt t="47110" x="1790700" y="3111500"/>
          <p14:tracePt t="47126" x="1790700" y="3124200"/>
          <p14:tracePt t="47241" x="1797050" y="3124200"/>
          <p14:tracePt t="47265" x="1803400" y="3124200"/>
          <p14:tracePt t="47273" x="1822450" y="3124200"/>
          <p14:tracePt t="47281" x="1841500" y="3124200"/>
          <p14:tracePt t="47293" x="1885950" y="3124200"/>
          <p14:tracePt t="47310" x="2038350" y="3136900"/>
          <p14:tracePt t="47326" x="2457450" y="3206750"/>
          <p14:tracePt t="47343" x="2622550" y="3225800"/>
          <p14:tracePt t="47360" x="2984500" y="3270250"/>
          <p14:tracePt t="47376" x="3651250" y="3340100"/>
          <p14:tracePt t="47393" x="4057650" y="3384550"/>
          <p14:tracePt t="47409" x="4737100" y="3422650"/>
          <p14:tracePt t="47426" x="4889500" y="3422650"/>
          <p14:tracePt t="47443" x="5187950" y="3429000"/>
          <p14:tracePt t="47459" x="5708650" y="3378200"/>
          <p14:tracePt t="47476" x="5873750" y="3371850"/>
          <p14:tracePt t="47493" x="6013450" y="3359150"/>
          <p14:tracePt t="47509" x="6070600" y="3346450"/>
          <p14:tracePt t="47526" x="6184900" y="3302000"/>
          <p14:tracePt t="47543" x="6197600" y="3295650"/>
          <p14:tracePt t="47560" x="6229350" y="3270250"/>
          <p14:tracePt t="47576" x="6248400" y="3257550"/>
          <p14:tracePt t="47593" x="6254750" y="3251200"/>
          <p14:tracePt t="47609" x="6261100" y="3238500"/>
          <p14:tracePt t="47626" x="6261100" y="3225800"/>
          <p14:tracePt t="47659" x="6273800" y="3225800"/>
          <p14:tracePt t="47681" x="6286500" y="3206750"/>
          <p14:tracePt t="47697" x="6286500" y="3200400"/>
          <p14:tracePt t="47713" x="6292850" y="3187700"/>
          <p14:tracePt t="47726" x="6299200" y="3181350"/>
          <p14:tracePt t="47743" x="6305550" y="3175000"/>
          <p14:tracePt t="47760" x="6318250" y="3162300"/>
          <p14:tracePt t="47776" x="6318250" y="3155950"/>
          <p14:tracePt t="47793" x="6330950" y="3143250"/>
          <p14:tracePt t="47810" x="6337300" y="3117850"/>
          <p14:tracePt t="47843" x="6337300" y="3105150"/>
          <p14:tracePt t="47860" x="6330950" y="3079750"/>
          <p14:tracePt t="47876" x="6318250" y="3054350"/>
          <p14:tracePt t="47892" x="6305550" y="3041650"/>
          <p14:tracePt t="47909" x="6280150" y="3028950"/>
          <p14:tracePt t="47926" x="6254750" y="2997200"/>
          <p14:tracePt t="47943" x="6242050" y="2984500"/>
          <p14:tracePt t="47959" x="6197600" y="2965450"/>
          <p14:tracePt t="47962" x="6197600" y="2959100"/>
          <p14:tracePt t="47978" x="6178550" y="2952750"/>
          <p14:tracePt t="47993" x="6165850" y="2946400"/>
          <p14:tracePt t="48009" x="6140450" y="2927350"/>
          <p14:tracePt t="48026" x="6108700" y="2927350"/>
          <p14:tracePt t="48043" x="6096000" y="2927350"/>
          <p14:tracePt t="48059" x="6076950" y="2927350"/>
          <p14:tracePt t="48076" x="6051550" y="2927350"/>
          <p14:tracePt t="48093" x="6032500" y="2927350"/>
          <p14:tracePt t="48109" x="6026150" y="2927350"/>
          <p14:tracePt t="48126" x="6000750" y="2940050"/>
          <p14:tracePt t="48142" x="5988050" y="2952750"/>
          <p14:tracePt t="48159" x="5930900" y="2990850"/>
          <p14:tracePt t="48176" x="5873750" y="3028950"/>
          <p14:tracePt t="48193" x="5861050" y="3048000"/>
          <p14:tracePt t="48209" x="5848350" y="3060700"/>
          <p14:tracePt t="48226" x="5842000" y="3079750"/>
          <p14:tracePt t="48243" x="5829300" y="3111500"/>
          <p14:tracePt t="48259" x="5829300" y="3124200"/>
          <p14:tracePt t="48276" x="5816600" y="3143250"/>
          <p14:tracePt t="48293" x="5816600" y="3168650"/>
          <p14:tracePt t="48309" x="5810250" y="3206750"/>
          <p14:tracePt t="48326" x="5810250" y="3213100"/>
          <p14:tracePt t="48343" x="5810250" y="3244850"/>
          <p14:tracePt t="48360" x="5829300" y="3276600"/>
          <p14:tracePt t="48376" x="5829300" y="3295650"/>
          <p14:tracePt t="48393" x="5854700" y="3327400"/>
          <p14:tracePt t="48409" x="5861050" y="3333750"/>
          <p14:tracePt t="48426" x="5861050" y="3340100"/>
          <p14:tracePt t="48443" x="5867400" y="3340100"/>
          <p14:tracePt t="48459" x="5873750" y="3340100"/>
          <p14:tracePt t="48476" x="5880100" y="3340100"/>
          <p14:tracePt t="48493" x="5886450" y="3346450"/>
          <p14:tracePt t="48509" x="5905500" y="3352800"/>
          <p14:tracePt t="48526" x="5911850" y="3365500"/>
          <p14:tracePt t="48543" x="5930900" y="3371850"/>
          <p14:tracePt t="48559" x="5937250" y="3378200"/>
          <p14:tracePt t="48576" x="5949950" y="3378200"/>
          <p14:tracePt t="48593" x="5975350" y="3390900"/>
          <p14:tracePt t="48737" x="5969000" y="3390900"/>
          <p14:tracePt t="48745" x="5962650" y="3390900"/>
          <p14:tracePt t="48752" x="5943600" y="3390900"/>
          <p14:tracePt t="48768" x="5924550" y="3403600"/>
          <p14:tracePt t="48778" x="5867400" y="3416300"/>
          <p14:tracePt t="48793" x="5549900" y="3486150"/>
          <p14:tracePt t="48809" x="5137150" y="3549650"/>
          <p14:tracePt t="48826" x="4330700" y="3657600"/>
          <p14:tracePt t="48843" x="4032250" y="3676650"/>
          <p14:tracePt t="48859" x="3422650" y="3714750"/>
          <p14:tracePt t="48876" x="2546350" y="3740150"/>
          <p14:tracePt t="48893" x="2235200" y="3708400"/>
          <p14:tracePt t="48909" x="2095500" y="3695700"/>
          <p14:tracePt t="48926" x="1847850" y="3657600"/>
          <p14:tracePt t="48943" x="1727200" y="3625850"/>
          <p14:tracePt t="48959" x="1600200" y="3594100"/>
          <p14:tracePt t="48961" x="1587500" y="3587750"/>
          <p14:tracePt t="48976" x="1581150" y="3581400"/>
          <p14:tracePt t="48993" x="1568450" y="3575050"/>
          <p14:tracePt t="49009" x="1562100" y="3575050"/>
          <p14:tracePt t="49026" x="1549400" y="3575050"/>
          <p14:tracePt t="49059" x="1543050" y="3575050"/>
          <p14:tracePt t="49081" x="1536700" y="3568700"/>
          <p14:tracePt t="49105" x="1530350" y="3568700"/>
          <p14:tracePt t="49113" x="1530350" y="3562350"/>
          <p14:tracePt t="49126" x="1517650" y="3549650"/>
          <p14:tracePt t="49143" x="1517650" y="3543300"/>
          <p14:tracePt t="49159" x="1498600" y="3524250"/>
          <p14:tracePt t="49176" x="1498600" y="3517900"/>
          <p14:tracePt t="49193" x="1517650" y="3486150"/>
          <p14:tracePt t="49210" x="1543050" y="3479800"/>
          <p14:tracePt t="49226" x="1593850" y="3460750"/>
          <p14:tracePt t="49243" x="1657350" y="3454400"/>
          <p14:tracePt t="49259" x="1708150" y="3454400"/>
          <p14:tracePt t="49276" x="1758950" y="3454400"/>
          <p14:tracePt t="49293" x="1879600" y="3467100"/>
          <p14:tracePt t="49309" x="2044700" y="3492500"/>
          <p14:tracePt t="49326" x="2076450" y="3492500"/>
          <p14:tracePt t="49343" x="2108200" y="3492500"/>
          <p14:tracePt t="49359" x="2114550" y="3492500"/>
          <p14:tracePt t="49376" x="2120900" y="3492500"/>
          <p14:tracePt t="49393" x="2127250" y="3479800"/>
          <p14:tracePt t="49409" x="2139950" y="3441700"/>
          <p14:tracePt t="49426" x="2152650" y="3409950"/>
          <p14:tracePt t="49443" x="2152650" y="3397250"/>
          <p14:tracePt t="49459" x="2178050" y="3333750"/>
          <p14:tracePt t="49476" x="2178050" y="3308350"/>
          <p14:tracePt t="49493" x="2178050" y="3276600"/>
          <p14:tracePt t="49509" x="2184400" y="3225800"/>
          <p14:tracePt t="49526" x="2184400" y="3206750"/>
          <p14:tracePt t="49543" x="2190750" y="3200400"/>
          <p14:tracePt t="49560" x="2190750" y="3168650"/>
          <p14:tracePt t="49576" x="2190750" y="3155950"/>
          <p14:tracePt t="49593" x="2184400" y="3117850"/>
          <p14:tracePt t="49610" x="2184400" y="3098800"/>
          <p14:tracePt t="49643" x="2184400" y="3086100"/>
          <p14:tracePt t="49659" x="2178050" y="3079750"/>
          <p14:tracePt t="49676" x="2165350" y="3073400"/>
          <p14:tracePt t="49693" x="2152650" y="3073400"/>
          <p14:tracePt t="49709" x="2127250" y="3054350"/>
          <p14:tracePt t="49726" x="2089150" y="3041650"/>
          <p14:tracePt t="49743" x="2063750" y="3022600"/>
          <p14:tracePt t="49759" x="2032000" y="3016250"/>
          <p14:tracePt t="49776" x="2025650" y="3009900"/>
          <p14:tracePt t="49793" x="2006600" y="2997200"/>
          <p14:tracePt t="49809" x="1981200" y="2990850"/>
          <p14:tracePt t="49843" x="1943100" y="2990850"/>
          <p14:tracePt t="49859" x="1930400" y="2997200"/>
          <p14:tracePt t="49893" x="1924050" y="3009900"/>
          <p14:tracePt t="49926" x="1911350" y="3028950"/>
          <p14:tracePt t="49943" x="1905000" y="3028950"/>
          <p14:tracePt t="49959" x="1905000" y="3035300"/>
          <p14:tracePt t="49978" x="1898650" y="3041650"/>
          <p14:tracePt t="50169" x="1898650" y="3048000"/>
          <p14:tracePt t="50184" x="1898650" y="3060700"/>
          <p14:tracePt t="50192" x="1879600" y="3073400"/>
          <p14:tracePt t="50201" x="1879600" y="3079750"/>
          <p14:tracePt t="50209" x="1866900" y="3105150"/>
          <p14:tracePt t="50226" x="1828800" y="3162300"/>
          <p14:tracePt t="50242" x="1816100" y="3194050"/>
          <p14:tracePt t="50259" x="1816100" y="3206750"/>
          <p14:tracePt t="50276" x="1809750" y="3225800"/>
          <p14:tracePt t="50425" x="1809750" y="3219450"/>
          <p14:tracePt t="50449" x="1828800" y="3213100"/>
          <p14:tracePt t="50497" x="1835150" y="3213100"/>
          <p14:tracePt t="50514" x="1841500" y="3213100"/>
          <p14:tracePt t="50530" x="1847850" y="3213100"/>
          <p14:tracePt t="50537" x="1847850" y="3206750"/>
          <p14:tracePt t="50569" x="1854200" y="3200400"/>
          <p14:tracePt t="50585" x="1860550" y="3200400"/>
          <p14:tracePt t="50601" x="1860550" y="3194050"/>
          <p14:tracePt t="50769" x="1860550" y="3181350"/>
          <p14:tracePt t="50809" x="1860550" y="3175000"/>
          <p14:tracePt t="50833" x="1860550" y="3168650"/>
          <p14:tracePt t="50849" x="1860550" y="3162300"/>
          <p14:tracePt t="50857" x="1860550" y="3155950"/>
          <p14:tracePt t="50873" x="1860550" y="3143250"/>
          <p14:tracePt t="50897" x="1847850" y="3130550"/>
          <p14:tracePt t="50905" x="1847850" y="3117850"/>
          <p14:tracePt t="50913" x="1841500" y="3117850"/>
          <p14:tracePt t="50926" x="1828800" y="3105150"/>
          <p14:tracePt t="50942" x="1816100" y="3092450"/>
          <p14:tracePt t="50959" x="1778000" y="3060700"/>
          <p14:tracePt t="50962" x="1765300" y="3048000"/>
          <p14:tracePt t="50976" x="1752600" y="3048000"/>
          <p14:tracePt t="50993" x="1708150" y="3016250"/>
          <p14:tracePt t="51009" x="1682750" y="2997200"/>
          <p14:tracePt t="51026" x="1651000" y="2984500"/>
          <p14:tracePt t="51043" x="1612900" y="2965450"/>
          <p14:tracePt t="51060" x="1593850" y="2959100"/>
          <p14:tracePt t="51076" x="1587500" y="2952750"/>
          <p14:tracePt t="51093" x="1543050" y="2933700"/>
          <p14:tracePt t="51110" x="1524000" y="2933700"/>
          <p14:tracePt t="51126" x="1498600" y="2921000"/>
          <p14:tracePt t="51143" x="1447800" y="2889250"/>
          <p14:tracePt t="51159" x="1416050" y="2863850"/>
          <p14:tracePt t="51176" x="1397000" y="2863850"/>
          <p14:tracePt t="51193" x="1339850" y="2819400"/>
          <p14:tracePt t="51209" x="1308100" y="2800350"/>
          <p14:tracePt t="51226" x="1257300" y="2774950"/>
          <p14:tracePt t="51243" x="1231900" y="2768600"/>
          <p14:tracePt t="51259" x="1219200" y="2755900"/>
          <p14:tracePt t="51276" x="1174750" y="2736850"/>
          <p14:tracePt t="51293" x="1130300" y="2730500"/>
          <p14:tracePt t="51309" x="1092200" y="2711450"/>
          <p14:tracePt t="51326" x="1054100" y="2698750"/>
          <p14:tracePt t="51343" x="1022350" y="2686050"/>
          <p14:tracePt t="51359" x="996950" y="2679700"/>
          <p14:tracePt t="51376" x="933450" y="2667000"/>
          <p14:tracePt t="51393" x="889000" y="2667000"/>
          <p14:tracePt t="51409" x="844550" y="2660650"/>
          <p14:tracePt t="51426" x="800100" y="2647950"/>
          <p14:tracePt t="51443" x="755650" y="2647950"/>
          <p14:tracePt t="51459" x="704850" y="2641600"/>
          <p14:tracePt t="51476" x="635000" y="2641600"/>
          <p14:tracePt t="51493" x="590550" y="2641600"/>
          <p14:tracePt t="51526" x="577850" y="2641600"/>
          <p14:tracePt t="51543" x="558800" y="2641600"/>
          <p14:tracePt t="51560" x="546100" y="2641600"/>
          <p14:tracePt t="51577" x="539750" y="2641600"/>
          <p14:tracePt t="51592" x="520700" y="2654300"/>
          <p14:tracePt t="51609" x="508000" y="2667000"/>
          <p14:tracePt t="51626" x="488950" y="2679700"/>
          <p14:tracePt t="51642" x="469900" y="2711450"/>
          <p14:tracePt t="51676" x="450850" y="2743200"/>
          <p14:tracePt t="51693" x="431800" y="2762250"/>
          <p14:tracePt t="51709" x="419100" y="2781300"/>
          <p14:tracePt t="51726" x="400050" y="2813050"/>
          <p14:tracePt t="51743" x="400050" y="2819400"/>
          <p14:tracePt t="51759" x="393700" y="2832100"/>
          <p14:tracePt t="51776" x="393700" y="2844800"/>
          <p14:tracePt t="51793" x="381000" y="2876550"/>
          <p14:tracePt t="51809" x="374650" y="2895600"/>
          <p14:tracePt t="51826" x="374650" y="2908300"/>
          <p14:tracePt t="51843" x="368300" y="2927350"/>
          <p14:tracePt t="51859" x="368300" y="2959100"/>
          <p14:tracePt t="51876" x="368300" y="2978150"/>
          <p14:tracePt t="51893" x="368300" y="2997200"/>
          <p14:tracePt t="51909" x="368300" y="3016250"/>
          <p14:tracePt t="51926" x="368300" y="3054350"/>
          <p14:tracePt t="51943" x="381000" y="3073400"/>
          <p14:tracePt t="51959" x="387350" y="3098800"/>
          <p14:tracePt t="51961" x="412750" y="3124200"/>
          <p14:tracePt t="51976" x="412750" y="3155950"/>
          <p14:tracePt t="51993" x="431800" y="3175000"/>
          <p14:tracePt t="52009" x="463550" y="3232150"/>
          <p14:tracePt t="52026" x="476250" y="3263900"/>
          <p14:tracePt t="52043" x="514350" y="3289300"/>
          <p14:tracePt t="52059" x="527050" y="3346450"/>
          <p14:tracePt t="52076" x="552450" y="3371850"/>
          <p14:tracePt t="52093" x="565150" y="3397250"/>
          <p14:tracePt t="52109" x="622300" y="3448050"/>
          <p14:tracePt t="52126" x="647700" y="3473450"/>
          <p14:tracePt t="52143" x="704850" y="3524250"/>
          <p14:tracePt t="52159" x="742950" y="3549650"/>
          <p14:tracePt t="52176" x="762000" y="3562350"/>
          <p14:tracePt t="52193" x="863600" y="3619500"/>
          <p14:tracePt t="52209" x="895350" y="3638550"/>
          <p14:tracePt t="52226" x="1003300" y="3676650"/>
          <p14:tracePt t="52243" x="1066800" y="3683000"/>
          <p14:tracePt t="52259" x="1085850" y="3683000"/>
          <p14:tracePt t="52276" x="1136650" y="3689350"/>
          <p14:tracePt t="52293" x="1200150" y="3689350"/>
          <p14:tracePt t="52310" x="1257300" y="3689350"/>
          <p14:tracePt t="52326" x="1314450" y="3689350"/>
          <p14:tracePt t="52343" x="1352550" y="3689350"/>
          <p14:tracePt t="52360" x="1377950" y="3689350"/>
          <p14:tracePt t="52376" x="1428750" y="3683000"/>
          <p14:tracePt t="52393" x="1479550" y="3670300"/>
          <p14:tracePt t="52409" x="1524000" y="3657600"/>
          <p14:tracePt t="52426" x="1549400" y="3638550"/>
          <p14:tracePt t="52443" x="1562100" y="3632200"/>
          <p14:tracePt t="52459" x="1600200" y="3613150"/>
          <p14:tracePt t="52476" x="1651000" y="3581400"/>
          <p14:tracePt t="52493" x="1670050" y="3562350"/>
          <p14:tracePt t="52509" x="1733550" y="3517900"/>
          <p14:tracePt t="52526" x="1746250" y="3511550"/>
          <p14:tracePt t="52543" x="1797050" y="3473450"/>
          <p14:tracePt t="52560" x="1847850" y="3429000"/>
          <p14:tracePt t="52576" x="1860550" y="3409950"/>
          <p14:tracePt t="52593" x="1892300" y="3359150"/>
          <p14:tracePt t="52609" x="1905000" y="3327400"/>
          <p14:tracePt t="52626" x="1917700" y="3289300"/>
          <p14:tracePt t="52643" x="1924050" y="3257550"/>
          <p14:tracePt t="52659" x="1924050" y="3206750"/>
          <p14:tracePt t="52676" x="1924050" y="3149600"/>
          <p14:tracePt t="52693" x="1911350" y="3105150"/>
          <p14:tracePt t="52709" x="1911350" y="3079750"/>
          <p14:tracePt t="52726" x="1892300" y="3003550"/>
          <p14:tracePt t="52743" x="1879600" y="2965450"/>
          <p14:tracePt t="52759" x="1828800" y="2895600"/>
          <p14:tracePt t="52776" x="1797050" y="2851150"/>
          <p14:tracePt t="52793" x="1771650" y="2813050"/>
          <p14:tracePt t="52809" x="1714500" y="2749550"/>
          <p14:tracePt t="52826" x="1701800" y="2730500"/>
          <p14:tracePt t="52843" x="1663700" y="2686050"/>
          <p14:tracePt t="52860" x="1651000" y="2673350"/>
          <p14:tracePt t="52876" x="1638300" y="2667000"/>
          <p14:tracePt t="52893" x="1625600" y="2654300"/>
          <p14:tracePt t="52909" x="1600200" y="2647950"/>
          <p14:tracePt t="52926" x="1593850" y="2635250"/>
          <p14:tracePt t="52943" x="1581150" y="2635250"/>
          <p14:tracePt t="52959" x="1574800" y="2628900"/>
          <p14:tracePt t="52962" x="1562100" y="2628900"/>
          <p14:tracePt t="52978" x="1555750" y="2622550"/>
          <p14:tracePt t="52992" x="1536700" y="2622550"/>
          <p14:tracePt t="53009" x="1498600" y="2616200"/>
          <p14:tracePt t="53026" x="1441450" y="2609850"/>
          <p14:tracePt t="53043" x="1403350" y="2603500"/>
          <p14:tracePt t="53060" x="1377950" y="2597150"/>
          <p14:tracePt t="53076" x="1289050" y="2590800"/>
          <p14:tracePt t="53093" x="1225550" y="2578100"/>
          <p14:tracePt t="53109" x="1181100" y="2571750"/>
          <p14:tracePt t="53126" x="1092200" y="2565400"/>
          <p14:tracePt t="53143" x="1047750" y="2565400"/>
          <p14:tracePt t="53159" x="1041400" y="2565400"/>
          <p14:tracePt t="53176" x="1009650" y="2565400"/>
          <p14:tracePt t="53193" x="971550" y="2578100"/>
          <p14:tracePt t="53209" x="958850" y="2584450"/>
          <p14:tracePt t="53226" x="952500" y="2597150"/>
          <p14:tracePt t="53243" x="933450" y="2609850"/>
          <p14:tracePt t="53259" x="889000" y="2635250"/>
          <p14:tracePt t="53276" x="876300" y="2647950"/>
          <p14:tracePt t="53293" x="844550" y="2673350"/>
          <p14:tracePt t="53309" x="800100" y="2717800"/>
          <p14:tracePt t="53326" x="781050" y="2743200"/>
          <p14:tracePt t="53343" x="717550" y="2794000"/>
          <p14:tracePt t="53359" x="698500" y="2819400"/>
          <p14:tracePt t="53376" x="679450" y="2838450"/>
          <p14:tracePt t="53393" x="647700" y="2876550"/>
          <p14:tracePt t="53409" x="622300" y="2908300"/>
          <p14:tracePt t="53426" x="603250" y="2921000"/>
          <p14:tracePt t="53443" x="590550" y="2933700"/>
          <p14:tracePt t="53459" x="577850" y="2959100"/>
          <p14:tracePt t="53476" x="565150" y="2971800"/>
          <p14:tracePt t="53493" x="565150" y="2990850"/>
          <p14:tracePt t="53509" x="565150" y="2997200"/>
          <p14:tracePt t="53526" x="552450" y="3028950"/>
          <p14:tracePt t="53542" x="533400" y="3067050"/>
          <p14:tracePt t="53559" x="533400" y="3092450"/>
          <p14:tracePt t="53576" x="520700" y="3149600"/>
          <p14:tracePt t="53593" x="520700" y="3194050"/>
          <p14:tracePt t="53609" x="520700" y="3225800"/>
          <p14:tracePt t="53626" x="520700" y="3276600"/>
          <p14:tracePt t="53643" x="527050" y="3302000"/>
          <p14:tracePt t="53659" x="533400" y="3340100"/>
          <p14:tracePt t="53676" x="533400" y="3346450"/>
          <p14:tracePt t="53693" x="546100" y="3365500"/>
          <p14:tracePt t="53709" x="546100" y="3378200"/>
          <p14:tracePt t="53726" x="577850" y="3416300"/>
          <p14:tracePt t="53743" x="577850" y="3429000"/>
          <p14:tracePt t="53759" x="622300" y="3454400"/>
          <p14:tracePt t="53776" x="628650" y="3473450"/>
          <p14:tracePt t="53793" x="723900" y="3511550"/>
          <p14:tracePt t="53809" x="838200" y="3556000"/>
          <p14:tracePt t="53826" x="920750" y="3575050"/>
          <p14:tracePt t="53843" x="971550" y="3575050"/>
          <p14:tracePt t="53859" x="1066800" y="3581400"/>
          <p14:tracePt t="53876" x="1117600" y="3581400"/>
          <p14:tracePt t="53893" x="1168400" y="3556000"/>
          <p14:tracePt t="53909" x="1257300" y="3498850"/>
          <p14:tracePt t="53926" x="1301750" y="3460750"/>
          <p14:tracePt t="53943" x="1327150" y="3448050"/>
          <p14:tracePt t="53959" x="1397000" y="3390900"/>
          <p14:tracePt t="53961" x="1403350" y="3378200"/>
          <p14:tracePt t="53976" x="1428750" y="3359150"/>
          <p14:tracePt t="53993" x="1454150" y="3333750"/>
          <p14:tracePt t="54009" x="1479550" y="3314700"/>
          <p14:tracePt t="54026" x="1485900" y="3302000"/>
          <p14:tracePt t="54043" x="1492250" y="3289300"/>
          <p14:tracePt t="54076" x="1498600" y="3282950"/>
          <p14:tracePt t="54093" x="1504950" y="3282950"/>
          <p14:tracePt t="54113" x="1517650" y="3276600"/>
          <p14:tracePt t="54126" x="1524000" y="3276600"/>
          <p14:tracePt t="54143" x="1555750" y="3270250"/>
          <p14:tracePt t="54160" x="1581150" y="3270250"/>
          <p14:tracePt t="54176" x="1600200" y="3270250"/>
          <p14:tracePt t="54193" x="1657350" y="3270250"/>
          <p14:tracePt t="54209" x="1676400" y="3270250"/>
          <p14:tracePt t="54226" x="1695450" y="3257550"/>
          <p14:tracePt t="54243" x="1758950" y="3219450"/>
          <p14:tracePt t="54259" x="1765300" y="3213100"/>
          <p14:tracePt t="54276" x="1778000" y="3194050"/>
          <p14:tracePt t="54293" x="1822450" y="3136900"/>
          <p14:tracePt t="54309" x="1828800" y="3098800"/>
          <p14:tracePt t="54326" x="1841500" y="3060700"/>
          <p14:tracePt t="54342" x="1847850" y="3003550"/>
          <p14:tracePt t="54359" x="1847850" y="2978150"/>
          <p14:tracePt t="54376" x="1835150" y="2946400"/>
          <p14:tracePt t="54393" x="1809750" y="2908300"/>
          <p14:tracePt t="54409" x="1803400" y="2908300"/>
          <p14:tracePt t="54426" x="1803400" y="2901950"/>
          <p14:tracePt t="54443" x="1790700" y="2901950"/>
          <p14:tracePt t="54545" x="1790700" y="2889250"/>
          <p14:tracePt t="54553" x="1784350" y="2889250"/>
          <p14:tracePt t="54561" x="1771650" y="2882900"/>
          <p14:tracePt t="54576" x="1771650" y="2876550"/>
          <p14:tracePt t="54593" x="1714500" y="2832100"/>
          <p14:tracePt t="54609" x="1676400" y="2832100"/>
          <p14:tracePt t="54626" x="1638300" y="2806700"/>
          <p14:tracePt t="54643" x="1543050" y="2736850"/>
          <p14:tracePt t="54659" x="1485900" y="2698750"/>
          <p14:tracePt t="54676" x="1435100" y="2679700"/>
          <p14:tracePt t="54693" x="1365250" y="2654300"/>
          <p14:tracePt t="54709" x="1295400" y="2622550"/>
          <p14:tracePt t="54726" x="1244600" y="2609850"/>
          <p14:tracePt t="54743" x="1136650" y="2578100"/>
          <p14:tracePt t="54759" x="1092200" y="2565400"/>
          <p14:tracePt t="54776" x="1060450" y="2565400"/>
          <p14:tracePt t="54793" x="990600" y="2552700"/>
          <p14:tracePt t="54809" x="977900" y="2552700"/>
          <p14:tracePt t="54826" x="958850" y="2546350"/>
          <p14:tracePt t="54843" x="920750" y="2546350"/>
          <p14:tracePt t="54859" x="901700" y="2552700"/>
          <p14:tracePt t="54876" x="882650" y="2559050"/>
          <p14:tracePt t="54893" x="857250" y="2571750"/>
          <p14:tracePt t="54909" x="831850" y="2584450"/>
          <p14:tracePt t="54926" x="800100" y="2603500"/>
          <p14:tracePt t="54943" x="781050" y="2609850"/>
          <p14:tracePt t="54959" x="774700" y="2622550"/>
          <p14:tracePt t="54962" x="755650" y="2635250"/>
          <p14:tracePt t="54976" x="736600" y="2641600"/>
          <p14:tracePt t="54993" x="711200" y="2660650"/>
          <p14:tracePt t="55009" x="679450" y="2679700"/>
          <p14:tracePt t="55026" x="673100" y="2692400"/>
          <p14:tracePt t="55043" x="622300" y="2724150"/>
          <p14:tracePt t="55059" x="609600" y="2743200"/>
          <p14:tracePt t="55076" x="590550" y="2762250"/>
          <p14:tracePt t="55093" x="558800" y="2794000"/>
          <p14:tracePt t="55109" x="546100" y="2832100"/>
          <p14:tracePt t="55126" x="527050" y="2857500"/>
          <p14:tracePt t="55143" x="514350" y="2882900"/>
          <p14:tracePt t="55159" x="508000" y="2914650"/>
          <p14:tracePt t="55176" x="469900" y="2997200"/>
          <p14:tracePt t="55193" x="469900" y="3028950"/>
          <p14:tracePt t="55209" x="457200" y="3073400"/>
          <p14:tracePt t="55226" x="444500" y="3149600"/>
          <p14:tracePt t="55243" x="438150" y="3187700"/>
          <p14:tracePt t="55259" x="438150" y="3232150"/>
          <p14:tracePt t="55276" x="431800" y="3321050"/>
          <p14:tracePt t="55293" x="438150" y="3346450"/>
          <p14:tracePt t="55309" x="450850" y="3390900"/>
          <p14:tracePt t="55326" x="469900" y="3454400"/>
          <p14:tracePt t="55343" x="482600" y="3486150"/>
          <p14:tracePt t="55360" x="527050" y="3536950"/>
          <p14:tracePt t="55376" x="546100" y="3556000"/>
          <p14:tracePt t="55393" x="622300" y="3613150"/>
          <p14:tracePt t="55409" x="742950" y="3676650"/>
          <p14:tracePt t="55426" x="831850" y="3702050"/>
          <p14:tracePt t="55443" x="952500" y="3733800"/>
          <p14:tracePt t="55459" x="1098550" y="3759200"/>
          <p14:tracePt t="55476" x="1212850" y="3759200"/>
          <p14:tracePt t="55493" x="1301750" y="3733800"/>
          <p14:tracePt t="55509" x="1441450" y="3644900"/>
          <p14:tracePt t="55526" x="1485900" y="3606800"/>
          <p14:tracePt t="55543" x="1536700" y="3543300"/>
          <p14:tracePt t="55559" x="1600200" y="3448050"/>
          <p14:tracePt t="55576" x="1631950" y="3390900"/>
          <p14:tracePt t="55593" x="1657350" y="3340100"/>
          <p14:tracePt t="55609" x="1676400" y="3302000"/>
          <p14:tracePt t="55626" x="1676400" y="3295650"/>
          <p14:tracePt t="55857" x="1682750" y="3282950"/>
          <p14:tracePt t="55865" x="1682750" y="3276600"/>
          <p14:tracePt t="55876" x="1682750" y="3270250"/>
          <p14:tracePt t="55892" x="1689100" y="3244850"/>
          <p14:tracePt t="55909" x="1720850" y="3187700"/>
          <p14:tracePt t="55926" x="1727200" y="3155950"/>
          <p14:tracePt t="55942" x="1733550" y="3143250"/>
          <p14:tracePt t="55959" x="1746250" y="3111500"/>
          <p14:tracePt t="55961" x="1746250" y="3048000"/>
          <p14:tracePt t="55976" x="1746250" y="3041650"/>
          <p14:tracePt t="55993" x="1714500" y="2959100"/>
          <p14:tracePt t="56009" x="1651000" y="2863850"/>
          <p14:tracePt t="56026" x="1625600" y="2838450"/>
          <p14:tracePt t="56043" x="1549400" y="2800350"/>
          <p14:tracePt t="56059" x="1416050" y="2768600"/>
          <p14:tracePt t="56076" x="1333500" y="2755900"/>
          <p14:tracePt t="56093" x="1257300" y="2755900"/>
          <p14:tracePt t="56109" x="1168400" y="2787650"/>
          <p14:tracePt t="56126" x="1130300" y="2813050"/>
          <p14:tracePt t="56143" x="1073150" y="2857500"/>
          <p14:tracePt t="56159" x="1041400" y="2882900"/>
          <p14:tracePt t="56176" x="1016000" y="2908300"/>
          <p14:tracePt t="56193" x="1009650" y="2921000"/>
          <p14:tracePt t="56312" x="1009650" y="2927350"/>
          <p14:tracePt t="56337" x="1016000" y="2946400"/>
          <p14:tracePt t="56345" x="1022350" y="2952750"/>
          <p14:tracePt t="56352" x="1028700" y="2965450"/>
          <p14:tracePt t="56361" x="1035050" y="2990850"/>
          <p14:tracePt t="56376" x="1104900" y="3009900"/>
          <p14:tracePt t="56393" x="1257300" y="3092450"/>
          <p14:tracePt t="56409" x="1416050" y="3130550"/>
          <p14:tracePt t="56426" x="1746250" y="3162300"/>
          <p14:tracePt t="56443" x="1905000" y="3155950"/>
          <p14:tracePt t="56459" x="2012950" y="3117850"/>
          <p14:tracePt t="56476" x="2063750" y="3098800"/>
          <p14:tracePt t="56493" x="2082800" y="3086100"/>
          <p14:tracePt t="56609" x="2089150" y="3086100"/>
          <p14:tracePt t="56633" x="2095500" y="3086100"/>
          <p14:tracePt t="56649" x="2101850" y="3092450"/>
          <p14:tracePt t="56665" x="2108200" y="3092450"/>
          <p14:tracePt t="56673" x="2108200" y="3098800"/>
          <p14:tracePt t="56689" x="2120900" y="3098800"/>
          <p14:tracePt t="56697" x="2127250" y="3098800"/>
          <p14:tracePt t="56833" x="2114550" y="3105150"/>
          <p14:tracePt t="56841" x="2108200" y="3111500"/>
          <p14:tracePt t="56849" x="2101850" y="3117850"/>
          <p14:tracePt t="56859" x="2095500" y="3124200"/>
          <p14:tracePt t="56876" x="2070100" y="3143250"/>
          <p14:tracePt t="56893" x="2057400" y="3162300"/>
          <p14:tracePt t="56909" x="2044700" y="3168650"/>
          <p14:tracePt t="56926" x="2032000" y="3168650"/>
          <p14:tracePt t="56959" x="2019300" y="3168650"/>
          <p14:tracePt t="57017" x="2012950" y="3168650"/>
          <p14:tracePt t="57209" x="2012950" y="3175000"/>
          <p14:tracePt t="57225" x="2019300" y="3175000"/>
          <p14:tracePt t="57241" x="2025650" y="3175000"/>
          <p14:tracePt t="57257" x="2032000" y="3175000"/>
          <p14:tracePt t="57273" x="2044700" y="3175000"/>
          <p14:tracePt t="57282" x="2057400" y="3175000"/>
          <p14:tracePt t="57297" x="2076450" y="3175000"/>
          <p14:tracePt t="57330" x="2082800" y="3175000"/>
          <p14:tracePt t="57353" x="2095500" y="3175000"/>
          <p14:tracePt t="57369" x="2101850" y="3175000"/>
          <p14:tracePt t="57377" x="2108200" y="3175000"/>
          <p14:tracePt t="57385" x="2114550" y="3175000"/>
          <p14:tracePt t="57393" x="2120900" y="3175000"/>
          <p14:tracePt t="57409" x="2152650" y="3168650"/>
          <p14:tracePt t="57426" x="2165350" y="3168650"/>
          <p14:tracePt t="57443" x="2190750" y="3162300"/>
          <p14:tracePt t="57459" x="2203450" y="3162300"/>
          <p14:tracePt t="57476" x="2235200" y="3155950"/>
          <p14:tracePt t="57493" x="2286000" y="3149600"/>
          <p14:tracePt t="57509" x="2324100" y="3143250"/>
          <p14:tracePt t="57526" x="2330450" y="3143250"/>
          <p14:tracePt t="57543" x="2362200" y="3143250"/>
          <p14:tracePt t="57559" x="2393950" y="3143250"/>
          <p14:tracePt t="57576" x="2470150" y="3143250"/>
          <p14:tracePt t="57593" x="2520950" y="3143250"/>
          <p14:tracePt t="57610" x="2527300" y="3143250"/>
          <p14:tracePt t="57626" x="2609850" y="3143250"/>
          <p14:tracePt t="57643" x="2660650" y="3143250"/>
          <p14:tracePt t="57659" x="2705100" y="3155950"/>
          <p14:tracePt t="57676" x="2813050" y="3175000"/>
          <p14:tracePt t="57693" x="2895600" y="3187700"/>
          <p14:tracePt t="57709" x="2927350" y="3194050"/>
          <p14:tracePt t="57726" x="3048000" y="3206750"/>
          <p14:tracePt t="57742" x="3111500" y="3219450"/>
          <p14:tracePt t="57759" x="3168650" y="3225800"/>
          <p14:tracePt t="57776" x="3276600" y="3244850"/>
          <p14:tracePt t="57792" x="3321050" y="3244850"/>
          <p14:tracePt t="57809" x="3371850" y="3244850"/>
          <p14:tracePt t="57826" x="3460750" y="3244850"/>
          <p14:tracePt t="57843" x="3517900" y="3244850"/>
          <p14:tracePt t="57859" x="3543300" y="3244850"/>
          <p14:tracePt t="57876" x="3638550" y="3244850"/>
          <p14:tracePt t="57893" x="3651250" y="3244850"/>
          <p14:tracePt t="57909" x="3708400" y="3244850"/>
          <p14:tracePt t="57926" x="3765550" y="3244850"/>
          <p14:tracePt t="57942" x="3848100" y="3244850"/>
          <p14:tracePt t="57959" x="3898900" y="3244850"/>
          <p14:tracePt t="57976" x="3943350" y="3244850"/>
          <p14:tracePt t="57992" x="4044950" y="3244850"/>
          <p14:tracePt t="58009" x="4102100" y="3232150"/>
          <p14:tracePt t="58026" x="4178300" y="3219450"/>
          <p14:tracePt t="58042" x="4292600" y="3200400"/>
          <p14:tracePt t="58059" x="4368800" y="3194050"/>
          <p14:tracePt t="58076" x="4400550" y="3187700"/>
          <p14:tracePt t="58092" x="4502150" y="3168650"/>
          <p14:tracePt t="58109" x="4705350" y="3155950"/>
          <p14:tracePt t="58126" x="4794250" y="3143250"/>
          <p14:tracePt t="58143" x="4889500" y="3136900"/>
          <p14:tracePt t="58159" x="5060950" y="3098800"/>
          <p14:tracePt t="58176" x="5162550" y="3079750"/>
          <p14:tracePt t="58193" x="5384800" y="3041650"/>
          <p14:tracePt t="58209" x="5492750" y="3016250"/>
          <p14:tracePt t="58226" x="5588000" y="3009900"/>
          <p14:tracePt t="58243" x="5632450" y="3003550"/>
          <p14:tracePt t="58259" x="5753100" y="3003550"/>
          <p14:tracePt t="58276" x="5842000" y="2984500"/>
          <p14:tracePt t="58293" x="5886450" y="2978150"/>
          <p14:tracePt t="58309" x="5962650" y="2965450"/>
          <p14:tracePt t="58326" x="5969000" y="2965450"/>
          <p14:tracePt t="58343" x="5988050" y="2965450"/>
          <p14:tracePt t="58359" x="6013450" y="2965450"/>
          <p14:tracePt t="58376" x="6032500" y="2965450"/>
          <p14:tracePt t="58392" x="6083300" y="2971800"/>
          <p14:tracePt t="58426" x="6089650" y="2978150"/>
          <p14:tracePt t="58443" x="6096000" y="2978150"/>
          <p14:tracePt t="58459" x="6102350" y="2984500"/>
          <p14:tracePt t="58593" x="6102350" y="2990850"/>
          <p14:tracePt t="58617" x="6076950" y="3003550"/>
          <p14:tracePt t="58625" x="6064250" y="3009900"/>
          <p14:tracePt t="58633" x="6045200" y="3016250"/>
          <p14:tracePt t="58642" x="6026150" y="3016250"/>
          <p14:tracePt t="58659" x="5924550" y="3022600"/>
          <p14:tracePt t="58676" x="5829300" y="3022600"/>
          <p14:tracePt t="58693" x="5778500" y="3022600"/>
          <p14:tracePt t="58709" x="5695950" y="3016250"/>
          <p14:tracePt t="58726" x="5359400" y="2978150"/>
          <p14:tracePt t="58743" x="5003800" y="2952750"/>
          <p14:tracePt t="58760" x="4108450" y="2921000"/>
          <p14:tracePt t="58776" x="3638550" y="2927350"/>
          <p14:tracePt t="58793" x="3213100" y="2959100"/>
          <p14:tracePt t="58809" x="2679700" y="2984500"/>
          <p14:tracePt t="58826" x="2565400" y="2984500"/>
          <p14:tracePt t="58843" x="2438400" y="2990850"/>
          <p14:tracePt t="58859" x="2203450" y="2990850"/>
          <p14:tracePt t="58876" x="2139950" y="2997200"/>
          <p14:tracePt t="58893" x="2044700" y="3003550"/>
          <p14:tracePt t="58909" x="1797050" y="3041650"/>
          <p14:tracePt t="58926" x="1682750" y="3060700"/>
          <p14:tracePt t="58943" x="1574800" y="3092450"/>
          <p14:tracePt t="58959" x="1549400" y="3092450"/>
          <p14:tracePt t="58962" x="1536700" y="3092450"/>
          <p14:tracePt t="58976" x="1524000" y="3098800"/>
          <p14:tracePt t="58993" x="1479550" y="3111500"/>
          <p14:tracePt t="59081" x="1492250" y="3117850"/>
          <p14:tracePt t="59089" x="1511300" y="3117850"/>
          <p14:tracePt t="59105" x="1524000" y="3124200"/>
          <p14:tracePt t="59113" x="1568450" y="3124200"/>
          <p14:tracePt t="59126" x="1612900" y="3124200"/>
          <p14:tracePt t="59143" x="1949450" y="3124200"/>
          <p14:tracePt t="59160" x="2279650" y="3124200"/>
          <p14:tracePt t="59176" x="2686050" y="3136900"/>
          <p14:tracePt t="59193" x="3289300" y="3136900"/>
          <p14:tracePt t="59209" x="4279900" y="3149600"/>
          <p14:tracePt t="59226" x="4749800" y="3143250"/>
          <p14:tracePt t="59243" x="5162550" y="3143250"/>
          <p14:tracePt t="59259" x="5734050" y="3130550"/>
          <p14:tracePt t="59276" x="5829300" y="3117850"/>
          <p14:tracePt t="59293" x="5975350" y="3092450"/>
          <p14:tracePt t="59309" x="6140450" y="3079750"/>
          <p14:tracePt t="59326" x="6229350" y="3073400"/>
          <p14:tracePt t="59343" x="6299200" y="3067050"/>
          <p14:tracePt t="59359" x="6400800" y="3067050"/>
          <p14:tracePt t="59376" x="6445250" y="3073400"/>
          <p14:tracePt t="59393" x="6578600" y="3073400"/>
          <p14:tracePt t="59409" x="6737350" y="3073400"/>
          <p14:tracePt t="59426" x="6794500" y="3067050"/>
          <p14:tracePt t="59443" x="6826250" y="3067050"/>
          <p14:tracePt t="59459" x="6845300" y="3054350"/>
          <p14:tracePt t="59476" x="6858000" y="3054350"/>
          <p14:tracePt t="59493" x="6889750" y="3054350"/>
          <p14:tracePt t="59509" x="6934200" y="3054350"/>
          <p14:tracePt t="59542" x="6946900" y="3073400"/>
          <p14:tracePt t="59560" x="6946900" y="3086100"/>
          <p14:tracePt t="59801" x="6946900" y="3098800"/>
          <p14:tracePt t="59873" x="6946900" y="3105150"/>
          <p14:tracePt t="59881" x="6953250" y="3136900"/>
          <p14:tracePt t="59892" x="6972300" y="3143250"/>
          <p14:tracePt t="59909" x="6985000" y="3117850"/>
          <p14:tracePt t="59926" x="6991350" y="3086100"/>
          <p14:tracePt t="59942" x="6953250" y="3022600"/>
          <p14:tracePt t="59960" x="6940550" y="3009900"/>
          <p14:tracePt t="59963" x="6927850" y="2990850"/>
          <p14:tracePt t="59976" x="6908800" y="2965450"/>
          <p14:tracePt t="59993" x="6864350" y="2895600"/>
          <p14:tracePt t="60009" x="6864350" y="2882900"/>
          <p14:tracePt t="60026" x="6845300" y="2838450"/>
          <p14:tracePt t="60043" x="6838950" y="2806700"/>
          <p14:tracePt t="60059" x="6832600" y="2768600"/>
          <p14:tracePt t="60076" x="6826250" y="2743200"/>
          <p14:tracePt t="60093" x="6813550" y="2705100"/>
          <p14:tracePt t="60109" x="6813550" y="2686050"/>
          <p14:tracePt t="60126" x="6788150" y="2635250"/>
          <p14:tracePt t="60143" x="6775450" y="2597150"/>
          <p14:tracePt t="60159" x="6756400" y="2546350"/>
          <p14:tracePt t="60176" x="6743700" y="2533650"/>
          <p14:tracePt t="60193" x="6737350" y="2527300"/>
          <p14:tracePt t="60297" x="6724650" y="2527300"/>
          <p14:tracePt t="60329" x="6711950" y="2527300"/>
          <p14:tracePt t="60369" x="6699250" y="2540000"/>
          <p14:tracePt t="60392" x="6686550" y="2540000"/>
          <p14:tracePt t="60409" x="6686550" y="2552700"/>
          <p14:tracePt t="60433" x="6673850" y="2559050"/>
          <p14:tracePt t="60440" x="6673850" y="2565400"/>
          <p14:tracePt t="60449" x="6661150" y="2571750"/>
          <p14:tracePt t="60465" x="6661150" y="2584450"/>
          <p14:tracePt t="60476" x="6654800" y="2597150"/>
          <p14:tracePt t="60493" x="6648450" y="2603500"/>
          <p14:tracePt t="60509" x="6610350" y="2673350"/>
          <p14:tracePt t="60526" x="6591300" y="2724150"/>
          <p14:tracePt t="60543" x="6540500" y="2806700"/>
          <p14:tracePt t="60559" x="6534150" y="2838450"/>
          <p14:tracePt t="60576" x="6515100" y="2876550"/>
          <p14:tracePt t="60592" x="6483350" y="2959100"/>
          <p14:tracePt t="60610" x="6470650" y="3009900"/>
          <p14:tracePt t="60626" x="6451600" y="3098800"/>
          <p14:tracePt t="60642" x="6438900" y="3143250"/>
          <p14:tracePt t="60659" x="6438900" y="3162300"/>
          <p14:tracePt t="60676" x="6419850" y="3232150"/>
          <p14:tracePt t="60693" x="6400800" y="3327400"/>
          <p14:tracePt t="60709" x="6400800" y="3371850"/>
          <p14:tracePt t="60726" x="6400800" y="3435350"/>
          <p14:tracePt t="60742" x="6400800" y="3505200"/>
          <p14:tracePt t="60759" x="6400800" y="3549650"/>
          <p14:tracePt t="60776" x="6407150" y="3600450"/>
          <p14:tracePt t="60792" x="6432550" y="3670300"/>
          <p14:tracePt t="60809" x="6445250" y="3695700"/>
          <p14:tracePt t="60826" x="6477000" y="3714750"/>
          <p14:tracePt t="60842" x="6508750" y="3752850"/>
          <p14:tracePt t="60859" x="6559550" y="3778250"/>
          <p14:tracePt t="60876" x="6648450" y="3803650"/>
          <p14:tracePt t="60892" x="6680200" y="3829050"/>
          <p14:tracePt t="60909" x="6737350" y="3860800"/>
          <p14:tracePt t="60926" x="6819900" y="3905250"/>
          <p14:tracePt t="60943" x="6908800" y="3937000"/>
          <p14:tracePt t="60959" x="6978650" y="3956050"/>
          <p14:tracePt t="60961" x="7067550" y="3987800"/>
          <p14:tracePt t="60975" x="7118350" y="4000500"/>
          <p14:tracePt t="60992" x="7200900" y="4019550"/>
          <p14:tracePt t="61009" x="7353300" y="4057650"/>
          <p14:tracePt t="61026" x="7416800" y="4064000"/>
          <p14:tracePt t="61042" x="7493000" y="4076700"/>
          <p14:tracePt t="61060" x="7607300" y="4076700"/>
          <p14:tracePt t="61076" x="7677150" y="4064000"/>
          <p14:tracePt t="61092" x="7715250" y="4044950"/>
          <p14:tracePt t="61109" x="7835900" y="3994150"/>
          <p14:tracePt t="61126" x="8001000" y="3879850"/>
          <p14:tracePt t="61143" x="8089900" y="3797300"/>
          <p14:tracePt t="61159" x="8197850" y="3670300"/>
          <p14:tracePt t="61176" x="8235950" y="3594100"/>
          <p14:tracePt t="61193" x="8248650" y="3536950"/>
          <p14:tracePt t="61209" x="8280400" y="3416300"/>
          <p14:tracePt t="61226" x="8280400" y="3359150"/>
          <p14:tracePt t="61242" x="8286750" y="3295650"/>
          <p14:tracePt t="61259" x="8274050" y="3162300"/>
          <p14:tracePt t="61276" x="8261350" y="3124200"/>
          <p14:tracePt t="61292" x="8242300" y="3016250"/>
          <p14:tracePt t="61309" x="8185150" y="2876550"/>
          <p14:tracePt t="61326" x="8128000" y="2774950"/>
          <p14:tracePt t="61343" x="8070850" y="2686050"/>
          <p14:tracePt t="61359" x="7956550" y="2571750"/>
          <p14:tracePt t="61376" x="7880350" y="2508250"/>
          <p14:tracePt t="61393" x="7664450" y="2368550"/>
          <p14:tracePt t="61409" x="7588250" y="2330450"/>
          <p14:tracePt t="61426" x="7493000" y="2292350"/>
          <p14:tracePt t="61443" x="7378700" y="2260600"/>
          <p14:tracePt t="61459" x="7264400" y="2235200"/>
          <p14:tracePt t="61476" x="7188200" y="2228850"/>
          <p14:tracePt t="61493" x="7004050" y="2222500"/>
          <p14:tracePt t="61509" x="6921500" y="2222500"/>
          <p14:tracePt t="61526" x="6845300" y="2222500"/>
          <p14:tracePt t="61543" x="6769100" y="2222500"/>
          <p14:tracePt t="61559" x="6692900" y="2235200"/>
          <p14:tracePt t="61576" x="6642100" y="2241550"/>
          <p14:tracePt t="61593" x="6496050" y="2273300"/>
          <p14:tracePt t="61610" x="6369050" y="2311400"/>
          <p14:tracePt t="61626" x="6362700" y="2317750"/>
          <p14:tracePt t="61643" x="6318250" y="2336800"/>
          <p14:tracePt t="61659" x="6261100" y="2387600"/>
          <p14:tracePt t="61676" x="6242050" y="2413000"/>
          <p14:tracePt t="61693" x="6178550" y="2489200"/>
          <p14:tracePt t="61709" x="6108700" y="2578100"/>
          <p14:tracePt t="61726" x="6057900" y="2641600"/>
          <p14:tracePt t="61743" x="6007100" y="2711450"/>
          <p14:tracePt t="61759" x="5956300" y="2851150"/>
          <p14:tracePt t="61776" x="5956300" y="2908300"/>
          <p14:tracePt t="61793" x="5956300" y="3067050"/>
          <p14:tracePt t="61809" x="5981700" y="3149600"/>
          <p14:tracePt t="61826" x="6000750" y="3206750"/>
          <p14:tracePt t="61843" x="6083300" y="3378200"/>
          <p14:tracePt t="61859" x="6146800" y="3448050"/>
          <p14:tracePt t="61876" x="6178550" y="3486150"/>
          <p14:tracePt t="61893" x="6311900" y="3568700"/>
          <p14:tracePt t="61909" x="6356350" y="3587750"/>
          <p14:tracePt t="61926" x="6407150" y="3600450"/>
          <p14:tracePt t="61943" x="6470650" y="3606800"/>
          <p14:tracePt t="61976" x="6477000" y="3606800"/>
          <p14:tracePt t="61993" x="6483350" y="3606800"/>
          <p14:tracePt t="62025" x="6489700" y="3606800"/>
          <p14:tracePt t="62145" x="6489700" y="3600450"/>
          <p14:tracePt t="62153" x="6489700" y="3594100"/>
          <p14:tracePt t="62161" x="6483350" y="3575050"/>
          <p14:tracePt t="62178" x="6477000" y="3536950"/>
          <p14:tracePt t="62193" x="6451600" y="3492500"/>
          <p14:tracePt t="62209" x="6451600" y="3454400"/>
          <p14:tracePt t="62226" x="6438900" y="3359150"/>
          <p14:tracePt t="62243" x="6438900" y="3314700"/>
          <p14:tracePt t="62259" x="6438900" y="3289300"/>
          <p14:tracePt t="62276" x="6438900" y="3244850"/>
          <p14:tracePt t="62292" x="6438900" y="3200400"/>
          <p14:tracePt t="62309" x="6438900" y="3181350"/>
          <p14:tracePt t="62343" x="6438900" y="3175000"/>
          <p14:tracePt t="62359" x="6438900" y="3168650"/>
          <p14:tracePt t="62385" x="6426200" y="3168650"/>
          <p14:tracePt t="62401" x="6407150" y="3175000"/>
          <p14:tracePt t="62409" x="6400800" y="3181350"/>
          <p14:tracePt t="62426" x="6356350" y="3200400"/>
          <p14:tracePt t="62443" x="6286500" y="3232150"/>
          <p14:tracePt t="62459" x="6216650" y="3263900"/>
          <p14:tracePt t="62475" x="6178550" y="3270250"/>
          <p14:tracePt t="62492" x="6089650" y="3302000"/>
          <p14:tracePt t="62509" x="6038850" y="3321050"/>
          <p14:tracePt t="62526" x="6000750" y="3333750"/>
          <p14:tracePt t="62543" x="5930900" y="3340100"/>
          <p14:tracePt t="62559" x="5924550" y="3346450"/>
          <p14:tracePt t="62576" x="5892800" y="3352800"/>
          <p14:tracePt t="62593" x="5886450" y="3352800"/>
          <p14:tracePt t="62721" x="5873750" y="3346450"/>
          <p14:tracePt t="62737" x="5867400" y="3346450"/>
          <p14:tracePt t="62745" x="5854700" y="3340100"/>
          <p14:tracePt t="62753" x="5816600" y="3340100"/>
          <p14:tracePt t="62761" x="5765800" y="3340100"/>
          <p14:tracePt t="62776" x="5715000" y="3340100"/>
          <p14:tracePt t="62793" x="5289550" y="3365500"/>
          <p14:tracePt t="62809" x="5099050" y="3371850"/>
          <p14:tracePt t="62826" x="4921250" y="3384550"/>
          <p14:tracePt t="62843" x="4279900" y="3422650"/>
          <p14:tracePt t="62859" x="3949700" y="3429000"/>
          <p14:tracePt t="62876" x="3359150" y="3454400"/>
          <p14:tracePt t="62893" x="3149600" y="3454400"/>
          <p14:tracePt t="62909" x="3092450" y="3454400"/>
          <p14:tracePt t="62926" x="2660650" y="3454400"/>
          <p14:tracePt t="62943" x="2463800" y="3454400"/>
          <p14:tracePt t="62959" x="2311400" y="3454400"/>
          <p14:tracePt t="62961" x="2235200" y="3454400"/>
          <p14:tracePt t="62976" x="2057400" y="3441700"/>
          <p14:tracePt t="62993" x="1936750" y="3441700"/>
          <p14:tracePt t="63009" x="1854200" y="3429000"/>
          <p14:tracePt t="63026" x="1739900" y="3416300"/>
          <p14:tracePt t="63043" x="1689100" y="3409950"/>
          <p14:tracePt t="63059" x="1663700" y="3409950"/>
          <p14:tracePt t="63076" x="1593850" y="3409950"/>
          <p14:tracePt t="63093" x="1574800" y="3409950"/>
          <p14:tracePt t="63109" x="1555750" y="3409950"/>
          <p14:tracePt t="63126" x="1549400" y="3409950"/>
          <p14:tracePt t="63159" x="1543050" y="3409950"/>
          <p14:tracePt t="63217" x="1536700" y="3403600"/>
          <p14:tracePt t="63241" x="1536700" y="3397250"/>
          <p14:tracePt t="63265" x="1536700" y="3384550"/>
          <p14:tracePt t="63281" x="1543050" y="3384550"/>
          <p14:tracePt t="63289" x="1549400" y="3378200"/>
          <p14:tracePt t="63297" x="1568450" y="3365500"/>
          <p14:tracePt t="63313" x="1593850" y="3346450"/>
          <p14:tracePt t="63326" x="1670050" y="3321050"/>
          <p14:tracePt t="63343" x="1708150" y="3308350"/>
          <p14:tracePt t="63359" x="1758950" y="3289300"/>
          <p14:tracePt t="63376" x="1809750" y="3289300"/>
          <p14:tracePt t="63393" x="1854200" y="3289300"/>
          <p14:tracePt t="63409" x="1873250" y="3289300"/>
          <p14:tracePt t="63426" x="2006600" y="3302000"/>
          <p14:tracePt t="63443" x="2108200" y="3314700"/>
          <p14:tracePt t="63459" x="2279650" y="3346450"/>
          <p14:tracePt t="63476" x="2425700" y="3359150"/>
          <p14:tracePt t="63493" x="2501900" y="3371850"/>
          <p14:tracePt t="63509" x="2787650" y="3403600"/>
          <p14:tracePt t="63526" x="2914650" y="3429000"/>
          <p14:tracePt t="63543" x="3041650" y="3448050"/>
          <p14:tracePt t="63559" x="3257550" y="3486150"/>
          <p14:tracePt t="63576" x="3340100" y="3511550"/>
          <p14:tracePt t="63593" x="3905250" y="3594100"/>
          <p14:tracePt t="63610" x="4210050" y="3613150"/>
          <p14:tracePt t="63626" x="4483100" y="3638550"/>
          <p14:tracePt t="63643" x="4997450" y="3638550"/>
          <p14:tracePt t="63659" x="5080000" y="3638550"/>
          <p14:tracePt t="63676" x="5232400" y="3632200"/>
          <p14:tracePt t="63693" x="5353050" y="3613150"/>
          <p14:tracePt t="63709" x="5588000" y="3581400"/>
          <p14:tracePt t="63726" x="5689600" y="3562350"/>
          <p14:tracePt t="63743" x="5810250" y="3556000"/>
          <p14:tracePt t="63759" x="5937250" y="3543300"/>
          <p14:tracePt t="63776" x="6064250" y="3543300"/>
          <p14:tracePt t="63793" x="6235700" y="3536950"/>
          <p14:tracePt t="63809" x="6381750" y="3536950"/>
          <p14:tracePt t="63826" x="6457950" y="3530600"/>
          <p14:tracePt t="63843" x="6496050" y="3517900"/>
          <p14:tracePt t="63859" x="6578600" y="3517900"/>
          <p14:tracePt t="63876" x="6604000" y="3511550"/>
          <p14:tracePt t="63893" x="6642100" y="3505200"/>
          <p14:tracePt t="63909" x="6686550" y="3498850"/>
          <p14:tracePt t="63926" x="6711950" y="3498850"/>
          <p14:tracePt t="63942" x="6718300" y="3498850"/>
          <p14:tracePt t="63959" x="6737350" y="3498850"/>
          <p14:tracePt t="63976" x="6743700" y="3498850"/>
          <p14:tracePt t="63993" x="6743700" y="3492500"/>
          <p14:tracePt t="64033" x="6750050" y="3486150"/>
          <p14:tracePt t="64401" x="6756400" y="3486150"/>
          <p14:tracePt t="64544" x="6756400" y="3492500"/>
          <p14:tracePt t="64553" x="6756400" y="3505200"/>
          <p14:tracePt t="64561" x="6750050" y="3517900"/>
          <p14:tracePt t="64576" x="6750050" y="3524250"/>
          <p14:tracePt t="64593" x="6731000" y="3543300"/>
          <p14:tracePt t="65393" x="6724650" y="3543300"/>
          <p14:tracePt t="65641" x="6718300" y="3543300"/>
          <p14:tracePt t="65665" x="6705600" y="3543300"/>
          <p14:tracePt t="65673" x="6692900" y="3556000"/>
          <p14:tracePt t="65681" x="6680200" y="3568700"/>
          <p14:tracePt t="65692" x="6667500" y="3581400"/>
          <p14:tracePt t="65709" x="6584950" y="3644900"/>
          <p14:tracePt t="65726" x="6559550" y="3644900"/>
          <p14:tracePt t="65742" x="6521450" y="3676650"/>
          <p14:tracePt t="65760" x="6464300" y="3702050"/>
          <p14:tracePt t="65776" x="6438900" y="3714750"/>
          <p14:tracePt t="65793" x="6419850" y="3721100"/>
          <p14:tracePt t="65809" x="6407150" y="3727450"/>
          <p14:tracePt t="65842" x="6400800" y="3727450"/>
          <p14:tracePt t="65889" x="6394450" y="3727450"/>
          <p14:tracePt t="65905" x="6394450" y="3721100"/>
          <p14:tracePt t="65921" x="6394450" y="3708400"/>
          <p14:tracePt t="65937" x="6394450" y="3702050"/>
          <p14:tracePt t="65954" x="6394450" y="3689350"/>
          <p14:tracePt t="65961" x="6394450" y="3683000"/>
          <p14:tracePt t="65969" x="6394450" y="3670300"/>
          <p14:tracePt t="65978" x="6388100" y="3644900"/>
          <p14:tracePt t="65993" x="6362700" y="3505200"/>
          <p14:tracePt t="66009" x="6330950" y="3206750"/>
          <p14:tracePt t="66026" x="6318250" y="3117850"/>
          <p14:tracePt t="66042" x="6273800" y="2940050"/>
          <p14:tracePt t="66059" x="6223000" y="2686050"/>
          <p14:tracePt t="66076" x="6197600" y="2571750"/>
          <p14:tracePt t="66093" x="6153150" y="2457450"/>
          <p14:tracePt t="66109" x="6134100" y="2425700"/>
          <p14:tracePt t="66142" x="6115050" y="2400300"/>
          <p14:tracePt t="66176" x="6108700" y="2400300"/>
          <p14:tracePt t="66361" x="6108700" y="2406650"/>
          <p14:tracePt t="66369" x="6115050" y="2406650"/>
          <p14:tracePt t="66378" x="6115050" y="2413000"/>
          <p14:tracePt t="66393" x="6115050" y="2425700"/>
          <p14:tracePt t="66409" x="6127750" y="2438400"/>
          <p14:tracePt t="66426" x="6134100" y="2451100"/>
          <p14:tracePt t="66442" x="6134100" y="2463800"/>
          <p14:tracePt t="66459" x="6140450" y="2527300"/>
          <p14:tracePt t="66476" x="6140450" y="2559050"/>
          <p14:tracePt t="66492" x="6140450" y="2590800"/>
          <p14:tracePt t="66509" x="6140450" y="2616200"/>
          <p14:tracePt t="66526" x="6134100" y="2667000"/>
          <p14:tracePt t="66542" x="6127750" y="2692400"/>
          <p14:tracePt t="66559" x="6115050" y="2724150"/>
          <p14:tracePt t="66576" x="6115050" y="2762250"/>
          <p14:tracePt t="66592" x="6102350" y="2806700"/>
          <p14:tracePt t="66609" x="6070600" y="2908300"/>
          <p14:tracePt t="66625" x="6064250" y="2933700"/>
          <p14:tracePt t="66642" x="6038850" y="2978150"/>
          <p14:tracePt t="66659" x="6019800" y="3035300"/>
          <p14:tracePt t="66676" x="6013450" y="3060700"/>
          <p14:tracePt t="66693" x="6007100" y="3092450"/>
          <p14:tracePt t="66709" x="5994400" y="3117850"/>
          <p14:tracePt t="66726" x="5981700" y="3136900"/>
          <p14:tracePt t="66743" x="5981700" y="3149600"/>
          <p14:tracePt t="66873" x="5981700" y="3155950"/>
          <p14:tracePt t="67384" x="5981700" y="3149600"/>
          <p14:tracePt t="67409" x="5981700" y="3136900"/>
          <p14:tracePt t="67424" x="5981700" y="3130550"/>
          <p14:tracePt t="67433" x="5988050" y="3117850"/>
          <p14:tracePt t="67442" x="5994400" y="3111500"/>
          <p14:tracePt t="67459" x="6000750" y="3105150"/>
          <p14:tracePt t="67475" x="6026150" y="3060700"/>
          <p14:tracePt t="67492" x="6032500" y="3041650"/>
          <p14:tracePt t="67509" x="6051550" y="3016250"/>
          <p14:tracePt t="67526" x="6051550" y="3009900"/>
          <p14:tracePt t="67542" x="6057900" y="3003550"/>
          <p14:tracePt t="67576" x="6057900" y="2997200"/>
          <p14:tracePt t="67600" x="6057900" y="3003550"/>
          <p14:tracePt t="67617" x="6057900" y="3009900"/>
          <p14:tracePt t="67626" x="6045200" y="3028950"/>
          <p14:tracePt t="67642" x="6038850" y="3060700"/>
          <p14:tracePt t="67659" x="6026150" y="3092450"/>
          <p14:tracePt t="67676" x="6007100" y="3143250"/>
          <p14:tracePt t="67693" x="6000750" y="3162300"/>
          <p14:tracePt t="67709" x="5981700" y="3206750"/>
          <p14:tracePt t="67726" x="5962650" y="3257550"/>
          <p14:tracePt t="67743" x="5956300" y="3270250"/>
          <p14:tracePt t="67759" x="5956300" y="3276600"/>
          <p14:tracePt t="67793" x="5949950" y="3282950"/>
          <p14:tracePt t="68417" x="5949950" y="3276600"/>
          <p14:tracePt t="68465" x="5962650" y="3276600"/>
          <p14:tracePt t="68529" x="5962650" y="3270250"/>
          <p14:tracePt t="69025" x="5949950" y="3263900"/>
          <p14:tracePt t="69033" x="5918200" y="3257550"/>
          <p14:tracePt t="69042" x="5867400" y="3244850"/>
          <p14:tracePt t="69059" x="5721350" y="3238500"/>
          <p14:tracePt t="69076" x="5492750" y="3238500"/>
          <p14:tracePt t="69092" x="5295900" y="3238500"/>
          <p14:tracePt t="69110" x="5048250" y="3257550"/>
          <p14:tracePt t="69126" x="4749800" y="3333750"/>
          <p14:tracePt t="69142" x="4673600" y="3365500"/>
          <p14:tracePt t="69159" x="4540250" y="3467100"/>
          <p14:tracePt t="69176" x="4483100" y="3536950"/>
          <p14:tracePt t="69192" x="4311650" y="3759200"/>
          <p14:tracePt t="69209" x="4260850" y="3848100"/>
          <p14:tracePt t="69226" x="4184650" y="3968750"/>
          <p14:tracePt t="69242" x="4127500" y="4044950"/>
          <p14:tracePt t="69259" x="4076700" y="4121150"/>
          <p14:tracePt t="69276" x="4032250" y="4171950"/>
          <p14:tracePt t="69293" x="3987800" y="4229100"/>
          <p14:tracePt t="69309" x="3968750" y="4248150"/>
          <p14:tracePt t="69326" x="3962400" y="4254500"/>
          <p14:tracePt t="69343" x="3937000" y="4273550"/>
          <p14:tracePt t="69359" x="3917950" y="4286250"/>
          <p14:tracePt t="69376" x="3905250" y="4298950"/>
          <p14:tracePt t="69393" x="3898900" y="4298950"/>
          <p14:tracePt t="69409" x="3892550" y="4298950"/>
          <p14:tracePt t="69426" x="3892550" y="4286250"/>
          <p14:tracePt t="69443" x="3892550" y="4279900"/>
          <p14:tracePt t="69459" x="3892550" y="4273550"/>
          <p14:tracePt t="69476" x="3892550" y="4260850"/>
          <p14:tracePt t="69492" x="3905250" y="4210050"/>
          <p14:tracePt t="69509" x="3924300" y="4171950"/>
          <p14:tracePt t="69526" x="4019550" y="4057650"/>
          <p14:tracePt t="69542" x="4089400" y="3943350"/>
          <p14:tracePt t="69559" x="4133850" y="3892550"/>
          <p14:tracePt t="69576" x="4279900" y="3683000"/>
          <p14:tracePt t="69593" x="4318000" y="3517900"/>
          <p14:tracePt t="69609" x="4330700" y="3359150"/>
          <p14:tracePt t="69626" x="4305300" y="3251200"/>
          <p14:tracePt t="69643" x="4298950" y="3206750"/>
          <p14:tracePt t="69659" x="4184650" y="3054350"/>
          <p14:tracePt t="69676" x="4095750" y="2990850"/>
          <p14:tracePt t="69693" x="4019550" y="2952750"/>
          <p14:tracePt t="69709" x="3803650" y="2914650"/>
          <p14:tracePt t="69726" x="3721100" y="2914650"/>
          <p14:tracePt t="69743" x="3594100" y="2933700"/>
          <p14:tracePt t="69759" x="3295650" y="2990850"/>
          <p14:tracePt t="69776" x="3035300" y="3054350"/>
          <p14:tracePt t="69792" x="2209800" y="3276600"/>
          <p14:tracePt t="69809" x="2038350" y="3327400"/>
          <p14:tracePt t="69826" x="1784350" y="3378200"/>
          <p14:tracePt t="69843" x="1701800" y="3384550"/>
          <p14:tracePt t="69859" x="1682750" y="3384550"/>
          <p14:tracePt t="69876" x="1670050" y="3371850"/>
          <p14:tracePt t="69893" x="1663700" y="3365500"/>
          <p14:tracePt t="69909" x="1663700" y="3346450"/>
          <p14:tracePt t="69926" x="1663700" y="3340100"/>
          <p14:tracePt t="69943" x="1663700" y="3333750"/>
          <p14:tracePt t="70024" x="1651000" y="3333750"/>
          <p14:tracePt t="70040" x="1638300" y="3333750"/>
          <p14:tracePt t="70049" x="1612900" y="3346450"/>
          <p14:tracePt t="70059" x="1581150" y="3359150"/>
          <p14:tracePt t="70076" x="1504950" y="3378200"/>
          <p14:tracePt t="70092" x="1441450" y="3397250"/>
          <p14:tracePt t="70109" x="1371600" y="3397250"/>
          <p14:tracePt t="70126" x="1257300" y="3390900"/>
          <p14:tracePt t="70143" x="1060450" y="3289300"/>
          <p14:tracePt t="70159" x="863600" y="3175000"/>
          <p14:tracePt t="70176" x="469900" y="2806700"/>
          <p14:tracePt t="70192" x="317500" y="2628900"/>
          <p14:tracePt t="70209" x="152400" y="2330450"/>
          <p14:tracePt t="79905" x="165100" y="3289300"/>
          <p14:tracePt t="79913" x="215900" y="3371850"/>
          <p14:tracePt t="79921" x="266700" y="3416300"/>
          <p14:tracePt t="79929" x="317500" y="3479800"/>
          <p14:tracePt t="79942" x="431800" y="3651250"/>
          <p14:tracePt t="79959" x="476250" y="3689350"/>
          <p14:tracePt t="79976" x="527050" y="3784600"/>
          <p14:tracePt t="79992" x="692150" y="3937000"/>
          <p14:tracePt t="80009" x="749300" y="3994150"/>
          <p14:tracePt t="80025" x="812800" y="4057650"/>
          <p14:tracePt t="80043" x="927100" y="4127500"/>
          <p14:tracePt t="80059" x="1003300" y="4159250"/>
          <p14:tracePt t="80075" x="1060450" y="4184650"/>
          <p14:tracePt t="80092" x="1257300" y="4222750"/>
          <p14:tracePt t="80109" x="1365250" y="4235450"/>
          <p14:tracePt t="80126" x="1555750" y="4267200"/>
          <p14:tracePt t="80142" x="1625600" y="4267200"/>
          <p14:tracePt t="80159" x="1720850" y="4260850"/>
          <p14:tracePt t="80176" x="1758950" y="4260850"/>
          <p14:tracePt t="80192" x="1949450" y="4191000"/>
          <p14:tracePt t="80209" x="2025650" y="4152900"/>
          <p14:tracePt t="80226" x="2051050" y="4146550"/>
          <p14:tracePt t="80243" x="2063750" y="4140200"/>
          <p14:tracePt t="80259" x="2095500" y="4133850"/>
          <p14:tracePt t="80393" x="2089150" y="4133850"/>
          <p14:tracePt t="80401" x="2082800" y="4133850"/>
          <p14:tracePt t="80417" x="2032000" y="4133850"/>
          <p14:tracePt t="80425" x="2012950" y="4133850"/>
          <p14:tracePt t="80443" x="1924050" y="4133850"/>
          <p14:tracePt t="80459" x="1803400" y="4133850"/>
          <p14:tracePt t="80476" x="1657350" y="4133850"/>
          <p14:tracePt t="80493" x="1562100" y="4133850"/>
          <p14:tracePt t="80509" x="1492250" y="4127500"/>
          <p14:tracePt t="80526" x="1346200" y="4127500"/>
          <p14:tracePt t="80542" x="1276350" y="4127500"/>
          <p14:tracePt t="80560" x="1231900" y="4133850"/>
          <p14:tracePt t="80576" x="1123950" y="4159250"/>
          <p14:tracePt t="80592" x="1073150" y="4165600"/>
          <p14:tracePt t="80609" x="996950" y="4178300"/>
          <p14:tracePt t="80626" x="958850" y="4191000"/>
          <p14:tracePt t="80643" x="946150" y="4191000"/>
          <p14:tracePt t="80659" x="933450" y="4191000"/>
          <p14:tracePt t="80693" x="927100" y="4191000"/>
          <p14:tracePt t="80729" x="927100" y="4178300"/>
          <p14:tracePt t="80745" x="920750" y="4165600"/>
          <p14:tracePt t="80753" x="914400" y="4146550"/>
          <p14:tracePt t="80761" x="914400" y="4133850"/>
          <p14:tracePt t="80776" x="901700" y="4133850"/>
          <p14:tracePt t="80792" x="901700" y="4127500"/>
          <p14:tracePt t="80809" x="889000" y="4121150"/>
          <p14:tracePt t="80826" x="869950" y="4121150"/>
          <p14:tracePt t="80842" x="825500" y="4127500"/>
          <p14:tracePt t="80859" x="819150" y="4127500"/>
          <p14:tracePt t="80875" x="781050" y="4152900"/>
          <p14:tracePt t="80892" x="730250" y="4184650"/>
          <p14:tracePt t="80909" x="723900" y="4191000"/>
          <p14:tracePt t="81193" x="711200" y="4191000"/>
          <p14:tracePt t="81209" x="698500" y="4191000"/>
          <p14:tracePt t="81297" x="698500" y="4197350"/>
          <p14:tracePt t="81393" x="704850" y="4197350"/>
          <p14:tracePt t="81409" x="717550" y="4197350"/>
          <p14:tracePt t="81417" x="723900" y="4197350"/>
          <p14:tracePt t="81425" x="730250" y="4197350"/>
          <p14:tracePt t="81442" x="742950" y="4191000"/>
          <p14:tracePt t="81459" x="768350" y="4184650"/>
          <p14:tracePt t="81476" x="863600" y="4146550"/>
          <p14:tracePt t="81492" x="920750" y="4127500"/>
          <p14:tracePt t="81509" x="1003300" y="4102100"/>
          <p14:tracePt t="81526" x="1022350" y="4095750"/>
          <p14:tracePt t="81542" x="1149350" y="4076700"/>
          <p14:tracePt t="81559" x="1238250" y="4070350"/>
          <p14:tracePt t="81576" x="1301750" y="4070350"/>
          <p14:tracePt t="81593" x="1511300" y="4070350"/>
          <p14:tracePt t="81609" x="1568450" y="4070350"/>
          <p14:tracePt t="81626" x="1682750" y="4070350"/>
          <p14:tracePt t="81643" x="1885950" y="4070350"/>
          <p14:tracePt t="81659" x="1987550" y="4070350"/>
          <p14:tracePt t="81676" x="2082800" y="4070350"/>
          <p14:tracePt t="81693" x="2190750" y="4070350"/>
          <p14:tracePt t="81709" x="2197100" y="4064000"/>
          <p14:tracePt t="81725" x="2228850" y="4064000"/>
          <p14:tracePt t="81743" x="2254250" y="4064000"/>
          <p14:tracePt t="81759" x="2286000" y="4064000"/>
          <p14:tracePt t="81776" x="2317750" y="4064000"/>
          <p14:tracePt t="81792" x="2343150" y="4064000"/>
          <p14:tracePt t="81809" x="2368550" y="4064000"/>
          <p14:tracePt t="81826" x="2400300" y="4064000"/>
          <p14:tracePt t="81842" x="2470150" y="4064000"/>
          <p14:tracePt t="81859" x="2533650" y="4064000"/>
          <p14:tracePt t="81876" x="2603500" y="4064000"/>
          <p14:tracePt t="81892" x="2647950" y="4064000"/>
          <p14:tracePt t="81909" x="2794000" y="4064000"/>
          <p14:tracePt t="81926" x="2876550" y="4064000"/>
          <p14:tracePt t="81942" x="2952750" y="4064000"/>
          <p14:tracePt t="81959" x="3054350" y="4051300"/>
          <p14:tracePt t="81961" x="3079750" y="4051300"/>
          <p14:tracePt t="81976" x="3117850" y="4051300"/>
          <p14:tracePt t="81992" x="3168650" y="4051300"/>
          <p14:tracePt t="82009" x="3244850" y="4051300"/>
          <p14:tracePt t="82026" x="3282950" y="4051300"/>
          <p14:tracePt t="82042" x="3308350" y="4051300"/>
          <p14:tracePt t="82059" x="3359150" y="4051300"/>
          <p14:tracePt t="82076" x="3365500" y="4051300"/>
          <p14:tracePt t="82092" x="3384550" y="4044950"/>
          <p14:tracePt t="82126" x="3390900" y="4032250"/>
          <p14:tracePt t="82408" x="3403600" y="4032250"/>
          <p14:tracePt t="82473" x="3409950" y="4032250"/>
          <p14:tracePt t="82489" x="3416300" y="4038600"/>
          <p14:tracePt t="82513" x="3422650" y="4038600"/>
          <p14:tracePt t="82530" x="3435350" y="4038600"/>
          <p14:tracePt t="82584" x="3448050" y="4038600"/>
          <p14:tracePt t="82657" x="3454400" y="4038600"/>
          <p14:tracePt t="82729" x="3454400" y="4051300"/>
          <p14:tracePt t="82752" x="3448050" y="4057650"/>
          <p14:tracePt t="82761" x="3435350" y="4064000"/>
          <p14:tracePt t="82769" x="3403600" y="4076700"/>
          <p14:tracePt t="82778" x="3340100" y="4127500"/>
          <p14:tracePt t="82792" x="3282950" y="4171950"/>
          <p14:tracePt t="82809" x="3232150" y="4216400"/>
          <p14:tracePt t="82826" x="3206750" y="4241800"/>
          <p14:tracePt t="82842" x="3111500" y="4318000"/>
          <p14:tracePt t="82859" x="3073400" y="4356100"/>
          <p14:tracePt t="82876" x="2990850" y="4438650"/>
          <p14:tracePt t="82892" x="2959100" y="4483100"/>
          <p14:tracePt t="82909" x="2946400" y="4495800"/>
          <p14:tracePt t="82925" x="2901950" y="4552950"/>
          <p14:tracePt t="82942" x="2895600" y="4584700"/>
          <p14:tracePt t="82959" x="2876550" y="4610100"/>
          <p14:tracePt t="82961" x="2876550" y="4622800"/>
          <p14:tracePt t="82976" x="2876550" y="4629150"/>
          <p14:tracePt t="82992" x="2876550" y="4648200"/>
          <p14:tracePt t="83009" x="2876550" y="4654550"/>
          <p14:tracePt t="83026" x="2870200" y="4686300"/>
          <p14:tracePt t="83043" x="2857500" y="4730750"/>
          <p14:tracePt t="83059" x="2844800" y="4756150"/>
          <p14:tracePt t="83076" x="2844800" y="4768850"/>
          <p14:tracePt t="83093" x="2838450" y="4794250"/>
          <p14:tracePt t="83109" x="2838450" y="4800600"/>
          <p14:tracePt t="83401" x="2832100" y="4800600"/>
          <p14:tracePt t="83417" x="2825750" y="4800600"/>
          <p14:tracePt t="83449" x="2813050" y="4800600"/>
          <p14:tracePt t="83521" x="2806700" y="4800600"/>
          <p14:tracePt t="83569" x="2800350" y="4800600"/>
          <p14:tracePt t="83624" x="2787650" y="4800600"/>
          <p14:tracePt t="83633" x="2774950" y="4826000"/>
          <p14:tracePt t="83642" x="2743200" y="4838700"/>
          <p14:tracePt t="83659" x="2660650" y="4933950"/>
          <p14:tracePt t="83676" x="2628900" y="4965700"/>
          <p14:tracePt t="83692" x="2559050" y="5022850"/>
          <p14:tracePt t="83709" x="2406650" y="5143500"/>
          <p14:tracePt t="83726" x="2330450" y="5194300"/>
          <p14:tracePt t="83743" x="2273300" y="5245100"/>
          <p14:tracePt t="83759" x="2241550" y="5302250"/>
          <p14:tracePt t="83776" x="2203450" y="5340350"/>
          <p14:tracePt t="83792" x="2089150" y="5429250"/>
          <p14:tracePt t="83809" x="2076450" y="5441950"/>
          <p14:tracePt t="83842" x="2076450" y="5448300"/>
          <p14:tracePt t="83859" x="2076450" y="5454650"/>
          <p14:tracePt t="83876" x="2095500" y="5454650"/>
          <p14:tracePt t="83892" x="2095500" y="5467350"/>
          <p14:tracePt t="83909" x="2108200" y="5480050"/>
          <p14:tracePt t="83926" x="2114550" y="5486400"/>
          <p14:tracePt t="83942" x="2114550" y="5492750"/>
          <p14:tracePt t="83959" x="2120900" y="5492750"/>
          <p14:tracePt t="83961" x="2120900" y="5499100"/>
          <p14:tracePt t="83993" x="2120900" y="5505450"/>
          <p14:tracePt t="84008" x="2120900" y="5511800"/>
          <p14:tracePt t="84017" x="2120900" y="5530850"/>
          <p14:tracePt t="84025" x="2114550" y="5562600"/>
          <p14:tracePt t="84042" x="2076450" y="5702300"/>
          <p14:tracePt t="84059" x="2019300" y="5886450"/>
          <p14:tracePt t="84249" x="2012950" y="5886450"/>
          <p14:tracePt t="84257" x="2012950" y="5873750"/>
          <p14:tracePt t="84265" x="2000250" y="5835650"/>
          <p14:tracePt t="84276" x="2000250" y="5822950"/>
          <p14:tracePt t="84292" x="2000250" y="5791200"/>
          <p14:tracePt t="84309" x="2025650" y="5708650"/>
          <p14:tracePt t="84326" x="2038350" y="5575300"/>
          <p14:tracePt t="84343" x="2070100" y="5454650"/>
          <p14:tracePt t="84359" x="2095500" y="5238750"/>
          <p14:tracePt t="84376" x="2095500" y="5213350"/>
          <p14:tracePt t="84392" x="2095500" y="5181600"/>
          <p14:tracePt t="84409" x="2095500" y="5162550"/>
          <p14:tracePt t="84426" x="2089150" y="5162550"/>
          <p14:tracePt t="84465" x="2076450" y="5156200"/>
          <p14:tracePt t="84481" x="2070100" y="5149850"/>
          <p14:tracePt t="84492" x="2057400" y="5149850"/>
          <p14:tracePt t="84545" x="2057400" y="5143500"/>
          <p14:tracePt t="84585" x="2057400" y="5137150"/>
          <p14:tracePt t="84601" x="2057400" y="5130800"/>
          <p14:tracePt t="84617" x="2057400" y="5124450"/>
          <p14:tracePt t="84625" x="2051050" y="5124450"/>
          <p14:tracePt t="84657" x="2038350" y="5118100"/>
          <p14:tracePt t="84689" x="2038350" y="5111750"/>
          <p14:tracePt t="84697" x="2032000" y="5105400"/>
          <p14:tracePt t="84709" x="2032000" y="5099050"/>
          <p14:tracePt t="84726" x="2032000" y="5080000"/>
          <p14:tracePt t="84743" x="2032000" y="5029200"/>
          <p14:tracePt t="84759" x="2038350" y="5010150"/>
          <p14:tracePt t="84776" x="2057400" y="4965700"/>
          <p14:tracePt t="84793" x="2159000" y="4864100"/>
          <p14:tracePt t="84809" x="2286000" y="4787900"/>
          <p14:tracePt t="84826" x="2565400" y="4660900"/>
          <p14:tracePt t="84842" x="2622550" y="4629150"/>
          <p14:tracePt t="84859" x="2755900" y="4559300"/>
          <p14:tracePt t="84876" x="2901950" y="4502150"/>
          <p14:tracePt t="84893" x="3155950" y="4413250"/>
          <p14:tracePt t="84909" x="3282950" y="4356100"/>
          <p14:tracePt t="84926" x="3333750" y="4330700"/>
          <p14:tracePt t="84943" x="3416300" y="4305300"/>
          <p14:tracePt t="84959" x="3441700" y="4298950"/>
          <p14:tracePt t="84975" x="3454400" y="4298950"/>
          <p14:tracePt t="84992" x="3448050" y="4413250"/>
          <p14:tracePt t="85009" x="3378200" y="4641850"/>
          <p14:tracePt t="85026" x="3302000" y="4845050"/>
          <p14:tracePt t="85042" x="3206750" y="5054600"/>
          <p14:tracePt t="85059" x="3086100" y="5194300"/>
          <p14:tracePt t="85076" x="3035300" y="5295900"/>
          <p14:tracePt t="85092" x="2997200" y="5334000"/>
          <p14:tracePt t="85109" x="2914650" y="5454650"/>
          <p14:tracePt t="85126" x="2838450" y="5518150"/>
          <p14:tracePt t="85142" x="2647950" y="5619750"/>
          <p14:tracePt t="85159" x="2584450" y="5657850"/>
          <p14:tracePt t="85176" x="2565400" y="5657850"/>
          <p14:tracePt t="85192" x="2495550" y="5645150"/>
          <p14:tracePt t="85209" x="2457450" y="5619750"/>
          <p14:tracePt t="85226" x="2393950" y="5492750"/>
          <p14:tracePt t="85242" x="2330450" y="5397500"/>
          <p14:tracePt t="85259" x="2305050" y="5340350"/>
          <p14:tracePt t="85276" x="2241550" y="5156200"/>
          <p14:tracePt t="85292" x="2184400" y="5041900"/>
          <p14:tracePt t="85309" x="2159000" y="4965700"/>
          <p14:tracePt t="85326" x="2114550" y="4838700"/>
          <p14:tracePt t="85342" x="2108200" y="4806950"/>
          <p14:tracePt t="85359" x="2089150" y="4800600"/>
          <p14:tracePt t="85376" x="2082800" y="4794250"/>
          <p14:tracePt t="85392" x="2063750" y="4800600"/>
          <p14:tracePt t="85409" x="2032000" y="4826000"/>
          <p14:tracePt t="85426" x="2000250" y="4857750"/>
          <p14:tracePt t="85442" x="1924050" y="4940300"/>
          <p14:tracePt t="85459" x="1879600" y="4991100"/>
          <p14:tracePt t="85476" x="1816100" y="5060950"/>
          <p14:tracePt t="85492" x="1809750" y="5067300"/>
          <p14:tracePt t="85809" x="1809750" y="5060950"/>
          <p14:tracePt t="85817" x="1809750" y="5054600"/>
          <p14:tracePt t="85825" x="1809750" y="5048250"/>
          <p14:tracePt t="85842" x="1835150" y="5016500"/>
          <p14:tracePt t="85859" x="1854200" y="4965700"/>
          <p14:tracePt t="85875" x="1854200" y="4953000"/>
          <p14:tracePt t="85892" x="1854200" y="4946650"/>
          <p14:tracePt t="85909" x="1866900" y="4933950"/>
          <p14:tracePt t="86009" x="1873250" y="4933950"/>
          <p14:tracePt t="86017" x="1873250" y="4940300"/>
          <p14:tracePt t="86033" x="1879600" y="4946650"/>
          <p14:tracePt t="86042" x="1898650" y="4953000"/>
          <p14:tracePt t="86059" x="1905000" y="4953000"/>
          <p14:tracePt t="86076" x="1924050" y="4953000"/>
          <p14:tracePt t="86093" x="1955800" y="4965700"/>
          <p14:tracePt t="86109" x="1974850" y="4959350"/>
          <p14:tracePt t="86143" x="1981200" y="4959350"/>
          <p14:tracePt t="86161" x="1981200" y="4953000"/>
          <p14:tracePt t="86192" x="1981200" y="4946650"/>
          <p14:tracePt t="86201" x="1981200" y="4940300"/>
          <p14:tracePt t="86209" x="1981200" y="4933950"/>
          <p14:tracePt t="86233" x="1981200" y="4921250"/>
          <p14:tracePt t="86248" x="1981200" y="4908550"/>
          <p14:tracePt t="86265" x="1981200" y="4902200"/>
          <p14:tracePt t="86275" x="1968500" y="4902200"/>
          <p14:tracePt t="86292" x="1955800" y="4895850"/>
          <p14:tracePt t="86309" x="1943100" y="4895850"/>
          <p14:tracePt t="86325" x="1924050" y="4902200"/>
          <p14:tracePt t="86342" x="1911350" y="4914900"/>
          <p14:tracePt t="86359" x="1892300" y="4921250"/>
          <p14:tracePt t="86376" x="1885950" y="4927600"/>
          <p14:tracePt t="86392" x="1873250" y="4940300"/>
          <p14:tracePt t="86409" x="1866900" y="4940300"/>
          <p14:tracePt t="86425" x="1866900" y="4946650"/>
          <p14:tracePt t="86459" x="1860550" y="4959350"/>
          <p14:tracePt t="86481" x="1854200" y="4965700"/>
          <p14:tracePt t="86492" x="1854200" y="4978400"/>
          <p14:tracePt t="86509" x="1854200" y="4997450"/>
          <p14:tracePt t="86526" x="1860550" y="5010150"/>
          <p14:tracePt t="86542" x="1860550" y="5016500"/>
          <p14:tracePt t="86569" x="1873250" y="5022850"/>
          <p14:tracePt t="86578" x="1885950" y="5022850"/>
          <p14:tracePt t="86601" x="1898650" y="5022850"/>
          <p14:tracePt t="86609" x="1905000" y="5022850"/>
          <p14:tracePt t="86626" x="1930400" y="5010150"/>
          <p14:tracePt t="86642" x="1949450" y="4997450"/>
          <p14:tracePt t="86659" x="1949450" y="4991100"/>
          <p14:tracePt t="86676" x="1981200" y="4978400"/>
          <p14:tracePt t="86692" x="1981200" y="4965700"/>
          <p14:tracePt t="86726" x="1993900" y="4953000"/>
          <p14:tracePt t="86742" x="1993900" y="4946650"/>
          <p14:tracePt t="86759" x="1993900" y="4933950"/>
          <p14:tracePt t="86776" x="1993900" y="4927600"/>
          <p14:tracePt t="86792" x="1993900" y="4902200"/>
          <p14:tracePt t="86809" x="1987550" y="4895850"/>
          <p14:tracePt t="86825" x="1974850" y="4889500"/>
          <p14:tracePt t="86842" x="1962150" y="4883150"/>
          <p14:tracePt t="86859" x="1917700" y="4883150"/>
          <p14:tracePt t="86876" x="1898650" y="4876800"/>
          <p14:tracePt t="86893" x="1885950" y="4876800"/>
          <p14:tracePt t="86909" x="1854200" y="4883150"/>
          <p14:tracePt t="86926" x="1822450" y="4889500"/>
          <p14:tracePt t="86942" x="1816100" y="4889500"/>
          <p14:tracePt t="86959" x="1797050" y="4895850"/>
          <p14:tracePt t="86978" x="1797050" y="4902200"/>
          <p14:tracePt t="87016" x="1797050" y="4908550"/>
          <p14:tracePt t="87032" x="1797050" y="4914900"/>
          <p14:tracePt t="87040" x="1797050" y="4921250"/>
          <p14:tracePt t="87072" x="1809750" y="4927600"/>
          <p14:tracePt t="87112" x="1809750" y="4933950"/>
          <p14:tracePt t="87120" x="1809750" y="4940300"/>
          <p14:tracePt t="87129" x="1822450" y="4940300"/>
          <p14:tracePt t="87142" x="1822450" y="4946650"/>
          <p14:tracePt t="87159" x="1835150" y="4953000"/>
          <p14:tracePt t="87176" x="1860550" y="4959350"/>
          <p14:tracePt t="87192" x="1917700" y="4972050"/>
          <p14:tracePt t="87209" x="1936750" y="4972050"/>
          <p14:tracePt t="87226" x="1962150" y="4972050"/>
          <p14:tracePt t="87242" x="1962150" y="4965700"/>
          <p14:tracePt t="87276" x="1987550" y="4959350"/>
          <p14:tracePt t="87292" x="1987550" y="4953000"/>
          <p14:tracePt t="87326" x="1987550" y="4946650"/>
          <p14:tracePt t="87342" x="1993900" y="4940300"/>
          <p14:tracePt t="87359" x="1993900" y="4927600"/>
          <p14:tracePt t="87376" x="2006600" y="4914900"/>
          <p14:tracePt t="87392" x="2006600" y="4902200"/>
          <p14:tracePt t="87409" x="2006600" y="4889500"/>
          <p14:tracePt t="87442" x="2000250" y="4889500"/>
          <p14:tracePt t="87459" x="1987550" y="4889500"/>
          <p14:tracePt t="87476" x="1968500" y="4889500"/>
          <p14:tracePt t="87492" x="1936750" y="4889500"/>
          <p14:tracePt t="87509" x="1879600" y="4895850"/>
          <p14:tracePt t="87526" x="1860550" y="4902200"/>
          <p14:tracePt t="87542" x="1828800" y="4908550"/>
          <p14:tracePt t="87559" x="1790700" y="4914900"/>
          <p14:tracePt t="87576" x="1778000" y="4921250"/>
          <p14:tracePt t="87592" x="1765300" y="4933950"/>
          <p14:tracePt t="87609" x="1765300" y="4940300"/>
          <p14:tracePt t="87626" x="1752600" y="4953000"/>
          <p14:tracePt t="87642" x="1752600" y="4965700"/>
          <p14:tracePt t="87659" x="1746250" y="4978400"/>
          <p14:tracePt t="87676" x="1746250" y="4997450"/>
          <p14:tracePt t="87692" x="1746250" y="5022850"/>
          <p14:tracePt t="87726" x="1746250" y="5029200"/>
          <p14:tracePt t="87743" x="1765300" y="5035550"/>
          <p14:tracePt t="87776" x="1797050" y="5048250"/>
          <p14:tracePt t="87792" x="1835150" y="5054600"/>
          <p14:tracePt t="87809" x="1943100" y="5054600"/>
          <p14:tracePt t="87826" x="1974850" y="5054600"/>
          <p14:tracePt t="87842" x="2012950" y="5054600"/>
          <p14:tracePt t="87859" x="2063750" y="5054600"/>
          <p14:tracePt t="87876" x="2108200" y="5048250"/>
          <p14:tracePt t="87892" x="2133600" y="5035550"/>
          <p14:tracePt t="87909" x="2171700" y="5016500"/>
          <p14:tracePt t="87926" x="2171700" y="5010150"/>
          <p14:tracePt t="87942" x="2184400" y="5003800"/>
          <p14:tracePt t="87959" x="2197100" y="4991100"/>
          <p14:tracePt t="87961" x="2209800" y="4991100"/>
          <p14:tracePt t="87976" x="2209800" y="4984750"/>
          <p14:tracePt t="87993" x="2216150" y="4978400"/>
          <p14:tracePt t="88009" x="2216150" y="4965700"/>
          <p14:tracePt t="88025" x="2216150" y="4953000"/>
          <p14:tracePt t="88042" x="2222500" y="4927600"/>
          <p14:tracePt t="88059" x="2216150" y="4908550"/>
          <p14:tracePt t="88076" x="2216150" y="4889500"/>
          <p14:tracePt t="88092" x="2197100" y="4857750"/>
          <p14:tracePt t="88109" x="2171700" y="4838700"/>
          <p14:tracePt t="88126" x="2146300" y="4819650"/>
          <p14:tracePt t="88143" x="2108200" y="4813300"/>
          <p14:tracePt t="88159" x="2070100" y="4813300"/>
          <p14:tracePt t="88176" x="2057400" y="4813300"/>
          <p14:tracePt t="88193" x="1981200" y="4832350"/>
          <p14:tracePt t="88209" x="1955800" y="4838700"/>
          <p14:tracePt t="88226" x="1949450" y="4845050"/>
          <p14:tracePt t="88242" x="1930400" y="4845050"/>
          <p14:tracePt t="88297" x="1924050" y="4845050"/>
          <p14:tracePt t="88321" x="1917700" y="4845050"/>
          <p14:tracePt t="88330" x="1917700" y="4851400"/>
          <p14:tracePt t="88480" x="1917700" y="4857750"/>
          <p14:tracePt t="88737" x="1911350" y="4864100"/>
          <p14:tracePt t="88745" x="1911350" y="4876800"/>
          <p14:tracePt t="88753" x="1892300" y="4883150"/>
          <p14:tracePt t="88761" x="1885950" y="4902200"/>
          <p14:tracePt t="88777" x="1879600" y="4933950"/>
          <p14:tracePt t="88792" x="1879600" y="4946650"/>
          <p14:tracePt t="88809" x="1873250" y="4959350"/>
          <p14:tracePt t="88825" x="1873250" y="4997450"/>
          <p14:tracePt t="88842" x="1873250" y="5035550"/>
          <p14:tracePt t="88859" x="1873250" y="5054600"/>
          <p14:tracePt t="88876" x="1898650" y="5111750"/>
          <p14:tracePt t="88892" x="1905000" y="5124450"/>
          <p14:tracePt t="88909" x="1924050" y="5149850"/>
          <p14:tracePt t="88926" x="1987550" y="5200650"/>
          <p14:tracePt t="88942" x="2019300" y="5213350"/>
          <p14:tracePt t="88959" x="2070100" y="5226050"/>
          <p14:tracePt t="88961" x="2101850" y="5226050"/>
          <p14:tracePt t="88978" x="2159000" y="5219700"/>
          <p14:tracePt t="88992" x="2197100" y="5213350"/>
          <p14:tracePt t="89009" x="2216150" y="5207000"/>
          <p14:tracePt t="89026" x="2247900" y="5194300"/>
          <p14:tracePt t="89042" x="2247900" y="5181600"/>
          <p14:tracePt t="89059" x="2241550" y="5175250"/>
          <p14:tracePt t="89075" x="2241550" y="5156200"/>
          <p14:tracePt t="89092" x="2241550" y="5130800"/>
          <p14:tracePt t="89109" x="2247900" y="5111750"/>
          <p14:tracePt t="89125" x="2247900" y="5099050"/>
          <p14:tracePt t="89142" x="2247900" y="5080000"/>
          <p14:tracePt t="89159" x="2247900" y="5073650"/>
          <p14:tracePt t="89176" x="2235200" y="5054600"/>
          <p14:tracePt t="89192" x="2197100" y="5016500"/>
          <p14:tracePt t="89209" x="2152650" y="4991100"/>
          <p14:tracePt t="89226" x="2070100" y="4965700"/>
          <p14:tracePt t="89242" x="2063750" y="4959350"/>
          <p14:tracePt t="89259" x="2019300" y="4953000"/>
          <p14:tracePt t="89276" x="1987550" y="4953000"/>
          <p14:tracePt t="89292" x="1917700" y="4946650"/>
          <p14:tracePt t="89309" x="1892300" y="4946650"/>
          <p14:tracePt t="89326" x="1885950" y="4946650"/>
          <p14:tracePt t="89343" x="1866900" y="4946650"/>
          <p14:tracePt t="89359" x="1866900" y="4953000"/>
          <p14:tracePt t="89376" x="1854200" y="4959350"/>
          <p14:tracePt t="89392" x="1847850" y="4972050"/>
          <p14:tracePt t="89409" x="1835150" y="4991100"/>
          <p14:tracePt t="89426" x="1835150" y="4997450"/>
          <p14:tracePt t="89442" x="1822450" y="5003800"/>
          <p14:tracePt t="89459" x="1822450" y="5010150"/>
          <p14:tracePt t="89745" x="1828800" y="5010150"/>
          <p14:tracePt t="89769" x="1828800" y="5003800"/>
          <p14:tracePt t="89777" x="1847850" y="4997450"/>
          <p14:tracePt t="89785" x="1860550" y="4984750"/>
          <p14:tracePt t="89793" x="1873250" y="4978400"/>
          <p14:tracePt t="89809" x="1911350" y="4953000"/>
          <p14:tracePt t="89825" x="1924050" y="4940300"/>
          <p14:tracePt t="89842" x="1930400" y="4933950"/>
          <p14:tracePt t="89859" x="1936750" y="4927600"/>
          <p14:tracePt t="89968" x="1949450" y="4927600"/>
          <p14:tracePt t="90545" x="1943100" y="4927600"/>
          <p14:tracePt t="90808" x="1936750" y="4921250"/>
          <p14:tracePt t="90816" x="1930400" y="4921250"/>
          <p14:tracePt t="90825" x="1911350" y="4914900"/>
          <p14:tracePt t="90842" x="1898650" y="4914900"/>
          <p14:tracePt t="90859" x="1866900" y="4914900"/>
          <p14:tracePt t="90875" x="1860550" y="4914900"/>
          <p14:tracePt t="90892" x="1841500" y="4914900"/>
          <p14:tracePt t="90909" x="1816100" y="4914900"/>
          <p14:tracePt t="90925" x="1784350" y="4914900"/>
          <p14:tracePt t="90959" x="1778000" y="4921250"/>
          <p14:tracePt t="90960" x="1771650" y="4921250"/>
          <p14:tracePt t="90975" x="1771650" y="4927600"/>
          <p14:tracePt t="90992" x="1771650" y="4946650"/>
          <p14:tracePt t="91025" x="1765300" y="4965700"/>
          <p14:tracePt t="91042" x="1758950" y="4984750"/>
          <p14:tracePt t="91059" x="1758950" y="4991100"/>
          <p14:tracePt t="91076" x="1765300" y="4997450"/>
          <p14:tracePt t="91092" x="1765300" y="5016500"/>
          <p14:tracePt t="91109" x="1771650" y="5022850"/>
          <p14:tracePt t="91125" x="1784350" y="5041900"/>
          <p14:tracePt t="91142" x="1797050" y="5054600"/>
          <p14:tracePt t="91159" x="1803400" y="5054600"/>
          <p14:tracePt t="91176" x="1835150" y="5067300"/>
          <p14:tracePt t="91192" x="1860550" y="5073650"/>
          <p14:tracePt t="91209" x="1885950" y="5073650"/>
          <p14:tracePt t="91226" x="1905000" y="5067300"/>
          <p14:tracePt t="91242" x="1924050" y="5060950"/>
          <p14:tracePt t="91259" x="1968500" y="5048250"/>
          <p14:tracePt t="91276" x="1993900" y="5029200"/>
          <p14:tracePt t="91292" x="2019300" y="5022850"/>
          <p14:tracePt t="91309" x="2032000" y="4997450"/>
          <p14:tracePt t="91326" x="2063750" y="4959350"/>
          <p14:tracePt t="91359" x="2076450" y="4933950"/>
          <p14:tracePt t="91376" x="2076450" y="4921250"/>
          <p14:tracePt t="91393" x="2095500" y="4889500"/>
          <p14:tracePt t="91409" x="2095500" y="4883150"/>
          <p14:tracePt t="91426" x="2095500" y="4870450"/>
          <p14:tracePt t="91442" x="2089150" y="4851400"/>
          <p14:tracePt t="91459" x="2076450" y="4851400"/>
          <p14:tracePt t="91476" x="2063750" y="4845050"/>
          <p14:tracePt t="91492" x="2044700" y="4845050"/>
          <p14:tracePt t="91509" x="2012950" y="4845050"/>
          <p14:tracePt t="91526" x="1987550" y="4851400"/>
          <p14:tracePt t="91542" x="1955800" y="4870450"/>
          <p14:tracePt t="91559" x="1936750" y="4883150"/>
          <p14:tracePt t="91576" x="1930400" y="4889500"/>
          <p14:tracePt t="91593" x="1885950" y="4940300"/>
          <p14:tracePt t="91609" x="1879600" y="4959350"/>
          <p14:tracePt t="91626" x="1860550" y="4997450"/>
          <p14:tracePt t="91642" x="1860550" y="5016500"/>
          <p14:tracePt t="91659" x="1860550" y="5035550"/>
          <p14:tracePt t="91676" x="1860550" y="5099050"/>
          <p14:tracePt t="91692" x="1860550" y="5137150"/>
          <p14:tracePt t="91709" x="1866900" y="5175250"/>
          <p14:tracePt t="91726" x="1885950" y="5245100"/>
          <p14:tracePt t="91742" x="1892300" y="5264150"/>
          <p14:tracePt t="91759" x="1911350" y="5295900"/>
          <p14:tracePt t="91776" x="1917700" y="5340350"/>
          <p14:tracePt t="91792" x="1924050" y="5365750"/>
          <p14:tracePt t="91809" x="1936750" y="5378450"/>
          <p14:tracePt t="91826" x="1936750" y="5397500"/>
          <p14:tracePt t="91905" x="1936750" y="5378450"/>
          <p14:tracePt t="91913" x="1936750" y="5365750"/>
          <p14:tracePt t="91920" x="1936750" y="5346700"/>
          <p14:tracePt t="91929" x="1936750" y="5321300"/>
          <p14:tracePt t="91942" x="1936750" y="5283200"/>
          <p14:tracePt t="91959" x="1917700" y="5194300"/>
          <p14:tracePt t="91961" x="1917700" y="5175250"/>
          <p14:tracePt t="91976" x="1917700" y="5162550"/>
          <p14:tracePt t="91992" x="1911350" y="5130800"/>
          <p14:tracePt t="92009" x="1905000" y="5086350"/>
          <p14:tracePt t="92026" x="1898650" y="5073650"/>
          <p14:tracePt t="92042" x="1892300" y="5054600"/>
          <p14:tracePt t="92121" x="1892300" y="5048250"/>
          <p14:tracePt t="92225" x="1892300" y="5054600"/>
          <p14:tracePt t="92233" x="1892300" y="5067300"/>
          <p14:tracePt t="92242" x="1879600" y="5099050"/>
          <p14:tracePt t="92259" x="1866900" y="5181600"/>
          <p14:tracePt t="92275" x="1841500" y="5365750"/>
          <p14:tracePt t="92292" x="1841500" y="5435600"/>
          <p14:tracePt t="92309" x="1835150" y="5511800"/>
          <p14:tracePt t="92326" x="1841500" y="5670550"/>
          <p14:tracePt t="92342" x="1866900" y="5746750"/>
          <p14:tracePt t="92359" x="1879600" y="5797550"/>
          <p14:tracePt t="92376" x="1885950" y="5873750"/>
          <p14:tracePt t="92392" x="1885950" y="5899150"/>
          <p14:tracePt t="92409" x="1892300" y="5937250"/>
          <p14:tracePt t="92425" x="1898650" y="5962650"/>
          <p14:tracePt t="92442" x="1898650" y="5969000"/>
          <p14:tracePt t="92459" x="1905000" y="5969000"/>
          <p14:tracePt t="92476" x="1905000" y="5981700"/>
          <p14:tracePt t="92492" x="1905000" y="5988050"/>
          <p14:tracePt t="92509" x="1911350" y="5988050"/>
          <p14:tracePt t="92608" x="1917700" y="5988050"/>
          <p14:tracePt t="92633" x="1930400" y="5988050"/>
          <p14:tracePt t="92641" x="1943100" y="5988050"/>
          <p14:tracePt t="92649" x="1949450" y="5988050"/>
          <p14:tracePt t="92659" x="1968500" y="5988050"/>
          <p14:tracePt t="92676" x="2006600" y="5975350"/>
          <p14:tracePt t="92692" x="2089150" y="5962650"/>
          <p14:tracePt t="92709" x="2178050" y="5943600"/>
          <p14:tracePt t="92726" x="2305050" y="5937250"/>
          <p14:tracePt t="92742" x="2476500" y="5937250"/>
          <p14:tracePt t="92759" x="2552700" y="5943600"/>
          <p14:tracePt t="92776" x="2686050" y="5956300"/>
          <p14:tracePt t="92792" x="2889250" y="5981700"/>
          <p14:tracePt t="92809" x="2990850" y="5994400"/>
          <p14:tracePt t="92826" x="3187700" y="6032500"/>
          <p14:tracePt t="92842" x="3263900" y="6038850"/>
          <p14:tracePt t="92859" x="3333750" y="6045200"/>
          <p14:tracePt t="92876" x="3441700" y="6045200"/>
          <p14:tracePt t="92892" x="3613150" y="6051550"/>
          <p14:tracePt t="92909" x="3695700" y="6051550"/>
          <p14:tracePt t="92925" x="3771900" y="6051550"/>
          <p14:tracePt t="92942" x="3873500" y="6051550"/>
          <p14:tracePt t="92959" x="3886200" y="6051550"/>
          <p14:tracePt t="92976" x="3930650" y="6045200"/>
          <p14:tracePt t="92992" x="4000500" y="6032500"/>
          <p14:tracePt t="93009" x="4013200" y="6026150"/>
          <p14:tracePt t="93026" x="4044950" y="6007100"/>
          <p14:tracePt t="93042" x="4057650" y="6000750"/>
          <p14:tracePt t="93059" x="4083050" y="5988050"/>
          <p14:tracePt t="93076" x="4133850" y="5975350"/>
          <p14:tracePt t="93092" x="4178300" y="5949950"/>
          <p14:tracePt t="93109" x="4229100" y="5937250"/>
          <p14:tracePt t="93126" x="4337050" y="5873750"/>
          <p14:tracePt t="93142" x="4349750" y="5854700"/>
          <p14:tracePt t="93159" x="4394200" y="5810250"/>
          <p14:tracePt t="93176" x="4483100" y="5689600"/>
          <p14:tracePt t="93192" x="4514850" y="5537200"/>
          <p14:tracePt t="93209" x="4521200" y="5334000"/>
          <p14:tracePt t="93226" x="4502150" y="5276850"/>
          <p14:tracePt t="93242" x="4483100" y="5168900"/>
          <p14:tracePt t="93259" x="4400550" y="5016500"/>
          <p14:tracePt t="93276" x="4356100" y="4965700"/>
          <p14:tracePt t="93292" x="4292600" y="4902200"/>
          <p14:tracePt t="93309" x="4197350" y="4838700"/>
          <p14:tracePt t="93326" x="4102100" y="4800600"/>
          <p14:tracePt t="93343" x="4051300" y="4768850"/>
          <p14:tracePt t="93359" x="3987800" y="4730750"/>
          <p14:tracePt t="93376" x="3956050" y="4718050"/>
          <p14:tracePt t="93392" x="3937000" y="4705350"/>
          <p14:tracePt t="93409" x="3917950" y="4705350"/>
          <p14:tracePt t="93426" x="3905250" y="4711700"/>
          <p14:tracePt t="93459" x="3905250" y="4724400"/>
          <p14:tracePt t="93476" x="3892550" y="4743450"/>
          <p14:tracePt t="93492" x="3892550" y="4762500"/>
          <p14:tracePt t="93526" x="3886200" y="4768850"/>
          <p14:tracePt t="93542" x="3886200" y="4787900"/>
          <p14:tracePt t="93559" x="3886200" y="4794250"/>
          <p14:tracePt t="93576" x="3892550" y="4800600"/>
          <p14:tracePt t="93592" x="3911600" y="4800600"/>
          <p14:tracePt t="93641" x="3917950" y="4806950"/>
          <p14:tracePt t="93665" x="3917950" y="4813300"/>
          <p14:tracePt t="93673" x="3917950" y="4819650"/>
          <p14:tracePt t="93681" x="3937000" y="4826000"/>
          <p14:tracePt t="93692" x="3937000" y="4832350"/>
          <p14:tracePt t="93709" x="3937000" y="4845050"/>
          <p14:tracePt t="93726" x="3949700" y="4864100"/>
          <p14:tracePt t="93742" x="3981450" y="4914900"/>
          <p14:tracePt t="93759" x="3994150" y="4933950"/>
          <p14:tracePt t="93776" x="4019550" y="4965700"/>
          <p14:tracePt t="93792" x="4044950" y="4984750"/>
          <p14:tracePt t="93809" x="4051300" y="4984750"/>
          <p14:tracePt t="93865" x="4057650" y="4984750"/>
          <p14:tracePt t="93913" x="4057650" y="4978400"/>
          <p14:tracePt t="93921" x="4051300" y="4978400"/>
          <p14:tracePt t="93929" x="4044950" y="4972050"/>
          <p14:tracePt t="93945" x="4038600" y="4972050"/>
          <p14:tracePt t="93959" x="4019550" y="4972050"/>
          <p14:tracePt t="93976" x="3937000" y="4972050"/>
          <p14:tracePt t="93992" x="3644900" y="4997450"/>
          <p14:tracePt t="94009" x="3568700" y="5010150"/>
          <p14:tracePt t="94026" x="3371850" y="5016500"/>
          <p14:tracePt t="94042" x="3238500" y="5022850"/>
          <p14:tracePt t="94059" x="3092450" y="5041900"/>
          <p14:tracePt t="94076" x="2959100" y="5048250"/>
          <p14:tracePt t="94092" x="2857500" y="5054600"/>
          <p14:tracePt t="94109" x="2724150" y="5067300"/>
          <p14:tracePt t="94126" x="2705100" y="5067300"/>
          <p14:tracePt t="94142" x="2628900" y="5067300"/>
          <p14:tracePt t="94159" x="2578100" y="5054600"/>
          <p14:tracePt t="94176" x="2508250" y="5048250"/>
          <p14:tracePt t="94192" x="2457450" y="5041900"/>
          <p14:tracePt t="94209" x="2451100" y="5041900"/>
          <p14:tracePt t="94226" x="2400300" y="5029200"/>
          <p14:tracePt t="94242" x="2368550" y="5029200"/>
          <p14:tracePt t="94259" x="2343150" y="5022850"/>
          <p14:tracePt t="94276" x="2279650" y="5016500"/>
          <p14:tracePt t="94292" x="2254250" y="5016500"/>
          <p14:tracePt t="94309" x="2235200" y="5010150"/>
          <p14:tracePt t="94326" x="2133600" y="4997450"/>
          <p14:tracePt t="94342" x="2063750" y="4991100"/>
          <p14:tracePt t="94359" x="1993900" y="4991100"/>
          <p14:tracePt t="94376" x="1885950" y="4991100"/>
          <p14:tracePt t="94393" x="1847850" y="4991100"/>
          <p14:tracePt t="94409" x="1784350" y="4991100"/>
          <p14:tracePt t="94426" x="1708150" y="4991100"/>
          <p14:tracePt t="94442" x="1695450" y="4991100"/>
          <p14:tracePt t="94459" x="1689100" y="4991100"/>
          <p14:tracePt t="94512" x="1682750" y="4991100"/>
          <p14:tracePt t="94537" x="1663700" y="4978400"/>
          <p14:tracePt t="94552" x="1657350" y="4978400"/>
          <p14:tracePt t="94561" x="1644650" y="4972050"/>
          <p14:tracePt t="94569" x="1631950" y="4972050"/>
          <p14:tracePt t="94577" x="1619250" y="4972050"/>
          <p14:tracePt t="94592" x="1536700" y="4984750"/>
          <p14:tracePt t="94609" x="1517650" y="4984750"/>
          <p14:tracePt t="94625" x="1435100" y="4997450"/>
          <p14:tracePt t="94642" x="1327150" y="5010150"/>
          <p14:tracePt t="94659" x="1231900" y="5010150"/>
          <p14:tracePt t="94675" x="1054100" y="5022850"/>
          <p14:tracePt t="94692" x="1041400" y="5022850"/>
          <p14:tracePt t="94709" x="977900" y="5022850"/>
          <p14:tracePt t="94725" x="939800" y="5029200"/>
          <p14:tracePt t="94742" x="920750" y="5029200"/>
          <p14:tracePt t="94759" x="908050" y="5029200"/>
          <p14:tracePt t="94873" x="914400" y="5029200"/>
          <p14:tracePt t="94881" x="920750" y="5029200"/>
          <p14:tracePt t="94892" x="958850" y="5016500"/>
          <p14:tracePt t="94909" x="977900" y="5016500"/>
          <p14:tracePt t="94926" x="1003300" y="5010150"/>
          <p14:tracePt t="94943" x="1022350" y="4997450"/>
          <p14:tracePt t="94959" x="1060450" y="4978400"/>
          <p14:tracePt t="94961" x="1079500" y="4972050"/>
          <p14:tracePt t="94976" x="1085850" y="4972050"/>
          <p14:tracePt t="94992" x="1098550" y="4965700"/>
          <p14:tracePt t="95009" x="1104900" y="4965700"/>
          <p14:tracePt t="95026" x="1117600" y="4965700"/>
          <p14:tracePt t="95059" x="1117600" y="4959350"/>
          <p14:tracePt t="95080" x="1117600" y="4946650"/>
          <p14:tracePt t="95092" x="1123950" y="4946650"/>
          <p14:tracePt t="95109" x="1136650" y="4914900"/>
          <p14:tracePt t="95126" x="1143000" y="4895850"/>
          <p14:tracePt t="95142" x="1143000" y="4876800"/>
          <p14:tracePt t="95159" x="1149350" y="4851400"/>
          <p14:tracePt t="95176" x="1155700" y="4819650"/>
          <p14:tracePt t="95192" x="1162050" y="4749800"/>
          <p14:tracePt t="95209" x="1149350" y="4711700"/>
          <p14:tracePt t="95225" x="1117600" y="4679950"/>
          <p14:tracePt t="95242" x="1117600" y="4660900"/>
          <p14:tracePt t="95259" x="1085850" y="4597400"/>
          <p14:tracePt t="95276" x="1054100" y="4559300"/>
          <p14:tracePt t="95292" x="996950" y="4521200"/>
          <p14:tracePt t="95309" x="965200" y="4508500"/>
          <p14:tracePt t="95326" x="927100" y="4489450"/>
          <p14:tracePt t="95342" x="920750" y="4489450"/>
          <p14:tracePt t="95359" x="882650" y="4483100"/>
          <p14:tracePt t="95376" x="863600" y="4483100"/>
          <p14:tracePt t="95393" x="819150" y="4483100"/>
          <p14:tracePt t="95409" x="806450" y="4483100"/>
          <p14:tracePt t="95426" x="793750" y="4483100"/>
          <p14:tracePt t="95442" x="768350" y="4483100"/>
          <p14:tracePt t="95459" x="730250" y="4502150"/>
          <p14:tracePt t="95481" x="717550" y="4502150"/>
          <p14:tracePt t="95492" x="717550" y="4508500"/>
          <p14:tracePt t="95513" x="704850" y="4508500"/>
          <p14:tracePt t="95526" x="704850" y="4514850"/>
          <p14:tracePt t="95542" x="704850" y="4521200"/>
          <p14:tracePt t="95559" x="698500" y="4527550"/>
          <p14:tracePt t="95576" x="692150" y="4533900"/>
          <p14:tracePt t="95592" x="685800" y="4546600"/>
          <p14:tracePt t="95625" x="660400" y="4578350"/>
          <p14:tracePt t="95642" x="654050" y="4597400"/>
          <p14:tracePt t="95659" x="641350" y="4616450"/>
          <p14:tracePt t="95676" x="635000" y="4635500"/>
          <p14:tracePt t="95692" x="615950" y="4686300"/>
          <p14:tracePt t="95709" x="596900" y="4724400"/>
          <p14:tracePt t="95726" x="590550" y="4756150"/>
          <p14:tracePt t="95742" x="571500" y="4794250"/>
          <p14:tracePt t="95759" x="565150" y="4819650"/>
          <p14:tracePt t="95776" x="565150" y="4838700"/>
          <p14:tracePt t="95792" x="584200" y="4883150"/>
          <p14:tracePt t="95809" x="596900" y="4902200"/>
          <p14:tracePt t="95826" x="603250" y="4940300"/>
          <p14:tracePt t="95842" x="622300" y="4978400"/>
          <p14:tracePt t="95859" x="647700" y="5029200"/>
          <p14:tracePt t="95876" x="685800" y="5099050"/>
          <p14:tracePt t="95892" x="704850" y="5124450"/>
          <p14:tracePt t="95909" x="749300" y="5194300"/>
          <p14:tracePt t="95925" x="774700" y="5207000"/>
          <p14:tracePt t="95942" x="806450" y="5232400"/>
          <p14:tracePt t="95959" x="850900" y="5270500"/>
          <p14:tracePt t="95961" x="869950" y="5276850"/>
          <p14:tracePt t="95976" x="908050" y="5289550"/>
          <p14:tracePt t="95992" x="965200" y="5314950"/>
          <p14:tracePt t="96009" x="984250" y="5321300"/>
          <p14:tracePt t="96026" x="1009650" y="5321300"/>
          <p14:tracePt t="96042" x="1054100" y="5327650"/>
          <p14:tracePt t="96059" x="1143000" y="5321300"/>
          <p14:tracePt t="96076" x="1187450" y="5314950"/>
          <p14:tracePt t="96092" x="1231900" y="5308600"/>
          <p14:tracePt t="96109" x="1295400" y="5295900"/>
          <p14:tracePt t="96126" x="1339850" y="5283200"/>
          <p14:tracePt t="96142" x="1352550" y="5276850"/>
          <p14:tracePt t="96159" x="1403350" y="5251450"/>
          <p14:tracePt t="96176" x="1416050" y="5245100"/>
          <p14:tracePt t="96192" x="1416050" y="5219700"/>
          <p14:tracePt t="96209" x="1422400" y="5175250"/>
          <p14:tracePt t="96226" x="1428750" y="5143500"/>
          <p14:tracePt t="96242" x="1428750" y="5111750"/>
          <p14:tracePt t="96259" x="1422400" y="5010150"/>
          <p14:tracePt t="96275" x="1397000" y="4965700"/>
          <p14:tracePt t="96292" x="1346200" y="4927600"/>
          <p14:tracePt t="96309" x="1314450" y="4921250"/>
          <p14:tracePt t="96326" x="1301750" y="4914900"/>
          <p14:tracePt t="96342" x="1295400" y="4914900"/>
          <p14:tracePt t="96359" x="1289050" y="4914900"/>
          <p14:tracePt t="96416" x="1301750" y="4914900"/>
          <p14:tracePt t="96424" x="1320800" y="4914900"/>
          <p14:tracePt t="96433" x="1346200" y="4895850"/>
          <p14:tracePt t="96449" x="1358900" y="4889500"/>
          <p14:tracePt t="96459" x="1403350" y="4864100"/>
          <p14:tracePt t="96475" x="1530350" y="4794250"/>
          <p14:tracePt t="96492" x="1625600" y="4756150"/>
          <p14:tracePt t="96509" x="1695450" y="4705350"/>
          <p14:tracePt t="96526" x="1778000" y="4648200"/>
          <p14:tracePt t="96542" x="1790700" y="4635500"/>
          <p14:tracePt t="96559" x="1816100" y="4622800"/>
          <p14:tracePt t="96576" x="1835150" y="4610100"/>
          <p14:tracePt t="96592" x="1860550" y="4591050"/>
          <p14:tracePt t="96609" x="1898650" y="4572000"/>
          <p14:tracePt t="96626" x="1930400" y="4546600"/>
          <p14:tracePt t="96642" x="2000250" y="4502150"/>
          <p14:tracePt t="96659" x="2025650" y="4476750"/>
          <p14:tracePt t="96675" x="2089150" y="4413250"/>
          <p14:tracePt t="96692" x="2101850" y="4394200"/>
          <p14:tracePt t="96709" x="2127250" y="4368800"/>
          <p14:tracePt t="96726" x="2171700" y="4337050"/>
          <p14:tracePt t="96742" x="2178050" y="4318000"/>
          <p14:tracePt t="96759" x="2178050" y="4298950"/>
          <p14:tracePt t="96776" x="2178050" y="4254500"/>
          <p14:tracePt t="96792" x="2184400" y="4229100"/>
          <p14:tracePt t="96809" x="2171700" y="4197350"/>
          <p14:tracePt t="96826" x="2139950" y="4178300"/>
          <p14:tracePt t="96843" x="2114550" y="4171950"/>
          <p14:tracePt t="96859" x="2076450" y="4152900"/>
          <p14:tracePt t="96876" x="2032000" y="4146550"/>
          <p14:tracePt t="96893" x="1993900" y="4140200"/>
          <p14:tracePt t="96909" x="1981200" y="4133850"/>
          <p14:tracePt t="96926" x="1962150" y="4133850"/>
          <p14:tracePt t="96943" x="1949450" y="4133850"/>
          <p14:tracePt t="96959" x="1924050" y="4133850"/>
          <p14:tracePt t="96961" x="1911350" y="4133850"/>
          <p14:tracePt t="96976" x="1885950" y="4140200"/>
          <p14:tracePt t="96992" x="1778000" y="4165600"/>
          <p14:tracePt t="97009" x="1752600" y="4178300"/>
          <p14:tracePt t="97026" x="1714500" y="4197350"/>
          <p14:tracePt t="97042" x="1651000" y="4229100"/>
          <p14:tracePt t="97059" x="1619250" y="4248150"/>
          <p14:tracePt t="97076" x="1568450" y="4286250"/>
          <p14:tracePt t="97092" x="1555750" y="4305300"/>
          <p14:tracePt t="97109" x="1543050" y="4324350"/>
          <p14:tracePt t="97126" x="1524000" y="4406900"/>
          <p14:tracePt t="97142" x="1524000" y="4451350"/>
          <p14:tracePt t="97159" x="1524000" y="4508500"/>
          <p14:tracePt t="97176" x="1543050" y="4629150"/>
          <p14:tracePt t="97192" x="1593850" y="4705350"/>
          <p14:tracePt t="97209" x="1657350" y="4756150"/>
          <p14:tracePt t="97225" x="1822450" y="4800600"/>
          <p14:tracePt t="97242" x="1885950" y="4800600"/>
          <p14:tracePt t="97259" x="1949450" y="4781550"/>
          <p14:tracePt t="97275" x="2051050" y="4737100"/>
          <p14:tracePt t="97292" x="2114550" y="4699000"/>
          <p14:tracePt t="97309" x="2133600" y="4686300"/>
          <p14:tracePt t="97352" x="2152650" y="4673600"/>
          <p14:tracePt t="97408" x="2152650" y="4679950"/>
          <p14:tracePt t="97416" x="2152650" y="4686300"/>
          <p14:tracePt t="97425" x="2152650" y="4692650"/>
          <p14:tracePt t="97442" x="2146300" y="4699000"/>
          <p14:tracePt t="97459" x="2146300" y="4711700"/>
          <p14:tracePt t="97553" x="2146300" y="4699000"/>
          <p14:tracePt t="97561" x="2146300" y="4692650"/>
          <p14:tracePt t="97569" x="2146300" y="4686300"/>
          <p14:tracePt t="97578" x="2139950" y="4673600"/>
          <p14:tracePt t="97592" x="2114550" y="4610100"/>
          <p14:tracePt t="97609" x="2114550" y="4597400"/>
          <p14:tracePt t="97626" x="2114550" y="4565650"/>
          <p14:tracePt t="97642" x="2095500" y="4527550"/>
          <p14:tracePt t="97659" x="2089150" y="4489450"/>
          <p14:tracePt t="97676" x="2076450" y="4470400"/>
          <p14:tracePt t="97692" x="2076450" y="4432300"/>
          <p14:tracePt t="97709" x="2076450" y="4419600"/>
          <p14:tracePt t="97726" x="2063750" y="4406900"/>
          <p14:tracePt t="97742" x="2051050" y="4387850"/>
          <p14:tracePt t="97759" x="2051050" y="4381500"/>
          <p14:tracePt t="97776" x="2038350" y="4368800"/>
          <p14:tracePt t="97792" x="2038350" y="4343400"/>
          <p14:tracePt t="97809" x="2038350" y="4330700"/>
          <p14:tracePt t="97826" x="2025650" y="4324350"/>
          <p14:tracePt t="97842" x="2025650" y="4298950"/>
          <p14:tracePt t="97859" x="2025650" y="4286250"/>
          <p14:tracePt t="97876" x="2025650" y="4279900"/>
          <p14:tracePt t="97892" x="2019300" y="4273550"/>
          <p14:tracePt t="97926" x="2019300" y="4267200"/>
          <p14:tracePt t="97969" x="2012950" y="4267200"/>
          <p14:tracePt t="98233" x="2019300" y="4267200"/>
          <p14:tracePt t="98297" x="2012950" y="4286250"/>
          <p14:tracePt t="98304" x="2019300" y="4286250"/>
          <p14:tracePt t="98313" x="2019300" y="4292600"/>
          <p14:tracePt t="98326" x="2019300" y="4305300"/>
          <p14:tracePt t="98342" x="2019300" y="4318000"/>
          <p14:tracePt t="98359" x="2012950" y="4387850"/>
          <p14:tracePt t="98376" x="2000250" y="4457700"/>
          <p14:tracePt t="98392" x="2000250" y="4629150"/>
          <p14:tracePt t="98409" x="2000250" y="4737100"/>
          <p14:tracePt t="98425" x="2000250" y="4756150"/>
          <p14:tracePt t="98442" x="2019300" y="4845050"/>
          <p14:tracePt t="98459" x="2019300" y="4883150"/>
          <p14:tracePt t="98476" x="2012950" y="4908550"/>
          <p14:tracePt t="98492" x="2012950" y="4927600"/>
          <p14:tracePt t="98509" x="2012950" y="4940300"/>
          <p14:tracePt t="98526" x="2012950" y="4946650"/>
          <p14:tracePt t="98542" x="2019300" y="4953000"/>
          <p14:tracePt t="98559" x="2025650" y="4953000"/>
          <p14:tracePt t="98576" x="2025650" y="4965700"/>
          <p14:tracePt t="98592" x="2025650" y="4997450"/>
          <p14:tracePt t="98609" x="2019300" y="5029200"/>
          <p14:tracePt t="98625" x="2019300" y="5041900"/>
          <p14:tracePt t="98642" x="2019300" y="5086350"/>
          <p14:tracePt t="98659" x="2019300" y="5105400"/>
          <p14:tracePt t="98675" x="2019300" y="5111750"/>
          <p14:tracePt t="98744" x="2019300" y="5105400"/>
          <p14:tracePt t="98761" x="2012950" y="5099050"/>
          <p14:tracePt t="98768" x="2012950" y="5086350"/>
          <p14:tracePt t="98777" x="2006600" y="5080000"/>
          <p14:tracePt t="98793" x="1993900" y="5067300"/>
          <p14:tracePt t="98809" x="1892300" y="5029200"/>
          <p14:tracePt t="98826" x="1847850" y="5029200"/>
          <p14:tracePt t="98842" x="1739900" y="5029200"/>
          <p14:tracePt t="98859" x="1479550" y="5054600"/>
          <p14:tracePt t="98876" x="1371600" y="5080000"/>
          <p14:tracePt t="98892" x="1289050" y="5086350"/>
          <p14:tracePt t="98909" x="1225550" y="5099050"/>
          <p14:tracePt t="98926" x="1193800" y="5099050"/>
          <p14:tracePt t="98942" x="1162050" y="5111750"/>
          <p14:tracePt t="98959" x="1117600" y="5118100"/>
          <p14:tracePt t="98976" x="1111250" y="5118100"/>
          <p14:tracePt t="98992" x="1085850" y="5124450"/>
          <p14:tracePt t="99009" x="1079500" y="5124450"/>
          <p14:tracePt t="99042" x="1073150" y="5124450"/>
          <p14:tracePt t="99072" x="1066800" y="5124450"/>
          <p14:tracePt t="99193" x="1073150" y="5118100"/>
          <p14:tracePt t="99217" x="1111250" y="5092700"/>
          <p14:tracePt t="99224" x="1117600" y="5092700"/>
          <p14:tracePt t="99233" x="1143000" y="5086350"/>
          <p14:tracePt t="99242" x="1187450" y="5073650"/>
          <p14:tracePt t="99259" x="1244600" y="5060950"/>
          <p14:tracePt t="99276" x="1485900" y="5016500"/>
          <p14:tracePt t="99292" x="1568450" y="5010150"/>
          <p14:tracePt t="99308" x="1663700" y="5003800"/>
          <p14:tracePt t="99325" x="1809750" y="4991100"/>
          <p14:tracePt t="99342" x="1854200" y="4984750"/>
          <p14:tracePt t="99359" x="1885950" y="4984750"/>
          <p14:tracePt t="99375" x="1924050" y="4984750"/>
          <p14:tracePt t="99392" x="1930400" y="4984750"/>
          <p14:tracePt t="99425" x="1943100" y="4978400"/>
          <p14:tracePt t="99442" x="1955800" y="4978400"/>
          <p14:tracePt t="99489" x="1962150" y="4978400"/>
          <p14:tracePt t="99497" x="1968500" y="4978400"/>
          <p14:tracePt t="99513" x="1974850" y="4978400"/>
          <p14:tracePt t="99537" x="1981200" y="4978400"/>
          <p14:tracePt t="99753" x="1987550" y="4978400"/>
          <p14:tracePt t="99761" x="1987550" y="4984750"/>
          <p14:tracePt t="99768" x="1993900" y="4984750"/>
          <p14:tracePt t="99785" x="2000250" y="4984750"/>
          <p14:tracePt t="99793" x="2006600" y="4984750"/>
          <p14:tracePt t="99809" x="2025650" y="4997450"/>
          <p14:tracePt t="99825" x="2051050" y="4997450"/>
          <p14:tracePt t="99842" x="2057400" y="4997450"/>
          <p14:tracePt t="99875" x="2070100" y="4984750"/>
          <p14:tracePt t="99893" x="2082800" y="4984750"/>
          <p14:tracePt t="99909" x="2089150" y="4978400"/>
          <p14:tracePt t="99925" x="2089150" y="4972050"/>
          <p14:tracePt t="99942" x="2089150" y="4959350"/>
          <p14:tracePt t="99959" x="2089150" y="4946650"/>
          <p14:tracePt t="99961" x="2082800" y="4946650"/>
          <p14:tracePt t="99976" x="2082800" y="4933950"/>
          <p14:tracePt t="99992" x="2063750" y="4933950"/>
          <p14:tracePt t="100009" x="2044700" y="4933950"/>
          <p14:tracePt t="100025" x="2000250" y="4933950"/>
          <p14:tracePt t="100042" x="1955800" y="4933950"/>
          <p14:tracePt t="100059" x="1924050" y="4940300"/>
          <p14:tracePt t="100076" x="1847850" y="4959350"/>
          <p14:tracePt t="100092" x="1828800" y="4965700"/>
          <p14:tracePt t="100109" x="1771650" y="4978400"/>
          <p14:tracePt t="100126" x="1727200" y="4997450"/>
          <p14:tracePt t="100142" x="1714500" y="5003800"/>
          <p14:tracePt t="100159" x="1714500" y="5010150"/>
          <p14:tracePt t="100176" x="1708150" y="5010150"/>
          <p14:tracePt t="100193" x="1701800" y="5016500"/>
          <p14:tracePt t="100209" x="1701800" y="5022850"/>
          <p14:tracePt t="100225" x="1695450" y="5041900"/>
          <p14:tracePt t="100242" x="1695450" y="5054600"/>
          <p14:tracePt t="100276" x="1695450" y="5073650"/>
          <p14:tracePt t="100309" x="1695450" y="5086350"/>
          <p14:tracePt t="100326" x="1695450" y="5099050"/>
          <p14:tracePt t="100342" x="1727200" y="5118100"/>
          <p14:tracePt t="100359" x="1784350" y="5130800"/>
          <p14:tracePt t="100376" x="1816100" y="5143500"/>
          <p14:tracePt t="100392" x="1885950" y="5162550"/>
          <p14:tracePt t="100409" x="1974850" y="5168900"/>
          <p14:tracePt t="100426" x="1993900" y="5168900"/>
          <p14:tracePt t="100442" x="2012950" y="5168900"/>
          <p14:tracePt t="100459" x="2025650" y="5162550"/>
          <p14:tracePt t="100476" x="2038350" y="5149850"/>
          <p14:tracePt t="100492" x="2038350" y="5143500"/>
          <p14:tracePt t="100509" x="2044700" y="5143500"/>
          <p14:tracePt t="100526" x="2070100" y="5111750"/>
          <p14:tracePt t="100542" x="2076450" y="5092700"/>
          <p14:tracePt t="100559" x="2082800" y="5073650"/>
          <p14:tracePt t="100576" x="2095500" y="5048250"/>
          <p14:tracePt t="100592" x="2101850" y="5029200"/>
          <p14:tracePt t="100609" x="2101850" y="5003800"/>
          <p14:tracePt t="100625" x="2101850" y="4972050"/>
          <p14:tracePt t="100642" x="2101850" y="4959350"/>
          <p14:tracePt t="100659" x="2082800" y="4921250"/>
          <p14:tracePt t="100676" x="2057400" y="4902200"/>
          <p14:tracePt t="100692" x="2038350" y="4889500"/>
          <p14:tracePt t="100709" x="1987550" y="4864100"/>
          <p14:tracePt t="100726" x="1949450" y="4864100"/>
          <p14:tracePt t="100742" x="1905000" y="4857750"/>
          <p14:tracePt t="100759" x="1828800" y="4870450"/>
          <p14:tracePt t="100776" x="1816100" y="4876800"/>
          <p14:tracePt t="100792" x="1797050" y="4889500"/>
          <p14:tracePt t="100809" x="1790700" y="4889500"/>
          <p14:tracePt t="100825" x="1784350" y="4902200"/>
          <p14:tracePt t="100842" x="1778000" y="4908550"/>
          <p14:tracePt t="100859" x="1771650" y="4921250"/>
          <p14:tracePt t="100875" x="1771650" y="4927600"/>
          <p14:tracePt t="100909" x="1771650" y="4933950"/>
          <p14:tracePt t="100925" x="1771650" y="4946650"/>
          <p14:tracePt t="100942" x="1784350" y="4953000"/>
          <p14:tracePt t="100959" x="1797050" y="4959350"/>
          <p14:tracePt t="100961" x="1803400" y="4959350"/>
          <p14:tracePt t="100976" x="1809750" y="4965700"/>
          <p14:tracePt t="100992" x="1841500" y="4953000"/>
          <p14:tracePt t="101025" x="1860550" y="4940300"/>
          <p14:tracePt t="101059" x="1879600" y="4940300"/>
          <p14:tracePt t="101075" x="1885950" y="4940300"/>
          <p14:tracePt t="101104" x="1892300" y="4940300"/>
          <p14:tracePt t="101120" x="1892300" y="4946650"/>
          <p14:tracePt t="101129" x="1885950" y="4953000"/>
          <p14:tracePt t="101142" x="1885950" y="4959350"/>
          <p14:tracePt t="101159" x="1879600" y="4978400"/>
          <p14:tracePt t="101175" x="1866900" y="5016500"/>
          <p14:tracePt t="101192" x="1854200" y="5035550"/>
          <p14:tracePt t="101209" x="1847850" y="5067300"/>
          <p14:tracePt t="101226" x="1841500" y="5073650"/>
          <p14:tracePt t="101265" x="1841500" y="5067300"/>
          <p14:tracePt t="101275" x="1847850" y="5048250"/>
          <p14:tracePt t="101292" x="1854200" y="5003800"/>
          <p14:tracePt t="101309" x="1873250" y="4946650"/>
          <p14:tracePt t="101326" x="1911350" y="4813300"/>
          <p14:tracePt t="101342" x="1924050" y="4781550"/>
          <p14:tracePt t="101359" x="1949450" y="4679950"/>
          <p14:tracePt t="101375" x="1930400" y="4527550"/>
          <p14:tracePt t="101392" x="1905000" y="4432300"/>
          <p14:tracePt t="101409" x="1892300" y="4400550"/>
          <p14:tracePt t="101426" x="1892300" y="4394200"/>
          <p14:tracePt t="101545" x="1885950" y="4394200"/>
          <p14:tracePt t="101768" x="1885950" y="4400550"/>
          <p14:tracePt t="101777" x="1885950" y="4413250"/>
          <p14:tracePt t="101785" x="1892300" y="4451350"/>
          <p14:tracePt t="101793" x="1905000" y="4457700"/>
          <p14:tracePt t="101809" x="1905000" y="4540250"/>
          <p14:tracePt t="101826" x="1936750" y="4629150"/>
          <p14:tracePt t="101842" x="1949450" y="4673600"/>
          <p14:tracePt t="101859" x="1962150" y="4699000"/>
          <p14:tracePt t="101876" x="1962150" y="4718050"/>
          <p14:tracePt t="101892" x="1968500" y="4718050"/>
          <p14:tracePt t="101926" x="1949450" y="4718050"/>
          <p14:tracePt t="102040" x="1955800" y="4711700"/>
          <p14:tracePt t="102048" x="1962150" y="4705350"/>
          <p14:tracePt t="102059" x="1968500" y="4692650"/>
          <p14:tracePt t="102076" x="2012950" y="4660900"/>
          <p14:tracePt t="102092" x="2051050" y="4610100"/>
          <p14:tracePt t="102109" x="2051050" y="4603750"/>
          <p14:tracePt t="102126" x="2063750" y="4572000"/>
          <p14:tracePt t="102142" x="2089150" y="4514850"/>
          <p14:tracePt t="102159" x="2095500" y="4470400"/>
          <p14:tracePt t="102176" x="2095500" y="4419600"/>
          <p14:tracePt t="102192" x="2082800" y="4368800"/>
          <p14:tracePt t="102209" x="2070100" y="4349750"/>
          <p14:tracePt t="102226" x="2025650" y="4318000"/>
          <p14:tracePt t="102242" x="1981200" y="4311650"/>
          <p14:tracePt t="102259" x="1911350" y="4311650"/>
          <p14:tracePt t="102276" x="1860550" y="4324350"/>
          <p14:tracePt t="102292" x="1758950" y="4349750"/>
          <p14:tracePt t="102309" x="1689100" y="4387850"/>
          <p14:tracePt t="102326" x="1574800" y="4438650"/>
          <p14:tracePt t="102342" x="1517650" y="4470400"/>
          <p14:tracePt t="102359" x="1485900" y="4521200"/>
          <p14:tracePt t="102376" x="1485900" y="4527550"/>
          <p14:tracePt t="102392" x="1473200" y="4572000"/>
          <p14:tracePt t="102409" x="1473200" y="4591050"/>
          <p14:tracePt t="102426" x="1473200" y="4603750"/>
          <p14:tracePt t="102442" x="1479550" y="4635500"/>
          <p14:tracePt t="102459" x="1485900" y="4679950"/>
          <p14:tracePt t="102476" x="1524000" y="4762500"/>
          <p14:tracePt t="102492" x="1568450" y="4813300"/>
          <p14:tracePt t="102509" x="1663700" y="4876800"/>
          <p14:tracePt t="102526" x="1752600" y="4921250"/>
          <p14:tracePt t="102542" x="1841500" y="4953000"/>
          <p14:tracePt t="102559" x="1968500" y="4965700"/>
          <p14:tracePt t="102576" x="2051050" y="4959350"/>
          <p14:tracePt t="102592" x="2076450" y="4953000"/>
          <p14:tracePt t="102609" x="2133600" y="4914900"/>
          <p14:tracePt t="102626" x="2165350" y="4883150"/>
          <p14:tracePt t="102642" x="2190750" y="4851400"/>
          <p14:tracePt t="102659" x="2203450" y="4787900"/>
          <p14:tracePt t="102675" x="2216150" y="4768850"/>
          <p14:tracePt t="102692" x="2216150" y="4762500"/>
          <p14:tracePt t="102709" x="2216150" y="4756150"/>
          <p14:tracePt t="102742" x="2247900" y="4756150"/>
          <p14:tracePt t="102759" x="2228850" y="4838700"/>
          <p14:tracePt t="102776" x="2209800" y="4902200"/>
          <p14:tracePt t="102792" x="2082800" y="5124450"/>
          <p14:tracePt t="102809" x="2070100" y="5149850"/>
          <p14:tracePt t="102865" x="2063750" y="5149850"/>
          <p14:tracePt t="102873" x="2063750" y="5137150"/>
          <p14:tracePt t="102881" x="2063750" y="5130800"/>
          <p14:tracePt t="102892" x="2063750" y="5118100"/>
          <p14:tracePt t="102909" x="2070100" y="5099050"/>
          <p14:tracePt t="102926" x="2070100" y="5080000"/>
          <p14:tracePt t="102942" x="2070100" y="5073650"/>
          <p14:tracePt t="102959" x="2076450" y="5060950"/>
          <p14:tracePt t="102961" x="2076450" y="5054600"/>
          <p14:tracePt t="102978" x="2070100" y="5041900"/>
          <p14:tracePt t="103017" x="2070100" y="5035550"/>
          <p14:tracePt t="103041" x="2063750" y="5035550"/>
          <p14:tracePt t="103057" x="2057400" y="5035550"/>
          <p14:tracePt t="103073" x="2044700" y="5035550"/>
          <p14:tracePt t="103089" x="2032000" y="5048250"/>
          <p14:tracePt t="103097" x="2012950" y="5054600"/>
          <p14:tracePt t="103109" x="1993900" y="5060950"/>
          <p14:tracePt t="103126" x="1892300" y="5124450"/>
          <p14:tracePt t="103142" x="1866900" y="5149850"/>
          <p14:tracePt t="103159" x="1841500" y="5168900"/>
          <p14:tracePt t="103176" x="1841500" y="5175250"/>
          <p14:tracePt t="103192" x="1841500" y="5187950"/>
          <p14:tracePt t="103233" x="1847850" y="5187950"/>
          <p14:tracePt t="103257" x="1854200" y="5181600"/>
          <p14:tracePt t="103265" x="1854200" y="5175250"/>
          <p14:tracePt t="103282" x="1854200" y="5156200"/>
          <p14:tracePt t="103292" x="1854200" y="5149850"/>
          <p14:tracePt t="103309" x="1873250" y="5092700"/>
          <p14:tracePt t="103326" x="1873250" y="5073650"/>
          <p14:tracePt t="103342" x="1885950" y="5041900"/>
          <p14:tracePt t="103359" x="1892300" y="5022850"/>
          <p14:tracePt t="103432" x="1898650" y="5016500"/>
          <p14:tracePt t="103448" x="1898650" y="5003800"/>
          <p14:tracePt t="103456" x="1917700" y="5003800"/>
          <p14:tracePt t="103464" x="1917700" y="4991100"/>
          <p14:tracePt t="103475" x="1924050" y="4978400"/>
          <p14:tracePt t="103492" x="1949450" y="4953000"/>
          <p14:tracePt t="103509" x="1962150" y="4933950"/>
          <p14:tracePt t="103526" x="1993900" y="4889500"/>
          <p14:tracePt t="103542" x="2012950" y="4845050"/>
          <p14:tracePt t="103559" x="2076450" y="4762500"/>
          <p14:tracePt t="103576" x="2146300" y="4679950"/>
          <p14:tracePt t="103592" x="2197100" y="4591050"/>
          <p14:tracePt t="103609" x="2247900" y="4476750"/>
          <p14:tracePt t="103626" x="2254250" y="4432300"/>
          <p14:tracePt t="103642" x="2260600" y="4362450"/>
          <p14:tracePt t="103659" x="2254250" y="4298950"/>
          <p14:tracePt t="103676" x="2254250" y="4279900"/>
          <p14:tracePt t="103692" x="2247900" y="4248150"/>
          <p14:tracePt t="103709" x="2216150" y="4216400"/>
          <p14:tracePt t="103726" x="2178050" y="4197350"/>
          <p14:tracePt t="103742" x="2165350" y="4191000"/>
          <p14:tracePt t="103759" x="2076450" y="4171950"/>
          <p14:tracePt t="103776" x="2070100" y="4171950"/>
          <p14:tracePt t="103792" x="2006600" y="4171950"/>
          <p14:tracePt t="103809" x="1955800" y="4171950"/>
          <p14:tracePt t="103826" x="1936750" y="4171950"/>
          <p14:tracePt t="103842" x="1905000" y="4191000"/>
          <p14:tracePt t="103859" x="1885950" y="4191000"/>
          <p14:tracePt t="103876" x="1866900" y="4203700"/>
          <p14:tracePt t="103892" x="1835150" y="4210050"/>
          <p14:tracePt t="103909" x="1828800" y="4222750"/>
          <p14:tracePt t="103926" x="1797050" y="4235450"/>
          <p14:tracePt t="103959" x="1784350" y="4241800"/>
          <p14:tracePt t="103961" x="1778000" y="4241800"/>
          <p14:tracePt t="103975" x="1778000" y="4248150"/>
          <p14:tracePt t="103992" x="1758950" y="4267200"/>
          <p14:tracePt t="104009" x="1739900" y="4286250"/>
          <p14:tracePt t="104026" x="1720850" y="4311650"/>
          <p14:tracePt t="104042" x="1689100" y="4356100"/>
          <p14:tracePt t="104059" x="1676400" y="4381500"/>
          <p14:tracePt t="104076" x="1644650" y="4451350"/>
          <p14:tracePt t="104092" x="1625600" y="4464050"/>
          <p14:tracePt t="104109" x="1600200" y="4495800"/>
          <p14:tracePt t="104125" x="1574800" y="4559300"/>
          <p14:tracePt t="104142" x="1574800" y="4591050"/>
          <p14:tracePt t="104159" x="1574800" y="4622800"/>
          <p14:tracePt t="104176" x="1606550" y="4673600"/>
          <p14:tracePt t="104192" x="1657350" y="4724400"/>
          <p14:tracePt t="104209" x="1727200" y="4762500"/>
          <p14:tracePt t="104226" x="1765300" y="4775200"/>
          <p14:tracePt t="104242" x="1809750" y="4794250"/>
          <p14:tracePt t="104259" x="1860550" y="4806950"/>
          <p14:tracePt t="104276" x="1924050" y="4813300"/>
          <p14:tracePt t="104292" x="1968500" y="4819650"/>
          <p14:tracePt t="104309" x="2025650" y="4819650"/>
          <p14:tracePt t="104326" x="2171700" y="4813300"/>
          <p14:tracePt t="104342" x="2247900" y="4794250"/>
          <p14:tracePt t="104359" x="2260600" y="4787900"/>
          <p14:tracePt t="104376" x="2324100" y="4749800"/>
          <p14:tracePt t="104392" x="2343150" y="4711700"/>
          <p14:tracePt t="104409" x="2349500" y="4686300"/>
          <p14:tracePt t="104426" x="2349500" y="4673600"/>
          <p14:tracePt t="104459" x="2343150" y="4673600"/>
          <p14:tracePt t="104476" x="2292350" y="4686300"/>
          <p14:tracePt t="104492" x="2241550" y="4724400"/>
          <p14:tracePt t="104509" x="2146300" y="4787900"/>
          <p14:tracePt t="104526" x="2051050" y="4876800"/>
          <p14:tracePt t="104542" x="1924050" y="4997450"/>
          <p14:tracePt t="104559" x="1905000" y="5029200"/>
          <p14:tracePt t="104576" x="1892300" y="5048250"/>
          <p14:tracePt t="104592" x="1879600" y="5060950"/>
          <p14:tracePt t="104649" x="1879600" y="5054600"/>
          <p14:tracePt t="104721" x="1879600" y="5048250"/>
          <p14:tracePt t="104744" x="1879600" y="5035550"/>
          <p14:tracePt t="104880" x="1879600" y="5022850"/>
          <p14:tracePt t="104897" x="1885950" y="5016500"/>
          <p14:tracePt t="104904" x="1885950" y="5010150"/>
          <p14:tracePt t="104912" x="1885950" y="4997450"/>
          <p14:tracePt t="104928" x="1885950" y="4984750"/>
          <p14:tracePt t="104942" x="1885950" y="4978400"/>
          <p14:tracePt t="104958" x="1898650" y="4946650"/>
          <p14:tracePt t="104960" x="1898650" y="4933950"/>
          <p14:tracePt t="104975" x="1911350" y="4933950"/>
          <p14:tracePt t="104992" x="1924050" y="4889500"/>
          <p14:tracePt t="105008" x="1930400" y="4876800"/>
          <p14:tracePt t="105025" x="1930400" y="4870450"/>
          <p14:tracePt t="105042" x="1936750" y="4864100"/>
          <p14:tracePt t="105120" x="1936750" y="4857750"/>
          <p14:tracePt t="105144" x="1936750" y="4851400"/>
          <p14:tracePt t="105161" x="1930400" y="4845050"/>
          <p14:tracePt t="105184" x="1930400" y="4838700"/>
          <p14:tracePt t="105200" x="1930400" y="4832350"/>
          <p14:tracePt t="105225" x="1930400" y="4819650"/>
          <p14:tracePt t="105233" x="1924050" y="4819650"/>
          <p14:tracePt t="105265" x="1924050" y="4813300"/>
          <p14:tracePt t="105616" x="1917700" y="4813300"/>
          <p14:tracePt t="105624" x="1917700" y="4819650"/>
          <p14:tracePt t="105648" x="1917700" y="4845050"/>
          <p14:tracePt t="105656" x="1917700" y="4857750"/>
          <p14:tracePt t="105665" x="1917700" y="4876800"/>
          <p14:tracePt t="105675" x="1917700" y="4902200"/>
          <p14:tracePt t="105692" x="1905000" y="4927600"/>
          <p14:tracePt t="105709" x="1892300" y="5016500"/>
          <p14:tracePt t="105726" x="1898650" y="5060950"/>
          <p14:tracePt t="105742" x="1898650" y="5162550"/>
          <p14:tracePt t="105759" x="1898650" y="5289550"/>
          <p14:tracePt t="105776" x="1911350" y="5397500"/>
          <p14:tracePt t="105792" x="1936750" y="5562600"/>
          <p14:tracePt t="105809" x="1949450" y="5651500"/>
          <p14:tracePt t="105826" x="1955800" y="5715000"/>
          <p14:tracePt t="105842" x="1974850" y="5842000"/>
          <p14:tracePt t="105859" x="1993900" y="5867400"/>
          <p14:tracePt t="105875" x="2000250" y="5886450"/>
          <p14:tracePt t="105892" x="2000250" y="5918200"/>
          <p14:tracePt t="105909" x="2000250" y="5930900"/>
          <p14:tracePt t="105942" x="2000250" y="5943600"/>
          <p14:tracePt t="105959" x="2000250" y="5969000"/>
          <p14:tracePt t="105961" x="2000250" y="5981700"/>
          <p14:tracePt t="105976" x="2000250" y="6000750"/>
          <p14:tracePt t="105992" x="2000250" y="6013450"/>
          <p14:tracePt t="106009" x="2000250" y="6038850"/>
          <p14:tracePt t="106026" x="2000250" y="6051550"/>
          <p14:tracePt t="106042" x="2012950" y="6070600"/>
          <p14:tracePt t="106136" x="2012950" y="6064250"/>
          <p14:tracePt t="106153" x="2019300" y="6051550"/>
          <p14:tracePt t="106161" x="2019300" y="6038850"/>
          <p14:tracePt t="106177" x="2019300" y="6026150"/>
          <p14:tracePt t="106185" x="2019300" y="6013450"/>
          <p14:tracePt t="106193" x="2019300" y="5975350"/>
          <p14:tracePt t="106209" x="2012950" y="5918200"/>
          <p14:tracePt t="106225" x="2006600" y="5842000"/>
          <p14:tracePt t="106242" x="1974850" y="5715000"/>
          <p14:tracePt t="106259" x="1974850" y="5645150"/>
          <p14:tracePt t="106276" x="1968500" y="5537200"/>
          <p14:tracePt t="106292" x="1962150" y="5461000"/>
          <p14:tracePt t="106309" x="1955800" y="5346700"/>
          <p14:tracePt t="106326" x="1949450" y="5270500"/>
          <p14:tracePt t="106342" x="1943100" y="5200650"/>
          <p14:tracePt t="106359" x="1943100" y="5149850"/>
          <p14:tracePt t="106376" x="1943100" y="5086350"/>
          <p14:tracePt t="106392" x="1936750" y="5035550"/>
          <p14:tracePt t="106409" x="1930400" y="5016500"/>
          <p14:tracePt t="106442" x="1924050" y="5010150"/>
          <p14:tracePt t="106459" x="1924050" y="4997450"/>
          <p14:tracePt t="106632" x="1924050" y="4984750"/>
          <p14:tracePt t="106649" x="1930400" y="4984750"/>
          <p14:tracePt t="106656" x="1936750" y="4984750"/>
          <p14:tracePt t="106664" x="1943100" y="4984750"/>
          <p14:tracePt t="106675" x="1968500" y="4978400"/>
          <p14:tracePt t="106692" x="1987550" y="4972050"/>
          <p14:tracePt t="106708" x="2006600" y="4972050"/>
          <p14:tracePt t="106725" x="2051050" y="4972050"/>
          <p14:tracePt t="106742" x="2184400" y="4953000"/>
          <p14:tracePt t="106758" x="2273300" y="4946650"/>
          <p14:tracePt t="106775" x="2362200" y="4946650"/>
          <p14:tracePt t="106792" x="2527300" y="4933950"/>
          <p14:tracePt t="106809" x="2616200" y="4933950"/>
          <p14:tracePt t="106826" x="2717800" y="4927600"/>
          <p14:tracePt t="106842" x="2940050" y="4902200"/>
          <p14:tracePt t="106859" x="3041650" y="4883150"/>
          <p14:tracePt t="106876" x="3149600" y="4876800"/>
          <p14:tracePt t="106892" x="3263900" y="4876800"/>
          <p14:tracePt t="106909" x="3371850" y="4876800"/>
          <p14:tracePt t="106925" x="3473450" y="4876800"/>
          <p14:tracePt t="106942" x="3632200" y="4870450"/>
          <p14:tracePt t="106959" x="3702050" y="4870450"/>
          <p14:tracePt t="106960" x="3740150" y="4864100"/>
          <p14:tracePt t="106977" x="3797300" y="4857750"/>
          <p14:tracePt t="106992" x="3911600" y="4851400"/>
          <p14:tracePt t="107009" x="3981450" y="4838700"/>
          <p14:tracePt t="107025" x="4032250" y="4826000"/>
          <p14:tracePt t="107042" x="4121150" y="4813300"/>
          <p14:tracePt t="107059" x="4133850" y="4806950"/>
          <p14:tracePt t="107076" x="4171950" y="4806950"/>
          <p14:tracePt t="107092" x="4178300" y="4806950"/>
          <p14:tracePt t="107109" x="4184650" y="4806950"/>
          <p14:tracePt t="107125" x="4197350" y="4800600"/>
          <p14:tracePt t="107142" x="4203700" y="4800600"/>
          <p14:tracePt t="107352" x="4203700" y="4806950"/>
          <p14:tracePt t="107369" x="4191000" y="4806950"/>
          <p14:tracePt t="107377" x="4165600" y="4819650"/>
          <p14:tracePt t="107385" x="4121150" y="4838700"/>
          <p14:tracePt t="107393" x="4064000" y="4857750"/>
          <p14:tracePt t="107409" x="3873500" y="4908550"/>
          <p14:tracePt t="107426" x="3771900" y="4921250"/>
          <p14:tracePt t="107442" x="3663950" y="4940300"/>
          <p14:tracePt t="107459" x="3270250" y="4959350"/>
          <p14:tracePt t="107476" x="3041650" y="4959350"/>
          <p14:tracePt t="107492" x="2787650" y="4953000"/>
          <p14:tracePt t="107509" x="2635250" y="4953000"/>
          <p14:tracePt t="107525" x="2533650" y="4959350"/>
          <p14:tracePt t="107542" x="2387600" y="4972050"/>
          <p14:tracePt t="107559" x="2266950" y="4984750"/>
          <p14:tracePt t="107576" x="2165350" y="5010150"/>
          <p14:tracePt t="107592" x="1993900" y="5054600"/>
          <p14:tracePt t="107609" x="1924050" y="5086350"/>
          <p14:tracePt t="107626" x="1847850" y="5118100"/>
          <p14:tracePt t="107642" x="1816100" y="5137150"/>
          <p14:tracePt t="107659" x="1803400" y="5137150"/>
          <p14:tracePt t="107676" x="1790700" y="5143500"/>
          <p14:tracePt t="107692" x="1778000" y="5149850"/>
          <p14:tracePt t="107709" x="1765300" y="5162550"/>
          <p14:tracePt t="107726" x="1758950" y="5162550"/>
          <p14:tracePt t="107742" x="1746250" y="5162550"/>
          <p14:tracePt t="107776" x="1739900" y="5168900"/>
          <p14:tracePt t="107953" x="1752600" y="5168900"/>
          <p14:tracePt t="107960" x="1765300" y="5162550"/>
          <p14:tracePt t="107968" x="1784350" y="5156200"/>
          <p14:tracePt t="107977" x="1790700" y="5149850"/>
          <p14:tracePt t="107992" x="1860550" y="5118100"/>
          <p14:tracePt t="108009" x="1860550" y="5111750"/>
          <p14:tracePt t="108025" x="1892300" y="5099050"/>
          <p14:tracePt t="108042" x="1898650" y="5086350"/>
          <p14:tracePt t="108059" x="1905000" y="5086350"/>
          <p14:tracePt t="108075" x="1911350" y="5080000"/>
          <p14:tracePt t="108282" x="1917700" y="5080000"/>
          <p14:tracePt t="108561" x="1917700" y="5073650"/>
          <p14:tracePt t="108568" x="1924050" y="5073650"/>
          <p14:tracePt t="108577" x="1930400" y="5054600"/>
          <p14:tracePt t="108592" x="1930400" y="5010150"/>
          <p14:tracePt t="108609" x="1936750" y="4933950"/>
          <p14:tracePt t="108625" x="1955800" y="4787900"/>
          <p14:tracePt t="108642" x="1962150" y="4768850"/>
          <p14:tracePt t="108659" x="1974850" y="4692650"/>
          <p14:tracePt t="108675" x="1981200" y="4591050"/>
          <p14:tracePt t="108692" x="1981200" y="4565650"/>
          <p14:tracePt t="108709" x="1981200" y="4552950"/>
          <p14:tracePt t="108742" x="1974850" y="4552950"/>
          <p14:tracePt t="108759" x="1981200" y="4552950"/>
          <p14:tracePt t="108792" x="1981200" y="4559300"/>
          <p14:tracePt t="108809" x="1981200" y="4565650"/>
          <p14:tracePt t="108824" x="1981200" y="4578350"/>
          <p14:tracePt t="108848" x="1981200" y="4591050"/>
          <p14:tracePt t="108872" x="1981200" y="4597400"/>
          <p14:tracePt t="109609" x="1981200" y="4591050"/>
          <p14:tracePt t="109616" x="1993900" y="4591050"/>
          <p14:tracePt t="109640" x="1993900" y="4584700"/>
          <p14:tracePt t="109649" x="1993900" y="4578350"/>
          <p14:tracePt t="109658" x="2000250" y="4578350"/>
          <p14:tracePt t="109681" x="2006600" y="4565650"/>
          <p14:tracePt t="109692" x="2012950" y="4559300"/>
          <p14:tracePt t="109709" x="2032000" y="4540250"/>
          <p14:tracePt t="109725" x="2032000" y="4527550"/>
          <p14:tracePt t="109742" x="2038350" y="4521200"/>
          <p14:tracePt t="109801" x="2044700" y="4521200"/>
          <p14:tracePt t="109841" x="2051050" y="4521200"/>
          <p14:tracePt t="109848" x="2051050" y="4546600"/>
          <p14:tracePt t="109859" x="2063750" y="4559300"/>
          <p14:tracePt t="109875" x="2070100" y="4616450"/>
          <p14:tracePt t="109892" x="2089150" y="4724400"/>
          <p14:tracePt t="109909" x="2101850" y="4749800"/>
          <p14:tracePt t="109925" x="2120900" y="4800600"/>
          <p14:tracePt t="109942" x="2165350" y="4870450"/>
          <p14:tracePt t="109959" x="2165350" y="4883150"/>
          <p14:tracePt t="109961" x="2171700" y="4889500"/>
          <p14:tracePt t="109975" x="2190750" y="4908550"/>
          <p14:tracePt t="109993" x="2190750" y="4921250"/>
          <p14:tracePt t="110009" x="2203450" y="4921250"/>
          <p14:tracePt t="110025" x="2216150" y="4927600"/>
          <p14:tracePt t="110042" x="2216150" y="4933950"/>
          <p14:tracePt t="110059" x="2216150" y="4940300"/>
          <p14:tracePt t="110076" x="2216150" y="4946650"/>
          <p14:tracePt t="110273" x="2216150" y="4940300"/>
          <p14:tracePt t="110282" x="2209800" y="4933950"/>
          <p14:tracePt t="110297" x="2197100" y="4921250"/>
          <p14:tracePt t="110309" x="2197100" y="4914900"/>
          <p14:tracePt t="110326" x="2120900" y="4864100"/>
          <p14:tracePt t="110342" x="2076450" y="4845050"/>
          <p14:tracePt t="110359" x="2044700" y="4838700"/>
          <p14:tracePt t="110375" x="2006600" y="4819650"/>
          <p14:tracePt t="110392" x="1955800" y="4813300"/>
          <p14:tracePt t="110409" x="1930400" y="4813300"/>
          <p14:tracePt t="110426" x="1892300" y="4813300"/>
          <p14:tracePt t="110442" x="1879600" y="4813300"/>
          <p14:tracePt t="110459" x="1873250" y="4813300"/>
          <p14:tracePt t="110475" x="1854200" y="4826000"/>
          <p14:tracePt t="110492" x="1822450" y="4838700"/>
          <p14:tracePt t="110509" x="1784350" y="4864100"/>
          <p14:tracePt t="110526" x="1765300" y="4883150"/>
          <p14:tracePt t="110542" x="1739900" y="4908550"/>
          <p14:tracePt t="110559" x="1733550" y="4914900"/>
          <p14:tracePt t="110576" x="1727200" y="4927600"/>
          <p14:tracePt t="110592" x="1720850" y="4940300"/>
          <p14:tracePt t="110609" x="1708150" y="4959350"/>
          <p14:tracePt t="110626" x="1701800" y="4965700"/>
          <p14:tracePt t="110642" x="1701800" y="4978400"/>
          <p14:tracePt t="110659" x="1701800" y="4984750"/>
          <p14:tracePt t="110675" x="1701800" y="4991100"/>
          <p14:tracePt t="110709" x="1701800" y="4997450"/>
          <p14:tracePt t="110745" x="1701800" y="5003800"/>
          <p14:tracePt t="110833" x="1714500" y="5003800"/>
          <p14:tracePt t="111081" x="1708150" y="5003800"/>
          <p14:tracePt t="111088" x="1701800" y="5003800"/>
          <p14:tracePt t="111288" x="1701800" y="5010150"/>
          <p14:tracePt t="111312" x="1701800" y="5022850"/>
          <p14:tracePt t="111329" x="1708150" y="5035550"/>
          <p14:tracePt t="111345" x="1714500" y="5048250"/>
          <p14:tracePt t="111352" x="1720850" y="5054600"/>
          <p14:tracePt t="111360" x="1739900" y="5067300"/>
          <p14:tracePt t="111377" x="1752600" y="5067300"/>
          <p14:tracePt t="111392" x="1758950" y="5073650"/>
          <p14:tracePt t="111409" x="1765300" y="5080000"/>
          <p14:tracePt t="111456" x="1765300" y="5086350"/>
          <p14:tracePt t="111464" x="1771650" y="5086350"/>
          <p14:tracePt t="111475" x="1771650" y="5099050"/>
          <p14:tracePt t="111492" x="1778000" y="5124450"/>
          <p14:tracePt t="111509" x="1797050" y="5162550"/>
          <p14:tracePt t="111525" x="1797050" y="5181600"/>
          <p14:tracePt t="111542" x="1828800" y="5219700"/>
          <p14:tracePt t="111559" x="1854200" y="5283200"/>
          <p14:tracePt t="111576" x="1873250" y="5321300"/>
          <p14:tracePt t="111592" x="1962150" y="5378450"/>
          <p14:tracePt t="111609" x="1974850" y="5391150"/>
          <p14:tracePt t="111625" x="2000250" y="5397500"/>
          <p14:tracePt t="111642" x="2025650" y="5410200"/>
          <p14:tracePt t="111659" x="2051050" y="5416550"/>
          <p14:tracePt t="111675" x="2070100" y="5416550"/>
          <p14:tracePt t="111692" x="2076450" y="5422900"/>
          <p14:tracePt t="111709" x="2101850" y="5429250"/>
          <p14:tracePt t="111725" x="2139950" y="5441950"/>
          <p14:tracePt t="111742" x="2171700" y="5448300"/>
          <p14:tracePt t="111759" x="2266950" y="5480050"/>
          <p14:tracePt t="111776" x="2324100" y="5499100"/>
          <p14:tracePt t="111792" x="2381250" y="5518150"/>
          <p14:tracePt t="111809" x="2565400" y="5537200"/>
          <p14:tracePt t="111826" x="2673350" y="5556250"/>
          <p14:tracePt t="111842" x="2844800" y="5581650"/>
          <p14:tracePt t="111859" x="2933700" y="5581650"/>
          <p14:tracePt t="111875" x="3003550" y="5581650"/>
          <p14:tracePt t="111892" x="3041650" y="5575300"/>
          <p14:tracePt t="111909" x="3124200" y="5530850"/>
          <p14:tracePt t="111925" x="3162300" y="5511800"/>
          <p14:tracePt t="111942" x="3194050" y="5492750"/>
          <p14:tracePt t="111959" x="3244850" y="5473700"/>
          <p14:tracePt t="111961" x="3263900" y="5467350"/>
          <p14:tracePt t="111977" x="3282950" y="5454650"/>
          <p14:tracePt t="111992" x="3314700" y="5454650"/>
          <p14:tracePt t="112009" x="3384550" y="5448300"/>
          <p14:tracePt t="112025" x="3409950" y="5435600"/>
          <p14:tracePt t="112042" x="3422650" y="5435600"/>
          <p14:tracePt t="112075" x="3429000" y="5435600"/>
          <p14:tracePt t="112092" x="3435350" y="5435600"/>
          <p14:tracePt t="112109" x="3448050" y="5435600"/>
          <p14:tracePt t="112126" x="3460750" y="5441950"/>
          <p14:tracePt t="112142" x="3479800" y="5467350"/>
          <p14:tracePt t="112159" x="3492500" y="5480050"/>
          <p14:tracePt t="112176" x="3492500" y="5492750"/>
          <p14:tracePt t="112192" x="3511550" y="5524500"/>
          <p14:tracePt t="112209" x="3524250" y="5537200"/>
          <p14:tracePt t="112226" x="3530600" y="5543550"/>
          <p14:tracePt t="112328" x="3530600" y="5537200"/>
          <p14:tracePt t="112337" x="3530600" y="5530850"/>
          <p14:tracePt t="112344" x="3517900" y="5511800"/>
          <p14:tracePt t="112361" x="3505200" y="5480050"/>
          <p14:tracePt t="112375" x="3359150" y="5359400"/>
          <p14:tracePt t="112392" x="3187700" y="5226050"/>
          <p14:tracePt t="112409" x="2971800" y="5054600"/>
          <p14:tracePt t="112425" x="2857500" y="4959350"/>
          <p14:tracePt t="112442" x="2781300" y="4908550"/>
          <p14:tracePt t="112459" x="2559050" y="4756150"/>
          <p14:tracePt t="112476" x="2444750" y="4679950"/>
          <p14:tracePt t="112492" x="2355850" y="4616450"/>
          <p14:tracePt t="112509" x="2184400" y="4508500"/>
          <p14:tracePt t="112525" x="2101850" y="4464050"/>
          <p14:tracePt t="112542" x="2057400" y="4445000"/>
          <p14:tracePt t="112559" x="1955800" y="4413250"/>
          <p14:tracePt t="112576" x="1905000" y="4406900"/>
          <p14:tracePt t="112592" x="1784350" y="4400550"/>
          <p14:tracePt t="112609" x="1765300" y="4406900"/>
          <p14:tracePt t="112626" x="1657350" y="4432300"/>
          <p14:tracePt t="112642" x="1581150" y="4457700"/>
          <p14:tracePt t="112659" x="1511300" y="4483100"/>
          <p14:tracePt t="112676" x="1447800" y="4508500"/>
          <p14:tracePt t="112692" x="1390650" y="4533900"/>
          <p14:tracePt t="112709" x="1377950" y="4552950"/>
          <p14:tracePt t="112725" x="1352550" y="4591050"/>
          <p14:tracePt t="112742" x="1333500" y="4622800"/>
          <p14:tracePt t="112759" x="1320800" y="4648200"/>
          <p14:tracePt t="112776" x="1225550" y="4730750"/>
          <p14:tracePt t="112792" x="1212850" y="4781550"/>
          <p14:tracePt t="112808" x="1187450" y="4876800"/>
          <p14:tracePt t="112825" x="1168400" y="4946650"/>
          <p14:tracePt t="112842" x="1155700" y="5029200"/>
          <p14:tracePt t="112859" x="1143000" y="5105400"/>
          <p14:tracePt t="112875" x="1130300" y="5175250"/>
          <p14:tracePt t="112892" x="1123950" y="5251450"/>
          <p14:tracePt t="112909" x="1123950" y="5372100"/>
          <p14:tracePt t="112925" x="1130300" y="5429250"/>
          <p14:tracePt t="112942" x="1143000" y="5492750"/>
          <p14:tracePt t="112959" x="1181100" y="5556250"/>
          <p14:tracePt t="112961" x="1187450" y="5600700"/>
          <p14:tracePt t="112976" x="1193800" y="5626100"/>
          <p14:tracePt t="112992" x="1257300" y="5784850"/>
          <p14:tracePt t="113009" x="1295400" y="5880100"/>
          <p14:tracePt t="113026" x="1339850" y="5988050"/>
          <p14:tracePt t="113042" x="1352550" y="6026150"/>
          <p14:tracePt t="113059" x="1435100" y="6153150"/>
          <p14:tracePt t="113075" x="1492250" y="6235700"/>
          <p14:tracePt t="113092" x="1631950" y="6369050"/>
          <p14:tracePt t="113109" x="1733550" y="6419850"/>
          <p14:tracePt t="113125" x="1790700" y="6445250"/>
          <p14:tracePt t="113142" x="1924050" y="6483350"/>
          <p14:tracePt t="113158" x="2025650" y="6502400"/>
          <p14:tracePt t="113175" x="2114550" y="6515100"/>
          <p14:tracePt t="113192" x="2311400" y="6546850"/>
          <p14:tracePt t="113209" x="2374900" y="6553200"/>
          <p14:tracePt t="113225" x="2501900" y="6559550"/>
          <p14:tracePt t="113242" x="2711450" y="6572250"/>
          <p14:tracePt t="113258" x="2838450" y="6572250"/>
          <p14:tracePt t="113275" x="2952750" y="6572250"/>
          <p14:tracePt t="113292" x="3086100" y="6572250"/>
          <p14:tracePt t="113309" x="3111500" y="6572250"/>
          <p14:tracePt t="113326" x="3175000" y="6572250"/>
          <p14:tracePt t="113342" x="3314700" y="6565900"/>
          <p14:tracePt t="113359" x="3390900" y="6565900"/>
          <p14:tracePt t="113375" x="3479800" y="6565900"/>
          <p14:tracePt t="113392" x="3625850" y="6565900"/>
          <p14:tracePt t="113409" x="3702050" y="6565900"/>
          <p14:tracePt t="113425" x="3822700" y="6559550"/>
          <p14:tracePt t="113442" x="3886200" y="6553200"/>
          <p14:tracePt t="113459" x="4013200" y="6546850"/>
          <p14:tracePt t="113476" x="4102100" y="6546850"/>
          <p14:tracePt t="113492" x="4133850" y="6546850"/>
          <p14:tracePt t="113509" x="4229100" y="6534150"/>
          <p14:tracePt t="113526" x="4292600" y="6515100"/>
          <p14:tracePt t="113542" x="4343400" y="6515100"/>
          <p14:tracePt t="113559" x="4425950" y="6470650"/>
          <p14:tracePt t="113576" x="4425950" y="6457950"/>
          <p14:tracePt t="113592" x="4502150" y="6413500"/>
          <p14:tracePt t="113608" x="4565650" y="6350000"/>
          <p14:tracePt t="113625" x="4597400" y="6318250"/>
          <p14:tracePt t="113642" x="4622800" y="6273800"/>
          <p14:tracePt t="113658" x="4648200" y="6210300"/>
          <p14:tracePt t="113675" x="4679950" y="6146800"/>
          <p14:tracePt t="113692" x="4737100" y="6064250"/>
          <p14:tracePt t="113709" x="4768850" y="5969000"/>
          <p14:tracePt t="113726" x="4794250" y="5899150"/>
          <p14:tracePt t="113742" x="4832350" y="5835650"/>
          <p14:tracePt t="113759" x="4851400" y="5784850"/>
          <p14:tracePt t="113776" x="4864100" y="5759450"/>
          <p14:tracePt t="113792" x="4876800" y="5689600"/>
          <p14:tracePt t="113809" x="4845050" y="5581650"/>
          <p14:tracePt t="113825" x="4838700" y="5492750"/>
          <p14:tracePt t="113842" x="4838700" y="5454650"/>
          <p14:tracePt t="113859" x="4800600" y="5327650"/>
          <p14:tracePt t="113875" x="4756150" y="5245100"/>
          <p14:tracePt t="113892" x="4705350" y="5168900"/>
          <p14:tracePt t="113909" x="4591050" y="4997450"/>
          <p14:tracePt t="113925" x="4559300" y="4959350"/>
          <p14:tracePt t="113942" x="4483100" y="4870450"/>
          <p14:tracePt t="113959" x="4337050" y="4711700"/>
          <p14:tracePt t="113961" x="4279900" y="4679950"/>
          <p14:tracePt t="113976" x="4235450" y="4635500"/>
          <p14:tracePt t="113992" x="4013200" y="4483100"/>
          <p14:tracePt t="114009" x="3949700" y="4445000"/>
          <p14:tracePt t="114025" x="3841750" y="4387850"/>
          <p14:tracePt t="114042" x="3689350" y="4286250"/>
          <p14:tracePt t="114059" x="3587750" y="4241800"/>
          <p14:tracePt t="114075" x="3517900" y="4210050"/>
          <p14:tracePt t="114092" x="3340100" y="4165600"/>
          <p14:tracePt t="114109" x="3295650" y="4152900"/>
          <p14:tracePt t="114126" x="3219450" y="4146550"/>
          <p14:tracePt t="114142" x="3003550" y="4133850"/>
          <p14:tracePt t="114159" x="2921000" y="4133850"/>
          <p14:tracePt t="114176" x="2730500" y="4133850"/>
          <p14:tracePt t="114192" x="2628900" y="4133850"/>
          <p14:tracePt t="114209" x="2546350" y="4133850"/>
          <p14:tracePt t="114225" x="2400300" y="4133850"/>
          <p14:tracePt t="114242" x="2286000" y="4140200"/>
          <p14:tracePt t="114259" x="2203450" y="4146550"/>
          <p14:tracePt t="114275" x="2012950" y="4159250"/>
          <p14:tracePt t="114292" x="1974850" y="4159250"/>
          <p14:tracePt t="114309" x="1885950" y="4178300"/>
          <p14:tracePt t="114326" x="1739900" y="4210050"/>
          <p14:tracePt t="114342" x="1689100" y="4229100"/>
          <p14:tracePt t="114359" x="1593850" y="4248150"/>
          <p14:tracePt t="114376" x="1581150" y="4260850"/>
          <p14:tracePt t="114392" x="1498600" y="4292600"/>
          <p14:tracePt t="114409" x="1441450" y="4311650"/>
          <p14:tracePt t="114425" x="1390650" y="4330700"/>
          <p14:tracePt t="114442" x="1352550" y="4349750"/>
          <p14:tracePt t="114459" x="1314450" y="4356100"/>
          <p14:tracePt t="114476" x="1276350" y="4362450"/>
          <p14:tracePt t="114492" x="1238250" y="4381500"/>
          <p14:tracePt t="114509" x="1212850" y="4394200"/>
          <p14:tracePt t="114526" x="1200150" y="4406900"/>
          <p14:tracePt t="114542" x="1168400" y="4425950"/>
          <p14:tracePt t="114559" x="1130300" y="4451350"/>
          <p14:tracePt t="114576" x="1092200" y="4476750"/>
          <p14:tracePt t="114592" x="1060450" y="4514850"/>
          <p14:tracePt t="114609" x="1041400" y="4533900"/>
          <p14:tracePt t="114625" x="1009650" y="4578350"/>
          <p14:tracePt t="114642" x="1003300" y="4591050"/>
          <p14:tracePt t="114659" x="971550" y="4629150"/>
          <p14:tracePt t="114675" x="952500" y="4667250"/>
          <p14:tracePt t="114692" x="952500" y="4679950"/>
          <p14:tracePt t="114709" x="927100" y="4768850"/>
          <p14:tracePt t="114725" x="914400" y="4819650"/>
          <p14:tracePt t="114742" x="908050" y="4959350"/>
          <p14:tracePt t="114759" x="882650" y="5041900"/>
          <p14:tracePt t="114775" x="882650" y="5130800"/>
          <p14:tracePt t="114792" x="882650" y="5264150"/>
          <p14:tracePt t="114809" x="895350" y="5314950"/>
          <p14:tracePt t="114826" x="908050" y="5378450"/>
          <p14:tracePt t="114842" x="927100" y="5511800"/>
          <p14:tracePt t="114858" x="939800" y="5581650"/>
          <p14:tracePt t="114876" x="958850" y="5613400"/>
          <p14:tracePt t="114892" x="965200" y="5683250"/>
          <p14:tracePt t="114909" x="1009650" y="5778500"/>
          <p14:tracePt t="114926" x="1022350" y="5822950"/>
          <p14:tracePt t="114942" x="1047750" y="5892800"/>
          <p14:tracePt t="114959" x="1054100" y="5911850"/>
          <p14:tracePt t="114961" x="1060450" y="5924550"/>
          <p14:tracePt t="114975" x="1060450" y="5943600"/>
          <p14:tracePt t="114992" x="1098550" y="5994400"/>
          <p14:tracePt t="115009" x="1130300" y="6026150"/>
          <p14:tracePt t="115025" x="1162050" y="6051550"/>
          <p14:tracePt t="115042" x="1168400" y="6070600"/>
          <p14:tracePt t="115059" x="1238250" y="6134100"/>
          <p14:tracePt t="115076" x="1276350" y="6172200"/>
          <p14:tracePt t="115092" x="1358900" y="6216650"/>
          <p14:tracePt t="115109" x="1403350" y="6229350"/>
          <p14:tracePt t="115126" x="1447800" y="6242050"/>
          <p14:tracePt t="115142" x="1524000" y="6267450"/>
          <p14:tracePt t="115159" x="1574800" y="6286500"/>
          <p14:tracePt t="115176" x="1625600" y="6305550"/>
          <p14:tracePt t="115192" x="1822450" y="6356350"/>
          <p14:tracePt t="115209" x="1930400" y="6381750"/>
          <p14:tracePt t="115225" x="2063750" y="6413500"/>
          <p14:tracePt t="115242" x="2159000" y="6426200"/>
          <p14:tracePt t="115259" x="2247900" y="6438900"/>
          <p14:tracePt t="115276" x="2362200" y="6457950"/>
          <p14:tracePt t="115292" x="2444750" y="6483350"/>
          <p14:tracePt t="115309" x="2533650" y="6489700"/>
          <p14:tracePt t="115326" x="2641600" y="6521450"/>
          <p14:tracePt t="115342" x="2736850" y="6546850"/>
          <p14:tracePt t="115359" x="2813050" y="6553200"/>
          <p14:tracePt t="115376" x="2940050" y="6572250"/>
          <p14:tracePt t="115392" x="3086100" y="6591300"/>
          <p14:tracePt t="115409" x="3092450" y="6597650"/>
          <p14:tracePt t="115425" x="3289300" y="6597650"/>
          <p14:tracePt t="115442" x="3416300" y="6597650"/>
          <p14:tracePt t="115459" x="3543300" y="6591300"/>
          <p14:tracePt t="115475" x="3752850" y="6559550"/>
          <p14:tracePt t="115492" x="3797300" y="6534150"/>
          <p14:tracePt t="115509" x="3905250" y="6483350"/>
          <p14:tracePt t="115525" x="4013200" y="6413500"/>
          <p14:tracePt t="115542" x="4165600" y="6286500"/>
          <p14:tracePt t="115559" x="4216400" y="6210300"/>
          <p14:tracePt t="115575" x="4241800" y="6089650"/>
          <p14:tracePt t="115592" x="4235450" y="6019800"/>
          <p14:tracePt t="115609" x="4197350" y="5918200"/>
          <p14:tracePt t="115625" x="4025900" y="5727700"/>
          <p14:tracePt t="115642" x="3892550" y="5651500"/>
          <p14:tracePt t="115659" x="3708400" y="5607050"/>
          <p14:tracePt t="115675" x="3676650" y="5600700"/>
          <p14:tracePt t="115692" x="3581400" y="5594350"/>
          <p14:tracePt t="115708" x="3422650" y="5613400"/>
          <p14:tracePt t="115725" x="3333750" y="5638800"/>
          <p14:tracePt t="115742" x="3225800" y="5676900"/>
          <p14:tracePt t="115759" x="3016250" y="5734050"/>
          <p14:tracePt t="115776" x="2870200" y="5784850"/>
          <p14:tracePt t="115792" x="2667000" y="5848350"/>
          <p14:tracePt t="115809" x="2622550" y="5861050"/>
          <p14:tracePt t="115826" x="2603500" y="5873750"/>
          <p14:tracePt t="115842" x="2597150" y="5880100"/>
          <p14:tracePt t="115859" x="2584450" y="5892800"/>
          <p14:tracePt t="115875" x="2578100" y="5899150"/>
          <p14:tracePt t="115892" x="2578100" y="5905500"/>
          <p14:tracePt t="115909" x="2571750" y="5911850"/>
          <p14:tracePt t="115961" x="2565400" y="5905500"/>
          <p14:tracePt t="115969" x="2565400" y="5892800"/>
          <p14:tracePt t="115977" x="2565400" y="5873750"/>
          <p14:tracePt t="115992" x="2559050" y="5829300"/>
          <p14:tracePt t="116009" x="2463800" y="5695950"/>
          <p14:tracePt t="116026" x="2406650" y="5638800"/>
          <p14:tracePt t="116042" x="2298700" y="5499100"/>
          <p14:tracePt t="116059" x="1981200" y="5200650"/>
          <p14:tracePt t="116075" x="1676400" y="4889500"/>
          <p14:tracePt t="116092" x="1339850" y="4552950"/>
          <p14:tracePt t="116109" x="946150" y="3968750"/>
          <p14:tracePt t="116126" x="812800" y="3778250"/>
          <p14:tracePt t="116143" x="679450" y="3517900"/>
          <p14:tracePt t="116159" x="577850" y="3079750"/>
          <p14:tracePt t="116176" x="546100" y="2940050"/>
          <p14:tracePt t="116192" x="527050" y="2641600"/>
          <p14:tracePt t="116209" x="533400" y="2603500"/>
          <p14:tracePt t="116226" x="552450" y="2520950"/>
          <p14:tracePt t="116242" x="552450" y="2495550"/>
          <p14:tracePt t="116259" x="565150" y="2457450"/>
          <p14:tracePt t="116275" x="571500" y="2438400"/>
          <p14:tracePt t="116292" x="571500" y="2432050"/>
          <p14:tracePt t="116309" x="577850" y="2413000"/>
          <p14:tracePt t="116326" x="584200" y="2393950"/>
          <p14:tracePt t="116342" x="584200" y="2362200"/>
          <p14:tracePt t="116359" x="590550" y="2336800"/>
          <p14:tracePt t="116376" x="590550" y="2330450"/>
          <p14:tracePt t="116392" x="596900" y="2330450"/>
          <p14:tracePt t="116433" x="596900" y="2355850"/>
          <p14:tracePt t="116440" x="596900" y="2381250"/>
          <p14:tracePt t="116448" x="603250" y="2406650"/>
          <p14:tracePt t="116466" x="609600" y="2444750"/>
          <p14:tracePt t="116475" x="647700" y="2546350"/>
          <p14:tracePt t="116492" x="692150" y="2609850"/>
          <p14:tracePt t="116509" x="698500" y="2660650"/>
          <p14:tracePt t="116525" x="711200" y="2724150"/>
          <p14:tracePt t="116542" x="730250" y="2762250"/>
          <p14:tracePt t="116559" x="736600" y="2787650"/>
          <p14:tracePt t="116576" x="742950" y="2825750"/>
          <p14:tracePt t="116592" x="781050" y="2876550"/>
          <p14:tracePt t="116609" x="787400" y="2889250"/>
          <p14:tracePt t="116625" x="793750" y="2921000"/>
          <p14:tracePt t="116642" x="800100" y="2927350"/>
          <p14:tracePt t="116659" x="800100" y="2933700"/>
          <p14:tracePt t="116675" x="800100" y="2946400"/>
          <p14:tracePt t="116692" x="800100" y="2971800"/>
          <p14:tracePt t="116709" x="812800" y="3041650"/>
          <p14:tracePt t="116726" x="812800" y="3079750"/>
          <p14:tracePt t="116742" x="819150" y="3143250"/>
          <p14:tracePt t="116759" x="844550" y="3181350"/>
          <p14:tracePt t="116776" x="876300" y="3225800"/>
          <p14:tracePt t="116792" x="889000" y="3238500"/>
          <p14:tracePt t="116857" x="895350" y="3238500"/>
          <p14:tracePt t="116880" x="895350" y="3225800"/>
          <p14:tracePt t="116912" x="895350" y="3219450"/>
          <p14:tracePt t="116985" x="895350" y="3213100"/>
          <p14:tracePt t="116992" x="901700" y="3213100"/>
          <p14:tracePt t="117001" x="908050" y="3206750"/>
          <p14:tracePt t="117024" x="914400" y="3200400"/>
          <p14:tracePt t="117033" x="927100" y="3194050"/>
          <p14:tracePt t="117042" x="933450" y="3181350"/>
          <p14:tracePt t="117059" x="952500" y="3181350"/>
          <p14:tracePt t="117075" x="958850" y="3175000"/>
          <p14:tracePt t="117092" x="990600" y="3162300"/>
          <p14:tracePt t="117109" x="1016000" y="3162300"/>
          <p14:tracePt t="117125" x="1085850" y="3149600"/>
          <p14:tracePt t="117142" x="1143000" y="3149600"/>
          <p14:tracePt t="117159" x="1168400" y="3149600"/>
          <p14:tracePt t="117176" x="1276350" y="3149600"/>
          <p14:tracePt t="117192" x="1397000" y="3136900"/>
          <p14:tracePt t="117209" x="1479550" y="3136900"/>
          <p14:tracePt t="117226" x="1619250" y="3130550"/>
          <p14:tracePt t="117242" x="1670050" y="3130550"/>
          <p14:tracePt t="117259" x="1727200" y="3130550"/>
          <p14:tracePt t="117275" x="1841500" y="3149600"/>
          <p14:tracePt t="117292" x="1924050" y="3162300"/>
          <p14:tracePt t="117309" x="2019300" y="3175000"/>
          <p14:tracePt t="117326" x="2152650" y="3194050"/>
          <p14:tracePt t="117342" x="2184400" y="3200400"/>
          <p14:tracePt t="117359" x="2279650" y="3200400"/>
          <p14:tracePt t="117376" x="2425700" y="3213100"/>
          <p14:tracePt t="117392" x="2565400" y="3219450"/>
          <p14:tracePt t="117409" x="2635250" y="3219450"/>
          <p14:tracePt t="117425" x="2781300" y="3219450"/>
          <p14:tracePt t="117442" x="2863850" y="3219450"/>
          <p14:tracePt t="117459" x="2997200" y="3219450"/>
          <p14:tracePt t="117475" x="3238500" y="3225800"/>
          <p14:tracePt t="117492" x="3397250" y="3225800"/>
          <p14:tracePt t="117509" x="3479800" y="3225800"/>
          <p14:tracePt t="117526" x="3663950" y="3225800"/>
          <p14:tracePt t="117542" x="4013200" y="3244850"/>
          <p14:tracePt t="117559" x="4248150" y="3244850"/>
          <p14:tracePt t="117576" x="4705350" y="3257550"/>
          <p14:tracePt t="117592" x="4895850" y="3282950"/>
          <p14:tracePt t="117609" x="5118100" y="3295650"/>
          <p14:tracePt t="117626" x="5422900" y="3327400"/>
          <p14:tracePt t="117642" x="5549900" y="3340100"/>
          <p14:tracePt t="117659" x="5695950" y="3346450"/>
          <p14:tracePt t="117675" x="5899150" y="3352800"/>
          <p14:tracePt t="117692" x="5962650" y="3352800"/>
          <p14:tracePt t="117709" x="6045200" y="3352800"/>
          <p14:tracePt t="117725" x="6134100" y="3346450"/>
          <p14:tracePt t="117742" x="6210300" y="3346450"/>
          <p14:tracePt t="117758" x="6254750" y="3346450"/>
          <p14:tracePt t="117776" x="6299200" y="3346450"/>
          <p14:tracePt t="117792" x="6369050" y="3346450"/>
          <p14:tracePt t="117809" x="6426200" y="3346450"/>
          <p14:tracePt t="117826" x="6483350" y="3346450"/>
          <p14:tracePt t="117842" x="6565900" y="3352800"/>
          <p14:tracePt t="117859" x="6623050" y="3352800"/>
          <p14:tracePt t="117875" x="6648450" y="3352800"/>
          <p14:tracePt t="117892" x="6718300" y="3352800"/>
          <p14:tracePt t="117909" x="6788150" y="3346450"/>
          <p14:tracePt t="117925" x="6813550" y="3346450"/>
          <p14:tracePt t="117942" x="6858000" y="3346450"/>
          <p14:tracePt t="117959" x="6902450" y="3340100"/>
          <p14:tracePt t="117975" x="6908800" y="3333750"/>
          <p14:tracePt t="117992" x="7054850" y="3327400"/>
          <p14:tracePt t="118009" x="7086600" y="3327400"/>
          <p14:tracePt t="118025" x="7137400" y="3321050"/>
          <p14:tracePt t="118042" x="7169150" y="3321050"/>
          <p14:tracePt t="118075" x="7175500" y="3321050"/>
          <p14:tracePt t="118096" x="7181850" y="3321050"/>
          <p14:tracePt t="118109" x="7194550" y="3314700"/>
          <p14:tracePt t="118176" x="7200900" y="3314700"/>
          <p14:tracePt t="118568" x="7207250" y="3321050"/>
          <p14:tracePt t="118577" x="7219950" y="3321050"/>
          <p14:tracePt t="118641" x="7219950" y="3314700"/>
          <p14:tracePt t="118656" x="7232650" y="3308350"/>
          <p14:tracePt t="118673" x="7232650" y="3289300"/>
          <p14:tracePt t="118681" x="7232650" y="3276600"/>
          <p14:tracePt t="118692" x="7232650" y="3263900"/>
          <p14:tracePt t="118708" x="7232650" y="3257550"/>
          <p14:tracePt t="118725" x="7245350" y="3219450"/>
          <p14:tracePt t="118742" x="7264400" y="3181350"/>
          <p14:tracePt t="118759" x="7264400" y="3168650"/>
          <p14:tracePt t="118775" x="7270750" y="3149600"/>
          <p14:tracePt t="118848" x="7277100" y="3149600"/>
          <p14:tracePt t="118856" x="7277100" y="3155950"/>
          <p14:tracePt t="118865" x="7277100" y="3175000"/>
          <p14:tracePt t="118875" x="7277100" y="3194050"/>
          <p14:tracePt t="118892" x="7277100" y="3251200"/>
          <p14:tracePt t="118909" x="7296150" y="3340100"/>
          <p14:tracePt t="118925" x="7283450" y="3422650"/>
          <p14:tracePt t="118942" x="7277100" y="3492500"/>
          <p14:tracePt t="118959" x="7258050" y="3594100"/>
          <p14:tracePt t="118961" x="7245350" y="3638550"/>
          <p14:tracePt t="118975" x="7226300" y="3676650"/>
          <p14:tracePt t="118992" x="7016750" y="3886200"/>
          <p14:tracePt t="119009" x="6680200" y="4089400"/>
          <p14:tracePt t="119025" x="5988050" y="4425950"/>
          <p14:tracePt t="119042" x="5619750" y="4616450"/>
          <p14:tracePt t="119059" x="5219700" y="4819650"/>
          <p14:tracePt t="119075" x="5181600" y="4845050"/>
          <p14:tracePt t="119092" x="5130800" y="4883150"/>
          <p14:tracePt t="119109" x="5041900" y="4933950"/>
          <p14:tracePt t="119125" x="4997450" y="4946650"/>
          <p14:tracePt t="119142" x="4991100" y="4953000"/>
          <p14:tracePt t="119159" x="4946650" y="4965700"/>
          <p14:tracePt t="119176" x="4895850" y="4984750"/>
          <p14:tracePt t="119192" x="4819650" y="5016500"/>
          <p14:tracePt t="119209" x="4800600" y="5016500"/>
          <p14:tracePt t="119225" x="4781550" y="5022850"/>
          <p14:tracePt t="119259" x="4775200" y="5022850"/>
          <p14:tracePt t="119275" x="4743450" y="5022850"/>
          <p14:tracePt t="119292" x="4705350" y="5029200"/>
          <p14:tracePt t="119308" x="4679950" y="5029200"/>
          <p14:tracePt t="119325" x="4610100" y="5029200"/>
          <p14:tracePt t="119342" x="4584700" y="5029200"/>
          <p14:tracePt t="119359" x="4552950" y="5022850"/>
          <p14:tracePt t="119376" x="4489450" y="4959350"/>
          <p14:tracePt t="119392" x="4432300" y="4895850"/>
          <p14:tracePt t="119409" x="4241800" y="4724400"/>
          <p14:tracePt t="119425" x="4108450" y="4641850"/>
          <p14:tracePt t="119442" x="3962400" y="4565650"/>
          <p14:tracePt t="119459" x="3721100" y="4451350"/>
          <p14:tracePt t="119476" x="3644900" y="4406900"/>
          <p14:tracePt t="119492" x="3479800" y="4349750"/>
          <p14:tracePt t="119509" x="3162300" y="4216400"/>
          <p14:tracePt t="119525" x="2990850" y="4159250"/>
          <p14:tracePt t="119542" x="2743200" y="4076700"/>
          <p14:tracePt t="119559" x="2552700" y="4025900"/>
          <p14:tracePt t="119576" x="2495550" y="4019550"/>
          <p14:tracePt t="119592" x="2279650" y="3987800"/>
          <p14:tracePt t="119609" x="2222500" y="3987800"/>
          <p14:tracePt t="119626" x="2120900" y="4019550"/>
          <p14:tracePt t="119642" x="2089150" y="4044950"/>
          <p14:tracePt t="119659" x="2032000" y="4095750"/>
          <p14:tracePt t="119675" x="1962150" y="4159250"/>
          <p14:tracePt t="119692" x="1866900" y="4260850"/>
          <p14:tracePt t="119709" x="1816100" y="4337050"/>
          <p14:tracePt t="119725" x="1784350" y="4368800"/>
          <p14:tracePt t="119742" x="1670050" y="4514850"/>
          <p14:tracePt t="119759" x="1612900" y="4591050"/>
          <p14:tracePt t="119776" x="1428750" y="4826000"/>
          <p14:tracePt t="119792" x="1308100" y="4997450"/>
          <p14:tracePt t="119808" x="1244600" y="5143500"/>
          <p14:tracePt t="119825" x="1206500" y="5213350"/>
          <p14:tracePt t="119842" x="1174750" y="5295900"/>
          <p14:tracePt t="119858" x="1143000" y="5435600"/>
          <p14:tracePt t="119875" x="1143000" y="5511800"/>
          <p14:tracePt t="119892" x="1149350" y="5543550"/>
          <p14:tracePt t="119908" x="1155700" y="5702300"/>
          <p14:tracePt t="119925" x="1193800" y="5842000"/>
          <p14:tracePt t="119942" x="1301750" y="6115050"/>
          <p14:tracePt t="119958" x="1384300" y="6242050"/>
          <p14:tracePt t="119975" x="1428750" y="6299200"/>
          <p14:tracePt t="119992" x="1752600" y="6483350"/>
          <p14:tracePt t="120009" x="1943100" y="6515100"/>
          <p14:tracePt t="120025" x="2311400" y="6572250"/>
          <p14:tracePt t="120042" x="2476500" y="6597650"/>
          <p14:tracePt t="120058" x="2540000" y="6610350"/>
          <p14:tracePt t="120075" x="2832100" y="6623050"/>
          <p14:tracePt t="120092" x="3009900" y="6629400"/>
          <p14:tracePt t="120109" x="3244850" y="6629400"/>
          <p14:tracePt t="120125" x="3663950" y="6572250"/>
          <p14:tracePt t="120142" x="3759200" y="6553200"/>
          <p14:tracePt t="120158" x="3930650" y="6515100"/>
          <p14:tracePt t="120175" x="4260850" y="6413500"/>
          <p14:tracePt t="120192" x="4445000" y="6343650"/>
          <p14:tracePt t="120209" x="4546600" y="6292850"/>
          <p14:tracePt t="120225" x="4686300" y="6229350"/>
          <p14:tracePt t="120242" x="4800600" y="6153150"/>
          <p14:tracePt t="120258" x="4889500" y="6083300"/>
          <p14:tracePt t="120275" x="4965700" y="5949950"/>
          <p14:tracePt t="120292" x="4978400" y="5822950"/>
          <p14:tracePt t="120309" x="4927600" y="5562600"/>
          <p14:tracePt t="120326" x="4870450" y="5480050"/>
          <p14:tracePt t="120342" x="4749800" y="5276850"/>
          <p14:tracePt t="120359" x="4565650" y="4972050"/>
          <p14:tracePt t="120376" x="4527550" y="4914900"/>
          <p14:tracePt t="120392" x="4495800" y="4876800"/>
          <p14:tracePt t="120409" x="4483100" y="4876800"/>
          <p14:tracePt t="120425" x="4470400" y="4876800"/>
          <p14:tracePt t="120442" x="4457700" y="4870450"/>
          <p14:tracePt t="120459" x="4445000" y="4864100"/>
          <p14:tracePt t="120475" x="4400550" y="4857750"/>
          <p14:tracePt t="120492" x="4273550" y="4832350"/>
          <p14:tracePt t="120509" x="4152900" y="4813300"/>
          <p14:tracePt t="120525" x="3968750" y="4787900"/>
          <p14:tracePt t="120542" x="3822700" y="4781550"/>
          <p14:tracePt t="120559" x="3740150" y="4781550"/>
          <p14:tracePt t="120576" x="3549650" y="4806950"/>
          <p14:tracePt t="120592" x="3441700" y="4832350"/>
          <p14:tracePt t="120609" x="3429000" y="4838700"/>
          <p14:tracePt t="120665" x="3422650" y="4838700"/>
          <p14:tracePt t="120776" x="3422650" y="4832350"/>
          <p14:tracePt t="120992" x="3429000" y="4832350"/>
          <p14:tracePt t="121048" x="3435350" y="4832350"/>
          <p14:tracePt t="121080" x="3441700" y="4832350"/>
          <p14:tracePt t="121120" x="3448050" y="4838700"/>
          <p14:tracePt t="121152" x="3454400" y="4838700"/>
          <p14:tracePt t="121168" x="3460750" y="4838700"/>
          <p14:tracePt t="121192" x="3467100" y="4838700"/>
          <p14:tracePt t="121208" x="3473450" y="4838700"/>
          <p14:tracePt t="121256" x="3479800" y="4838700"/>
          <p14:tracePt t="121712" x="3479800" y="4845050"/>
          <p14:tracePt t="121729" x="3486150" y="4851400"/>
          <p14:tracePt t="121745" x="3486150" y="4857750"/>
          <p14:tracePt t="121752" x="3486150" y="4870450"/>
          <p14:tracePt t="121768" x="3486150" y="4883150"/>
          <p14:tracePt t="121777" x="3486150" y="4895850"/>
          <p14:tracePt t="121792" x="3486150" y="4927600"/>
          <p14:tracePt t="121809" x="3486150" y="4978400"/>
          <p14:tracePt t="121825" x="3486150" y="4991100"/>
          <p14:tracePt t="121842" x="3486150" y="5029200"/>
          <p14:tracePt t="121858" x="3492500" y="5080000"/>
          <p14:tracePt t="121875" x="3492500" y="5137150"/>
          <p14:tracePt t="121892" x="3492500" y="5181600"/>
          <p14:tracePt t="121908" x="3505200" y="5245100"/>
          <p14:tracePt t="121925" x="3505200" y="5251450"/>
          <p14:tracePt t="121942" x="3511550" y="5251450"/>
          <p14:tracePt t="122376" x="3517900" y="5251450"/>
          <p14:tracePt t="122392" x="3530600" y="5251450"/>
          <p14:tracePt t="122408" x="3543300" y="5251450"/>
          <p14:tracePt t="122417" x="3549650" y="5251450"/>
          <p14:tracePt t="122425" x="3568700" y="5245100"/>
          <p14:tracePt t="122442" x="3600450" y="5245100"/>
          <p14:tracePt t="122458" x="3670300" y="5245100"/>
          <p14:tracePt t="122475" x="3714750" y="5245100"/>
          <p14:tracePt t="122492" x="3752850" y="5245100"/>
          <p14:tracePt t="122508" x="3790950" y="5238750"/>
          <p14:tracePt t="122525" x="3892550" y="5219700"/>
          <p14:tracePt t="122542" x="3968750" y="5213350"/>
          <p14:tracePt t="122559" x="4025900" y="5194300"/>
          <p14:tracePt t="122576" x="4146550" y="5175250"/>
          <p14:tracePt t="122592" x="4222750" y="5156200"/>
          <p14:tracePt t="122609" x="4298950" y="5130800"/>
          <p14:tracePt t="122626" x="4381500" y="5118100"/>
          <p14:tracePt t="122642" x="4419600" y="5099050"/>
          <p14:tracePt t="122659" x="4457700" y="5073650"/>
          <p14:tracePt t="122675" x="4476750" y="5067300"/>
          <p14:tracePt t="122692" x="4508500" y="5041900"/>
          <p14:tracePt t="122709" x="4527550" y="5022850"/>
          <p14:tracePt t="122725" x="4572000" y="4984750"/>
          <p14:tracePt t="122742" x="4591050" y="4953000"/>
          <p14:tracePt t="122759" x="4622800" y="4883150"/>
          <p14:tracePt t="122776" x="4648200" y="4845050"/>
          <p14:tracePt t="122792" x="4667250" y="4667250"/>
          <p14:tracePt t="122809" x="4667250" y="4368800"/>
          <p14:tracePt t="122826" x="4635500" y="4178300"/>
          <p14:tracePt t="122842" x="4572000" y="3943350"/>
          <p14:tracePt t="122859" x="4552950" y="3873500"/>
          <p14:tracePt t="122875" x="4495800" y="3803650"/>
          <p14:tracePt t="122892" x="4406900" y="3740150"/>
          <p14:tracePt t="122909" x="4375150" y="3727450"/>
          <p14:tracePt t="122925" x="4368800" y="3721100"/>
          <p14:tracePt t="122942" x="4337050" y="3727450"/>
          <p14:tracePt t="122959" x="4254500" y="3752850"/>
          <p14:tracePt t="122961" x="4203700" y="3778250"/>
          <p14:tracePt t="122975" x="4146550" y="3803650"/>
          <p14:tracePt t="122992" x="3790950" y="3962400"/>
          <p14:tracePt t="123009" x="3651250" y="4025900"/>
          <p14:tracePt t="123025" x="3581400" y="4057650"/>
          <p14:tracePt t="123042" x="3454400" y="4121150"/>
          <p14:tracePt t="123059" x="3397250" y="4152900"/>
          <p14:tracePt t="123075" x="3359150" y="4178300"/>
          <p14:tracePt t="123092" x="3327400" y="4210050"/>
          <p14:tracePt t="123125" x="3282950" y="4267200"/>
          <p14:tracePt t="123142" x="3276600" y="4292600"/>
          <p14:tracePt t="123159" x="3251200" y="4337050"/>
          <p14:tracePt t="123175" x="3225800" y="4406900"/>
          <p14:tracePt t="123192" x="3219450" y="4470400"/>
          <p14:tracePt t="123209" x="3219450" y="4578350"/>
          <p14:tracePt t="123225" x="3232150" y="4660900"/>
          <p14:tracePt t="123242" x="3244850" y="4743450"/>
          <p14:tracePt t="123259" x="3244850" y="4851400"/>
          <p14:tracePt t="123275" x="3251200" y="4857750"/>
          <p14:tracePt t="123292" x="3257550" y="4895850"/>
          <p14:tracePt t="123309" x="3276600" y="4927600"/>
          <p14:tracePt t="123326" x="3276600" y="4933950"/>
          <p14:tracePt t="123342" x="3276600" y="4940300"/>
          <p14:tracePt t="123400" x="3276600" y="4933950"/>
          <p14:tracePt t="123424" x="3282950" y="4927600"/>
          <p14:tracePt t="123433" x="3282950" y="4921250"/>
          <p14:tracePt t="123442" x="3282950" y="4908550"/>
          <p14:tracePt t="123459" x="3282950" y="4883150"/>
          <p14:tracePt t="123475" x="3276600" y="4883150"/>
          <p14:tracePt t="123492" x="3276600" y="4864100"/>
          <p14:tracePt t="123509" x="3276600" y="4857750"/>
          <p14:tracePt t="123542" x="3276600" y="4851400"/>
          <p14:tracePt t="123912" x="3282950" y="4851400"/>
          <p14:tracePt t="124024" x="3282950" y="4845050"/>
          <p14:tracePt t="124032" x="3282950" y="4838700"/>
          <p14:tracePt t="124042" x="3276600" y="4813300"/>
          <p14:tracePt t="124058" x="3257550" y="4768850"/>
          <p14:tracePt t="124075" x="3194050" y="4667250"/>
          <p14:tracePt t="124092" x="3162300" y="4610100"/>
          <p14:tracePt t="124108" x="3073400" y="4521200"/>
          <p14:tracePt t="124126" x="2895600" y="4324350"/>
          <p14:tracePt t="124142" x="2762250" y="4197350"/>
          <p14:tracePt t="124158" x="2628900" y="4089400"/>
          <p14:tracePt t="124176" x="2444750" y="3905250"/>
          <p14:tracePt t="124192" x="2152650" y="3644900"/>
          <p14:tracePt t="124209" x="1847850" y="3276600"/>
          <p14:tracePt t="124225" x="1682750" y="3054350"/>
          <p14:tracePt t="124242" x="1568450" y="2870200"/>
          <p14:tracePt t="124259" x="1390650" y="2578100"/>
          <p14:tracePt t="124275" x="1282700" y="2444750"/>
          <p14:tracePt t="124292" x="1143000" y="2222500"/>
          <p14:tracePt t="124309" x="825500" y="1765300"/>
          <p14:tracePt t="124326" x="603250" y="1498600"/>
          <p14:tracePt t="124342" x="482600" y="1352550"/>
          <p14:tracePt t="124359" x="76200" y="88265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30723" name="내용 개체 틀 2"/>
          <p:cNvSpPr>
            <a:spLocks noGrp="1"/>
          </p:cNvSpPr>
          <p:nvPr>
            <p:ph idx="1"/>
          </p:nvPr>
        </p:nvSpPr>
        <p:spPr>
          <a:xfrm>
            <a:off x="450850" y="708025"/>
            <a:ext cx="8429625" cy="56165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ko-KR" b="1" i="1" smtClean="0">
                <a:solidFill>
                  <a:srgbClr val="C00000"/>
                </a:solidFill>
                <a:latin typeface="Times New Roman" panose="02020603050405020304" pitchFamily="18" charset="0"/>
              </a:rPr>
              <a:t>Internetwork</a:t>
            </a:r>
          </a:p>
          <a:p>
            <a:pPr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</a:rPr>
              <a:t>A heterogeneous network made of WANs and LANs</a:t>
            </a:r>
          </a:p>
          <a:p>
            <a:pPr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233488"/>
            <a:ext cx="229870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168400"/>
            <a:ext cx="2570162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0" y="1481138"/>
            <a:ext cx="191293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650" y="5346700"/>
            <a:ext cx="2306638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4849813"/>
            <a:ext cx="1660525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425" y="4240213"/>
            <a:ext cx="1225550" cy="90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5146675"/>
            <a:ext cx="1509713" cy="110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3336925"/>
            <a:ext cx="7175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643313"/>
            <a:ext cx="371475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18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3201988"/>
            <a:ext cx="23495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613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610" x="69850" y="1911350"/>
          <p14:tracePt t="2624" x="120650" y="1943100"/>
          <p14:tracePt t="2640" x="215900" y="1993900"/>
          <p14:tracePt t="2657" x="400050" y="2089150"/>
          <p14:tracePt t="2674" x="514350" y="2133600"/>
          <p14:tracePt t="2690" x="704850" y="2209800"/>
          <p14:tracePt t="2707" x="762000" y="2260600"/>
          <p14:tracePt t="2724" x="844550" y="2311400"/>
          <p14:tracePt t="2740" x="990600" y="2432050"/>
          <p14:tracePt t="2758" x="1022350" y="2482850"/>
          <p14:tracePt t="2774" x="1123950" y="2578100"/>
          <p14:tracePt t="2791" x="1263650" y="2781300"/>
          <p14:tracePt t="2807" x="1358900" y="2895600"/>
          <p14:tracePt t="2824" x="1447800" y="2971800"/>
          <p14:tracePt t="2840" x="1549400" y="3086100"/>
          <p14:tracePt t="2858" x="1612900" y="3155950"/>
          <p14:tracePt t="2874" x="1676400" y="3200400"/>
          <p14:tracePt t="2891" x="1682750" y="3200400"/>
          <p14:tracePt t="2923" x="1701800" y="3200400"/>
          <p14:tracePt t="2940" x="1708150" y="3200400"/>
          <p14:tracePt t="2963" x="1708150" y="3194050"/>
          <p14:tracePt t="2974" x="1708150" y="3187700"/>
          <p14:tracePt t="2991" x="1708150" y="3181350"/>
          <p14:tracePt t="3007" x="1714500" y="3162300"/>
          <p14:tracePt t="3202" x="1720850" y="3162300"/>
          <p14:tracePt t="3210" x="1733550" y="3162300"/>
          <p14:tracePt t="3227" x="1746250" y="3168650"/>
          <p14:tracePt t="3241" x="1758950" y="3187700"/>
          <p14:tracePt t="3258" x="1822450" y="3232150"/>
          <p14:tracePt t="3274" x="1892300" y="3263900"/>
          <p14:tracePt t="3290" x="1943100" y="3282950"/>
          <p14:tracePt t="3308" x="2095500" y="3321050"/>
          <p14:tracePt t="3324" x="2178050" y="3321050"/>
          <p14:tracePt t="3341" x="2393950" y="3282950"/>
          <p14:tracePt t="3358" x="2520950" y="3219450"/>
          <p14:tracePt t="3374" x="2609850" y="3162300"/>
          <p14:tracePt t="3391" x="2673350" y="3117850"/>
          <p14:tracePt t="3407" x="2832100" y="2959100"/>
          <p14:tracePt t="3424" x="2914650" y="2813050"/>
          <p14:tracePt t="3441" x="3162300" y="2343150"/>
          <p14:tracePt t="3458" x="3238500" y="2019300"/>
          <p14:tracePt t="3474" x="3244850" y="1733550"/>
          <p14:tracePt t="3491" x="3162300" y="1162050"/>
          <p14:tracePt t="3508" x="3105150" y="857250"/>
          <p14:tracePt t="3524" x="3041650" y="692150"/>
          <p14:tracePt t="3541" x="2990850" y="577850"/>
          <p14:tracePt t="3557" x="2933700" y="508000"/>
          <p14:tracePt t="3574" x="2889250" y="469900"/>
          <p14:tracePt t="3591" x="2825750" y="444500"/>
          <p14:tracePt t="3607" x="2794000" y="444500"/>
          <p14:tracePt t="3624" x="2768600" y="450850"/>
          <p14:tracePt t="3641" x="2724150" y="463550"/>
          <p14:tracePt t="3658" x="2679700" y="482600"/>
          <p14:tracePt t="3674" x="2635250" y="508000"/>
          <p14:tracePt t="3691" x="2584450" y="546100"/>
          <p14:tracePt t="3708" x="2540000" y="577850"/>
          <p14:tracePt t="3724" x="2501900" y="628650"/>
          <p14:tracePt t="3741" x="2438400" y="685800"/>
          <p14:tracePt t="3757" x="2368550" y="800100"/>
          <p14:tracePt t="3774" x="2298700" y="920750"/>
          <p14:tracePt t="3790" x="2241550" y="1073150"/>
          <p14:tracePt t="3807" x="2241550" y="1187450"/>
          <p14:tracePt t="3824" x="2222500" y="1308100"/>
          <p14:tracePt t="3840" x="2089150" y="1651000"/>
          <p14:tracePt t="3842" x="2057400" y="1739900"/>
          <p14:tracePt t="3858" x="2012950" y="1866900"/>
          <p14:tracePt t="3874" x="1866900" y="2336800"/>
          <p14:tracePt t="3890" x="1803400" y="2520950"/>
          <p14:tracePt t="3907" x="1644650" y="2844800"/>
          <p14:tracePt t="3924" x="1543050" y="2984500"/>
          <p14:tracePt t="3941" x="1409700" y="3060700"/>
          <p14:tracePt t="3958" x="1250950" y="3086100"/>
          <p14:tracePt t="3974" x="1098550" y="3054350"/>
          <p14:tracePt t="3991" x="812800" y="2882900"/>
          <p14:tracePt t="4008" x="127000" y="2406650"/>
          <p14:tracePt t="9650" x="6350" y="2368550"/>
          <p14:tracePt t="9659" x="69850" y="2393950"/>
          <p14:tracePt t="9666" x="127000" y="2406650"/>
          <p14:tracePt t="9682" x="196850" y="2425700"/>
          <p14:tracePt t="9690" x="273050" y="2438400"/>
          <p14:tracePt t="9708" x="533400" y="2476500"/>
          <p14:tracePt t="9724" x="641350" y="2495550"/>
          <p14:tracePt t="9740" x="819150" y="2527300"/>
          <p14:tracePt t="9757" x="933450" y="2546350"/>
          <p14:tracePt t="9774" x="977900" y="2546350"/>
          <p14:tracePt t="9791" x="1054100" y="2559050"/>
          <p14:tracePt t="9807" x="1181100" y="2559050"/>
          <p14:tracePt t="9824" x="1219200" y="2559050"/>
          <p14:tracePt t="9841" x="1276350" y="2559050"/>
          <p14:tracePt t="9843" x="1301750" y="2552700"/>
          <p14:tracePt t="9859" x="1384300" y="2540000"/>
          <p14:tracePt t="9874" x="1466850" y="2533650"/>
          <p14:tracePt t="9891" x="1543050" y="2540000"/>
          <p14:tracePt t="9907" x="1682750" y="2559050"/>
          <p14:tracePt t="9924" x="1752600" y="2571750"/>
          <p14:tracePt t="9941" x="1828800" y="2584450"/>
          <p14:tracePt t="9958" x="1892300" y="2609850"/>
          <p14:tracePt t="9974" x="1943100" y="2622550"/>
          <p14:tracePt t="9990" x="2019300" y="2647950"/>
          <p14:tracePt t="10007" x="2114550" y="2660650"/>
          <p14:tracePt t="10024" x="2190750" y="2667000"/>
          <p14:tracePt t="10040" x="2209800" y="2667000"/>
          <p14:tracePt t="10057" x="2247900" y="2667000"/>
          <p14:tracePt t="10074" x="2273300" y="2654300"/>
          <p14:tracePt t="10107" x="2292350" y="2654300"/>
          <p14:tracePt t="10124" x="2305050" y="2647950"/>
          <p14:tracePt t="10141" x="2336800" y="2647950"/>
          <p14:tracePt t="10157" x="2381250" y="2647950"/>
          <p14:tracePt t="10174" x="2432050" y="2654300"/>
          <p14:tracePt t="10191" x="2451100" y="2654300"/>
          <p14:tracePt t="10207" x="2527300" y="2660650"/>
          <p14:tracePt t="10224" x="2565400" y="2660650"/>
          <p14:tracePt t="10241" x="2584450" y="2660650"/>
          <p14:tracePt t="10274" x="2597150" y="2654300"/>
          <p14:tracePt t="10291" x="2603500" y="2654300"/>
          <p14:tracePt t="10307" x="2603500" y="2647950"/>
          <p14:tracePt t="10410" x="2609850" y="2647950"/>
          <p14:tracePt t="10418" x="2616200" y="2647950"/>
          <p14:tracePt t="10434" x="2635250" y="2641600"/>
          <p14:tracePt t="10443" x="2679700" y="2622550"/>
          <p14:tracePt t="10457" x="2698750" y="2603500"/>
          <p14:tracePt t="10474" x="2749550" y="2540000"/>
          <p14:tracePt t="10491" x="2781300" y="2482850"/>
          <p14:tracePt t="10507" x="2844800" y="2368550"/>
          <p14:tracePt t="10524" x="2863850" y="2330450"/>
          <p14:tracePt t="10540" x="2901950" y="2260600"/>
          <p14:tracePt t="10557" x="2933700" y="2178050"/>
          <p14:tracePt t="10574" x="2990850" y="2038350"/>
          <p14:tracePt t="10590" x="3016250" y="1955800"/>
          <p14:tracePt t="10607" x="3022600" y="1911350"/>
          <p14:tracePt t="10624" x="3028950" y="1847850"/>
          <p14:tracePt t="10641" x="3028950" y="1739900"/>
          <p14:tracePt t="10657" x="3028950" y="1682750"/>
          <p14:tracePt t="10674" x="2952750" y="1593850"/>
          <p14:tracePt t="10691" x="2946400" y="1587500"/>
          <p14:tracePt t="10708" x="2921000" y="1549400"/>
          <p14:tracePt t="10724" x="2851150" y="1517650"/>
          <p14:tracePt t="10741" x="2819400" y="1498600"/>
          <p14:tracePt t="10757" x="2774950" y="1485900"/>
          <p14:tracePt t="10774" x="2647950" y="1473200"/>
          <p14:tracePt t="10791" x="2622550" y="1466850"/>
          <p14:tracePt t="10807" x="2565400" y="1460500"/>
          <p14:tracePt t="10824" x="2432050" y="1435100"/>
          <p14:tracePt t="10841" x="2311400" y="1428750"/>
          <p14:tracePt t="10843" x="2241550" y="1428750"/>
          <p14:tracePt t="10858" x="2108200" y="1416050"/>
          <p14:tracePt t="10874" x="2032000" y="1403350"/>
          <p14:tracePt t="10891" x="1911350" y="1403350"/>
          <p14:tracePt t="10907" x="1765300" y="1403350"/>
          <p14:tracePt t="10924" x="1701800" y="1409700"/>
          <p14:tracePt t="10940" x="1651000" y="1416050"/>
          <p14:tracePt t="10958" x="1619250" y="1428750"/>
          <p14:tracePt t="10974" x="1568450" y="1447800"/>
          <p14:tracePt t="10991" x="1530350" y="1466850"/>
          <p14:tracePt t="11007" x="1454150" y="1517650"/>
          <p14:tracePt t="11024" x="1403350" y="1555750"/>
          <p14:tracePt t="11040" x="1365250" y="1581150"/>
          <p14:tracePt t="11057" x="1257300" y="1689100"/>
          <p14:tracePt t="11074" x="1155700" y="1784350"/>
          <p14:tracePt t="11091" x="1073150" y="1917700"/>
          <p14:tracePt t="11107" x="1047750" y="1962150"/>
          <p14:tracePt t="11124" x="1041400" y="1981200"/>
          <p14:tracePt t="11141" x="1009650" y="2044700"/>
          <p14:tracePt t="11157" x="1009650" y="2070100"/>
          <p14:tracePt t="11174" x="1003300" y="2082800"/>
          <p14:tracePt t="11191" x="1003300" y="2095500"/>
          <p14:tracePt t="11208" x="1003300" y="2108200"/>
          <p14:tracePt t="11224" x="1003300" y="2114550"/>
          <p14:tracePt t="11241" x="1016000" y="2146300"/>
          <p14:tracePt t="11258" x="1028700" y="2165350"/>
          <p14:tracePt t="11274" x="1073150" y="2222500"/>
          <p14:tracePt t="11291" x="1111250" y="2260600"/>
          <p14:tracePt t="11307" x="1136650" y="2286000"/>
          <p14:tracePt t="11324" x="1187450" y="2324100"/>
          <p14:tracePt t="11341" x="1270000" y="2387600"/>
          <p14:tracePt t="11357" x="1327150" y="2425700"/>
          <p14:tracePt t="11374" x="1441450" y="2463800"/>
          <p14:tracePt t="11390" x="1473200" y="2476500"/>
          <p14:tracePt t="11407" x="1549400" y="2489200"/>
          <p14:tracePt t="11424" x="1657350" y="2508250"/>
          <p14:tracePt t="11441" x="1714500" y="2514600"/>
          <p14:tracePt t="11457" x="1778000" y="2514600"/>
          <p14:tracePt t="11474" x="1905000" y="2514600"/>
          <p14:tracePt t="11490" x="2006600" y="2501900"/>
          <p14:tracePt t="11507" x="2120900" y="2482850"/>
          <p14:tracePt t="11524" x="2330450" y="2457450"/>
          <p14:tracePt t="11541" x="2476500" y="2432050"/>
          <p14:tracePt t="11558" x="2520950" y="2425700"/>
          <p14:tracePt t="11574" x="2641600" y="2400300"/>
          <p14:tracePt t="11590" x="2832100" y="2368550"/>
          <p14:tracePt t="11607" x="2914650" y="2349500"/>
          <p14:tracePt t="11624" x="3054350" y="2298700"/>
          <p14:tracePt t="11640" x="3117850" y="2266950"/>
          <p14:tracePt t="11657" x="3130550" y="2260600"/>
          <p14:tracePt t="11674" x="3225800" y="2184400"/>
          <p14:tracePt t="11690" x="3263900" y="2146300"/>
          <p14:tracePt t="11707" x="3289300" y="2101850"/>
          <p14:tracePt t="11724" x="3321050" y="2000250"/>
          <p14:tracePt t="11741" x="3333750" y="1955800"/>
          <p14:tracePt t="11757" x="3352800" y="1879600"/>
          <p14:tracePt t="11774" x="3365500" y="1727200"/>
          <p14:tracePt t="11791" x="3365500" y="1631950"/>
          <p14:tracePt t="11807" x="3359150" y="1543050"/>
          <p14:tracePt t="11824" x="3314700" y="1441450"/>
          <p14:tracePt t="11840" x="3295650" y="1403350"/>
          <p14:tracePt t="11842" x="3263900" y="1371600"/>
          <p14:tracePt t="11857" x="3238500" y="1339850"/>
          <p14:tracePt t="11874" x="3111500" y="1270000"/>
          <p14:tracePt t="11890" x="3035300" y="1244600"/>
          <p14:tracePt t="11907" x="2971800" y="1231900"/>
          <p14:tracePt t="11924" x="2895600" y="1225550"/>
          <p14:tracePt t="11940" x="2787650" y="1219200"/>
          <p14:tracePt t="11957" x="2673350" y="1212850"/>
          <p14:tracePt t="11974" x="2451100" y="1212850"/>
          <p14:tracePt t="11990" x="2343150" y="1212850"/>
          <p14:tracePt t="12007" x="2298700" y="1212850"/>
          <p14:tracePt t="12024" x="2120900" y="1219200"/>
          <p14:tracePt t="12040" x="2038350" y="1231900"/>
          <p14:tracePt t="12057" x="1949450" y="1250950"/>
          <p14:tracePt t="12074" x="1835150" y="1282700"/>
          <p14:tracePt t="12090" x="1803400" y="1295400"/>
          <p14:tracePt t="12107" x="1727200" y="1333500"/>
          <p14:tracePt t="12124" x="1682750" y="1358900"/>
          <p14:tracePt t="12140" x="1600200" y="1416050"/>
          <p14:tracePt t="12157" x="1574800" y="1441450"/>
          <p14:tracePt t="12174" x="1562100" y="1454150"/>
          <p14:tracePt t="12190" x="1517650" y="1492250"/>
          <p14:tracePt t="12207" x="1485900" y="1524000"/>
          <p14:tracePt t="12224" x="1441450" y="1581150"/>
          <p14:tracePt t="12240" x="1422400" y="1612900"/>
          <p14:tracePt t="12257" x="1409700" y="1625600"/>
          <p14:tracePt t="12274" x="1365250" y="1733550"/>
          <p14:tracePt t="12291" x="1333500" y="1809750"/>
          <p14:tracePt t="12307" x="1301750" y="1905000"/>
          <p14:tracePt t="12324" x="1295400" y="1962150"/>
          <p14:tracePt t="12340" x="1289050" y="1993900"/>
          <p14:tracePt t="12357" x="1276350" y="2089150"/>
          <p14:tracePt t="12374" x="1276350" y="2133600"/>
          <p14:tracePt t="12390" x="1270000" y="2197100"/>
          <p14:tracePt t="12407" x="1276350" y="2228850"/>
          <p14:tracePt t="12424" x="1276350" y="2235200"/>
          <p14:tracePt t="12440" x="1282700" y="2247900"/>
          <p14:tracePt t="12458" x="1301750" y="2273300"/>
          <p14:tracePt t="12474" x="1314450" y="2292350"/>
          <p14:tracePt t="12491" x="1320800" y="2298700"/>
          <p14:tracePt t="12507" x="1339850" y="2311400"/>
          <p14:tracePt t="12524" x="1377950" y="2349500"/>
          <p14:tracePt t="12541" x="1416050" y="2368550"/>
          <p14:tracePt t="12557" x="1492250" y="2393950"/>
          <p14:tracePt t="12574" x="1511300" y="2400300"/>
          <p14:tracePt t="12591" x="1555750" y="2413000"/>
          <p14:tracePt t="12607" x="1619250" y="2425700"/>
          <p14:tracePt t="12624" x="1682750" y="2432050"/>
          <p14:tracePt t="12641" x="1733550" y="2444750"/>
          <p14:tracePt t="12658" x="1847850" y="2470150"/>
          <p14:tracePt t="12674" x="1917700" y="2489200"/>
          <p14:tracePt t="12691" x="2012950" y="2520950"/>
          <p14:tracePt t="12708" x="2178050" y="2578100"/>
          <p14:tracePt t="12724" x="2298700" y="2628900"/>
          <p14:tracePt t="12741" x="2495550" y="2679700"/>
          <p14:tracePt t="12757" x="2559050" y="2698750"/>
          <p14:tracePt t="12774" x="2673350" y="2717800"/>
          <p14:tracePt t="12791" x="2749550" y="2724150"/>
          <p14:tracePt t="12807" x="2882900" y="2724150"/>
          <p14:tracePt t="12824" x="2940050" y="2724150"/>
          <p14:tracePt t="12841" x="2984500" y="2705100"/>
          <p14:tracePt t="12858" x="3054350" y="2667000"/>
          <p14:tracePt t="12874" x="3136900" y="2603500"/>
          <p14:tracePt t="12891" x="3213100" y="2552700"/>
          <p14:tracePt t="12907" x="3302000" y="2463800"/>
          <p14:tracePt t="12924" x="3352800" y="2413000"/>
          <p14:tracePt t="12940" x="3365500" y="2400300"/>
          <p14:tracePt t="12957" x="3390900" y="2324100"/>
          <p14:tracePt t="12974" x="3397250" y="2292350"/>
          <p14:tracePt t="12990" x="3397250" y="2266950"/>
          <p14:tracePt t="13007" x="3397250" y="2197100"/>
          <p14:tracePt t="13024" x="3390900" y="2165350"/>
          <p14:tracePt t="13041" x="3371850" y="2101850"/>
          <p14:tracePt t="13057" x="3327400" y="2000250"/>
          <p14:tracePt t="13074" x="3270250" y="1905000"/>
          <p14:tracePt t="13091" x="3200400" y="1809750"/>
          <p14:tracePt t="13107" x="3181350" y="1778000"/>
          <p14:tracePt t="13124" x="3124200" y="1708150"/>
          <p14:tracePt t="13141" x="2971800" y="1581150"/>
          <p14:tracePt t="13157" x="2889250" y="1530350"/>
          <p14:tracePt t="13174" x="2813050" y="1473200"/>
          <p14:tracePt t="13191" x="2673350" y="1409700"/>
          <p14:tracePt t="13207" x="2628900" y="1397000"/>
          <p14:tracePt t="13224" x="2533650" y="1371600"/>
          <p14:tracePt t="13241" x="2393950" y="1346200"/>
          <p14:tracePt t="13258" x="2336800" y="1346200"/>
          <p14:tracePt t="13274" x="2228850" y="1377950"/>
          <p14:tracePt t="13291" x="2165350" y="1403350"/>
          <p14:tracePt t="13307" x="2095500" y="1454150"/>
          <p14:tracePt t="13324" x="2025650" y="1530350"/>
          <p14:tracePt t="13341" x="1968500" y="1581150"/>
          <p14:tracePt t="13357" x="1885950" y="1657350"/>
          <p14:tracePt t="13374" x="1885950" y="1670050"/>
          <p14:tracePt t="13391" x="1835150" y="1695450"/>
          <p14:tracePt t="13407" x="1809750" y="1714500"/>
          <p14:tracePt t="13546" x="1803400" y="1714500"/>
          <p14:tracePt t="13650" x="1803400" y="1708150"/>
          <p14:tracePt t="13819" x="1803400" y="1714500"/>
          <p14:tracePt t="13826" x="1809750" y="1714500"/>
          <p14:tracePt t="13890" x="1803400" y="1714500"/>
          <p14:tracePt t="13906" x="1797050" y="1714500"/>
          <p14:tracePt t="13914" x="1778000" y="1714500"/>
          <p14:tracePt t="13923" x="1746250" y="1701800"/>
          <p14:tracePt t="13940" x="1625600" y="1631950"/>
          <p14:tracePt t="13958" x="1250950" y="1485900"/>
          <p14:tracePt t="13974" x="869950" y="1377950"/>
          <p14:tracePt t="13991" x="717550" y="1327150"/>
          <p14:tracePt t="14007" x="25400" y="1111250"/>
          <p14:tracePt t="15914" x="196850" y="1682750"/>
          <p14:tracePt t="15922" x="565150" y="1841500"/>
          <p14:tracePt t="15930" x="1193800" y="2222500"/>
          <p14:tracePt t="15940" x="1517650" y="2387600"/>
          <p14:tracePt t="15958" x="2032000" y="2628900"/>
          <p14:tracePt t="15974" x="2178050" y="2686050"/>
          <p14:tracePt t="15990" x="3009900" y="3009900"/>
          <p14:tracePt t="16007" x="3397250" y="3136900"/>
          <p14:tracePt t="16024" x="3746500" y="3257550"/>
          <p14:tracePt t="16040" x="4152900" y="3403600"/>
          <p14:tracePt t="16058" x="4610100" y="3479800"/>
          <p14:tracePt t="16074" x="5003800" y="3549650"/>
          <p14:tracePt t="16090" x="5340350" y="3556000"/>
          <p14:tracePt t="16107" x="5791200" y="3543300"/>
          <p14:tracePt t="16124" x="5918200" y="3530600"/>
          <p14:tracePt t="16140" x="6013450" y="3517900"/>
          <p14:tracePt t="16157" x="6273800" y="3492500"/>
          <p14:tracePt t="16174" x="6400800" y="3486150"/>
          <p14:tracePt t="16190" x="6578600" y="3486150"/>
          <p14:tracePt t="16207" x="6985000" y="3524250"/>
          <p14:tracePt t="16224" x="7118350" y="3543300"/>
          <p14:tracePt t="16241" x="7340600" y="3568700"/>
          <p14:tracePt t="16257" x="7651750" y="3562350"/>
          <p14:tracePt t="16274" x="7791450" y="3530600"/>
          <p14:tracePt t="16290" x="7912100" y="3479800"/>
          <p14:tracePt t="16307" x="7975600" y="3441700"/>
          <p14:tracePt t="16324" x="8026400" y="3390900"/>
          <p14:tracePt t="16340" x="8108950" y="3270250"/>
          <p14:tracePt t="16357" x="8153400" y="3162300"/>
          <p14:tracePt t="16374" x="8210550" y="3041650"/>
          <p14:tracePt t="16390" x="8286750" y="2781300"/>
          <p14:tracePt t="16407" x="8293100" y="2755900"/>
          <p14:tracePt t="16424" x="8324850" y="2609850"/>
          <p14:tracePt t="16440" x="8350250" y="2495550"/>
          <p14:tracePt t="16457" x="8420100" y="2228850"/>
          <p14:tracePt t="16474" x="8420100" y="2006600"/>
          <p14:tracePt t="16490" x="8350250" y="1828800"/>
          <p14:tracePt t="16508" x="8293100" y="1657350"/>
          <p14:tracePt t="16524" x="8140700" y="1422400"/>
          <p14:tracePt t="16541" x="8007350" y="1301750"/>
          <p14:tracePt t="16557" x="7867650" y="1206500"/>
          <p14:tracePt t="16574" x="7683500" y="1111250"/>
          <p14:tracePt t="16591" x="7486650" y="1041400"/>
          <p14:tracePt t="16607" x="7327900" y="984250"/>
          <p14:tracePt t="16624" x="7073900" y="882650"/>
          <p14:tracePt t="16640" x="6965950" y="844550"/>
          <p14:tracePt t="16657" x="6896100" y="831850"/>
          <p14:tracePt t="16674" x="6623050" y="723900"/>
          <p14:tracePt t="16691" x="6445250" y="673100"/>
          <p14:tracePt t="16707" x="6350000" y="654050"/>
          <p14:tracePt t="16724" x="6223000" y="635000"/>
          <p14:tracePt t="16741" x="6108700" y="635000"/>
          <p14:tracePt t="16757" x="6057900" y="641350"/>
          <p14:tracePt t="16774" x="5988050" y="666750"/>
          <p14:tracePt t="16791" x="5867400" y="717550"/>
          <p14:tracePt t="16807" x="5816600" y="755650"/>
          <p14:tracePt t="16824" x="5772150" y="787400"/>
          <p14:tracePt t="16841" x="5676900" y="882650"/>
          <p14:tracePt t="16843" x="5638800" y="933450"/>
          <p14:tracePt t="16857" x="5600700" y="965200"/>
          <p14:tracePt t="16874" x="5454650" y="1149350"/>
          <p14:tracePt t="16891" x="5384800" y="1263650"/>
          <p14:tracePt t="16908" x="5365750" y="1308100"/>
          <p14:tracePt t="16924" x="5276850" y="1473200"/>
          <p14:tracePt t="16940" x="5257800" y="1536700"/>
          <p14:tracePt t="16957" x="5257800" y="1663700"/>
          <p14:tracePt t="16974" x="5257800" y="1714500"/>
          <p14:tracePt t="16991" x="5257800" y="1739900"/>
          <p14:tracePt t="17007" x="5264150" y="1809750"/>
          <p14:tracePt t="17024" x="5289550" y="1936750"/>
          <p14:tracePt t="17041" x="5295900" y="1993900"/>
          <p14:tracePt t="17058" x="5327650" y="2051050"/>
          <p14:tracePt t="17074" x="5372100" y="2152650"/>
          <p14:tracePt t="17091" x="5416550" y="2203450"/>
          <p14:tracePt t="17107" x="5467350" y="2254250"/>
          <p14:tracePt t="17124" x="5524500" y="2279650"/>
          <p14:tracePt t="17140" x="5568950" y="2305050"/>
          <p14:tracePt t="17157" x="5664200" y="2343150"/>
          <p14:tracePt t="17174" x="5727700" y="2349500"/>
          <p14:tracePt t="17190" x="5829300" y="2362200"/>
          <p14:tracePt t="17208" x="6032500" y="2387600"/>
          <p14:tracePt t="17224" x="6172200" y="2387600"/>
          <p14:tracePt t="17241" x="6318250" y="2387600"/>
          <p14:tracePt t="17258" x="6546850" y="2368550"/>
          <p14:tracePt t="17274" x="6800850" y="2330450"/>
          <p14:tracePt t="17290" x="6953250" y="2292350"/>
          <p14:tracePt t="17307" x="7372350" y="2235200"/>
          <p14:tracePt t="17324" x="7600950" y="2203450"/>
          <p14:tracePt t="17340" x="7734300" y="2190750"/>
          <p14:tracePt t="17357" x="8051800" y="2146300"/>
          <p14:tracePt t="17374" x="8128000" y="2133600"/>
          <p14:tracePt t="17391" x="8178800" y="2120900"/>
          <p14:tracePt t="17407" x="8191500" y="2114550"/>
          <p14:tracePt t="17441" x="8191500" y="2108200"/>
          <p14:tracePt t="17457" x="8191500" y="2095500"/>
          <p14:tracePt t="17474" x="8191500" y="2051050"/>
          <p14:tracePt t="17490" x="8191500" y="1987550"/>
          <p14:tracePt t="17507" x="8191500" y="1968500"/>
          <p14:tracePt t="17524" x="8185150" y="1930400"/>
          <p14:tracePt t="17541" x="8172450" y="1879600"/>
          <p14:tracePt t="17557" x="8159750" y="1866900"/>
          <p14:tracePt t="17574" x="8147050" y="1854200"/>
          <p14:tracePt t="17590" x="8115300" y="1841500"/>
          <p14:tracePt t="17607" x="8096250" y="1828800"/>
          <p14:tracePt t="17624" x="8064500" y="1822450"/>
          <p14:tracePt t="17641" x="7988300" y="1809750"/>
          <p14:tracePt t="17657" x="7931150" y="1809750"/>
          <p14:tracePt t="17674" x="7861300" y="1822450"/>
          <p14:tracePt t="17691" x="7721600" y="1854200"/>
          <p14:tracePt t="17708" x="7645400" y="1879600"/>
          <p14:tracePt t="17724" x="7575550" y="1898650"/>
          <p14:tracePt t="17741" x="7499350" y="1924050"/>
          <p14:tracePt t="17757" x="7454900" y="1930400"/>
          <p14:tracePt t="17774" x="7416800" y="1936750"/>
          <p14:tracePt t="17790" x="7359650" y="1955800"/>
          <p14:tracePt t="17807" x="7353300" y="1962150"/>
          <p14:tracePt t="17824" x="7334250" y="1974850"/>
          <p14:tracePt t="17922" x="7334250" y="1981200"/>
          <p14:tracePt t="17954" x="7334250" y="1993900"/>
          <p14:tracePt t="17970" x="7334250" y="2000250"/>
          <p14:tracePt t="18186" x="7346950" y="2000250"/>
          <p14:tracePt t="18394" x="7346950" y="1993900"/>
          <p14:tracePt t="18418" x="7346950" y="1987550"/>
          <p14:tracePt t="18434" x="7346950" y="1981200"/>
          <p14:tracePt t="18514" x="7340600" y="1981200"/>
          <p14:tracePt t="18578" x="7340600" y="1993900"/>
          <p14:tracePt t="18594" x="7340600" y="2000250"/>
          <p14:tracePt t="18602" x="7327900" y="2025650"/>
          <p14:tracePt t="18610" x="7321550" y="2044700"/>
          <p14:tracePt t="18624" x="7321550" y="2076450"/>
          <p14:tracePt t="18640" x="7283450" y="2178050"/>
          <p14:tracePt t="18657" x="7283450" y="2222500"/>
          <p14:tracePt t="18674" x="7264400" y="2266950"/>
          <p14:tracePt t="18690" x="7251700" y="2311400"/>
          <p14:tracePt t="18707" x="7245350" y="2330450"/>
          <p14:tracePt t="18818" x="7245350" y="2324100"/>
          <p14:tracePt t="19026" x="7245350" y="2317750"/>
          <p14:tracePt t="19042" x="7245350" y="2311400"/>
          <p14:tracePt t="19050" x="7245350" y="2305050"/>
          <p14:tracePt t="19059" x="7232650" y="2305050"/>
          <p14:tracePt t="19082" x="7226300" y="2305050"/>
          <p14:tracePt t="19090" x="7213600" y="2292350"/>
          <p14:tracePt t="19107" x="7162800" y="2279650"/>
          <p14:tracePt t="19124" x="7092950" y="2254250"/>
          <p14:tracePt t="19141" x="6889750" y="2184400"/>
          <p14:tracePt t="19157" x="6661150" y="2120900"/>
          <p14:tracePt t="19173" x="6400800" y="2063750"/>
          <p14:tracePt t="19190" x="5537200" y="1911350"/>
          <p14:tracePt t="19207" x="4889500" y="1835150"/>
          <p14:tracePt t="19224" x="4584700" y="1803400"/>
          <p14:tracePt t="19241" x="3530600" y="1689100"/>
          <p14:tracePt t="19258" x="2984500" y="1631950"/>
          <p14:tracePt t="19274" x="2482850" y="1549400"/>
          <p14:tracePt t="19290" x="2012950" y="1473200"/>
          <p14:tracePt t="19307" x="1936750" y="1454150"/>
          <p14:tracePt t="19324" x="1555750" y="1371600"/>
          <p14:tracePt t="19341" x="1384300" y="1314450"/>
          <p14:tracePt t="19357" x="1219200" y="1257300"/>
          <p14:tracePt t="19374" x="1009650" y="1149350"/>
          <p14:tracePt t="19390" x="933450" y="1111250"/>
          <p14:tracePt t="19407" x="850900" y="1060450"/>
          <p14:tracePt t="19424" x="666750" y="952500"/>
          <p14:tracePt t="19441" x="590550" y="908050"/>
          <p14:tracePt t="19457" x="520700" y="876300"/>
          <p14:tracePt t="19474" x="425450" y="819150"/>
          <p14:tracePt t="19491" x="368300" y="812800"/>
          <p14:tracePt t="19507" x="317500" y="793750"/>
          <p14:tracePt t="19524" x="266700" y="793750"/>
          <p14:tracePt t="19541" x="228600" y="793750"/>
          <p14:tracePt t="19557" x="196850" y="793750"/>
          <p14:tracePt t="19574" x="165100" y="793750"/>
          <p14:tracePt t="19590" x="107950" y="793750"/>
          <p14:tracePt t="19607" x="31750" y="787400"/>
          <p14:tracePt t="22802" x="12700" y="463550"/>
          <p14:tracePt t="22810" x="76200" y="444500"/>
          <p14:tracePt t="22824" x="95250" y="438150"/>
          <p14:tracePt t="22840" x="177800" y="400050"/>
          <p14:tracePt t="22842" x="177800" y="393700"/>
          <p14:tracePt t="22866" x="184150" y="387350"/>
          <p14:tracePt t="22898" x="184150" y="381000"/>
          <p14:tracePt t="22978" x="152400" y="381000"/>
          <p14:tracePt t="22987" x="146050" y="381000"/>
          <p14:tracePt t="23002" x="133350" y="381000"/>
          <p14:tracePt t="23011" x="127000" y="400050"/>
          <p14:tracePt t="23024" x="133350" y="400050"/>
          <p14:tracePt t="23040" x="133350" y="406400"/>
          <p14:tracePt t="23122" x="146050" y="406400"/>
          <p14:tracePt t="23194" x="146050" y="412750"/>
          <p14:tracePt t="23211" x="146050" y="419100"/>
          <p14:tracePt t="23217" x="146050" y="425450"/>
          <p14:tracePt t="23233" x="146050" y="431800"/>
          <p14:tracePt t="23241" x="146050" y="438150"/>
          <p14:tracePt t="23290" x="133350" y="438150"/>
          <p14:tracePt t="23315" x="120650" y="438150"/>
          <p14:tracePt t="23338" x="114300" y="450850"/>
          <p14:tracePt t="23347" x="107950" y="450850"/>
          <p14:tracePt t="23357" x="101600" y="450850"/>
          <p14:tracePt t="23374" x="82550" y="457200"/>
          <p14:tracePt t="23390" x="50800" y="476250"/>
          <p14:tracePt t="23407" x="6350" y="495300"/>
          <p14:tracePt t="26154" x="158750" y="1600200"/>
          <p14:tracePt t="26162" x="393700" y="1689100"/>
          <p14:tracePt t="26173" x="546100" y="1739900"/>
          <p14:tracePt t="26190" x="876300" y="1847850"/>
          <p14:tracePt t="26207" x="1263650" y="1885950"/>
          <p14:tracePt t="26224" x="1377950" y="1898650"/>
          <p14:tracePt t="26240" x="1422400" y="1905000"/>
          <p14:tracePt t="26257" x="1530350" y="1905000"/>
          <p14:tracePt t="26274" x="1631950" y="1885950"/>
          <p14:tracePt t="26291" x="1771650" y="1854200"/>
          <p14:tracePt t="26307" x="1866900" y="1841500"/>
          <p14:tracePt t="26324" x="1917700" y="1828800"/>
          <p14:tracePt t="26341" x="2051050" y="1835150"/>
          <p14:tracePt t="26357" x="2305050" y="1835150"/>
          <p14:tracePt t="26374" x="2432050" y="1828800"/>
          <p14:tracePt t="26390" x="2508250" y="1828800"/>
          <p14:tracePt t="26407" x="2527300" y="1828800"/>
          <p14:tracePt t="26449" x="2540000" y="1822450"/>
          <p14:tracePt t="26474" x="2552700" y="1822450"/>
          <p14:tracePt t="26482" x="2565400" y="1816100"/>
          <p14:tracePt t="26491" x="2571750" y="1816100"/>
          <p14:tracePt t="26507" x="2609850" y="1816100"/>
          <p14:tracePt t="26523" x="2743200" y="1835150"/>
          <p14:tracePt t="26540" x="2781300" y="1841500"/>
          <p14:tracePt t="26557" x="2908300" y="1873250"/>
          <p14:tracePt t="26573" x="3378200" y="2006600"/>
          <p14:tracePt t="26590" x="3676650" y="2063750"/>
          <p14:tracePt t="26607" x="3975100" y="2108200"/>
          <p14:tracePt t="26623" x="4229100" y="2159000"/>
          <p14:tracePt t="26640" x="4260850" y="2165350"/>
          <p14:tracePt t="26657" x="4273550" y="2165350"/>
          <p14:tracePt t="26674" x="4273550" y="2152650"/>
          <p14:tracePt t="26690" x="4267200" y="2139950"/>
          <p14:tracePt t="26707" x="4260850" y="2127250"/>
          <p14:tracePt t="26724" x="4254500" y="2120900"/>
          <p14:tracePt t="26740" x="4248150" y="2114550"/>
          <p14:tracePt t="26757" x="4248150" y="2108200"/>
          <p14:tracePt t="26774" x="4241800" y="2082800"/>
          <p14:tracePt t="26790" x="4229100" y="2063750"/>
          <p14:tracePt t="26824" x="4216400" y="2044700"/>
          <p14:tracePt t="26841" x="4216400" y="2032000"/>
          <p14:tracePt t="26857" x="4210050" y="2012950"/>
          <p14:tracePt t="26874" x="4203700" y="1968500"/>
          <p14:tracePt t="26890" x="4191000" y="1936750"/>
          <p14:tracePt t="26907" x="4178300" y="1892300"/>
          <p14:tracePt t="26924" x="4165600" y="1841500"/>
          <p14:tracePt t="26940" x="4133850" y="1809750"/>
          <p14:tracePt t="26957" x="4095750" y="1752600"/>
          <p14:tracePt t="26974" x="4070350" y="1733550"/>
          <p14:tracePt t="26990" x="4057650" y="1720850"/>
          <p14:tracePt t="27007" x="4025900" y="1689100"/>
          <p14:tracePt t="27024" x="3994150" y="1663700"/>
          <p14:tracePt t="27041" x="3968750" y="1644650"/>
          <p14:tracePt t="27057" x="3937000" y="1638300"/>
          <p14:tracePt t="27074" x="3911600" y="1631950"/>
          <p14:tracePt t="27090" x="3860800" y="1619250"/>
          <p14:tracePt t="27107" x="3803650" y="1619250"/>
          <p14:tracePt t="27124" x="3765550" y="1619250"/>
          <p14:tracePt t="27140" x="3708400" y="1638300"/>
          <p14:tracePt t="27157" x="3702050" y="1651000"/>
          <p14:tracePt t="27174" x="3683000" y="1663700"/>
          <p14:tracePt t="27190" x="3651250" y="1682750"/>
          <p14:tracePt t="27207" x="3625850" y="1701800"/>
          <p14:tracePt t="27224" x="3568700" y="1739900"/>
          <p14:tracePt t="27241" x="3556000" y="1746250"/>
          <p14:tracePt t="27257" x="3517900" y="1778000"/>
          <p14:tracePt t="27273" x="3454400" y="1816100"/>
          <p14:tracePt t="27290" x="3448050" y="1828800"/>
          <p14:tracePt t="27307" x="3441700" y="1835150"/>
          <p14:tracePt t="27324" x="3435350" y="1841500"/>
          <p14:tracePt t="27340" x="3429000" y="1854200"/>
          <p14:tracePt t="27357" x="3422650" y="1860550"/>
          <p14:tracePt t="27378" x="3422650" y="1866900"/>
          <p14:tracePt t="27434" x="3422650" y="1873250"/>
          <p14:tracePt t="27450" x="3422650" y="1879600"/>
          <p14:tracePt t="27474" x="3422650" y="1885950"/>
          <p14:tracePt t="27482" x="3429000" y="1885950"/>
          <p14:tracePt t="27491" x="3467100" y="1905000"/>
          <p14:tracePt t="27507" x="3492500" y="1924050"/>
          <p14:tracePt t="27524" x="3549650" y="1955800"/>
          <p14:tracePt t="27541" x="3695700" y="2019300"/>
          <p14:tracePt t="27557" x="3733800" y="2032000"/>
          <p14:tracePt t="27574" x="3854450" y="2082800"/>
          <p14:tracePt t="27590" x="4070350" y="2139950"/>
          <p14:tracePt t="27607" x="4191000" y="2171700"/>
          <p14:tracePt t="27624" x="4343400" y="2222500"/>
          <p14:tracePt t="27641" x="4432300" y="2254250"/>
          <p14:tracePt t="27657" x="4476750" y="2266950"/>
          <p14:tracePt t="27674" x="4667250" y="2324100"/>
          <p14:tracePt t="27690" x="4743450" y="2343150"/>
          <p14:tracePt t="27707" x="4857750" y="2368550"/>
          <p14:tracePt t="27724" x="4978400" y="2381250"/>
          <p14:tracePt t="27740" x="5003800" y="2393950"/>
          <p14:tracePt t="27757" x="5086350" y="2400300"/>
          <p14:tracePt t="27774" x="5156200" y="2406650"/>
          <p14:tracePt t="27791" x="5226050" y="2413000"/>
          <p14:tracePt t="27808" x="5264150" y="2406650"/>
          <p14:tracePt t="27824" x="5302250" y="2387600"/>
          <p14:tracePt t="27840" x="5340350" y="2362200"/>
          <p14:tracePt t="27843" x="5353050" y="2343150"/>
          <p14:tracePt t="27857" x="5372100" y="2317750"/>
          <p14:tracePt t="27874" x="5403850" y="2247900"/>
          <p14:tracePt t="27891" x="5416550" y="2178050"/>
          <p14:tracePt t="27907" x="5422900" y="2120900"/>
          <p14:tracePt t="27924" x="5422900" y="1987550"/>
          <p14:tracePt t="27940" x="5410200" y="1917700"/>
          <p14:tracePt t="27957" x="5397500" y="1873250"/>
          <p14:tracePt t="27974" x="5340350" y="1822450"/>
          <p14:tracePt t="27991" x="5302250" y="1809750"/>
          <p14:tracePt t="28007" x="5289550" y="1809750"/>
          <p14:tracePt t="28024" x="5143500" y="1803400"/>
          <p14:tracePt t="28041" x="5067300" y="1828800"/>
          <p14:tracePt t="28057" x="5029200" y="1841500"/>
          <p14:tracePt t="28074" x="5003800" y="1866900"/>
          <p14:tracePt t="28114" x="4997450" y="1866900"/>
          <p14:tracePt t="28146" x="4984750" y="1866900"/>
          <p14:tracePt t="28164" x="4965700" y="1866900"/>
          <p14:tracePt t="28170" x="4946650" y="1866900"/>
          <p14:tracePt t="28178" x="4902200" y="1860550"/>
          <p14:tracePt t="28190" x="4857750" y="1860550"/>
          <p14:tracePt t="28207" x="4559300" y="1866900"/>
          <p14:tracePt t="28224" x="4273550" y="1873250"/>
          <p14:tracePt t="28241" x="4070350" y="1885950"/>
          <p14:tracePt t="28257" x="3829050" y="1911350"/>
          <p14:tracePt t="28274" x="3689350" y="1924050"/>
          <p14:tracePt t="28290" x="3651250" y="1943100"/>
          <p14:tracePt t="28330" x="3644900" y="1949450"/>
          <p14:tracePt t="28340" x="3638550" y="1955800"/>
          <p14:tracePt t="28370" x="3625850" y="1962150"/>
          <p14:tracePt t="28386" x="3619500" y="1962150"/>
          <p14:tracePt t="28418" x="3606800" y="1968500"/>
          <p14:tracePt t="28427" x="3606800" y="1974850"/>
          <p14:tracePt t="28442" x="3587750" y="1974850"/>
          <p14:tracePt t="28449" x="3575050" y="1974850"/>
          <p14:tracePt t="28458" x="3549650" y="1974850"/>
          <p14:tracePt t="28474" x="3454400" y="1987550"/>
          <p14:tracePt t="28490" x="3327400" y="2019300"/>
          <p14:tracePt t="28507" x="3308350" y="2019300"/>
          <p14:tracePt t="28594" x="3295650" y="2019300"/>
          <p14:tracePt t="28754" x="3295650" y="2012950"/>
          <p14:tracePt t="28882" x="3302000" y="2012950"/>
          <p14:tracePt t="28890" x="3308350" y="2012950"/>
          <p14:tracePt t="28899" x="3314700" y="2012950"/>
          <p14:tracePt t="28907" x="3333750" y="2012950"/>
          <p14:tracePt t="28923" x="3384550" y="2012950"/>
          <p14:tracePt t="28940" x="3409950" y="2012950"/>
          <p14:tracePt t="28957" x="3517900" y="2012950"/>
          <p14:tracePt t="28974" x="3587750" y="2012950"/>
          <p14:tracePt t="28990" x="3651250" y="2019300"/>
          <p14:tracePt t="29007" x="3759200" y="2038350"/>
          <p14:tracePt t="29024" x="3829050" y="2044700"/>
          <p14:tracePt t="29041" x="3854450" y="2051050"/>
          <p14:tracePt t="29057" x="4013200" y="2082800"/>
          <p14:tracePt t="29074" x="4146550" y="2101850"/>
          <p14:tracePt t="29090" x="4235450" y="2114550"/>
          <p14:tracePt t="29107" x="4337050" y="2120900"/>
          <p14:tracePt t="29124" x="4362450" y="2120900"/>
          <p14:tracePt t="29140" x="4419600" y="2120900"/>
          <p14:tracePt t="29157" x="4508500" y="2120900"/>
          <p14:tracePt t="29174" x="4540250" y="2120900"/>
          <p14:tracePt t="29190" x="4603750" y="2120900"/>
          <p14:tracePt t="29208" x="4622800" y="2120900"/>
          <p14:tracePt t="29224" x="4667250" y="2120900"/>
          <p14:tracePt t="29241" x="4692650" y="2108200"/>
          <p14:tracePt t="29257" x="4705350" y="2108200"/>
          <p14:tracePt t="29274" x="4737100" y="2101850"/>
          <p14:tracePt t="29291" x="4756150" y="2095500"/>
          <p14:tracePt t="29307" x="4768850" y="2089150"/>
          <p14:tracePt t="29323" x="4794250" y="2076450"/>
          <p14:tracePt t="29340" x="4806950" y="2070100"/>
          <p14:tracePt t="29357" x="4826000" y="2063750"/>
          <p14:tracePt t="29498" x="4826000" y="2057400"/>
          <p14:tracePt t="29522" x="4819650" y="2044700"/>
          <p14:tracePt t="29530" x="4800600" y="2038350"/>
          <p14:tracePt t="29540" x="4775200" y="2032000"/>
          <p14:tracePt t="29557" x="4711700" y="2019300"/>
          <p14:tracePt t="29574" x="4591050" y="2012950"/>
          <p14:tracePt t="29590" x="4495800" y="2012950"/>
          <p14:tracePt t="29607" x="4381500" y="2012950"/>
          <p14:tracePt t="29624" x="4171950" y="2025650"/>
          <p14:tracePt t="29640" x="4044950" y="2025650"/>
          <p14:tracePt t="29657" x="3968750" y="2038350"/>
          <p14:tracePt t="29674" x="3670300" y="2057400"/>
          <p14:tracePt t="29690" x="3562350" y="2076450"/>
          <p14:tracePt t="29707" x="3435350" y="2095500"/>
          <p14:tracePt t="29724" x="3378200" y="2101850"/>
          <p14:tracePt t="29740" x="3314700" y="2108200"/>
          <p14:tracePt t="29757" x="3244850" y="2127250"/>
          <p14:tracePt t="29774" x="3225800" y="2127250"/>
          <p14:tracePt t="29818" x="3219450" y="2127250"/>
          <p14:tracePt t="29970" x="3232150" y="2120900"/>
          <p14:tracePt t="29978" x="3238500" y="2114550"/>
          <p14:tracePt t="29994" x="3251200" y="2101850"/>
          <p14:tracePt t="30007" x="3282950" y="2082800"/>
          <p14:tracePt t="30024" x="3390900" y="2051050"/>
          <p14:tracePt t="30040" x="3498850" y="2012950"/>
          <p14:tracePt t="30057" x="3644900" y="2000250"/>
          <p14:tracePt t="30073" x="4013200" y="1955800"/>
          <p14:tracePt t="30090" x="4210050" y="1949450"/>
          <p14:tracePt t="30107" x="4356100" y="1943100"/>
          <p14:tracePt t="30123" x="4457700" y="1943100"/>
          <p14:tracePt t="30186" x="4451350" y="1943100"/>
          <p14:tracePt t="30194" x="4425950" y="1949450"/>
          <p14:tracePt t="30202" x="4368800" y="1968500"/>
          <p14:tracePt t="30210" x="4197350" y="2025650"/>
          <p14:tracePt t="30224" x="4102100" y="2057400"/>
          <p14:tracePt t="30241" x="3810000" y="2108200"/>
          <p14:tracePt t="30257" x="3219450" y="2203450"/>
          <p14:tracePt t="30274" x="2921000" y="2247900"/>
          <p14:tracePt t="30291" x="2692400" y="2286000"/>
          <p14:tracePt t="30307" x="2654300" y="2298700"/>
          <p14:tracePt t="30323" x="2622550" y="2298700"/>
          <p14:tracePt t="30362" x="2616200" y="2298700"/>
          <p14:tracePt t="30418" x="2603500" y="2298700"/>
          <p14:tracePt t="30434" x="2603500" y="2292350"/>
          <p14:tracePt t="30450" x="2597150" y="2292350"/>
          <p14:tracePt t="30466" x="2597150" y="2286000"/>
          <p14:tracePt t="30474" x="2597150" y="2279650"/>
          <p14:tracePt t="30482" x="2590800" y="2273300"/>
          <p14:tracePt t="30491" x="2584450" y="2273300"/>
          <p14:tracePt t="30507" x="2552700" y="2228850"/>
          <p14:tracePt t="30524" x="2552700" y="2203450"/>
          <p14:tracePt t="30540" x="2552700" y="2171700"/>
          <p14:tracePt t="30557" x="2552700" y="2159000"/>
          <p14:tracePt t="30574" x="2571750" y="2108200"/>
          <p14:tracePt t="30591" x="2584450" y="2082800"/>
          <p14:tracePt t="30607" x="2616200" y="2019300"/>
          <p14:tracePt t="30624" x="2628900" y="2006600"/>
          <p14:tracePt t="30640" x="2628900" y="1987550"/>
          <p14:tracePt t="30657" x="2654300" y="1943100"/>
          <p14:tracePt t="30674" x="2679700" y="1905000"/>
          <p14:tracePt t="30690" x="2698750" y="1873250"/>
          <p14:tracePt t="30707" x="2743200" y="1809750"/>
          <p14:tracePt t="30724" x="2755900" y="1778000"/>
          <p14:tracePt t="30740" x="2781300" y="1739900"/>
          <p14:tracePt t="30757" x="2813050" y="1689100"/>
          <p14:tracePt t="30774" x="2838450" y="1644650"/>
          <p14:tracePt t="30790" x="2870200" y="1581150"/>
          <p14:tracePt t="30807" x="2882900" y="1562100"/>
          <p14:tracePt t="30824" x="2889250" y="1536700"/>
          <p14:tracePt t="30840" x="2895600" y="1511300"/>
          <p14:tracePt t="30842" x="2901950" y="1473200"/>
          <p14:tracePt t="30857" x="2908300" y="1466850"/>
          <p14:tracePt t="30874" x="2908300" y="1435100"/>
          <p14:tracePt t="30890" x="2895600" y="1397000"/>
          <p14:tracePt t="30907" x="2882900" y="1384300"/>
          <p14:tracePt t="30924" x="2857500" y="1358900"/>
          <p14:tracePt t="30940" x="2768600" y="1289050"/>
          <p14:tracePt t="30957" x="2724150" y="1257300"/>
          <p14:tracePt t="30974" x="2578100" y="1181100"/>
          <p14:tracePt t="30990" x="2501900" y="1143000"/>
          <p14:tracePt t="31007" x="2457450" y="1130300"/>
          <p14:tracePt t="31024" x="2324100" y="1079500"/>
          <p14:tracePt t="31040" x="2235200" y="1035050"/>
          <p14:tracePt t="31057" x="2171700" y="996950"/>
          <p14:tracePt t="31074" x="2006600" y="927100"/>
          <p14:tracePt t="31090" x="1993900" y="920750"/>
          <p14:tracePt t="31107" x="1873250" y="876300"/>
          <p14:tracePt t="31124" x="1822450" y="863600"/>
          <p14:tracePt t="31140" x="1771650" y="857250"/>
          <p14:tracePt t="31157" x="1727200" y="850900"/>
          <p14:tracePt t="31174" x="1708150" y="850900"/>
          <p14:tracePt t="31190" x="1689100" y="857250"/>
          <p14:tracePt t="31207" x="1612900" y="889000"/>
          <p14:tracePt t="31224" x="1562100" y="914400"/>
          <p14:tracePt t="31240" x="1460500" y="952500"/>
          <p14:tracePt t="31257" x="1339850" y="1041400"/>
          <p14:tracePt t="31274" x="1212850" y="1130300"/>
          <p14:tracePt t="31290" x="1117600" y="1225550"/>
          <p14:tracePt t="31307" x="1073150" y="1282700"/>
          <p14:tracePt t="31324" x="1022350" y="1352550"/>
          <p14:tracePt t="31340" x="984250" y="1403350"/>
          <p14:tracePt t="31357" x="946150" y="1479550"/>
          <p14:tracePt t="31373" x="914400" y="1600200"/>
          <p14:tracePt t="31390" x="908050" y="1651000"/>
          <p14:tracePt t="31407" x="895350" y="1720850"/>
          <p14:tracePt t="31423" x="889000" y="1816100"/>
          <p14:tracePt t="31440" x="876300" y="1911350"/>
          <p14:tracePt t="31457" x="889000" y="1981200"/>
          <p14:tracePt t="31474" x="971550" y="2228850"/>
          <p14:tracePt t="31490" x="1009650" y="2317750"/>
          <p14:tracePt t="31507" x="1028700" y="2362200"/>
          <p14:tracePt t="31524" x="1098550" y="2514600"/>
          <p14:tracePt t="31541" x="1130300" y="2559050"/>
          <p14:tracePt t="31557" x="1225550" y="2622550"/>
          <p14:tracePt t="31574" x="1250950" y="2641600"/>
          <p14:tracePt t="31590" x="1282700" y="2654300"/>
          <p14:tracePt t="31607" x="1301750" y="2660650"/>
          <p14:tracePt t="31624" x="1327150" y="2667000"/>
          <p14:tracePt t="31640" x="1358900" y="2667000"/>
          <p14:tracePt t="31657" x="1466850" y="2654300"/>
          <p14:tracePt t="31674" x="1631950" y="2635250"/>
          <p14:tracePt t="31690" x="1682750" y="2622550"/>
          <p14:tracePt t="31707" x="1968500" y="2590800"/>
          <p14:tracePt t="31724" x="2120900" y="2565400"/>
          <p14:tracePt t="31741" x="2254250" y="2559050"/>
          <p14:tracePt t="31757" x="2438400" y="2546350"/>
          <p14:tracePt t="31774" x="2508250" y="2540000"/>
          <p14:tracePt t="31790" x="2597150" y="2514600"/>
          <p14:tracePt t="31807" x="2679700" y="2463800"/>
          <p14:tracePt t="31824" x="2717800" y="2438400"/>
          <p14:tracePt t="31840" x="2749550" y="2393950"/>
          <p14:tracePt t="31842" x="2800350" y="2330450"/>
          <p14:tracePt t="31857" x="2825750" y="2286000"/>
          <p14:tracePt t="31874" x="2876550" y="2184400"/>
          <p14:tracePt t="31890" x="2927350" y="2051050"/>
          <p14:tracePt t="31907" x="3003550" y="1778000"/>
          <p14:tracePt t="31924" x="3009900" y="1708150"/>
          <p14:tracePt t="31940" x="3016250" y="1625600"/>
          <p14:tracePt t="31957" x="2978150" y="1441450"/>
          <p14:tracePt t="31974" x="2914650" y="1327150"/>
          <p14:tracePt t="31991" x="2832100" y="1200150"/>
          <p14:tracePt t="32007" x="2597150" y="946150"/>
          <p14:tracePt t="32024" x="2387600" y="800100"/>
          <p14:tracePt t="32040" x="2305050" y="755650"/>
          <p14:tracePt t="32057" x="2076450" y="679450"/>
          <p14:tracePt t="32074" x="2044700" y="673100"/>
          <p14:tracePt t="32090" x="2044700" y="685800"/>
          <p14:tracePt t="32107" x="2070100" y="742950"/>
          <p14:tracePt t="32124" x="2120900" y="889000"/>
          <p14:tracePt t="32140" x="2305050" y="1212850"/>
          <p14:tracePt t="32157" x="2622550" y="1504950"/>
          <p14:tracePt t="32174" x="3009900" y="1771650"/>
          <p14:tracePt t="32190" x="3644900" y="2019300"/>
          <p14:tracePt t="32208" x="4210050" y="2171700"/>
          <p14:tracePt t="32224" x="4864100" y="2273300"/>
          <p14:tracePt t="32240" x="6000750" y="2330450"/>
          <p14:tracePt t="32258" x="6642100" y="2311400"/>
          <p14:tracePt t="32274" x="7162800" y="2311400"/>
          <p14:tracePt t="32290" x="7816850" y="2286000"/>
          <p14:tracePt t="32307" x="8058150" y="2279650"/>
          <p14:tracePt t="32324" x="8210550" y="2266950"/>
          <p14:tracePt t="32340" x="8489950" y="2228850"/>
          <p14:tracePt t="32357" x="8547100" y="2216150"/>
          <p14:tracePt t="32374" x="8642350" y="2184400"/>
          <p14:tracePt t="32390" x="8693150" y="2146300"/>
          <p14:tracePt t="32407" x="8693150" y="2133600"/>
          <p14:tracePt t="32424" x="8705850" y="2120900"/>
          <p14:tracePt t="32440" x="8712200" y="2114550"/>
          <p14:tracePt t="32457" x="8718550" y="2101850"/>
          <p14:tracePt t="32474" x="8743950" y="2063750"/>
          <p14:tracePt t="32491" x="8769350" y="2025650"/>
          <p14:tracePt t="32507" x="8769350" y="2019300"/>
          <p14:tracePt t="32524" x="8782050" y="1968500"/>
          <p14:tracePt t="32541" x="8794750" y="1854200"/>
          <p14:tracePt t="32557" x="8775700" y="1778000"/>
          <p14:tracePt t="32574" x="8756650" y="1663700"/>
          <p14:tracePt t="32590" x="8693150" y="1498600"/>
          <p14:tracePt t="32607" x="8642350" y="1447800"/>
          <p14:tracePt t="32623" x="8559800" y="1339850"/>
          <p14:tracePt t="32640" x="8388350" y="1162050"/>
          <p14:tracePt t="32657" x="8274050" y="1066800"/>
          <p14:tracePt t="32674" x="8140700" y="990600"/>
          <p14:tracePt t="32691" x="7937500" y="895350"/>
          <p14:tracePt t="32707" x="7810500" y="857250"/>
          <p14:tracePt t="32724" x="7575550" y="800100"/>
          <p14:tracePt t="32741" x="7480300" y="774700"/>
          <p14:tracePt t="32757" x="7283450" y="742950"/>
          <p14:tracePt t="32774" x="7239000" y="736600"/>
          <p14:tracePt t="32790" x="7150100" y="723900"/>
          <p14:tracePt t="32807" x="7073900" y="717550"/>
          <p14:tracePt t="32824" x="6934200" y="704850"/>
          <p14:tracePt t="32840" x="6819900" y="692150"/>
          <p14:tracePt t="32842" x="6769100" y="692150"/>
          <p14:tracePt t="32859" x="6661150" y="692150"/>
          <p14:tracePt t="32874" x="6540500" y="711200"/>
          <p14:tracePt t="32890" x="6464300" y="730250"/>
          <p14:tracePt t="32907" x="6343650" y="774700"/>
          <p14:tracePt t="32924" x="6273800" y="812800"/>
          <p14:tracePt t="32940" x="6254750" y="812800"/>
          <p14:tracePt t="32957" x="6159500" y="863600"/>
          <p14:tracePt t="32974" x="6108700" y="895350"/>
          <p14:tracePt t="32990" x="6007100" y="952500"/>
          <p14:tracePt t="33007" x="5962650" y="990600"/>
          <p14:tracePt t="33024" x="5949950" y="996950"/>
          <p14:tracePt t="33040" x="5867400" y="1073150"/>
          <p14:tracePt t="33057" x="5816600" y="1123950"/>
          <p14:tracePt t="33074" x="5651500" y="1289050"/>
          <p14:tracePt t="33090" x="5619750" y="1320800"/>
          <p14:tracePt t="33107" x="5600700" y="1352550"/>
          <p14:tracePt t="33124" x="5556250" y="1460500"/>
          <p14:tracePt t="33140" x="5537200" y="1511300"/>
          <p14:tracePt t="33157" x="5511800" y="1619250"/>
          <p14:tracePt t="33174" x="5505450" y="1682750"/>
          <p14:tracePt t="33190" x="5499100" y="1727200"/>
          <p14:tracePt t="33207" x="5499100" y="1873250"/>
          <p14:tracePt t="33224" x="5505450" y="1968500"/>
          <p14:tracePt t="33241" x="5524500" y="2070100"/>
          <p14:tracePt t="33257" x="5581650" y="2260600"/>
          <p14:tracePt t="33274" x="5638800" y="2374900"/>
          <p14:tracePt t="33290" x="5715000" y="2476500"/>
          <p14:tracePt t="33307" x="5911850" y="2673350"/>
          <p14:tracePt t="33324" x="6051550" y="2749550"/>
          <p14:tracePt t="33340" x="6394450" y="2838450"/>
          <p14:tracePt t="33357" x="6489700" y="2857500"/>
          <p14:tracePt t="33374" x="6629400" y="2857500"/>
          <p14:tracePt t="33390" x="6769100" y="2819400"/>
          <p14:tracePt t="33407" x="6915150" y="2774950"/>
          <p14:tracePt t="33424" x="6915150" y="2768600"/>
          <p14:tracePt t="33491" x="6902450" y="2768600"/>
          <p14:tracePt t="33498" x="6883400" y="2787650"/>
          <p14:tracePt t="33507" x="6864350" y="2800350"/>
          <p14:tracePt t="33523" x="6692900" y="2876550"/>
          <p14:tracePt t="33540" x="6623050" y="2895600"/>
          <p14:tracePt t="33557" x="6426200" y="2933700"/>
          <p14:tracePt t="33573" x="6102350" y="2990850"/>
          <p14:tracePt t="33590" x="5924550" y="3016250"/>
          <p14:tracePt t="33607" x="5759450" y="3048000"/>
          <p14:tracePt t="33623" x="5734050" y="3048000"/>
          <p14:tracePt t="33640" x="5715000" y="3048000"/>
          <p14:tracePt t="33657" x="5702300" y="3048000"/>
          <p14:tracePt t="33673" x="5676900" y="2940050"/>
          <p14:tracePt t="33690" x="5676900" y="2851150"/>
          <p14:tracePt t="33707" x="5676900" y="2800350"/>
          <p14:tracePt t="33724" x="5676900" y="2698750"/>
          <p14:tracePt t="33740" x="5721350" y="2457450"/>
          <p14:tracePt t="33757" x="5772150" y="2305050"/>
          <p14:tracePt t="33774" x="5848350" y="2082800"/>
          <p14:tracePt t="33790" x="5867400" y="1981200"/>
          <p14:tracePt t="33807" x="5873750" y="1943100"/>
          <p14:tracePt t="33824" x="5880100" y="1873250"/>
          <p14:tracePt t="33840" x="5892800" y="1809750"/>
          <p14:tracePt t="33842" x="5892800" y="1803400"/>
          <p14:tracePt t="33857" x="5892800" y="1797050"/>
          <p14:tracePt t="33874" x="5924550" y="1790700"/>
          <p14:tracePt t="33907" x="5911850" y="1797050"/>
          <p14:tracePt t="33924" x="5911850" y="1809750"/>
          <p14:tracePt t="33940" x="5880100" y="1828800"/>
          <p14:tracePt t="33957" x="5810250" y="1898650"/>
          <p14:tracePt t="33974" x="5746750" y="1974850"/>
          <p14:tracePt t="33990" x="5689600" y="2032000"/>
          <p14:tracePt t="34007" x="5645150" y="2101850"/>
          <p14:tracePt t="34024" x="5607050" y="2133600"/>
          <p14:tracePt t="34040" x="5537200" y="2190750"/>
          <p14:tracePt t="34057" x="5461000" y="2247900"/>
          <p14:tracePt t="34074" x="5378450" y="2266950"/>
          <p14:tracePt t="34090" x="5295900" y="2279650"/>
          <p14:tracePt t="34107" x="5207000" y="2292350"/>
          <p14:tracePt t="34124" x="5041900" y="2324100"/>
          <p14:tracePt t="34140" x="4908550" y="2349500"/>
          <p14:tracePt t="34157" x="4737100" y="2387600"/>
          <p14:tracePt t="34174" x="4451350" y="2438400"/>
          <p14:tracePt t="34190" x="4273550" y="2451100"/>
          <p14:tracePt t="34207" x="3892550" y="2501900"/>
          <p14:tracePt t="34224" x="3721100" y="2501900"/>
          <p14:tracePt t="34241" x="3536950" y="2514600"/>
          <p14:tracePt t="34258" x="3416300" y="2495550"/>
          <p14:tracePt t="34274" x="3276600" y="2444750"/>
          <p14:tracePt t="34290" x="3143250" y="2406650"/>
          <p14:tracePt t="34307" x="3022600" y="2393950"/>
          <p14:tracePt t="34324" x="2959100" y="2381250"/>
          <p14:tracePt t="34340" x="2908300" y="2381250"/>
          <p14:tracePt t="34357" x="2844800" y="2381250"/>
          <p14:tracePt t="34374" x="2838450" y="2381250"/>
          <p14:tracePt t="34390" x="2825750" y="2381250"/>
          <p14:tracePt t="34522" x="2832100" y="2381250"/>
          <p14:tracePt t="34530" x="2844800" y="2374900"/>
          <p14:tracePt t="34554" x="2857500" y="2368550"/>
          <p14:tracePt t="34562" x="2863850" y="2355850"/>
          <p14:tracePt t="34574" x="2870200" y="2349500"/>
          <p14:tracePt t="34590" x="2889250" y="2324100"/>
          <p14:tracePt t="34607" x="2914650" y="2298700"/>
          <p14:tracePt t="34624" x="2914650" y="2286000"/>
          <p14:tracePt t="34640" x="2927350" y="2279650"/>
          <p14:tracePt t="34674" x="2940050" y="2273300"/>
          <p14:tracePt t="34714" x="2940050" y="2279650"/>
          <p14:tracePt t="34746" x="2940050" y="2286000"/>
          <p14:tracePt t="34754" x="2940050" y="2292350"/>
          <p14:tracePt t="34762" x="2946400" y="2298700"/>
          <p14:tracePt t="34773" x="2952750" y="2317750"/>
          <p14:tracePt t="34790" x="2978150" y="2355850"/>
          <p14:tracePt t="34807" x="3003550" y="2368550"/>
          <p14:tracePt t="34824" x="3048000" y="2419350"/>
          <p14:tracePt t="34841" x="3130550" y="2470150"/>
          <p14:tracePt t="34843" x="3276600" y="2540000"/>
          <p14:tracePt t="34857" x="3352800" y="2571750"/>
          <p14:tracePt t="34874" x="3568700" y="2641600"/>
          <p14:tracePt t="34890" x="3924300" y="2730500"/>
          <p14:tracePt t="34907" x="4191000" y="2774950"/>
          <p14:tracePt t="34924" x="4375150" y="2800350"/>
          <p14:tracePt t="34940" x="4667250" y="2813050"/>
          <p14:tracePt t="34957" x="4762500" y="2794000"/>
          <p14:tracePt t="34973" x="4819650" y="2781300"/>
          <p14:tracePt t="34990" x="5054600" y="2679700"/>
          <p14:tracePt t="35007" x="5187950" y="2597150"/>
          <p14:tracePt t="35023" x="5295900" y="2514600"/>
          <p14:tracePt t="35040" x="5537200" y="2343150"/>
          <p14:tracePt t="35057" x="5588000" y="2305050"/>
          <p14:tracePt t="35073" x="5702300" y="2209800"/>
          <p14:tracePt t="35090" x="5797550" y="2139950"/>
          <p14:tracePt t="35107" x="5822950" y="2095500"/>
          <p14:tracePt t="35124" x="5842000" y="2057400"/>
          <p14:tracePt t="35140" x="5861050" y="2006600"/>
          <p14:tracePt t="35157" x="5873750" y="1981200"/>
          <p14:tracePt t="35174" x="5892800" y="1962150"/>
          <p14:tracePt t="35190" x="5892800" y="1936750"/>
          <p14:tracePt t="35339" x="5911850" y="1943100"/>
          <p14:tracePt t="35346" x="5905500" y="1943100"/>
          <p14:tracePt t="35362" x="5905500" y="1949450"/>
          <p14:tracePt t="35386" x="5905500" y="1968500"/>
          <p14:tracePt t="35394" x="5905500" y="1974850"/>
          <p14:tracePt t="35407" x="5905500" y="1993900"/>
          <p14:tracePt t="35423" x="5911850" y="2032000"/>
          <p14:tracePt t="35440" x="5911850" y="2070100"/>
          <p14:tracePt t="35457" x="5981700" y="2165350"/>
          <p14:tracePt t="35473" x="5981700" y="2260600"/>
          <p14:tracePt t="35490" x="6127750" y="2311400"/>
          <p14:tracePt t="35507" x="6127750" y="2349500"/>
          <p14:tracePt t="35524" x="6108700" y="2374900"/>
          <p14:tracePt t="35540" x="6019800" y="2393950"/>
          <p14:tracePt t="35557" x="5911850" y="2406650"/>
          <p14:tracePt t="35574" x="5746750" y="2413000"/>
          <p14:tracePt t="35590" x="5397500" y="2425700"/>
          <p14:tracePt t="35607" x="5314950" y="2432050"/>
          <p14:tracePt t="35624" x="5264150" y="2432050"/>
          <p14:tracePt t="35640" x="4984750" y="2438400"/>
          <p14:tracePt t="35657" x="4908550" y="2438400"/>
          <p14:tracePt t="35674" x="4851400" y="2438400"/>
          <p14:tracePt t="35762" x="4838700" y="2444750"/>
          <p14:tracePt t="35786" x="4838700" y="2451100"/>
          <p14:tracePt t="35826" x="4845050" y="2451100"/>
          <p14:tracePt t="35834" x="4851400" y="2457450"/>
          <p14:tracePt t="35842" x="4851400" y="2463800"/>
          <p14:tracePt t="35857" x="4857750" y="2463800"/>
          <p14:tracePt t="36642" x="4857750" y="2457450"/>
          <p14:tracePt t="36650" x="4851400" y="2457450"/>
          <p14:tracePt t="36658" x="4838700" y="2457450"/>
          <p14:tracePt t="36673" x="4826000" y="2451100"/>
          <p14:tracePt t="36746" x="4819650" y="2457450"/>
          <p14:tracePt t="36770" x="4826000" y="2463800"/>
          <p14:tracePt t="36794" x="4826000" y="2470150"/>
          <p14:tracePt t="36802" x="4832350" y="2489200"/>
          <p14:tracePt t="36810" x="4838700" y="2501900"/>
          <p14:tracePt t="36824" x="4864100" y="2533650"/>
          <p14:tracePt t="36840" x="4908550" y="2590800"/>
          <p14:tracePt t="36843" x="4946650" y="2616200"/>
          <p14:tracePt t="36857" x="4965700" y="2641600"/>
          <p14:tracePt t="36874" x="5029200" y="2717800"/>
          <p14:tracePt t="36890" x="5041900" y="2730500"/>
          <p14:tracePt t="36907" x="5054600" y="2749550"/>
          <p14:tracePt t="36924" x="5054600" y="2755900"/>
          <p14:tracePt t="36940" x="5060950" y="2755900"/>
          <p14:tracePt t="37026" x="5067300" y="2755900"/>
          <p14:tracePt t="37042" x="5067300" y="2762250"/>
          <p14:tracePt t="37050" x="5073650" y="2768600"/>
          <p14:tracePt t="37059" x="5073650" y="2774950"/>
          <p14:tracePt t="37074" x="5086350" y="2787650"/>
          <p14:tracePt t="37098" x="5092700" y="2787650"/>
          <p14:tracePt t="37107" x="5092700" y="2794000"/>
          <p14:tracePt t="37202" x="5099050" y="2794000"/>
          <p14:tracePt t="37258" x="5111750" y="2794000"/>
          <p14:tracePt t="37314" x="5105400" y="2794000"/>
          <p14:tracePt t="37466" x="5099050" y="2794000"/>
          <p14:tracePt t="37914" x="5099050" y="2800350"/>
          <p14:tracePt t="37922" x="5099050" y="2838450"/>
          <p14:tracePt t="37930" x="5092700" y="2876550"/>
          <p14:tracePt t="37940" x="5092700" y="2901950"/>
          <p14:tracePt t="37957" x="5080000" y="2965450"/>
          <p14:tracePt t="37974" x="5067300" y="3035300"/>
          <p14:tracePt t="37990" x="5067300" y="3073400"/>
          <p14:tracePt t="38007" x="5060950" y="3117850"/>
          <p14:tracePt t="38023" x="5054600" y="3168650"/>
          <p14:tracePt t="38040" x="5048250" y="3181350"/>
          <p14:tracePt t="38057" x="5048250" y="3187700"/>
          <p14:tracePt t="38073" x="5041900" y="3194050"/>
          <p14:tracePt t="38122" x="5035550" y="3194050"/>
          <p14:tracePt t="38186" x="5029200" y="3194050"/>
          <p14:tracePt t="39778" x="5029200" y="3187700"/>
          <p14:tracePt t="39786" x="5029200" y="3181350"/>
          <p14:tracePt t="39810" x="5022850" y="3181350"/>
          <p14:tracePt t="39826" x="5010150" y="3168650"/>
          <p14:tracePt t="39835" x="4997450" y="3162300"/>
          <p14:tracePt t="39842" x="4984750" y="3162300"/>
          <p14:tracePt t="39857" x="4978400" y="3155950"/>
          <p14:tracePt t="39874" x="4965700" y="3143250"/>
          <p14:tracePt t="39890" x="4953000" y="3130550"/>
          <p14:tracePt t="39947" x="4946650" y="3130550"/>
          <p14:tracePt t="40138" x="4946650" y="3136900"/>
          <p14:tracePt t="40163" x="4946650" y="3143250"/>
          <p14:tracePt t="40170" x="4940300" y="3149600"/>
          <p14:tracePt t="40179" x="4940300" y="3155950"/>
          <p14:tracePt t="40190" x="4940300" y="3162300"/>
          <p14:tracePt t="40207" x="4933950" y="3181350"/>
          <p14:tracePt t="40223" x="4921250" y="3200400"/>
          <p14:tracePt t="40240" x="4921250" y="3206750"/>
          <p14:tracePt t="40259" x="4921250" y="3213100"/>
          <p14:tracePt t="40642" x="4921250" y="3200400"/>
          <p14:tracePt t="40794" x="4921250" y="3206750"/>
          <p14:tracePt t="42562" x="4914900" y="3206750"/>
          <p14:tracePt t="42594" x="4914900" y="3200400"/>
          <p14:tracePt t="43018" x="4914900" y="3194050"/>
          <p14:tracePt t="43034" x="4908550" y="3187700"/>
          <p14:tracePt t="43090" x="4908550" y="3194050"/>
          <p14:tracePt t="43266" x="4908550" y="3200400"/>
          <p14:tracePt t="43450" x="4914900" y="3206750"/>
          <p14:tracePt t="43818" x="4914900" y="3200400"/>
          <p14:tracePt t="43826" x="4927600" y="3181350"/>
          <p14:tracePt t="43842" x="4940300" y="3181350"/>
          <p14:tracePt t="43857" x="4946650" y="3175000"/>
          <p14:tracePt t="43873" x="4984750" y="3124200"/>
          <p14:tracePt t="43890" x="5003800" y="3098800"/>
          <p14:tracePt t="43907" x="5016500" y="3079750"/>
          <p14:tracePt t="43924" x="5035550" y="3067050"/>
          <p14:tracePt t="43940" x="5048250" y="3054350"/>
          <p14:tracePt t="43957" x="5073650" y="3041650"/>
          <p14:tracePt t="43974" x="5092700" y="3041650"/>
          <p14:tracePt t="43990" x="5105400" y="3022600"/>
          <p14:tracePt t="44007" x="5124450" y="3022600"/>
          <p14:tracePt t="44024" x="5143500" y="3009900"/>
          <p14:tracePt t="44040" x="5226050" y="2984500"/>
          <p14:tracePt t="44057" x="5251450" y="2978150"/>
          <p14:tracePt t="44074" x="5308600" y="2965450"/>
          <p14:tracePt t="44090" x="5384800" y="2952750"/>
          <p14:tracePt t="44107" x="5410200" y="2940050"/>
          <p14:tracePt t="44124" x="5435600" y="2921000"/>
          <p14:tracePt t="44140" x="5524500" y="2857500"/>
          <p14:tracePt t="44157" x="5524500" y="2851150"/>
          <p14:tracePt t="44174" x="5524500" y="2838450"/>
          <p14:tracePt t="44207" x="5524500" y="2832100"/>
          <p14:tracePt t="44223" x="5486400" y="2800350"/>
          <p14:tracePt t="44241" x="5397500" y="2692400"/>
          <p14:tracePt t="44257" x="5200650" y="2451100"/>
          <p14:tracePt t="44274" x="4781550" y="2082800"/>
          <p14:tracePt t="44290" x="4552950" y="1936750"/>
          <p14:tracePt t="44307" x="4133850" y="1720850"/>
          <p14:tracePt t="44324" x="4044950" y="1695450"/>
          <p14:tracePt t="44340" x="4013200" y="1676400"/>
          <p14:tracePt t="44357" x="4006850" y="1670050"/>
          <p14:tracePt t="44373" x="4000500" y="1651000"/>
          <p14:tracePt t="44434" x="3994150" y="1651000"/>
          <p14:tracePt t="44442" x="3994150" y="1657350"/>
          <p14:tracePt t="44466" x="3994150" y="1663700"/>
          <p14:tracePt t="44474" x="3987800" y="1670050"/>
          <p14:tracePt t="44514" x="3981450" y="1670050"/>
          <p14:tracePt t="44538" x="3968750" y="1670050"/>
          <p14:tracePt t="44546" x="3949700" y="1670050"/>
          <p14:tracePt t="44557" x="3937000" y="1689100"/>
          <p14:tracePt t="44574" x="3873500" y="1714500"/>
          <p14:tracePt t="44590" x="3835400" y="1733550"/>
          <p14:tracePt t="44607" x="3790950" y="1752600"/>
          <p14:tracePt t="44624" x="3784600" y="1758950"/>
          <p14:tracePt t="44640" x="3765550" y="1771650"/>
          <p14:tracePt t="44657" x="3746500" y="1784350"/>
          <p14:tracePt t="44674" x="3721100" y="1797050"/>
          <p14:tracePt t="44938" x="3733800" y="1797050"/>
          <p14:tracePt t="44954" x="3752850" y="1797050"/>
          <p14:tracePt t="44962" x="3778250" y="1797050"/>
          <p14:tracePt t="44973" x="3797300" y="1797050"/>
          <p14:tracePt t="44990" x="3892550" y="1797050"/>
          <p14:tracePt t="45007" x="4044950" y="1797050"/>
          <p14:tracePt t="45023" x="4102100" y="1797050"/>
          <p14:tracePt t="45040" x="4241800" y="1797050"/>
          <p14:tracePt t="45057" x="4470400" y="1803400"/>
          <p14:tracePt t="45073" x="4610100" y="1816100"/>
          <p14:tracePt t="45090" x="4730750" y="1835150"/>
          <p14:tracePt t="45107" x="4800600" y="1835150"/>
          <p14:tracePt t="45140" x="4845050" y="1835150"/>
          <p14:tracePt t="45157" x="4895850" y="1835150"/>
          <p14:tracePt t="45174" x="4895850" y="1828800"/>
          <p14:tracePt t="45190" x="4921250" y="1822450"/>
          <p14:tracePt t="45224" x="4927600" y="1816100"/>
          <p14:tracePt t="45240" x="4940300" y="1809750"/>
          <p14:tracePt t="45257" x="4946650" y="1803400"/>
          <p14:tracePt t="45274" x="4965700" y="1803400"/>
          <p14:tracePt t="45290" x="4991100" y="1803400"/>
          <p14:tracePt t="45307" x="5022850" y="1790700"/>
          <p14:tracePt t="45324" x="5029200" y="1790700"/>
          <p14:tracePt t="45340" x="5035550" y="1784350"/>
          <p14:tracePt t="45746" x="5035550" y="1790700"/>
          <p14:tracePt t="45754" x="5035550" y="1803400"/>
          <p14:tracePt t="45762" x="5016500" y="1822450"/>
          <p14:tracePt t="45773" x="4984750" y="1841500"/>
          <p14:tracePt t="45790" x="4921250" y="1885950"/>
          <p14:tracePt t="45807" x="4889500" y="1898650"/>
          <p14:tracePt t="45824" x="4864100" y="1917700"/>
          <p14:tracePt t="45840" x="4857750" y="1917700"/>
          <p14:tracePt t="45857" x="4845050" y="1930400"/>
          <p14:tracePt t="45874" x="4851400" y="1930400"/>
          <p14:tracePt t="46330" x="4845050" y="1930400"/>
          <p14:tracePt t="46362" x="4851400" y="1924050"/>
          <p14:tracePt t="46434" x="4845050" y="1924050"/>
          <p14:tracePt t="46458" x="4851400" y="1924050"/>
          <p14:tracePt t="46578" x="4845050" y="1924050"/>
          <p14:tracePt t="46634" x="4832350" y="1924050"/>
          <p14:tracePt t="46642" x="4826000" y="1924050"/>
          <p14:tracePt t="46649" x="4781550" y="1924050"/>
          <p14:tracePt t="46659" x="4730750" y="1924050"/>
          <p14:tracePt t="46674" x="4641850" y="1930400"/>
          <p14:tracePt t="46690" x="4464050" y="1949450"/>
          <p14:tracePt t="46707" x="4083050" y="1949450"/>
          <p14:tracePt t="46723" x="3733800" y="1949450"/>
          <p14:tracePt t="46740" x="3270250" y="1911350"/>
          <p14:tracePt t="46757" x="3130550" y="1911350"/>
          <p14:tracePt t="46773" x="2933700" y="1911350"/>
          <p14:tracePt t="46790" x="2781300" y="1911350"/>
          <p14:tracePt t="46807" x="2654300" y="1911350"/>
          <p14:tracePt t="46824" x="2609850" y="1917700"/>
          <p14:tracePt t="46840" x="2565400" y="1930400"/>
          <p14:tracePt t="46857" x="2552700" y="1943100"/>
          <p14:tracePt t="46873" x="2514600" y="1962150"/>
          <p14:tracePt t="46890" x="2508250" y="1968500"/>
          <p14:tracePt t="46923" x="2501900" y="1968500"/>
          <p14:tracePt t="46946" x="2495550" y="1968500"/>
          <p14:tracePt t="47050" x="2489200" y="1962150"/>
          <p14:tracePt t="47058" x="2482850" y="1949450"/>
          <p14:tracePt t="47066" x="2482850" y="1924050"/>
          <p14:tracePt t="47082" x="2495550" y="1898650"/>
          <p14:tracePt t="47090" x="2546350" y="1860550"/>
          <p14:tracePt t="47107" x="2571750" y="1771650"/>
          <p14:tracePt t="47124" x="2584450" y="1695450"/>
          <p14:tracePt t="47140" x="2584450" y="1638300"/>
          <p14:tracePt t="47157" x="2590800" y="1549400"/>
          <p14:tracePt t="47174" x="2597150" y="1504950"/>
          <p14:tracePt t="47190" x="2584450" y="1460500"/>
          <p14:tracePt t="47207" x="2559050" y="1390650"/>
          <p14:tracePt t="47224" x="2520950" y="1333500"/>
          <p14:tracePt t="47240" x="2482850" y="1270000"/>
          <p14:tracePt t="47257" x="2438400" y="1225550"/>
          <p14:tracePt t="47274" x="2355850" y="1162050"/>
          <p14:tracePt t="47290" x="2266950" y="1111250"/>
          <p14:tracePt t="47307" x="2044700" y="1041400"/>
          <p14:tracePt t="47324" x="1905000" y="1009650"/>
          <p14:tracePt t="47340" x="1720850" y="984250"/>
          <p14:tracePt t="47357" x="1631950" y="965200"/>
          <p14:tracePt t="47374" x="1517650" y="952500"/>
          <p14:tracePt t="47390" x="1352550" y="952500"/>
          <p14:tracePt t="47407" x="1257300" y="977900"/>
          <p14:tracePt t="47423" x="1136650" y="1054100"/>
          <p14:tracePt t="47440" x="1117600" y="1085850"/>
          <p14:tracePt t="47457" x="1054100" y="1143000"/>
          <p14:tracePt t="47473" x="939800" y="1276350"/>
          <p14:tracePt t="47490" x="920750" y="1314450"/>
          <p14:tracePt t="47507" x="901700" y="1352550"/>
          <p14:tracePt t="47523" x="914400" y="1454150"/>
          <p14:tracePt t="47540" x="914400" y="1517650"/>
          <p14:tracePt t="47557" x="914400" y="1593850"/>
          <p14:tracePt t="47573" x="965200" y="1746250"/>
          <p14:tracePt t="47590" x="996950" y="1822450"/>
          <p14:tracePt t="47607" x="1028700" y="1860550"/>
          <p14:tracePt t="47623" x="1079500" y="1993900"/>
          <p14:tracePt t="47640" x="1117600" y="2057400"/>
          <p14:tracePt t="47657" x="1143000" y="2114550"/>
          <p14:tracePt t="47673" x="1212850" y="2178050"/>
          <p14:tracePt t="47690" x="1219200" y="2190750"/>
          <p14:tracePt t="47707" x="1289050" y="2216150"/>
          <p14:tracePt t="47724" x="1352550" y="2241550"/>
          <p14:tracePt t="47741" x="1416050" y="2247900"/>
          <p14:tracePt t="47757" x="1536700" y="2254250"/>
          <p14:tracePt t="47774" x="1619250" y="2254250"/>
          <p14:tracePt t="47790" x="1682750" y="2254250"/>
          <p14:tracePt t="47807" x="1879600" y="2254250"/>
          <p14:tracePt t="47824" x="2000250" y="2254250"/>
          <p14:tracePt t="47841" x="2127250" y="2228850"/>
          <p14:tracePt t="47843" x="2197100" y="2216150"/>
          <p14:tracePt t="47857" x="2292350" y="2197100"/>
          <p14:tracePt t="47874" x="2381250" y="2165350"/>
          <p14:tracePt t="47890" x="2400300" y="2146300"/>
          <p14:tracePt t="47907" x="2406650" y="2114550"/>
          <p14:tracePt t="47924" x="2406650" y="2089150"/>
          <p14:tracePt t="47940" x="2406650" y="2057400"/>
          <p14:tracePt t="47957" x="2406650" y="2051050"/>
          <p14:tracePt t="48018" x="2406650" y="2057400"/>
          <p14:tracePt t="48026" x="2406650" y="2063750"/>
          <p14:tracePt t="48034" x="2406650" y="2076450"/>
          <p14:tracePt t="48042" x="2406650" y="2101850"/>
          <p14:tracePt t="48059" x="2406650" y="2133600"/>
          <p14:tracePt t="48073" x="2508250" y="2298700"/>
          <p14:tracePt t="48090" x="2597150" y="2419350"/>
          <p14:tracePt t="48107" x="2736850" y="2546350"/>
          <p14:tracePt t="48123" x="3111500" y="2768600"/>
          <p14:tracePt t="48140" x="3333750" y="2838450"/>
          <p14:tracePt t="48157" x="3613150" y="2933700"/>
          <p14:tracePt t="48174" x="4356100" y="2984500"/>
          <p14:tracePt t="48190" x="4870450" y="2946400"/>
          <p14:tracePt t="48207" x="5670550" y="2774950"/>
          <p14:tracePt t="48224" x="5842000" y="2724150"/>
          <p14:tracePt t="48241" x="6184900" y="2578100"/>
          <p14:tracePt t="48257" x="6496050" y="2432050"/>
          <p14:tracePt t="48273" x="7099300" y="2127250"/>
          <p14:tracePt t="48290" x="7264400" y="2038350"/>
          <p14:tracePt t="48307" x="7340600" y="1987550"/>
          <p14:tracePt t="48324" x="7550150" y="1809750"/>
          <p14:tracePt t="48340" x="7651750" y="1733550"/>
          <p14:tracePt t="48357" x="7778750" y="1606550"/>
          <p14:tracePt t="48374" x="7804150" y="1562100"/>
          <p14:tracePt t="48390" x="7848600" y="1511300"/>
          <p14:tracePt t="48407" x="7854950" y="1492250"/>
          <p14:tracePt t="48424" x="7861300" y="1403350"/>
          <p14:tracePt t="48440" x="7861300" y="1346200"/>
          <p14:tracePt t="48457" x="7861300" y="1263650"/>
          <p14:tracePt t="48474" x="7842250" y="1155700"/>
          <p14:tracePt t="48491" x="7810500" y="1066800"/>
          <p14:tracePt t="48507" x="7708900" y="920750"/>
          <p14:tracePt t="48523" x="7620000" y="857250"/>
          <p14:tracePt t="48540" x="7537450" y="812800"/>
          <p14:tracePt t="48557" x="7378700" y="755650"/>
          <p14:tracePt t="48573" x="7346950" y="749300"/>
          <p14:tracePt t="48590" x="7251700" y="736600"/>
          <p14:tracePt t="48607" x="6997700" y="774700"/>
          <p14:tracePt t="48624" x="6838950" y="806450"/>
          <p14:tracePt t="48640" x="6584950" y="863600"/>
          <p14:tracePt t="48657" x="6553200" y="863600"/>
          <p14:tracePt t="48674" x="6343650" y="901700"/>
          <p14:tracePt t="48690" x="6121400" y="952500"/>
          <p14:tracePt t="48707" x="6007100" y="984250"/>
          <p14:tracePt t="48724" x="5829300" y="1054100"/>
          <p14:tracePt t="48740" x="5708650" y="1092200"/>
          <p14:tracePt t="48757" x="5619750" y="1155700"/>
          <p14:tracePt t="48774" x="5505450" y="1270000"/>
          <p14:tracePt t="48790" x="5461000" y="1346200"/>
          <p14:tracePt t="48807" x="5429250" y="1397000"/>
          <p14:tracePt t="48824" x="5359400" y="1625600"/>
          <p14:tracePt t="48840" x="5359400" y="1809750"/>
          <p14:tracePt t="48842" x="5353050" y="1917700"/>
          <p14:tracePt t="48857" x="5384800" y="2254250"/>
          <p14:tracePt t="48874" x="5454650" y="2533650"/>
          <p14:tracePt t="48890" x="5492750" y="2609850"/>
          <p14:tracePt t="48907" x="5613400" y="2870200"/>
          <p14:tracePt t="48923" x="5638800" y="2946400"/>
          <p14:tracePt t="48940" x="5657850" y="2997200"/>
          <p14:tracePt t="48957" x="5664200" y="3009900"/>
          <p14:tracePt t="48973" x="5657850" y="3016250"/>
          <p14:tracePt t="49242" x="5657850" y="3009900"/>
          <p14:tracePt t="49250" x="5645150" y="3003550"/>
          <p14:tracePt t="49259" x="5632450" y="2990850"/>
          <p14:tracePt t="49273" x="5594350" y="2971800"/>
          <p14:tracePt t="49290" x="5549900" y="2952750"/>
          <p14:tracePt t="49307" x="5518150" y="2946400"/>
          <p14:tracePt t="49323" x="5486400" y="2940050"/>
          <p14:tracePt t="49340" x="5467350" y="2933700"/>
          <p14:tracePt t="49594" x="5473700" y="2946400"/>
          <p14:tracePt t="49794" x="5480050" y="2952750"/>
          <p14:tracePt t="50026" x="5486400" y="2940050"/>
          <p14:tracePt t="50090" x="5480050" y="2940050"/>
          <p14:tracePt t="50098" x="5473700" y="2940050"/>
          <p14:tracePt t="50107" x="5467350" y="2940050"/>
          <p14:tracePt t="50123" x="5429250" y="2952750"/>
          <p14:tracePt t="50140" x="5391150" y="2959100"/>
          <p14:tracePt t="50157" x="5353050" y="2965450"/>
          <p14:tracePt t="50173" x="5308600" y="2971800"/>
          <p14:tracePt t="50190" x="5238750" y="2971800"/>
          <p14:tracePt t="50207" x="5207000" y="2971800"/>
          <p14:tracePt t="50224" x="5181600" y="2971800"/>
          <p14:tracePt t="50240" x="5168900" y="2971800"/>
          <p14:tracePt t="50257" x="5156200" y="2978150"/>
          <p14:tracePt t="50274" x="5156200" y="2984500"/>
          <p14:tracePt t="50290" x="5149850" y="2990850"/>
          <p14:tracePt t="50330" x="5137150" y="3003550"/>
          <p14:tracePt t="50354" x="5137150" y="3016250"/>
          <p14:tracePt t="50370" x="5124450" y="3016250"/>
          <p14:tracePt t="50562" x="5118100" y="3016250"/>
          <p14:tracePt t="50570" x="5111750" y="3016250"/>
          <p14:tracePt t="50586" x="5099050" y="3003550"/>
          <p14:tracePt t="50594" x="5041900" y="2990850"/>
          <p14:tracePt t="50607" x="4927600" y="2940050"/>
          <p14:tracePt t="50624" x="4787900" y="2908300"/>
          <p14:tracePt t="50640" x="4591050" y="2876550"/>
          <p14:tracePt t="50657" x="4273550" y="2825750"/>
          <p14:tracePt t="50674" x="4121150" y="2794000"/>
          <p14:tracePt t="50690" x="4032250" y="2787650"/>
          <p14:tracePt t="50707" x="4006850" y="2774950"/>
          <p14:tracePt t="50762" x="3994150" y="2768600"/>
          <p14:tracePt t="50770" x="3987800" y="2768600"/>
          <p14:tracePt t="50826" x="4000500" y="2768600"/>
          <p14:tracePt t="50842" x="4000500" y="2774950"/>
          <p14:tracePt t="50898" x="3994150" y="2774950"/>
          <p14:tracePt t="50906" x="3981450" y="2774950"/>
          <p14:tracePt t="50922" x="3975100" y="2774950"/>
          <p14:tracePt t="50930" x="3968750" y="2774950"/>
          <p14:tracePt t="50940" x="3956050" y="2768600"/>
          <p14:tracePt t="50957" x="3911600" y="2768600"/>
          <p14:tracePt t="50974" x="3873500" y="2768600"/>
          <p14:tracePt t="50990" x="3867150" y="2768600"/>
          <p14:tracePt t="51023" x="3860800" y="2768600"/>
          <p14:tracePt t="51040" x="3854450" y="2762250"/>
          <p14:tracePt t="51057" x="3854450" y="2755900"/>
          <p14:tracePt t="51074" x="3841750" y="2743200"/>
          <p14:tracePt t="51138" x="3848100" y="2743200"/>
          <p14:tracePt t="51154" x="3854450" y="2743200"/>
          <p14:tracePt t="51163" x="3860800" y="2743200"/>
          <p14:tracePt t="51174" x="3873500" y="2736850"/>
          <p14:tracePt t="51202" x="3873500" y="2730500"/>
          <p14:tracePt t="51226" x="3860800" y="2724150"/>
          <p14:tracePt t="51234" x="3841750" y="2705100"/>
          <p14:tracePt t="51250" x="3816350" y="2705100"/>
          <p14:tracePt t="51259" x="3797300" y="2705100"/>
          <p14:tracePt t="51273" x="3784600" y="2705100"/>
          <p14:tracePt t="51290" x="3765550" y="2711450"/>
          <p14:tracePt t="51307" x="3746500" y="2717800"/>
          <p14:tracePt t="51324" x="3714750" y="2730500"/>
          <p14:tracePt t="51340" x="3657600" y="2749550"/>
          <p14:tracePt t="51357" x="3606800" y="2774950"/>
          <p14:tracePt t="51373" x="3562350" y="2781300"/>
          <p14:tracePt t="51390" x="3511550" y="2794000"/>
          <p14:tracePt t="51407" x="3416300" y="2825750"/>
          <p14:tracePt t="51424" x="3378200" y="2825750"/>
          <p14:tracePt t="51440" x="3365500" y="2825750"/>
          <p14:tracePt t="51457" x="3346450" y="2832100"/>
          <p14:tracePt t="51474" x="3333750" y="2832100"/>
          <p14:tracePt t="51490" x="3327400" y="2832100"/>
          <p14:tracePt t="51524" x="3314700" y="2832100"/>
          <p14:tracePt t="51570" x="3314700" y="2838450"/>
          <p14:tracePt t="51601" x="3314700" y="2844800"/>
          <p14:tracePt t="51802" x="3308350" y="2851150"/>
          <p14:tracePt t="51818" x="3295650" y="2857500"/>
          <p14:tracePt t="51826" x="3295650" y="2863850"/>
          <p14:tracePt t="51842" x="3282950" y="2876550"/>
          <p14:tracePt t="51857" x="3276600" y="2882900"/>
          <p14:tracePt t="51873" x="3270250" y="2889250"/>
          <p14:tracePt t="51890" x="3251200" y="2895600"/>
          <p14:tracePt t="51923" x="3225800" y="2901950"/>
          <p14:tracePt t="51940" x="3213100" y="2908300"/>
          <p14:tracePt t="51957" x="3200400" y="2914650"/>
          <p14:tracePt t="52075" x="3187700" y="2921000"/>
          <p14:tracePt t="52090" x="3181350" y="2921000"/>
          <p14:tracePt t="52115" x="3175000" y="2927350"/>
          <p14:tracePt t="52130" x="3168650" y="2927350"/>
          <p14:tracePt t="52170" x="3155950" y="2927350"/>
          <p14:tracePt t="52201" x="3149600" y="2927350"/>
          <p14:tracePt t="52218" x="3143250" y="2921000"/>
          <p14:tracePt t="52227" x="3124200" y="2921000"/>
          <p14:tracePt t="52242" x="3111500" y="2921000"/>
          <p14:tracePt t="52250" x="3067050" y="2901950"/>
          <p14:tracePt t="52259" x="3009900" y="2882900"/>
          <p14:tracePt t="52274" x="2647950" y="2825750"/>
          <p14:tracePt t="52290" x="2406650" y="2794000"/>
          <p14:tracePt t="52307" x="2114550" y="2768600"/>
          <p14:tracePt t="52324" x="2006600" y="2762250"/>
          <p14:tracePt t="52340" x="1587500" y="2698750"/>
          <p14:tracePt t="52357" x="1422400" y="2667000"/>
          <p14:tracePt t="52374" x="1136650" y="2628900"/>
          <p14:tracePt t="52390" x="996950" y="2603500"/>
          <p14:tracePt t="52407" x="762000" y="2533650"/>
          <p14:tracePt t="52423" x="685800" y="2508250"/>
          <p14:tracePt t="52440" x="533400" y="2425700"/>
          <p14:tracePt t="52457" x="146050" y="2171700"/>
          <p14:tracePt t="69018" x="0" y="1803400"/>
          <p14:tracePt t="69026" x="76200" y="1936750"/>
          <p14:tracePt t="69034" x="133350" y="2025650"/>
          <p14:tracePt t="69049" x="228600" y="2120900"/>
          <p14:tracePt t="69059" x="457200" y="2317750"/>
          <p14:tracePt t="69073" x="590550" y="2425700"/>
          <p14:tracePt t="69090" x="692150" y="2533650"/>
          <p14:tracePt t="69107" x="895350" y="2743200"/>
          <p14:tracePt t="69123" x="1003300" y="2863850"/>
          <p14:tracePt t="69140" x="1060450" y="2908300"/>
          <p14:tracePt t="69157" x="1212850" y="3086100"/>
          <p14:tracePt t="69173" x="1295400" y="3162300"/>
          <p14:tracePt t="69190" x="1377950" y="3213100"/>
          <p14:tracePt t="69207" x="1479550" y="3302000"/>
          <p14:tracePt t="69224" x="1524000" y="3327400"/>
          <p14:tracePt t="69240" x="1581150" y="3390900"/>
          <p14:tracePt t="69257" x="1733550" y="3505200"/>
          <p14:tracePt t="69273" x="1917700" y="3600450"/>
          <p14:tracePt t="69290" x="2070100" y="3689350"/>
          <p14:tracePt t="69307" x="2127250" y="3714750"/>
          <p14:tracePt t="69323" x="2216150" y="3771900"/>
          <p14:tracePt t="69340" x="2349500" y="3854450"/>
          <p14:tracePt t="69357" x="2432050" y="3886200"/>
          <p14:tracePt t="69374" x="2654300" y="3968750"/>
          <p14:tracePt t="69390" x="2717800" y="4006850"/>
          <p14:tracePt t="69407" x="2749550" y="4025900"/>
          <p14:tracePt t="69423" x="2857500" y="4089400"/>
          <p14:tracePt t="69440" x="3009900" y="4171950"/>
          <p14:tracePt t="69457" x="3105150" y="4216400"/>
          <p14:tracePt t="69473" x="3270250" y="4311650"/>
          <p14:tracePt t="69490" x="3295650" y="4337050"/>
          <p14:tracePt t="69507" x="3365500" y="4387850"/>
          <p14:tracePt t="69523" x="3575050" y="4540250"/>
          <p14:tracePt t="69540" x="3714750" y="4622800"/>
          <p14:tracePt t="69557" x="3886200" y="4762500"/>
          <p14:tracePt t="69573" x="3943350" y="4787900"/>
          <p14:tracePt t="69590" x="4064000" y="4826000"/>
          <p14:tracePt t="69607" x="4298950" y="4908550"/>
          <p14:tracePt t="69623" x="4419600" y="4946650"/>
          <p14:tracePt t="69640" x="4559300" y="4978400"/>
          <p14:tracePt t="69657" x="4775200" y="5016500"/>
          <p14:tracePt t="69673" x="4864100" y="5035550"/>
          <p14:tracePt t="69690" x="4946650" y="5035550"/>
          <p14:tracePt t="69707" x="5105400" y="4959350"/>
          <p14:tracePt t="69723" x="5175250" y="4908550"/>
          <p14:tracePt t="69740" x="5219700" y="4857750"/>
          <p14:tracePt t="69757" x="5238750" y="4794250"/>
          <p14:tracePt t="69773" x="5264150" y="4699000"/>
          <p14:tracePt t="69790" x="5264150" y="4591050"/>
          <p14:tracePt t="69807" x="5168900" y="4343400"/>
          <p14:tracePt t="69823" x="5092700" y="4229100"/>
          <p14:tracePt t="69840" x="5010150" y="4121150"/>
          <p14:tracePt t="69856" x="4832350" y="3867150"/>
          <p14:tracePt t="69873" x="4641850" y="3638550"/>
          <p14:tracePt t="69890" x="4235450" y="3435350"/>
          <p14:tracePt t="69907" x="4102100" y="3378200"/>
          <p14:tracePt t="69923" x="4051300" y="3359150"/>
          <p14:tracePt t="69940" x="3829050" y="3321050"/>
          <p14:tracePt t="69957" x="3727450" y="3321050"/>
          <p14:tracePt t="69973" x="3644900" y="3327400"/>
          <p14:tracePt t="69990" x="3517900" y="3359150"/>
          <p14:tracePt t="70007" x="3473450" y="3378200"/>
          <p14:tracePt t="70023" x="3295650" y="3416300"/>
          <p14:tracePt t="70040" x="3225800" y="3441700"/>
          <p14:tracePt t="70057" x="3124200" y="3479800"/>
          <p14:tracePt t="70073" x="2978150" y="3536950"/>
          <p14:tracePt t="70090" x="2863850" y="3581400"/>
          <p14:tracePt t="70107" x="2679700" y="3651250"/>
          <p14:tracePt t="70123" x="2609850" y="3676650"/>
          <p14:tracePt t="70140" x="2495550" y="3721100"/>
          <p14:tracePt t="70157" x="2457450" y="3740150"/>
          <p14:tracePt t="70174" x="2381250" y="3759200"/>
          <p14:tracePt t="70190" x="2349500" y="3771900"/>
          <p14:tracePt t="70207" x="2330450" y="3784600"/>
          <p14:tracePt t="70223" x="2317750" y="3797300"/>
          <p14:tracePt t="70240" x="2305050" y="3797300"/>
          <p14:tracePt t="70257" x="2286000" y="3810000"/>
          <p14:tracePt t="70274" x="2197100" y="3841750"/>
          <p14:tracePt t="70290" x="2108200" y="3867150"/>
          <p14:tracePt t="70307" x="2089150" y="3873500"/>
          <p14:tracePt t="70323" x="2070100" y="3892550"/>
          <p14:tracePt t="70340" x="2044700" y="3905250"/>
          <p14:tracePt t="70357" x="2025650" y="3924300"/>
          <p14:tracePt t="70373" x="1981200" y="3937000"/>
          <p14:tracePt t="70390" x="1974850" y="3943350"/>
          <p14:tracePt t="70407" x="1955800" y="3975100"/>
          <p14:tracePt t="70423" x="1924050" y="3994150"/>
          <p14:tracePt t="70440" x="1911350" y="4006850"/>
          <p14:tracePt t="70457" x="1911350" y="4013200"/>
          <p14:tracePt t="70474" x="1898650" y="4025900"/>
          <p14:tracePt t="70498" x="1898650" y="4032250"/>
          <p14:tracePt t="70514" x="1905000" y="4038600"/>
          <p14:tracePt t="70523" x="1911350" y="4044950"/>
          <p14:tracePt t="70540" x="1917700" y="4044950"/>
          <p14:tracePt t="70557" x="1924050" y="4057650"/>
          <p14:tracePt t="70573" x="1930400" y="4064000"/>
          <p14:tracePt t="70590" x="1974850" y="4089400"/>
          <p14:tracePt t="70607" x="2019300" y="4108450"/>
          <p14:tracePt t="70623" x="2063750" y="4127500"/>
          <p14:tracePt t="70640" x="2076450" y="4133850"/>
          <p14:tracePt t="70657" x="2108200" y="4165600"/>
          <p14:tracePt t="70673" x="2235200" y="4197350"/>
          <p14:tracePt t="70690" x="2330450" y="4203700"/>
          <p14:tracePt t="70707" x="2482850" y="4191000"/>
          <p14:tracePt t="70723" x="2794000" y="4140200"/>
          <p14:tracePt t="70740" x="3149600" y="4108450"/>
          <p14:tracePt t="70757" x="3321050" y="4089400"/>
          <p14:tracePt t="70773" x="4083050" y="3968750"/>
          <p14:tracePt t="70790" x="4616450" y="3879850"/>
          <p14:tracePt t="70807" x="4838700" y="3841750"/>
          <p14:tracePt t="70824" x="5429250" y="3721100"/>
          <p14:tracePt t="70841" x="5784850" y="3689350"/>
          <p14:tracePt t="70857" x="5861050" y="3689350"/>
          <p14:tracePt t="70873" x="6121400" y="3670300"/>
          <p14:tracePt t="70890" x="6153150" y="3670300"/>
          <p14:tracePt t="70907" x="6197600" y="3657600"/>
          <p14:tracePt t="70923" x="6267450" y="3644900"/>
          <p14:tracePt t="70940" x="6280150" y="3644900"/>
          <p14:tracePt t="70974" x="6280150" y="3632200"/>
          <p14:tracePt t="70990" x="6311900" y="3613150"/>
          <p14:tracePt t="71007" x="6311900" y="3606800"/>
          <p14:tracePt t="71026" x="6311900" y="3594100"/>
          <p14:tracePt t="71042" x="6305550" y="3587750"/>
          <p14:tracePt t="71057" x="6305550" y="3581400"/>
          <p14:tracePt t="71074" x="6305550" y="3575050"/>
          <p14:tracePt t="71090" x="6292850" y="3575050"/>
          <p14:tracePt t="71114" x="6286500" y="3575050"/>
          <p14:tracePt t="71123" x="6286500" y="3568700"/>
          <p14:tracePt t="71140" x="6280150" y="3568700"/>
          <p14:tracePt t="71157" x="6267450" y="3568700"/>
          <p14:tracePt t="71173" x="6242050" y="3581400"/>
          <p14:tracePt t="71190" x="6229350" y="3581400"/>
          <p14:tracePt t="71207" x="6210300" y="3600450"/>
          <p14:tracePt t="71223" x="6159500" y="3619500"/>
          <p14:tracePt t="71240" x="6102350" y="3651250"/>
          <p14:tracePt t="71257" x="6045200" y="3670300"/>
          <p14:tracePt t="71273" x="6032500" y="3683000"/>
          <p14:tracePt t="71290" x="6013450" y="3695700"/>
          <p14:tracePt t="71307" x="6007100" y="3695700"/>
          <p14:tracePt t="71324" x="6000750" y="3708400"/>
          <p14:tracePt t="71340" x="5994400" y="3714750"/>
          <p14:tracePt t="71357" x="5994400" y="3721100"/>
          <p14:tracePt t="71378" x="5994400" y="3727450"/>
          <p14:tracePt t="71394" x="5994400" y="3733800"/>
          <p14:tracePt t="71410" x="5994400" y="3740150"/>
          <p14:tracePt t="71506" x="5994400" y="3733800"/>
          <p14:tracePt t="71514" x="5981700" y="3733800"/>
          <p14:tracePt t="71523" x="5981700" y="3721100"/>
          <p14:tracePt t="71540" x="5949950" y="3676650"/>
          <p14:tracePt t="71557" x="5880100" y="3600450"/>
          <p14:tracePt t="71573" x="5835650" y="3549650"/>
          <p14:tracePt t="71590" x="5835650" y="3536950"/>
          <p14:tracePt t="71607" x="5791200" y="3492500"/>
          <p14:tracePt t="71623" x="5772150" y="3473450"/>
          <p14:tracePt t="71640" x="5753100" y="3460750"/>
          <p14:tracePt t="71657" x="5740400" y="3448050"/>
          <p14:tracePt t="71698" x="5727700" y="3448050"/>
          <p14:tracePt t="71786" x="5715000" y="3454400"/>
          <p14:tracePt t="71802" x="5702300" y="3467100"/>
          <p14:tracePt t="71810" x="5689600" y="3479800"/>
          <p14:tracePt t="71826" x="5689600" y="3492500"/>
          <p14:tracePt t="71840" x="5676900" y="3505200"/>
          <p14:tracePt t="71857" x="5651500" y="3536950"/>
          <p14:tracePt t="71873" x="5632450" y="3562350"/>
          <p14:tracePt t="71890" x="5651500" y="3575050"/>
          <p14:tracePt t="71907" x="5670550" y="3581400"/>
          <p14:tracePt t="71923" x="5670550" y="3587750"/>
          <p14:tracePt t="71940" x="5670550" y="3600450"/>
          <p14:tracePt t="71957" x="5683250" y="3600450"/>
          <p14:tracePt t="71973" x="5695950" y="3606800"/>
          <p14:tracePt t="71990" x="5702300" y="3619500"/>
          <p14:tracePt t="72007" x="5721350" y="3619500"/>
          <p14:tracePt t="72023" x="5721350" y="3638550"/>
          <p14:tracePt t="72040" x="5721350" y="3651250"/>
          <p14:tracePt t="72057" x="5727700" y="3670300"/>
          <p14:tracePt t="72073" x="5753100" y="3702050"/>
          <p14:tracePt t="72090" x="5772150" y="3708400"/>
          <p14:tracePt t="72107" x="5803900" y="3752850"/>
          <p14:tracePt t="72123" x="5810250" y="3759200"/>
          <p14:tracePt t="72140" x="5822950" y="3778250"/>
          <p14:tracePt t="72157" x="5842000" y="3790950"/>
          <p14:tracePt t="72173" x="5867400" y="3797300"/>
          <p14:tracePt t="72190" x="5867400" y="3803650"/>
          <p14:tracePt t="72207" x="5880100" y="3803650"/>
          <p14:tracePt t="72223" x="5892800" y="3803650"/>
          <p14:tracePt t="72240" x="5905500" y="3790950"/>
          <p14:tracePt t="72273" x="5937250" y="3759200"/>
          <p14:tracePt t="72290" x="5943600" y="3752850"/>
          <p14:tracePt t="72307" x="5969000" y="3727450"/>
          <p14:tracePt t="72323" x="5981700" y="3714750"/>
          <p14:tracePt t="72340" x="6000750" y="3702050"/>
          <p14:tracePt t="72357" x="6026150" y="3683000"/>
          <p14:tracePt t="72373" x="6038850" y="3670300"/>
          <p14:tracePt t="72390" x="6032500" y="3657600"/>
          <p14:tracePt t="72407" x="6032500" y="3638550"/>
          <p14:tracePt t="72423" x="6038850" y="3606800"/>
          <p14:tracePt t="72440" x="6038850" y="3530600"/>
          <p14:tracePt t="72457" x="6038850" y="3486150"/>
          <p14:tracePt t="72473" x="6000750" y="3429000"/>
          <p14:tracePt t="72490" x="5899150" y="3397250"/>
          <p14:tracePt t="72507" x="5873750" y="3384550"/>
          <p14:tracePt t="72524" x="5861050" y="3378200"/>
          <p14:tracePt t="72540" x="5829300" y="3371850"/>
          <p14:tracePt t="72557" x="5822950" y="3371850"/>
          <p14:tracePt t="72573" x="5797550" y="3371850"/>
          <p14:tracePt t="72590" x="5778500" y="3371850"/>
          <p14:tracePt t="72607" x="5759450" y="3371850"/>
          <p14:tracePt t="72623" x="5740400" y="3371850"/>
          <p14:tracePt t="72640" x="5734050" y="3371850"/>
          <p14:tracePt t="72657" x="5708650" y="3378200"/>
          <p14:tracePt t="72673" x="5689600" y="3384550"/>
          <p14:tracePt t="72690" x="5683250" y="3390900"/>
          <p14:tracePt t="72707" x="5676900" y="3397250"/>
          <p14:tracePt t="72723" x="5670550" y="3409950"/>
          <p14:tracePt t="72740" x="5664200" y="3409950"/>
          <p14:tracePt t="72757" x="5664200" y="3416300"/>
          <p14:tracePt t="72773" x="5657850" y="3429000"/>
          <p14:tracePt t="72790" x="5651500" y="3454400"/>
          <p14:tracePt t="72807" x="5651500" y="3460750"/>
          <p14:tracePt t="72823" x="5651500" y="3479800"/>
          <p14:tracePt t="72840" x="5670550" y="3517900"/>
          <p14:tracePt t="72842" x="5676900" y="3524250"/>
          <p14:tracePt t="72857" x="5676900" y="3543300"/>
          <p14:tracePt t="72873" x="5670550" y="3594100"/>
          <p14:tracePt t="72890" x="5683250" y="3619500"/>
          <p14:tracePt t="72907" x="5746750" y="3644900"/>
          <p14:tracePt t="72923" x="5778500" y="3695700"/>
          <p14:tracePt t="72940" x="5797550" y="3721100"/>
          <p14:tracePt t="72957" x="5816600" y="3733800"/>
          <p14:tracePt t="72974" x="5816600" y="3746500"/>
          <p14:tracePt t="72990" x="5822950" y="3746500"/>
          <p14:tracePt t="73007" x="5829300" y="3746500"/>
          <p14:tracePt t="73066" x="5842000" y="3746500"/>
          <p14:tracePt t="73082" x="5854700" y="3746500"/>
          <p14:tracePt t="73090" x="5861050" y="3746500"/>
          <p14:tracePt t="73113" x="5873750" y="3752850"/>
          <p14:tracePt t="73121" x="5880100" y="3752850"/>
          <p14:tracePt t="73129" x="5886450" y="3752850"/>
          <p14:tracePt t="73140" x="5892800" y="3752850"/>
          <p14:tracePt t="73162" x="5911850" y="3752850"/>
          <p14:tracePt t="73177" x="5918200" y="3752850"/>
          <p14:tracePt t="73201" x="5930900" y="3752850"/>
          <p14:tracePt t="73209" x="5937250" y="3740150"/>
          <p14:tracePt t="73234" x="5937250" y="3727450"/>
          <p14:tracePt t="73242" x="5943600" y="3702050"/>
          <p14:tracePt t="73257" x="5962650" y="3689350"/>
          <p14:tracePt t="73274" x="5975350" y="3651250"/>
          <p14:tracePt t="73290" x="5988050" y="3600450"/>
          <p14:tracePt t="73307" x="5994400" y="3562350"/>
          <p14:tracePt t="73323" x="6000750" y="3524250"/>
          <p14:tracePt t="73340" x="6007100" y="3486150"/>
          <p14:tracePt t="73357" x="6000750" y="3422650"/>
          <p14:tracePt t="73373" x="6000750" y="3409950"/>
          <p14:tracePt t="73390" x="5988050" y="3371850"/>
          <p14:tracePt t="73407" x="5975350" y="3346450"/>
          <p14:tracePt t="73423" x="5962650" y="3333750"/>
          <p14:tracePt t="73441" x="5956300" y="3333750"/>
          <p14:tracePt t="73457" x="5930900" y="3321050"/>
          <p14:tracePt t="73473" x="5905500" y="3321050"/>
          <p14:tracePt t="73490" x="5886450" y="3327400"/>
          <p14:tracePt t="73507" x="5867400" y="3327400"/>
          <p14:tracePt t="73523" x="5854700" y="3340100"/>
          <p14:tracePt t="73540" x="5835650" y="3352800"/>
          <p14:tracePt t="73557" x="5822950" y="3359150"/>
          <p14:tracePt t="73573" x="5784850" y="3390900"/>
          <p14:tracePt t="73590" x="5772150" y="3397250"/>
          <p14:tracePt t="73607" x="5759450" y="3409950"/>
          <p14:tracePt t="73623" x="5746750" y="3429000"/>
          <p14:tracePt t="73640" x="5734050" y="3448050"/>
          <p14:tracePt t="73657" x="5727700" y="3473450"/>
          <p14:tracePt t="73673" x="5715000" y="3511550"/>
          <p14:tracePt t="73690" x="5702300" y="3524250"/>
          <p14:tracePt t="73707" x="5689600" y="3549650"/>
          <p14:tracePt t="73724" x="5683250" y="3562350"/>
          <p14:tracePt t="73740" x="5683250" y="3581400"/>
          <p14:tracePt t="73757" x="5715000" y="3600450"/>
          <p14:tracePt t="73773" x="5772150" y="3619500"/>
          <p14:tracePt t="73790" x="5778500" y="3619500"/>
          <p14:tracePt t="73807" x="5778500" y="3625850"/>
          <p14:tracePt t="73823" x="5778500" y="3644900"/>
          <p14:tracePt t="73840" x="5784850" y="3651250"/>
          <p14:tracePt t="73843" x="5791200" y="3651250"/>
          <p14:tracePt t="73857" x="5797550" y="3657600"/>
          <p14:tracePt t="73873" x="5803900" y="3663950"/>
          <p14:tracePt t="73890" x="5816600" y="3670300"/>
          <p14:tracePt t="73907" x="5829300" y="3683000"/>
          <p14:tracePt t="73923" x="5829300" y="3689350"/>
          <p14:tracePt t="73940" x="5861050" y="3702050"/>
          <p14:tracePt t="73957" x="5873750" y="3702050"/>
          <p14:tracePt t="73973" x="5886450" y="3708400"/>
          <p14:tracePt t="73990" x="5905500" y="3702050"/>
          <p14:tracePt t="74007" x="5911850" y="3695700"/>
          <p14:tracePt t="74023" x="5924550" y="3683000"/>
          <p14:tracePt t="74040" x="5969000" y="3644900"/>
          <p14:tracePt t="74057" x="5975350" y="3638550"/>
          <p14:tracePt t="74073" x="5988050" y="3600450"/>
          <p14:tracePt t="74090" x="5988050" y="3594100"/>
          <p14:tracePt t="74107" x="5994400" y="3581400"/>
          <p14:tracePt t="74123" x="5988050" y="3549650"/>
          <p14:tracePt t="74140" x="5981700" y="3524250"/>
          <p14:tracePt t="74157" x="5949950" y="3486150"/>
          <p14:tracePt t="74173" x="5937250" y="3473450"/>
          <p14:tracePt t="74190" x="5930900" y="3473450"/>
          <p14:tracePt t="74206" x="5918200" y="3441700"/>
          <p14:tracePt t="74223" x="5899150" y="3429000"/>
          <p14:tracePt t="74240" x="5892800" y="3416300"/>
          <p14:tracePt t="74257" x="5880100" y="3409950"/>
          <p14:tracePt t="74273" x="5854700" y="3403600"/>
          <p14:tracePt t="74290" x="5848350" y="3397250"/>
          <p14:tracePt t="74323" x="5829300" y="3390900"/>
          <p14:tracePt t="74346" x="5822950" y="3390900"/>
          <p14:tracePt t="74369" x="5810250" y="3390900"/>
          <p14:tracePt t="74386" x="5803900" y="3390900"/>
          <p14:tracePt t="74402" x="5797550" y="3390900"/>
          <p14:tracePt t="74410" x="5797550" y="3397250"/>
          <p14:tracePt t="74426" x="5784850" y="3397250"/>
          <p14:tracePt t="74440" x="5784850" y="3403600"/>
          <p14:tracePt t="74457" x="5772150" y="3403600"/>
          <p14:tracePt t="74473" x="5759450" y="3416300"/>
          <p14:tracePt t="74507" x="5759450" y="3429000"/>
          <p14:tracePt t="74523" x="5746750" y="3435350"/>
          <p14:tracePt t="74540" x="5746750" y="3441700"/>
          <p14:tracePt t="74562" x="5740400" y="3448050"/>
          <p14:tracePt t="74574" x="5734050" y="3460750"/>
          <p14:tracePt t="74590" x="5734050" y="3467100"/>
          <p14:tracePt t="74607" x="5721350" y="3486150"/>
          <p14:tracePt t="74623" x="5702300" y="3517900"/>
          <p14:tracePt t="74640" x="5689600" y="3530600"/>
          <p14:tracePt t="74657" x="5676900" y="3556000"/>
          <p14:tracePt t="74673" x="5676900" y="3587750"/>
          <p14:tracePt t="74690" x="5676900" y="3594100"/>
          <p14:tracePt t="74707" x="5676900" y="3600450"/>
          <p14:tracePt t="74723" x="5676900" y="3613150"/>
          <p14:tracePt t="74757" x="5676900" y="3619500"/>
          <p14:tracePt t="74773" x="5676900" y="3625850"/>
          <p14:tracePt t="74790" x="5683250" y="3625850"/>
          <p14:tracePt t="74807" x="5689600" y="3638550"/>
          <p14:tracePt t="74823" x="5695950" y="3638550"/>
          <p14:tracePt t="74840" x="5708650" y="3644900"/>
          <p14:tracePt t="74842" x="5715000" y="3657600"/>
          <p14:tracePt t="74857" x="5721350" y="3657600"/>
          <p14:tracePt t="74874" x="5753100" y="3670300"/>
          <p14:tracePt t="74890" x="5772150" y="3689350"/>
          <p14:tracePt t="74906" x="5784850" y="3695700"/>
          <p14:tracePt t="74977" x="5797550" y="3695700"/>
          <p14:tracePt t="74994" x="5797550" y="3689350"/>
          <p14:tracePt t="75002" x="5822950" y="3683000"/>
          <p14:tracePt t="75010" x="5822950" y="3676650"/>
          <p14:tracePt t="75023" x="5829300" y="3670300"/>
          <p14:tracePt t="75040" x="5829300" y="3663950"/>
          <p14:tracePt t="75057" x="5829300" y="3657600"/>
          <p14:tracePt t="75073" x="5829300" y="3651250"/>
          <p14:tracePt t="75114" x="5829300" y="3644900"/>
          <p14:tracePt t="75226" x="5822950" y="3651250"/>
          <p14:tracePt t="75250" x="5816600" y="3657600"/>
          <p14:tracePt t="75258" x="5810250" y="3657600"/>
          <p14:tracePt t="75266" x="5797550" y="3670300"/>
          <p14:tracePt t="75274" x="5784850" y="3676650"/>
          <p14:tracePt t="75290" x="5708650" y="3689350"/>
          <p14:tracePt t="75307" x="5683250" y="3695700"/>
          <p14:tracePt t="75323" x="5651500" y="3702050"/>
          <p14:tracePt t="75340" x="5600700" y="3702050"/>
          <p14:tracePt t="75357" x="5537200" y="3702050"/>
          <p14:tracePt t="75373" x="5511800" y="3695700"/>
          <p14:tracePt t="75390" x="5467350" y="3670300"/>
          <p14:tracePt t="75407" x="5461000" y="3670300"/>
          <p14:tracePt t="75423" x="5441950" y="3651250"/>
          <p14:tracePt t="75440" x="5422900" y="3638550"/>
          <p14:tracePt t="75457" x="5410200" y="3625850"/>
          <p14:tracePt t="75474" x="5397500" y="3625850"/>
          <p14:tracePt t="75490" x="5397500" y="3619500"/>
          <p14:tracePt t="75507" x="5391150" y="3619500"/>
          <p14:tracePt t="75524" x="5384800" y="3619500"/>
          <p14:tracePt t="75540" x="5378450" y="3619500"/>
          <p14:tracePt t="75594" x="5372100" y="3613150"/>
          <p14:tracePt t="75634" x="5365750" y="3606800"/>
          <p14:tracePt t="75666" x="5353050" y="3606800"/>
          <p14:tracePt t="75706" x="5346700" y="3600450"/>
          <p14:tracePt t="75721" x="5340350" y="3600450"/>
          <p14:tracePt t="75746" x="5340350" y="3581400"/>
          <p14:tracePt t="77737" x="5334000" y="3581400"/>
          <p14:tracePt t="77746" x="5327650" y="3581400"/>
          <p14:tracePt t="77762" x="5302250" y="3581400"/>
          <p14:tracePt t="77773" x="5289550" y="3581400"/>
          <p14:tracePt t="77790" x="5162550" y="3587750"/>
          <p14:tracePt t="77807" x="5048250" y="3587750"/>
          <p14:tracePt t="77823" x="4984750" y="3581400"/>
          <p14:tracePt t="77840" x="4794250" y="3575050"/>
          <p14:tracePt t="77857" x="4749800" y="3575050"/>
          <p14:tracePt t="77873" x="4489450" y="3562350"/>
          <p14:tracePt t="77890" x="4311650" y="3556000"/>
          <p14:tracePt t="77907" x="4203700" y="3549650"/>
          <p14:tracePt t="77923" x="4140200" y="3549650"/>
          <p14:tracePt t="77940" x="4070350" y="3549650"/>
          <p14:tracePt t="77957" x="3994150" y="3549650"/>
          <p14:tracePt t="77973" x="3937000" y="3543300"/>
          <p14:tracePt t="77990" x="3835400" y="3549650"/>
          <p14:tracePt t="78007" x="3790950" y="3549650"/>
          <p14:tracePt t="78023" x="3765550" y="3549650"/>
          <p14:tracePt t="78040" x="3721100" y="3549650"/>
          <p14:tracePt t="78057" x="3689350" y="3549650"/>
          <p14:tracePt t="78073" x="3651250" y="3549650"/>
          <p14:tracePt t="78090" x="3606800" y="3543300"/>
          <p14:tracePt t="78107" x="3556000" y="3536950"/>
          <p14:tracePt t="78124" x="3530600" y="3536950"/>
          <p14:tracePt t="78140" x="3486150" y="3536950"/>
          <p14:tracePt t="78157" x="3422650" y="3536950"/>
          <p14:tracePt t="78173" x="3397250" y="3536950"/>
          <p14:tracePt t="78190" x="3359150" y="3536950"/>
          <p14:tracePt t="78207" x="3346450" y="3536950"/>
          <p14:tracePt t="78223" x="3333750" y="3543300"/>
          <p14:tracePt t="78240" x="3327400" y="3543300"/>
          <p14:tracePt t="78257" x="3321050" y="3549650"/>
          <p14:tracePt t="78273" x="3314700" y="3549650"/>
          <p14:tracePt t="78290" x="3302000" y="3549650"/>
          <p14:tracePt t="78314" x="3314700" y="3549650"/>
          <p14:tracePt t="78323" x="3321050" y="3549650"/>
          <p14:tracePt t="78410" x="3327400" y="3549650"/>
          <p14:tracePt t="78554" x="3321050" y="3549650"/>
          <p14:tracePt t="78906" x="3321050" y="3543300"/>
          <p14:tracePt t="79226" x="3321050" y="3536950"/>
          <p14:tracePt t="79458" x="3327400" y="3536950"/>
          <p14:tracePt t="79554" x="3333750" y="3536950"/>
          <p14:tracePt t="79562" x="3340100" y="3536950"/>
          <p14:tracePt t="79573" x="3346450" y="3536950"/>
          <p14:tracePt t="79590" x="3352800" y="3536950"/>
          <p14:tracePt t="79607" x="3384550" y="3536950"/>
          <p14:tracePt t="79623" x="3416300" y="3536950"/>
          <p14:tracePt t="79640" x="3492500" y="3536950"/>
          <p14:tracePt t="79657" x="3575050" y="3536950"/>
          <p14:tracePt t="79673" x="3632200" y="3536950"/>
          <p14:tracePt t="79690" x="3810000" y="3549650"/>
          <p14:tracePt t="79707" x="3867150" y="3556000"/>
          <p14:tracePt t="79723" x="3949700" y="3568700"/>
          <p14:tracePt t="79740" x="4006850" y="3587750"/>
          <p14:tracePt t="79757" x="4076700" y="3594100"/>
          <p14:tracePt t="79773" x="4133850" y="3600450"/>
          <p14:tracePt t="79790" x="4254500" y="3587750"/>
          <p14:tracePt t="79807" x="4337050" y="3587750"/>
          <p14:tracePt t="79823" x="4432300" y="3587750"/>
          <p14:tracePt t="79840" x="4489450" y="3594100"/>
          <p14:tracePt t="79842" x="4521200" y="3594100"/>
          <p14:tracePt t="79857" x="4552950" y="3600450"/>
          <p14:tracePt t="79873" x="4622800" y="3600450"/>
          <p14:tracePt t="79890" x="4679950" y="3600450"/>
          <p14:tracePt t="79907" x="4724400" y="3606800"/>
          <p14:tracePt t="79923" x="4768850" y="3613150"/>
          <p14:tracePt t="79940" x="4851400" y="3619500"/>
          <p14:tracePt t="79957" x="4895850" y="3619500"/>
          <p14:tracePt t="79973" x="4984750" y="3619500"/>
          <p14:tracePt t="79990" x="5111750" y="3606800"/>
          <p14:tracePt t="80007" x="5156200" y="3606800"/>
          <p14:tracePt t="80023" x="5200650" y="3600450"/>
          <p14:tracePt t="80040" x="5213350" y="3600450"/>
          <p14:tracePt t="80057" x="5276850" y="3600450"/>
          <p14:tracePt t="80073" x="5321300" y="3600450"/>
          <p14:tracePt t="80090" x="5346700" y="3600450"/>
          <p14:tracePt t="80107" x="5359400" y="3600450"/>
          <p14:tracePt t="80123" x="5378450" y="3594100"/>
          <p14:tracePt t="80178" x="5397500" y="3581400"/>
          <p14:tracePt t="80226" x="5410200" y="3581400"/>
          <p14:tracePt t="80258" x="5410200" y="3575050"/>
          <p14:tracePt t="80346" x="5410200" y="3568700"/>
          <p14:tracePt t="80370" x="5410200" y="3562350"/>
          <p14:tracePt t="80378" x="5403850" y="3556000"/>
          <p14:tracePt t="80390" x="5403850" y="3549650"/>
          <p14:tracePt t="80406" x="5403850" y="3536950"/>
          <p14:tracePt t="80423" x="5334000" y="3505200"/>
          <p14:tracePt t="80440" x="5245100" y="3473450"/>
          <p14:tracePt t="80457" x="5181600" y="3454400"/>
          <p14:tracePt t="80473" x="4972050" y="3397250"/>
          <p14:tracePt t="80490" x="4927600" y="3390900"/>
          <p14:tracePt t="80507" x="4851400" y="3378200"/>
          <p14:tracePt t="80523" x="4711700" y="3359150"/>
          <p14:tracePt t="80540" x="4648200" y="3352800"/>
          <p14:tracePt t="80557" x="4483100" y="3340100"/>
          <p14:tracePt t="80573" x="4432300" y="3340100"/>
          <p14:tracePt t="80590" x="4368800" y="3340100"/>
          <p14:tracePt t="80606" x="4273550" y="3346450"/>
          <p14:tracePt t="80623" x="4121150" y="3371850"/>
          <p14:tracePt t="80640" x="4051300" y="3384550"/>
          <p14:tracePt t="80656" x="3975100" y="3397250"/>
          <p14:tracePt t="80673" x="3968750" y="3397250"/>
          <p14:tracePt t="80690" x="3949700" y="3403600"/>
          <p14:tracePt t="80706" x="3848100" y="3429000"/>
          <p14:tracePt t="80723" x="3829050" y="3429000"/>
          <p14:tracePt t="80740" x="3765550" y="3448050"/>
          <p14:tracePt t="80757" x="3695700" y="3467100"/>
          <p14:tracePt t="80773" x="3606800" y="3486150"/>
          <p14:tracePt t="80790" x="3549650" y="3492500"/>
          <p14:tracePt t="80807" x="3479800" y="3505200"/>
          <p14:tracePt t="80823" x="3473450" y="3505200"/>
          <p14:tracePt t="80840" x="3454400" y="3511550"/>
          <p14:tracePt t="80842" x="3448050" y="3517900"/>
          <p14:tracePt t="80856" x="3435350" y="3524250"/>
          <p14:tracePt t="81163" x="3435350" y="3517900"/>
          <p14:tracePt t="81169" x="3409950" y="3505200"/>
          <p14:tracePt t="81178" x="3403600" y="3498850"/>
          <p14:tracePt t="81202" x="3403600" y="3486150"/>
          <p14:tracePt t="81217" x="3397250" y="3479800"/>
          <p14:tracePt t="81226" x="3390900" y="3479800"/>
          <p14:tracePt t="81242" x="3384550" y="3467100"/>
          <p14:tracePt t="81257" x="3371850" y="3467100"/>
          <p14:tracePt t="81273" x="3359150" y="3460750"/>
          <p14:tracePt t="81290" x="3340100" y="3460750"/>
          <p14:tracePt t="81307" x="3289300" y="3460750"/>
          <p14:tracePt t="81323" x="3244850" y="3473450"/>
          <p14:tracePt t="81340" x="3206750" y="3479800"/>
          <p14:tracePt t="81357" x="3200400" y="3486150"/>
          <p14:tracePt t="81373" x="3181350" y="3492500"/>
          <p14:tracePt t="81390" x="3181350" y="3498850"/>
          <p14:tracePt t="81407" x="3175000" y="3498850"/>
          <p14:tracePt t="81440" x="3168650" y="3505200"/>
          <p14:tracePt t="81474" x="3175000" y="3511550"/>
          <p14:tracePt t="81490" x="3175000" y="3517900"/>
          <p14:tracePt t="81506" x="3175000" y="3524250"/>
          <p14:tracePt t="81514" x="3175000" y="3530600"/>
          <p14:tracePt t="81523" x="3175000" y="3536950"/>
          <p14:tracePt t="81540" x="3181350" y="3543300"/>
          <p14:tracePt t="81557" x="3213100" y="3556000"/>
          <p14:tracePt t="81573" x="3225800" y="3562350"/>
          <p14:tracePt t="81590" x="3289300" y="3575050"/>
          <p14:tracePt t="81607" x="3340100" y="3581400"/>
          <p14:tracePt t="81623" x="3416300" y="3587750"/>
          <p14:tracePt t="81640" x="3530600" y="3587750"/>
          <p14:tracePt t="81657" x="3549650" y="3587750"/>
          <p14:tracePt t="81673" x="3625850" y="3581400"/>
          <p14:tracePt t="81690" x="3765550" y="3581400"/>
          <p14:tracePt t="81707" x="3854450" y="3581400"/>
          <p14:tracePt t="81723" x="4013200" y="3581400"/>
          <p14:tracePt t="81740" x="4051300" y="3581400"/>
          <p14:tracePt t="81757" x="4152900" y="3581400"/>
          <p14:tracePt t="81773" x="4267200" y="3581400"/>
          <p14:tracePt t="81790" x="4432300" y="3581400"/>
          <p14:tracePt t="81807" x="4514850" y="3587750"/>
          <p14:tracePt t="81823" x="4622800" y="3587750"/>
          <p14:tracePt t="81840" x="4711700" y="3587750"/>
          <p14:tracePt t="81842" x="4749800" y="3587750"/>
          <p14:tracePt t="81857" x="4794250" y="3587750"/>
          <p14:tracePt t="81873" x="4889500" y="3581400"/>
          <p14:tracePt t="81890" x="4972050" y="3581400"/>
          <p14:tracePt t="81907" x="5035550" y="3581400"/>
          <p14:tracePt t="81923" x="5080000" y="3575050"/>
          <p14:tracePt t="81940" x="5124450" y="3575050"/>
          <p14:tracePt t="81957" x="5156200" y="3581400"/>
          <p14:tracePt t="81973" x="5213350" y="3587750"/>
          <p14:tracePt t="81990" x="5276850" y="3581400"/>
          <p14:tracePt t="82007" x="5295900" y="3581400"/>
          <p14:tracePt t="82023" x="5314950" y="3581400"/>
          <p14:tracePt t="82040" x="5353050" y="3581400"/>
          <p14:tracePt t="82057" x="5378450" y="3581400"/>
          <p14:tracePt t="82073" x="5403850" y="3581400"/>
          <p14:tracePt t="82090" x="5422900" y="3587750"/>
          <p14:tracePt t="82107" x="5429250" y="3594100"/>
          <p14:tracePt t="82163" x="5435600" y="3594100"/>
          <p14:tracePt t="82409" x="5435600" y="3587750"/>
          <p14:tracePt t="82418" x="5435600" y="3581400"/>
          <p14:tracePt t="82442" x="5435600" y="3575050"/>
          <p14:tracePt t="82906" x="5441950" y="3575050"/>
          <p14:tracePt t="82922" x="5448300" y="3575050"/>
          <p14:tracePt t="82938" x="5461000" y="3575050"/>
          <p14:tracePt t="82953" x="5467350" y="3575050"/>
          <p14:tracePt t="82962" x="5473700" y="3575050"/>
          <p14:tracePt t="83002" x="5480050" y="3575050"/>
          <p14:tracePt t="83025" x="5480050" y="3568700"/>
          <p14:tracePt t="83041" x="5473700" y="3562350"/>
          <p14:tracePt t="83058" x="5473700" y="3549650"/>
          <p14:tracePt t="83082" x="5473700" y="3543300"/>
          <p14:tracePt t="83129" x="5473700" y="3536950"/>
          <p14:tracePt t="83273" x="5473700" y="3530600"/>
          <p14:tracePt t="83410" x="5473700" y="3524250"/>
          <p14:tracePt t="83609" x="5467350" y="3524250"/>
          <p14:tracePt t="83770" x="5461000" y="3530600"/>
          <p14:tracePt t="83874" x="5467350" y="3524250"/>
          <p14:tracePt t="83905" x="5461000" y="3524250"/>
          <p14:tracePt t="83953" x="5454650" y="3530600"/>
          <p14:tracePt t="83969" x="5435600" y="3530600"/>
          <p14:tracePt t="83994" x="5429250" y="3530600"/>
          <p14:tracePt t="84001" x="5422900" y="3530600"/>
          <p14:tracePt t="84026" x="5416550" y="3530600"/>
          <p14:tracePt t="84049" x="5410200" y="3530600"/>
          <p14:tracePt t="84057" x="5403850" y="3530600"/>
          <p14:tracePt t="84065" x="5397500" y="3530600"/>
          <p14:tracePt t="84073" x="5384800" y="3524250"/>
          <p14:tracePt t="84153" x="5372100" y="3517900"/>
          <p14:tracePt t="84169" x="5378450" y="3517900"/>
          <p14:tracePt t="84194" x="5384800" y="3517900"/>
          <p14:tracePt t="84290" x="5384800" y="3524250"/>
          <p14:tracePt t="84306" x="5378450" y="3530600"/>
          <p14:tracePt t="84313" x="5372100" y="3530600"/>
          <p14:tracePt t="84323" x="5365750" y="3536950"/>
          <p14:tracePt t="84340" x="5365750" y="3549650"/>
          <p14:tracePt t="84357" x="5353050" y="3562350"/>
          <p14:tracePt t="84373" x="5353050" y="3568700"/>
          <p14:tracePt t="84390" x="5334000" y="3568700"/>
          <p14:tracePt t="84407" x="5334000" y="3575050"/>
          <p14:tracePt t="84423" x="5346700" y="3575050"/>
          <p14:tracePt t="84506" x="5346700" y="3581400"/>
          <p14:tracePt t="84530" x="5359400" y="3581400"/>
          <p14:tracePt t="84602" x="5359400" y="3587750"/>
          <p14:tracePt t="84641" x="5359400" y="3581400"/>
          <p14:tracePt t="84705" x="5372100" y="3581400"/>
          <p14:tracePt t="84738" x="5372100" y="3575050"/>
          <p14:tracePt t="84762" x="5372100" y="3568700"/>
          <p14:tracePt t="84778" x="5378450" y="3562350"/>
          <p14:tracePt t="84802" x="5384800" y="3562350"/>
          <p14:tracePt t="84810" x="5384800" y="3556000"/>
          <p14:tracePt t="84834" x="5391150" y="3556000"/>
          <p14:tracePt t="84850" x="5397500" y="3556000"/>
          <p14:tracePt t="84858" x="5403850" y="3556000"/>
          <p14:tracePt t="84866" x="5416550" y="3556000"/>
          <p14:tracePt t="84874" x="5429250" y="3556000"/>
          <p14:tracePt t="84890" x="5435600" y="3556000"/>
          <p14:tracePt t="84913" x="5441950" y="3556000"/>
          <p14:tracePt t="84945" x="5448300" y="3556000"/>
          <p14:tracePt t="85065" x="5441950" y="3556000"/>
          <p14:tracePt t="85090" x="5441950" y="3562350"/>
          <p14:tracePt t="85098" x="5435600" y="3562350"/>
          <p14:tracePt t="85146" x="5422900" y="3562350"/>
          <p14:tracePt t="85163" x="5416550" y="3562350"/>
          <p14:tracePt t="85178" x="5410200" y="3562350"/>
          <p14:tracePt t="85194" x="5410200" y="3556000"/>
          <p14:tracePt t="85201" x="5397500" y="3556000"/>
          <p14:tracePt t="85226" x="5391150" y="3549650"/>
          <p14:tracePt t="85242" x="5391150" y="3543300"/>
          <p14:tracePt t="85266" x="5384800" y="3543300"/>
          <p14:tracePt t="85362" x="5372100" y="3543300"/>
          <p14:tracePt t="85634" x="5384800" y="3543300"/>
          <p14:tracePt t="85689" x="5378450" y="3543300"/>
          <p14:tracePt t="85770" x="5397500" y="3549650"/>
          <p14:tracePt t="85825" x="5403850" y="3549650"/>
          <p14:tracePt t="85841" x="5397500" y="3556000"/>
          <p14:tracePt t="85858" x="5403850" y="3556000"/>
          <p14:tracePt t="85890" x="5410200" y="3556000"/>
          <p14:tracePt t="85906" x="5410200" y="3562350"/>
          <p14:tracePt t="85914" x="5403850" y="3562350"/>
          <p14:tracePt t="86114" x="5403850" y="3556000"/>
          <p14:tracePt t="86130" x="5422900" y="3549650"/>
          <p14:tracePt t="86138" x="5429250" y="3549650"/>
          <p14:tracePt t="86162" x="5435600" y="3543300"/>
          <p14:tracePt t="86185" x="5448300" y="3543300"/>
          <p14:tracePt t="86210" x="5454650" y="3543300"/>
          <p14:tracePt t="86314" x="5461000" y="3543300"/>
          <p14:tracePt t="86441" x="5454650" y="3556000"/>
          <p14:tracePt t="86449" x="5454650" y="3562350"/>
          <p14:tracePt t="86458" x="5454650" y="3568700"/>
          <p14:tracePt t="86473" x="5448300" y="3581400"/>
          <p14:tracePt t="86490" x="5422900" y="3606800"/>
          <p14:tracePt t="86507" x="5410200" y="3625850"/>
          <p14:tracePt t="86523" x="5403850" y="3638550"/>
          <p14:tracePt t="86540" x="5391150" y="3638550"/>
          <p14:tracePt t="86609" x="5378450" y="3638550"/>
          <p14:tracePt t="86634" x="5384800" y="3638550"/>
          <p14:tracePt t="86674" x="5378450" y="3638550"/>
          <p14:tracePt t="86706" x="5378450" y="3625850"/>
          <p14:tracePt t="86714" x="5378450" y="3619500"/>
          <p14:tracePt t="86730" x="5378450" y="3613150"/>
          <p14:tracePt t="86740" x="5378450" y="3606800"/>
          <p14:tracePt t="86757" x="5378450" y="3587750"/>
          <p14:tracePt t="86773" x="5378450" y="3568700"/>
          <p14:tracePt t="86790" x="5365750" y="3562350"/>
          <p14:tracePt t="86807" x="5346700" y="3543300"/>
          <p14:tracePt t="86823" x="5302250" y="3530600"/>
          <p14:tracePt t="86840" x="5295900" y="3511550"/>
          <p14:tracePt t="86842" x="5295900" y="3498850"/>
          <p14:tracePt t="86857" x="5327650" y="3486150"/>
          <p14:tracePt t="86873" x="5327650" y="3454400"/>
          <p14:tracePt t="86890" x="5295900" y="3441700"/>
          <p14:tracePt t="86907" x="5289550" y="3422650"/>
          <p14:tracePt t="86923" x="5276850" y="3416300"/>
          <p14:tracePt t="86940" x="5264150" y="3403600"/>
          <p14:tracePt t="86957" x="5264150" y="3397250"/>
          <p14:tracePt t="86973" x="5257800" y="3397250"/>
          <p14:tracePt t="86990" x="5245100" y="3397250"/>
          <p14:tracePt t="87023" x="5238750" y="3397250"/>
          <p14:tracePt t="87040" x="5232400" y="3403600"/>
          <p14:tracePt t="87057" x="5226050" y="3409950"/>
          <p14:tracePt t="87073" x="5213350" y="3429000"/>
          <p14:tracePt t="87107" x="5207000" y="3441700"/>
          <p14:tracePt t="87123" x="5200650" y="3460750"/>
          <p14:tracePt t="87140" x="5194300" y="3492500"/>
          <p14:tracePt t="87157" x="5194300" y="3505200"/>
          <p14:tracePt t="87173" x="5200650" y="3517900"/>
          <p14:tracePt t="87190" x="5207000" y="3536950"/>
          <p14:tracePt t="87207" x="5207000" y="3549650"/>
          <p14:tracePt t="87223" x="5213350" y="3568700"/>
          <p14:tracePt t="87240" x="5213350" y="3587750"/>
          <p14:tracePt t="87257" x="5213350" y="3594100"/>
          <p14:tracePt t="87273" x="5213350" y="3600450"/>
          <p14:tracePt t="87321" x="5213350" y="3606800"/>
          <p14:tracePt t="87345" x="5226050" y="3606800"/>
          <p14:tracePt t="87385" x="5232400" y="3606800"/>
          <p14:tracePt t="87402" x="5238750" y="3606800"/>
          <p14:tracePt t="87410" x="5245100" y="3606800"/>
          <p14:tracePt t="87417" x="5251450" y="3606800"/>
          <p14:tracePt t="87433" x="5264150" y="3606800"/>
          <p14:tracePt t="87442" x="5270500" y="3606800"/>
          <p14:tracePt t="87457" x="5276850" y="3606800"/>
          <p14:tracePt t="87473" x="5340350" y="3587750"/>
          <p14:tracePt t="87490" x="5353050" y="3587750"/>
          <p14:tracePt t="87506" x="5378450" y="3581400"/>
          <p14:tracePt t="87523" x="5391150" y="3581400"/>
          <p14:tracePt t="87540" x="5416550" y="3575050"/>
          <p14:tracePt t="87573" x="5429250" y="3568700"/>
          <p14:tracePt t="87607" x="5429250" y="3556000"/>
          <p14:tracePt t="87623" x="5429250" y="3549650"/>
          <p14:tracePt t="87640" x="5416550" y="3536950"/>
          <p14:tracePt t="87657" x="5372100" y="3492500"/>
          <p14:tracePt t="87673" x="5334000" y="3479800"/>
          <p14:tracePt t="87690" x="5143500" y="3441700"/>
          <p14:tracePt t="87707" x="5035550" y="3422650"/>
          <p14:tracePt t="87723" x="4870450" y="3416300"/>
          <p14:tracePt t="87740" x="4565650" y="3422650"/>
          <p14:tracePt t="87757" x="4457700" y="3422650"/>
          <p14:tracePt t="87773" x="4368800" y="3429000"/>
          <p14:tracePt t="87790" x="4210050" y="3429000"/>
          <p14:tracePt t="87807" x="4140200" y="3435350"/>
          <p14:tracePt t="87823" x="4089400" y="3441700"/>
          <p14:tracePt t="87840" x="4013200" y="3454400"/>
          <p14:tracePt t="87841" x="3994150" y="3460750"/>
          <p14:tracePt t="87858" x="3987800" y="3460750"/>
          <p14:tracePt t="87873" x="3956050" y="3473450"/>
          <p14:tracePt t="87890" x="3943350" y="3486150"/>
          <p14:tracePt t="87906" x="3917950" y="3505200"/>
          <p14:tracePt t="87923" x="3917950" y="3511550"/>
          <p14:tracePt t="87940" x="3879850" y="3517900"/>
          <p14:tracePt t="87957" x="3867150" y="3517900"/>
          <p14:tracePt t="87973" x="3848100" y="3530600"/>
          <p14:tracePt t="88007" x="3816350" y="3536950"/>
          <p14:tracePt t="88023" x="3810000" y="3536950"/>
          <p14:tracePt t="88040" x="3752850" y="3536950"/>
          <p14:tracePt t="88057" x="3663950" y="3556000"/>
          <p14:tracePt t="88073" x="3657600" y="3556000"/>
          <p14:tracePt t="88090" x="3600450" y="3556000"/>
          <p14:tracePt t="88257" x="3606800" y="3556000"/>
          <p14:tracePt t="88273" x="3613150" y="3556000"/>
          <p14:tracePt t="88290" x="3625850" y="3549650"/>
          <p14:tracePt t="88298" x="3657600" y="3549650"/>
          <p14:tracePt t="88307" x="3670300" y="3549650"/>
          <p14:tracePt t="88323" x="3695700" y="3543300"/>
          <p14:tracePt t="88340" x="3759200" y="3543300"/>
          <p14:tracePt t="88357" x="3797300" y="3549650"/>
          <p14:tracePt t="88373" x="3841750" y="3549650"/>
          <p14:tracePt t="88390" x="3873500" y="3549650"/>
          <p14:tracePt t="88407" x="3930650" y="3530600"/>
          <p14:tracePt t="88423" x="3994150" y="3530600"/>
          <p14:tracePt t="88440" x="4038600" y="3524250"/>
          <p14:tracePt t="88457" x="4146550" y="3517900"/>
          <p14:tracePt t="88473" x="4273550" y="3517900"/>
          <p14:tracePt t="88490" x="4324350" y="3517900"/>
          <p14:tracePt t="88507" x="4343400" y="3517900"/>
          <p14:tracePt t="88523" x="4406900" y="3511550"/>
          <p14:tracePt t="88540" x="4432300" y="3505200"/>
          <p14:tracePt t="88557" x="4445000" y="3492500"/>
          <p14:tracePt t="88573" x="4483100" y="3479800"/>
          <p14:tracePt t="88590" x="4489450" y="3473450"/>
          <p14:tracePt t="88607" x="4508500" y="3460750"/>
          <p14:tracePt t="88624" x="4508500" y="3454400"/>
          <p14:tracePt t="88640" x="4514850" y="3441700"/>
          <p14:tracePt t="88657" x="4521200" y="3422650"/>
          <p14:tracePt t="88673" x="4521200" y="3403600"/>
          <p14:tracePt t="88690" x="4521200" y="3390900"/>
          <p14:tracePt t="88707" x="4521200" y="3384550"/>
          <p14:tracePt t="88723" x="4521200" y="3371850"/>
          <p14:tracePt t="88740" x="4521200" y="3352800"/>
          <p14:tracePt t="88757" x="4508500" y="3346450"/>
          <p14:tracePt t="88773" x="4495800" y="3333750"/>
          <p14:tracePt t="88790" x="4470400" y="3321050"/>
          <p14:tracePt t="88807" x="4413250" y="3308350"/>
          <p14:tracePt t="88823" x="4356100" y="3282950"/>
          <p14:tracePt t="88840" x="4279900" y="3263900"/>
          <p14:tracePt t="88842" x="4229100" y="3257550"/>
          <p14:tracePt t="88857" x="4178300" y="3251200"/>
          <p14:tracePt t="88873" x="4108450" y="3251200"/>
          <p14:tracePt t="88890" x="4038600" y="3244850"/>
          <p14:tracePt t="88907" x="3962400" y="3244850"/>
          <p14:tracePt t="88924" x="3905250" y="3238500"/>
          <p14:tracePt t="88940" x="3848100" y="3238500"/>
          <p14:tracePt t="88957" x="3835400" y="3238500"/>
          <p14:tracePt t="88973" x="3816350" y="3244850"/>
          <p14:tracePt t="88990" x="3810000" y="3244850"/>
          <p14:tracePt t="89007" x="3790950" y="3251200"/>
          <p14:tracePt t="89023" x="3790950" y="3263900"/>
          <p14:tracePt t="89040" x="3771900" y="3270250"/>
          <p14:tracePt t="89057" x="3771900" y="3276600"/>
          <p14:tracePt t="89073" x="3759200" y="3295650"/>
          <p14:tracePt t="89090" x="3759200" y="3302000"/>
          <p14:tracePt t="89107" x="3759200" y="3308350"/>
          <p14:tracePt t="89123" x="3759200" y="3327400"/>
          <p14:tracePt t="89157" x="3752850" y="3346450"/>
          <p14:tracePt t="89173" x="3765550" y="3365500"/>
          <p14:tracePt t="89190" x="3765550" y="3371850"/>
          <p14:tracePt t="89207" x="3784600" y="3397250"/>
          <p14:tracePt t="89223" x="3797300" y="3397250"/>
          <p14:tracePt t="89240" x="3803650" y="3416300"/>
          <p14:tracePt t="89257" x="3822700" y="3441700"/>
          <p14:tracePt t="89273" x="3829050" y="3448050"/>
          <p14:tracePt t="89290" x="3841750" y="3454400"/>
          <p14:tracePt t="89307" x="3860800" y="3467100"/>
          <p14:tracePt t="89323" x="3886200" y="3467100"/>
          <p14:tracePt t="89340" x="3905250" y="3479800"/>
          <p14:tracePt t="89357" x="3949700" y="3492500"/>
          <p14:tracePt t="89373" x="3968750" y="3498850"/>
          <p14:tracePt t="89390" x="3994150" y="3511550"/>
          <p14:tracePt t="89407" x="4070350" y="3517900"/>
          <p14:tracePt t="89423" x="4108450" y="3517900"/>
          <p14:tracePt t="89440" x="4121150" y="3524250"/>
          <p14:tracePt t="89457" x="4203700" y="3536950"/>
          <p14:tracePt t="89473" x="4267200" y="3536950"/>
          <p14:tracePt t="89490" x="4305300" y="3536950"/>
          <p14:tracePt t="89507" x="4337050" y="3536950"/>
          <p14:tracePt t="89523" x="4362450" y="3536950"/>
          <p14:tracePt t="89540" x="4381500" y="3530600"/>
          <p14:tracePt t="89557" x="4400550" y="3517900"/>
          <p14:tracePt t="89573" x="4419600" y="3517900"/>
          <p14:tracePt t="89590" x="4445000" y="3511550"/>
          <p14:tracePt t="89607" x="4489450" y="3505200"/>
          <p14:tracePt t="89640" x="4527550" y="3498850"/>
          <p14:tracePt t="89657" x="4533900" y="3498850"/>
          <p14:tracePt t="89673" x="4552950" y="3492500"/>
          <p14:tracePt t="89690" x="4565650" y="3486150"/>
          <p14:tracePt t="89707" x="4565650" y="3479800"/>
          <p14:tracePt t="89723" x="4591050" y="3473450"/>
          <p14:tracePt t="89740" x="4597400" y="3473450"/>
          <p14:tracePt t="89757" x="4603750" y="3467100"/>
          <p14:tracePt t="89773" x="4622800" y="3460750"/>
          <p14:tracePt t="89790" x="4641850" y="3454400"/>
          <p14:tracePt t="89807" x="4641850" y="3448050"/>
          <p14:tracePt t="89823" x="4673600" y="3435350"/>
          <p14:tracePt t="89840" x="4686300" y="3435350"/>
          <p14:tracePt t="89857" x="4699000" y="3429000"/>
          <p14:tracePt t="89873" x="4737100" y="3416300"/>
          <p14:tracePt t="89890" x="4743450" y="3416300"/>
          <p14:tracePt t="89907" x="4756150" y="3416300"/>
          <p14:tracePt t="89923" x="4762500" y="3403600"/>
          <p14:tracePt t="89939" x="4781550" y="3403600"/>
          <p14:tracePt t="89957" x="4781550" y="3397250"/>
          <p14:tracePt t="90033" x="4781550" y="3390900"/>
          <p14:tracePt t="90050" x="4775200" y="3384550"/>
          <p14:tracePt t="90065" x="4756150" y="3378200"/>
          <p14:tracePt t="90073" x="4749800" y="3365500"/>
          <p14:tracePt t="90082" x="4730750" y="3359150"/>
          <p14:tracePt t="90090" x="4711700" y="3346450"/>
          <p14:tracePt t="90107" x="4679950" y="3327400"/>
          <p14:tracePt t="90123" x="4603750" y="3276600"/>
          <p14:tracePt t="90140" x="4584700" y="3276600"/>
          <p14:tracePt t="90156" x="4521200" y="3270250"/>
          <p14:tracePt t="90173" x="4381500" y="3257550"/>
          <p14:tracePt t="90190" x="4286250" y="3244850"/>
          <p14:tracePt t="90206" x="4140200" y="3219450"/>
          <p14:tracePt t="90223" x="4076700" y="3213100"/>
          <p14:tracePt t="90240" x="4025900" y="3213100"/>
          <p14:tracePt t="90257" x="4000500" y="3213100"/>
          <p14:tracePt t="90273" x="3886200" y="3219450"/>
          <p14:tracePt t="90290" x="3879850" y="3225800"/>
          <p14:tracePt t="90306" x="3860800" y="3238500"/>
          <p14:tracePt t="90340" x="3848100" y="3251200"/>
          <p14:tracePt t="90356" x="3829050" y="3257550"/>
          <p14:tracePt t="90373" x="3822700" y="3270250"/>
          <p14:tracePt t="90389" x="3810000" y="3282950"/>
          <p14:tracePt t="90406" x="3816350" y="3302000"/>
          <p14:tracePt t="90423" x="3810000" y="3321050"/>
          <p14:tracePt t="90440" x="3759200" y="3359150"/>
          <p14:tracePt t="90456" x="3752850" y="3365500"/>
          <p14:tracePt t="90473" x="3740150" y="3390900"/>
          <p14:tracePt t="90490" x="3740150" y="3403600"/>
          <p14:tracePt t="90506" x="3746500" y="3416300"/>
          <p14:tracePt t="90523" x="3752850" y="3422650"/>
          <p14:tracePt t="90540" x="3752850" y="3429000"/>
          <p14:tracePt t="90556" x="3752850" y="3441700"/>
          <p14:tracePt t="90590" x="3759200" y="3441700"/>
          <p14:tracePt t="90633" x="3759200" y="3448050"/>
          <p14:tracePt t="90730" x="3759200" y="3441700"/>
          <p14:tracePt t="90841" x="3759200" y="3435350"/>
          <p14:tracePt t="90946" x="3752850" y="3435350"/>
          <p14:tracePt t="91162" x="3765550" y="3429000"/>
          <p14:tracePt t="91185" x="3778250" y="3429000"/>
          <p14:tracePt t="91193" x="3784600" y="3429000"/>
          <p14:tracePt t="91201" x="3790950" y="3429000"/>
          <p14:tracePt t="91209" x="3797300" y="3429000"/>
          <p14:tracePt t="91223" x="3803650" y="3429000"/>
          <p14:tracePt t="91240" x="3810000" y="3429000"/>
          <p14:tracePt t="91257" x="3822700" y="3429000"/>
          <p14:tracePt t="91273" x="3841750" y="3429000"/>
          <p14:tracePt t="91290" x="3854450" y="3435350"/>
          <p14:tracePt t="91306" x="3860800" y="3441700"/>
          <p14:tracePt t="91323" x="3886200" y="3454400"/>
          <p14:tracePt t="91340" x="3949700" y="3467100"/>
          <p14:tracePt t="91361" x="3962400" y="3473450"/>
          <p14:tracePt t="91373" x="3975100" y="3479800"/>
          <p14:tracePt t="91390" x="3981450" y="3479800"/>
          <p14:tracePt t="91406" x="3994150" y="3479800"/>
          <p14:tracePt t="91423" x="4013200" y="3479800"/>
          <p14:tracePt t="91440" x="4019550" y="3479800"/>
          <p14:tracePt t="91457" x="4038600" y="3479800"/>
          <p14:tracePt t="91473" x="4064000" y="3473450"/>
          <p14:tracePt t="91490" x="4095750" y="3473450"/>
          <p14:tracePt t="91507" x="4102100" y="3467100"/>
          <p14:tracePt t="91523" x="4121150" y="3460750"/>
          <p14:tracePt t="91540" x="4171950" y="3460750"/>
          <p14:tracePt t="91557" x="4248150" y="3448050"/>
          <p14:tracePt t="91573" x="4260850" y="3448050"/>
          <p14:tracePt t="91590" x="4279900" y="3441700"/>
          <p14:tracePt t="91607" x="4318000" y="3441700"/>
          <p14:tracePt t="91623" x="4337050" y="3441700"/>
          <p14:tracePt t="91640" x="4387850" y="3441700"/>
          <p14:tracePt t="91657" x="4419600" y="3441700"/>
          <p14:tracePt t="91673" x="4533900" y="3435350"/>
          <p14:tracePt t="91690" x="4591050" y="3429000"/>
          <p14:tracePt t="91706" x="4635500" y="3416300"/>
          <p14:tracePt t="91723" x="4692650" y="3422650"/>
          <p14:tracePt t="91740" x="4711700" y="3422650"/>
          <p14:tracePt t="91757" x="4730750" y="3422650"/>
          <p14:tracePt t="91773" x="4743450" y="3422650"/>
          <p14:tracePt t="91790" x="4762500" y="3422650"/>
          <p14:tracePt t="91807" x="4775200" y="3422650"/>
          <p14:tracePt t="91823" x="4819650" y="3429000"/>
          <p14:tracePt t="91840" x="4832350" y="3429000"/>
          <p14:tracePt t="91857" x="4845050" y="3435350"/>
          <p14:tracePt t="91873" x="4883150" y="3435350"/>
          <p14:tracePt t="91890" x="4921250" y="3435350"/>
          <p14:tracePt t="91907" x="4978400" y="3435350"/>
          <p14:tracePt t="91923" x="4997450" y="3435350"/>
          <p14:tracePt t="91940" x="5022850" y="3435350"/>
          <p14:tracePt t="91956" x="5111750" y="3435350"/>
          <p14:tracePt t="91973" x="5162550" y="3441700"/>
          <p14:tracePt t="91990" x="5200650" y="3441700"/>
          <p14:tracePt t="92006" x="5283200" y="3441700"/>
          <p14:tracePt t="92023" x="5308600" y="3441700"/>
          <p14:tracePt t="92040" x="5327650" y="3441700"/>
          <p14:tracePt t="92056" x="5365750" y="3441700"/>
          <p14:tracePt t="92073" x="5384800" y="3441700"/>
          <p14:tracePt t="92089" x="5391150" y="3441700"/>
          <p14:tracePt t="92123" x="5403850" y="3441700"/>
          <p14:tracePt t="92145" x="5422900" y="3441700"/>
          <p14:tracePt t="92156" x="5422900" y="3448050"/>
          <p14:tracePt t="92173" x="5429250" y="3448050"/>
          <p14:tracePt t="92190" x="5441950" y="3454400"/>
          <p14:tracePt t="92206" x="5461000" y="3460750"/>
          <p14:tracePt t="92223" x="5467350" y="3467100"/>
          <p14:tracePt t="92305" x="5454650" y="3460750"/>
          <p14:tracePt t="92313" x="5448300" y="3460750"/>
          <p14:tracePt t="92323" x="5435600" y="3448050"/>
          <p14:tracePt t="92340" x="5416550" y="3448050"/>
          <p14:tracePt t="92357" x="5257800" y="3429000"/>
          <p14:tracePt t="92373" x="5168900" y="3429000"/>
          <p14:tracePt t="92390" x="5010150" y="3429000"/>
          <p14:tracePt t="92407" x="4965700" y="3422650"/>
          <p14:tracePt t="92423" x="4927600" y="3416300"/>
          <p14:tracePt t="92440" x="4826000" y="3403600"/>
          <p14:tracePt t="92457" x="4762500" y="3397250"/>
          <p14:tracePt t="92473" x="4648200" y="3397250"/>
          <p14:tracePt t="92490" x="4464050" y="3390900"/>
          <p14:tracePt t="92507" x="4375150" y="3390900"/>
          <p14:tracePt t="92523" x="4330700" y="3390900"/>
          <p14:tracePt t="92540" x="4140200" y="3390900"/>
          <p14:tracePt t="92557" x="4044950" y="3390900"/>
          <p14:tracePt t="92573" x="3968750" y="3390900"/>
          <p14:tracePt t="92590" x="3854450" y="3390900"/>
          <p14:tracePt t="92607" x="3835400" y="3397250"/>
          <p14:tracePt t="92623" x="3803650" y="3409950"/>
          <p14:tracePt t="92640" x="3752850" y="3422650"/>
          <p14:tracePt t="92657" x="3708400" y="3435350"/>
          <p14:tracePt t="92673" x="3606800" y="3460750"/>
          <p14:tracePt t="92690" x="3587750" y="3479800"/>
          <p14:tracePt t="92707" x="3524250" y="3492500"/>
          <p14:tracePt t="92723" x="3625850" y="3479800"/>
          <p14:tracePt t="92740" x="3651250" y="3479800"/>
          <p14:tracePt t="92757" x="3670300" y="3479800"/>
          <p14:tracePt t="92773" x="3670300" y="3486150"/>
          <p14:tracePt t="92790" x="3638550" y="3498850"/>
          <p14:tracePt t="92807" x="3613150" y="3511550"/>
          <p14:tracePt t="92823" x="3606800" y="3511550"/>
          <p14:tracePt t="92840" x="3594100" y="3517900"/>
          <p14:tracePt t="93226" x="3594100" y="3524250"/>
          <p14:tracePt t="93242" x="3581400" y="3524250"/>
          <p14:tracePt t="93249" x="3575050" y="3524250"/>
          <p14:tracePt t="93258" x="3581400" y="3524250"/>
          <p14:tracePt t="93273" x="3543300" y="3511550"/>
          <p14:tracePt t="93290" x="3524250" y="3511550"/>
          <p14:tracePt t="93306" x="3517900" y="3511550"/>
          <p14:tracePt t="93323" x="3498850" y="3511550"/>
          <p14:tracePt t="93357" x="3454400" y="3511550"/>
          <p14:tracePt t="93373" x="3422650" y="3511550"/>
          <p14:tracePt t="93390" x="3416300" y="3517900"/>
          <p14:tracePt t="93407" x="3403600" y="3543300"/>
          <p14:tracePt t="93423" x="3409950" y="3568700"/>
          <p14:tracePt t="93440" x="3409950" y="3581400"/>
          <p14:tracePt t="93457" x="3435350" y="3613150"/>
          <p14:tracePt t="93473" x="3435350" y="3651250"/>
          <p14:tracePt t="93490" x="3429000" y="3683000"/>
          <p14:tracePt t="93507" x="3429000" y="3689350"/>
          <p14:tracePt t="93523" x="3429000" y="3695700"/>
          <p14:tracePt t="93540" x="3429000" y="3702050"/>
          <p14:tracePt t="93573" x="3422650" y="3708400"/>
          <p14:tracePt t="93590" x="3422650" y="3714750"/>
          <p14:tracePt t="93607" x="3422650" y="3721100"/>
          <p14:tracePt t="93623" x="3422650" y="3740150"/>
          <p14:tracePt t="93640" x="3422650" y="3746500"/>
          <p14:tracePt t="93657" x="3467100" y="3759200"/>
          <p14:tracePt t="94138" x="3467100" y="3803650"/>
          <p14:tracePt t="94145" x="3467100" y="3822700"/>
          <p14:tracePt t="94156" x="3467100" y="3835400"/>
          <p14:tracePt t="94173" x="3460750" y="3860800"/>
          <p14:tracePt t="94190" x="3460750" y="3943350"/>
          <p14:tracePt t="94207" x="3460750" y="4000500"/>
          <p14:tracePt t="94223" x="3454400" y="4025900"/>
          <p14:tracePt t="94239" x="3454400" y="4044950"/>
          <p14:tracePt t="94257" x="3454400" y="4076700"/>
          <p14:tracePt t="94273" x="3454400" y="4089400"/>
          <p14:tracePt t="94330" x="3454400" y="4083050"/>
          <p14:tracePt t="94369" x="3454400" y="4076700"/>
          <p14:tracePt t="94377" x="3454400" y="4057650"/>
          <p14:tracePt t="94385" x="3454400" y="4051300"/>
          <p14:tracePt t="94394" x="3454400" y="4038600"/>
          <p14:tracePt t="94406" x="3454400" y="4013200"/>
          <p14:tracePt t="94423" x="3448050" y="3898900"/>
          <p14:tracePt t="94440" x="3429000" y="3816350"/>
          <p14:tracePt t="94457" x="3422650" y="3803650"/>
          <p14:tracePt t="94473" x="3384550" y="3702050"/>
          <p14:tracePt t="94490" x="3384550" y="3683000"/>
          <p14:tracePt t="94507" x="3384550" y="3676650"/>
          <p14:tracePt t="94523" x="3384550" y="3670300"/>
          <p14:tracePt t="94557" x="3378200" y="3670300"/>
          <p14:tracePt t="94573" x="3365500" y="3670300"/>
          <p14:tracePt t="94590" x="3365500" y="3663950"/>
          <p14:tracePt t="94607" x="3359150" y="3663950"/>
          <p14:tracePt t="94626" x="3359150" y="3657600"/>
          <p14:tracePt t="94642" x="3359150" y="3651250"/>
          <p14:tracePt t="94658" x="3359150" y="3644900"/>
          <p14:tracePt t="94673" x="3371850" y="3625850"/>
          <p14:tracePt t="94707" x="3371850" y="3619500"/>
          <p14:tracePt t="94723" x="3378200" y="3587750"/>
          <p14:tracePt t="94740" x="3378200" y="3549650"/>
          <p14:tracePt t="94757" x="3384550" y="3524250"/>
          <p14:tracePt t="94773" x="3390900" y="3511550"/>
          <p14:tracePt t="94790" x="3390900" y="3505200"/>
          <p14:tracePt t="94807" x="3390900" y="3498850"/>
          <p14:tracePt t="94840" x="3390900" y="3492500"/>
          <p14:tracePt t="95154" x="3397250" y="3492500"/>
          <p14:tracePt t="95178" x="3416300" y="3498850"/>
          <p14:tracePt t="95194" x="3416300" y="3511550"/>
          <p14:tracePt t="95201" x="3441700" y="3530600"/>
          <p14:tracePt t="95210" x="3448050" y="3562350"/>
          <p14:tracePt t="95223" x="3448050" y="3581400"/>
          <p14:tracePt t="95240" x="3467100" y="3644900"/>
          <p14:tracePt t="95257" x="3517900" y="3778250"/>
          <p14:tracePt t="95273" x="3594100" y="3848100"/>
          <p14:tracePt t="95290" x="3613150" y="3879850"/>
          <p14:tracePt t="95307" x="3619500" y="3930650"/>
          <p14:tracePt t="95323" x="3638550" y="3943350"/>
          <p14:tracePt t="95340" x="3663950" y="3943350"/>
          <p14:tracePt t="95362" x="3670300" y="3943350"/>
          <p14:tracePt t="95394" x="3670300" y="3949700"/>
          <p14:tracePt t="95401" x="3683000" y="3949700"/>
          <p14:tracePt t="95417" x="3689350" y="3956050"/>
          <p14:tracePt t="95433" x="3695700" y="3956050"/>
          <p14:tracePt t="95441" x="3702050" y="3949700"/>
          <p14:tracePt t="95641" x="3695700" y="3943350"/>
          <p14:tracePt t="95649" x="3689350" y="3943350"/>
          <p14:tracePt t="95658" x="3657600" y="3937000"/>
          <p14:tracePt t="95673" x="3613150" y="3930650"/>
          <p14:tracePt t="95690" x="3594100" y="3930650"/>
          <p14:tracePt t="95707" x="3575050" y="3917950"/>
          <p14:tracePt t="95723" x="3530600" y="3898900"/>
          <p14:tracePt t="95740" x="3473450" y="3892550"/>
          <p14:tracePt t="95756" x="3352800" y="3892550"/>
          <p14:tracePt t="95773" x="3270250" y="3892550"/>
          <p14:tracePt t="95790" x="3238500" y="3892550"/>
          <p14:tracePt t="95807" x="3143250" y="3898900"/>
          <p14:tracePt t="95823" x="3041650" y="3917950"/>
          <p14:tracePt t="95840" x="2959100" y="3917950"/>
          <p14:tracePt t="95841" x="2819400" y="3930650"/>
          <p14:tracePt t="95857" x="2794000" y="3930650"/>
          <p14:tracePt t="95873" x="2711450" y="3930650"/>
          <p14:tracePt t="95889" x="2679700" y="3930650"/>
          <p14:tracePt t="95907" x="2609850" y="3930650"/>
          <p14:tracePt t="95939" x="2540000" y="3937000"/>
          <p14:tracePt t="95957" x="2470150" y="3949700"/>
          <p14:tracePt t="95973" x="2438400" y="3949700"/>
          <p14:tracePt t="95990" x="2406650" y="3968750"/>
          <p14:tracePt t="96006" x="2368550" y="3981450"/>
          <p14:tracePt t="96023" x="2343150" y="3994150"/>
          <p14:tracePt t="96040" x="2330450" y="4000500"/>
          <p14:tracePt t="96057" x="2311400" y="4006850"/>
          <p14:tracePt t="96073" x="2241550" y="4038600"/>
          <p14:tracePt t="96090" x="2228850" y="4038600"/>
          <p14:tracePt t="96107" x="2203450" y="4057650"/>
          <p14:tracePt t="96123" x="2171700" y="4064000"/>
          <p14:tracePt t="96140" x="2139950" y="4089400"/>
          <p14:tracePt t="96157" x="2101850" y="4095750"/>
          <p14:tracePt t="96173" x="2070100" y="4108450"/>
          <p14:tracePt t="96190" x="2051050" y="4114800"/>
          <p14:tracePt t="96207" x="2038350" y="4121150"/>
          <p14:tracePt t="96223" x="1987550" y="4152900"/>
          <p14:tracePt t="96240" x="1955800" y="4159250"/>
          <p14:tracePt t="96265" x="1949450" y="4159250"/>
          <p14:tracePt t="96274" x="1943100" y="4171950"/>
          <p14:tracePt t="96290" x="1924050" y="4171950"/>
          <p14:tracePt t="96307" x="1892300" y="4184650"/>
          <p14:tracePt t="96340" x="1885950" y="4203700"/>
          <p14:tracePt t="96357" x="1860550" y="4210050"/>
          <p14:tracePt t="96373" x="1854200" y="4229100"/>
          <p14:tracePt t="96390" x="1847850" y="4241800"/>
          <p14:tracePt t="96407" x="1854200" y="4241800"/>
          <p14:tracePt t="96423" x="1809750" y="4279900"/>
          <p14:tracePt t="96440" x="1809750" y="4305300"/>
          <p14:tracePt t="96457" x="1809750" y="4324350"/>
          <p14:tracePt t="96473" x="1803400" y="4349750"/>
          <p14:tracePt t="96706" x="1847850" y="4349750"/>
          <p14:tracePt t="96721" x="1860550" y="4356100"/>
          <p14:tracePt t="96737" x="1905000" y="4368800"/>
          <p14:tracePt t="96753" x="1930400" y="4375150"/>
          <p14:tracePt t="96762" x="1968500" y="4381500"/>
          <p14:tracePt t="96773" x="2025650" y="4387850"/>
          <p14:tracePt t="96789" x="2038350" y="4387850"/>
          <p14:tracePt t="96807" x="2152650" y="4419600"/>
          <p14:tracePt t="96823" x="2190750" y="4432300"/>
          <p14:tracePt t="96840" x="2222500" y="4438650"/>
          <p14:tracePt t="96857" x="2260600" y="4438650"/>
          <p14:tracePt t="96873" x="2362200" y="4438650"/>
          <p14:tracePt t="96890" x="2432050" y="4438650"/>
          <p14:tracePt t="96907" x="2457450" y="4419600"/>
          <p14:tracePt t="96923" x="2482850" y="4419600"/>
          <p14:tracePt t="96940" x="2489200" y="4419600"/>
          <p14:tracePt t="96957" x="2501900" y="4419600"/>
          <p14:tracePt t="96973" x="2546350" y="4419600"/>
          <p14:tracePt t="97007" x="2559050" y="4419600"/>
          <p14:tracePt t="97023" x="2609850" y="4419600"/>
          <p14:tracePt t="97040" x="2673350" y="4419600"/>
          <p14:tracePt t="97057" x="2711450" y="4413250"/>
          <p14:tracePt t="97073" x="2984500" y="4362450"/>
          <p14:tracePt t="97090" x="3143250" y="4324350"/>
          <p14:tracePt t="97107" x="3263900" y="4311650"/>
          <p14:tracePt t="97123" x="3390900" y="4286250"/>
          <p14:tracePt t="97140" x="3454400" y="4273550"/>
          <p14:tracePt t="97157" x="3486150" y="4260850"/>
          <p14:tracePt t="97173" x="3511550" y="4248150"/>
          <p14:tracePt t="97190" x="3524250" y="4241800"/>
          <p14:tracePt t="97207" x="3530600" y="4235450"/>
          <p14:tracePt t="97223" x="3543300" y="4229100"/>
          <p14:tracePt t="97240" x="3549650" y="4229100"/>
          <p14:tracePt t="97257" x="3562350" y="4222750"/>
          <p14:tracePt t="97273" x="3606800" y="4216400"/>
          <p14:tracePt t="97290" x="3625850" y="4216400"/>
          <p14:tracePt t="97307" x="3695700" y="4210050"/>
          <p14:tracePt t="97323" x="3714750" y="4210050"/>
          <p14:tracePt t="97340" x="3835400" y="4210050"/>
          <p14:tracePt t="97357" x="3924300" y="4216400"/>
          <p14:tracePt t="97373" x="3987800" y="4229100"/>
          <p14:tracePt t="97390" x="4083050" y="4241800"/>
          <p14:tracePt t="97407" x="4146550" y="4248150"/>
          <p14:tracePt t="97423" x="4171950" y="4248150"/>
          <p14:tracePt t="97440" x="4210050" y="4260850"/>
          <p14:tracePt t="97457" x="4267200" y="4267200"/>
          <p14:tracePt t="97473" x="4318000" y="4273550"/>
          <p14:tracePt t="97490" x="4375150" y="4286250"/>
          <p14:tracePt t="97507" x="4394200" y="4286250"/>
          <p14:tracePt t="97523" x="4451350" y="4286250"/>
          <p14:tracePt t="97540" x="4483100" y="4286250"/>
          <p14:tracePt t="97557" x="4514850" y="4286250"/>
          <p14:tracePt t="97573" x="4540250" y="4286250"/>
          <p14:tracePt t="97590" x="4546600" y="4286250"/>
          <p14:tracePt t="97607" x="4597400" y="4279900"/>
          <p14:tracePt t="97623" x="4641850" y="4273550"/>
          <p14:tracePt t="97640" x="4654550" y="4267200"/>
          <p14:tracePt t="97657" x="4660900" y="4267200"/>
          <p14:tracePt t="97673" x="4692650" y="4254500"/>
          <p14:tracePt t="97707" x="4705350" y="4248150"/>
          <p14:tracePt t="97723" x="4718050" y="4235450"/>
          <p14:tracePt t="97740" x="4743450" y="4229100"/>
          <p14:tracePt t="97757" x="4762500" y="4216400"/>
          <p14:tracePt t="97773" x="4787900" y="4203700"/>
          <p14:tracePt t="97790" x="4787900" y="4191000"/>
          <p14:tracePt t="97806" x="4800600" y="4184650"/>
          <p14:tracePt t="97823" x="4813300" y="4159250"/>
          <p14:tracePt t="97839" x="4832350" y="4152900"/>
          <p14:tracePt t="97841" x="4838700" y="4140200"/>
          <p14:tracePt t="97858" x="4851400" y="4133850"/>
          <p14:tracePt t="97873" x="4876800" y="4127500"/>
          <p14:tracePt t="97890" x="4889500" y="4114800"/>
          <p14:tracePt t="97907" x="4914900" y="4114800"/>
          <p14:tracePt t="97923" x="4927600" y="4114800"/>
          <p14:tracePt t="97940" x="4940300" y="4102100"/>
          <p14:tracePt t="97973" x="4953000" y="4102100"/>
          <p14:tracePt t="98042" x="4953000" y="4108450"/>
          <p14:tracePt t="98049" x="4959350" y="4108450"/>
          <p14:tracePt t="98073" x="4965700" y="4108450"/>
          <p14:tracePt t="98081" x="4965700" y="4114800"/>
          <p14:tracePt t="98089" x="4965700" y="4127500"/>
          <p14:tracePt t="98106" x="4972050" y="4171950"/>
          <p14:tracePt t="98123" x="4908550" y="4248150"/>
          <p14:tracePt t="98140" x="4902200" y="4254500"/>
          <p14:tracePt t="98490" x="4902200" y="4248150"/>
          <p14:tracePt t="98497" x="4902200" y="4229100"/>
          <p14:tracePt t="98513" x="4902200" y="4216400"/>
          <p14:tracePt t="98523" x="4921250" y="4178300"/>
          <p14:tracePt t="98540" x="4895850" y="4127500"/>
          <p14:tracePt t="98556" x="4895850" y="4108450"/>
          <p14:tracePt t="98697" x="4895850" y="4114800"/>
          <p14:tracePt t="98705" x="4895850" y="4127500"/>
          <p14:tracePt t="98713" x="4895850" y="4133850"/>
          <p14:tracePt t="98723" x="4889500" y="4152900"/>
          <p14:tracePt t="98740" x="4883150" y="4235450"/>
          <p14:tracePt t="98757" x="4895850" y="4292600"/>
          <p14:tracePt t="98773" x="4902200" y="4337050"/>
          <p14:tracePt t="98790" x="4889500" y="4375150"/>
          <p14:tracePt t="98807" x="4908550" y="4457700"/>
          <p14:tracePt t="98823" x="4908550" y="4495800"/>
          <p14:tracePt t="98840" x="4902200" y="4584700"/>
          <p14:tracePt t="98842" x="4895850" y="4591050"/>
          <p14:tracePt t="98857" x="4889500" y="4610100"/>
          <p14:tracePt t="98873" x="4883150" y="4641850"/>
          <p14:tracePt t="98890" x="4870450" y="4692650"/>
          <p14:tracePt t="98907" x="4857750" y="4724400"/>
          <p14:tracePt t="98923" x="4851400" y="4749800"/>
          <p14:tracePt t="98940" x="4826000" y="4775200"/>
          <p14:tracePt t="98957" x="4826000" y="4794250"/>
          <p14:tracePt t="98973" x="4813300" y="4813300"/>
          <p14:tracePt t="98990" x="4800600" y="4826000"/>
          <p14:tracePt t="99023" x="4800600" y="4832350"/>
          <p14:tracePt t="99040" x="4781550" y="4838700"/>
          <p14:tracePt t="99089" x="4775200" y="4838700"/>
          <p14:tracePt t="99121" x="4775200" y="4832350"/>
          <p14:tracePt t="99137" x="4768850" y="4832350"/>
          <p14:tracePt t="99146" x="4762500" y="4832350"/>
          <p14:tracePt t="99156" x="4756150" y="4819650"/>
          <p14:tracePt t="99173" x="4743450" y="4813300"/>
          <p14:tracePt t="99190" x="4724400" y="4806950"/>
          <p14:tracePt t="99223" x="4699000" y="4800600"/>
          <p14:tracePt t="99240" x="4673600" y="4800600"/>
          <p14:tracePt t="99257" x="4648200" y="4800600"/>
          <p14:tracePt t="99273" x="4559300" y="4813300"/>
          <p14:tracePt t="99290" x="4533900" y="4819650"/>
          <p14:tracePt t="99307" x="4476750" y="4826000"/>
          <p14:tracePt t="99323" x="4349750" y="4845050"/>
          <p14:tracePt t="99340" x="4286250" y="4851400"/>
          <p14:tracePt t="99357" x="4235450" y="4851400"/>
          <p14:tracePt t="99373" x="4171950" y="4851400"/>
          <p14:tracePt t="99390" x="4133850" y="4851400"/>
          <p14:tracePt t="99407" x="4095750" y="4857750"/>
          <p14:tracePt t="99423" x="4089400" y="4857750"/>
          <p14:tracePt t="99439" x="4083050" y="4864100"/>
          <p14:tracePt t="99658" x="4070350" y="4864100"/>
          <p14:tracePt t="99721" x="4064000" y="4870450"/>
          <p14:tracePt t="99738" x="4057650" y="4870450"/>
          <p14:tracePt t="99794" x="4057650" y="4876800"/>
          <p14:tracePt t="99810" x="4051300" y="4883150"/>
          <p14:tracePt t="99826" x="4044950" y="4883150"/>
          <p14:tracePt t="99865" x="4044950" y="4889500"/>
          <p14:tracePt t="99873" x="4038600" y="4889500"/>
          <p14:tracePt t="99889" x="4025900" y="4889500"/>
          <p14:tracePt t="99914" x="4025900" y="4908550"/>
          <p14:tracePt t="99929" x="4025900" y="4914900"/>
          <p14:tracePt t="99961" x="4025900" y="4921250"/>
          <p14:tracePt t="99969" x="4025900" y="4927600"/>
          <p14:tracePt t="99978" x="4019550" y="4933950"/>
          <p14:tracePt t="100145" x="4019550" y="4927600"/>
          <p14:tracePt t="100210" x="4019550" y="4921250"/>
          <p14:tracePt t="100281" x="4019550" y="4908550"/>
          <p14:tracePt t="100305" x="4019550" y="4902200"/>
          <p14:tracePt t="100313" x="4019550" y="4889500"/>
          <p14:tracePt t="100323" x="4019550" y="4864100"/>
          <p14:tracePt t="100339" x="4006850" y="4806950"/>
          <p14:tracePt t="100357" x="3994150" y="4762500"/>
          <p14:tracePt t="100373" x="3987800" y="4711700"/>
          <p14:tracePt t="100389" x="3981450" y="4692650"/>
          <p14:tracePt t="100407" x="3975100" y="4603750"/>
          <p14:tracePt t="100423" x="3968750" y="4584700"/>
          <p14:tracePt t="100440" x="3956050" y="4559300"/>
          <p14:tracePt t="100457" x="3943350" y="4540250"/>
          <p14:tracePt t="100473" x="3930650" y="4527550"/>
          <p14:tracePt t="100490" x="3930650" y="4508500"/>
          <p14:tracePt t="100507" x="3905250" y="4502150"/>
          <p14:tracePt t="100524" x="3892550" y="4502150"/>
          <p14:tracePt t="100557" x="3873500" y="4502150"/>
          <p14:tracePt t="100573" x="3848100" y="4508500"/>
          <p14:tracePt t="100590" x="3822700" y="4527550"/>
          <p14:tracePt t="100607" x="3727450" y="4565650"/>
          <p14:tracePt t="100623" x="3619500" y="4591050"/>
          <p14:tracePt t="100640" x="3530600" y="4616450"/>
          <p14:tracePt t="100657" x="3409950" y="4635500"/>
          <p14:tracePt t="100673" x="3308350" y="4654550"/>
          <p14:tracePt t="100690" x="3289300" y="4660900"/>
          <p14:tracePt t="100707" x="3263900" y="4660900"/>
          <p14:tracePt t="100723" x="3270250" y="4667250"/>
          <p14:tracePt t="100740" x="3276600" y="4667250"/>
          <p14:tracePt t="100757" x="3321050" y="4667250"/>
          <p14:tracePt t="101146" x="3333750" y="4654550"/>
          <p14:tracePt t="101153" x="3340100" y="4654550"/>
          <p14:tracePt t="101163" x="3359150" y="4654550"/>
          <p14:tracePt t="101173" x="3390900" y="4635500"/>
          <p14:tracePt t="101190" x="3416300" y="4622800"/>
          <p14:tracePt t="101207" x="3498850" y="4584700"/>
          <p14:tracePt t="101223" x="3530600" y="4578350"/>
          <p14:tracePt t="101240" x="3594100" y="4546600"/>
          <p14:tracePt t="101257" x="3606800" y="4540250"/>
          <p14:tracePt t="101273" x="3657600" y="4521200"/>
          <p14:tracePt t="101290" x="3663950" y="4521200"/>
          <p14:tracePt t="101307" x="3683000" y="4514850"/>
          <p14:tracePt t="101323" x="3708400" y="4508500"/>
          <p14:tracePt t="101340" x="3727450" y="4508500"/>
          <p14:tracePt t="101357" x="3740150" y="4508500"/>
          <p14:tracePt t="101373" x="3778250" y="4508500"/>
          <p14:tracePt t="101390" x="3803650" y="4508500"/>
          <p14:tracePt t="101407" x="3860800" y="4508500"/>
          <p14:tracePt t="101423" x="3924300" y="4502150"/>
          <p14:tracePt t="101440" x="3968750" y="4502150"/>
          <p14:tracePt t="101457" x="4064000" y="4502150"/>
          <p14:tracePt t="101473" x="4349750" y="4495800"/>
          <p14:tracePt t="101490" x="4438650" y="4495800"/>
          <p14:tracePt t="101506" x="4679950" y="4540250"/>
          <p14:tracePt t="101523" x="4705350" y="4540250"/>
          <p14:tracePt t="101540" x="4864100" y="4565650"/>
          <p14:tracePt t="101557" x="5168900" y="4591050"/>
          <p14:tracePt t="101573" x="5289550" y="4603750"/>
          <p14:tracePt t="101590" x="5397500" y="4629150"/>
          <p14:tracePt t="101607" x="5549900" y="4660900"/>
          <p14:tracePt t="101623" x="5607050" y="4673600"/>
          <p14:tracePt t="101640" x="5657850" y="4686300"/>
          <p14:tracePt t="101657" x="5727700" y="4737100"/>
          <p14:tracePt t="101673" x="5797550" y="4775200"/>
          <p14:tracePt t="101690" x="5842000" y="4813300"/>
          <p14:tracePt t="101706" x="5867400" y="4832350"/>
          <p14:tracePt t="101723" x="5899150" y="4864100"/>
          <p14:tracePt t="101740" x="5975350" y="4933950"/>
          <p14:tracePt t="101757" x="6000750" y="4972050"/>
          <p14:tracePt t="101773" x="6032500" y="5022850"/>
          <p14:tracePt t="101790" x="6089650" y="5067300"/>
          <p14:tracePt t="101807" x="6134100" y="5124450"/>
          <p14:tracePt t="101823" x="6165850" y="5168900"/>
          <p14:tracePt t="101840" x="6210300" y="5219700"/>
          <p14:tracePt t="101842" x="6223000" y="5232400"/>
          <p14:tracePt t="101857" x="6229350" y="5232400"/>
          <p14:tracePt t="101873" x="6242050" y="5257800"/>
          <p14:tracePt t="101906" x="6261100" y="5251450"/>
          <p14:tracePt t="101923" x="6261100" y="5245100"/>
          <p14:tracePt t="101940" x="6216650" y="5213350"/>
          <p14:tracePt t="101956" x="6146800" y="5181600"/>
          <p14:tracePt t="101973" x="5981700" y="5130800"/>
          <p14:tracePt t="101990" x="5835650" y="5067300"/>
          <p14:tracePt t="102007" x="5721350" y="5029200"/>
          <p14:tracePt t="102023" x="5607050" y="4959350"/>
          <p14:tracePt t="102040" x="5575300" y="4933950"/>
          <p14:tracePt t="102057" x="5549900" y="4921250"/>
          <p14:tracePt t="102073" x="5480050" y="4864100"/>
          <p14:tracePt t="102090" x="5448300" y="4845050"/>
          <p14:tracePt t="102107" x="5391150" y="4819650"/>
          <p14:tracePt t="102123" x="5340350" y="4794250"/>
          <p14:tracePt t="102140" x="5302250" y="4787900"/>
          <p14:tracePt t="102157" x="5149850" y="4756150"/>
          <p14:tracePt t="102173" x="5029200" y="4730750"/>
          <p14:tracePt t="102189" x="4933950" y="4718050"/>
          <p14:tracePt t="102207" x="4756150" y="4686300"/>
          <p14:tracePt t="102224" x="4641850" y="4667250"/>
          <p14:tracePt t="102240" x="4572000" y="4654550"/>
          <p14:tracePt t="102257" x="4387850" y="4610100"/>
          <p14:tracePt t="102273" x="4203700" y="4584700"/>
          <p14:tracePt t="102290" x="3975100" y="4540250"/>
          <p14:tracePt t="102307" x="3905250" y="4527550"/>
          <p14:tracePt t="102323" x="3803650" y="4514850"/>
          <p14:tracePt t="102340" x="3708400" y="4495800"/>
          <p14:tracePt t="102356" x="3702050" y="4495800"/>
          <p14:tracePt t="102417" x="3695700" y="4489450"/>
          <p14:tracePt t="102426" x="3714750" y="4489450"/>
          <p14:tracePt t="102433" x="3721100" y="4476750"/>
          <p14:tracePt t="102441" x="3746500" y="4470400"/>
          <p14:tracePt t="102457" x="3771900" y="4464050"/>
          <p14:tracePt t="102473" x="3854450" y="4425950"/>
          <p14:tracePt t="102490" x="3962400" y="4381500"/>
          <p14:tracePt t="102507" x="3994150" y="4368800"/>
          <p14:tracePt t="102523" x="4013200" y="4349750"/>
          <p14:tracePt t="102540" x="4025900" y="4324350"/>
          <p14:tracePt t="102557" x="4025900" y="4305300"/>
          <p14:tracePt t="102573" x="4044950" y="4241800"/>
          <p14:tracePt t="102590" x="4051300" y="4203700"/>
          <p14:tracePt t="102607" x="4032250" y="4089400"/>
          <p14:tracePt t="102623" x="4000500" y="4013200"/>
          <p14:tracePt t="102640" x="3949700" y="3962400"/>
          <p14:tracePt t="102657" x="3917950" y="3924300"/>
          <p14:tracePt t="102673" x="3752850" y="3771900"/>
          <p14:tracePt t="102690" x="3625850" y="3721100"/>
          <p14:tracePt t="102707" x="3429000" y="3657600"/>
          <p14:tracePt t="102723" x="3308350" y="3638550"/>
          <p14:tracePt t="102740" x="3251200" y="3638550"/>
          <p14:tracePt t="102757" x="3092450" y="3625850"/>
          <p14:tracePt t="102773" x="3003550" y="3638550"/>
          <p14:tracePt t="102790" x="2959100" y="3651250"/>
          <p14:tracePt t="102807" x="2857500" y="3676650"/>
          <p14:tracePt t="102823" x="2825750" y="3689350"/>
          <p14:tracePt t="102840" x="2743200" y="3708400"/>
          <p14:tracePt t="102842" x="2724150" y="3708400"/>
          <p14:tracePt t="102856" x="2698750" y="3708400"/>
          <p14:tracePt t="102873" x="2597150" y="3727450"/>
          <p14:tracePt t="102890" x="2476500" y="3752850"/>
          <p14:tracePt t="102907" x="2406650" y="3759200"/>
          <p14:tracePt t="102923" x="2330450" y="3771900"/>
          <p14:tracePt t="102940" x="2165350" y="3803650"/>
          <p14:tracePt t="102957" x="2114550" y="3822700"/>
          <p14:tracePt t="102973" x="1917700" y="3892550"/>
          <p14:tracePt t="102990" x="1873250" y="3911600"/>
          <p14:tracePt t="103007" x="1797050" y="3937000"/>
          <p14:tracePt t="103023" x="1752600" y="3962400"/>
          <p14:tracePt t="103040" x="1695450" y="3987800"/>
          <p14:tracePt t="103057" x="1631950" y="4044950"/>
          <p14:tracePt t="103073" x="1638300" y="4064000"/>
          <p14:tracePt t="103090" x="1670050" y="4095750"/>
          <p14:tracePt t="103107" x="1670050" y="4133850"/>
          <p14:tracePt t="103123" x="1651000" y="4178300"/>
          <p14:tracePt t="103140" x="1651000" y="4197350"/>
          <p14:tracePt t="103156" x="1651000" y="4260850"/>
          <p14:tracePt t="103173" x="1657350" y="4311650"/>
          <p14:tracePt t="103190" x="1682750" y="4362450"/>
          <p14:tracePt t="103207" x="1714500" y="4464050"/>
          <p14:tracePt t="103223" x="1790700" y="4527550"/>
          <p14:tracePt t="103240" x="1822450" y="4552950"/>
          <p14:tracePt t="103257" x="1930400" y="4629150"/>
          <p14:tracePt t="103273" x="2006600" y="4679950"/>
          <p14:tracePt t="103290" x="2108200" y="4711700"/>
          <p14:tracePt t="103307" x="2203450" y="4724400"/>
          <p14:tracePt t="103323" x="2260600" y="4730750"/>
          <p14:tracePt t="103340" x="2457450" y="4762500"/>
          <p14:tracePt t="103357" x="2552700" y="4775200"/>
          <p14:tracePt t="103373" x="2679700" y="4787900"/>
          <p14:tracePt t="103390" x="2908300" y="4826000"/>
          <p14:tracePt t="103407" x="3009900" y="4832350"/>
          <p14:tracePt t="103423" x="3321050" y="4876800"/>
          <p14:tracePt t="103440" x="3498850" y="4902200"/>
          <p14:tracePt t="103457" x="3619500" y="4914900"/>
          <p14:tracePt t="103473" x="4064000" y="4959350"/>
          <p14:tracePt t="103490" x="4102100" y="4959350"/>
          <p14:tracePt t="103506" x="4229100" y="4965700"/>
          <p14:tracePt t="103523" x="4425950" y="4946650"/>
          <p14:tracePt t="103540" x="4514850" y="4927600"/>
          <p14:tracePt t="103557" x="4578350" y="4908550"/>
          <p14:tracePt t="103573" x="4648200" y="4889500"/>
          <p14:tracePt t="103589" x="4686300" y="4883150"/>
          <p14:tracePt t="103606" x="4743450" y="4870450"/>
          <p14:tracePt t="103623" x="4889500" y="4838700"/>
          <p14:tracePt t="103639" x="4953000" y="4813300"/>
          <p14:tracePt t="103656" x="5086350" y="4781550"/>
          <p14:tracePt t="103673" x="5149850" y="4749800"/>
          <p14:tracePt t="103690" x="5168900" y="4730750"/>
          <p14:tracePt t="103707" x="5213350" y="4654550"/>
          <p14:tracePt t="103723" x="5238750" y="4603750"/>
          <p14:tracePt t="103740" x="5264150" y="4559300"/>
          <p14:tracePt t="103757" x="5270500" y="4495800"/>
          <p14:tracePt t="103773" x="5302250" y="4419600"/>
          <p14:tracePt t="103790" x="5334000" y="4318000"/>
          <p14:tracePt t="103807" x="5359400" y="4191000"/>
          <p14:tracePt t="103823" x="5340350" y="4089400"/>
          <p14:tracePt t="103840" x="5334000" y="4000500"/>
          <p14:tracePt t="103857" x="5302250" y="3924300"/>
          <p14:tracePt t="103873" x="5213350" y="3816350"/>
          <p14:tracePt t="103889" x="5124450" y="3765550"/>
          <p14:tracePt t="103906" x="4921250" y="3702050"/>
          <p14:tracePt t="103923" x="4768850" y="3676650"/>
          <p14:tracePt t="103940" x="4559300" y="3657600"/>
          <p14:tracePt t="103956" x="4476750" y="3644900"/>
          <p14:tracePt t="103973" x="4349750" y="3638550"/>
          <p14:tracePt t="103990" x="4064000" y="3625850"/>
          <p14:tracePt t="104006" x="3867150" y="3625850"/>
          <p14:tracePt t="104023" x="3790950" y="3625850"/>
          <p14:tracePt t="104039" x="3460750" y="3619500"/>
          <p14:tracePt t="104056" x="3333750" y="3619500"/>
          <p14:tracePt t="104073" x="3016250" y="3613150"/>
          <p14:tracePt t="104089" x="2698750" y="3613150"/>
          <p14:tracePt t="104106" x="2622550" y="3613150"/>
          <p14:tracePt t="104123" x="2520950" y="3613150"/>
          <p14:tracePt t="104140" x="2305050" y="3638550"/>
          <p14:tracePt t="104156" x="2165350" y="3663950"/>
          <p14:tracePt t="104173" x="2012950" y="3708400"/>
          <p14:tracePt t="104190" x="1892300" y="3752850"/>
          <p14:tracePt t="104207" x="1847850" y="3771900"/>
          <p14:tracePt t="104223" x="1676400" y="3860800"/>
          <p14:tracePt t="104240" x="1581150" y="3911600"/>
          <p14:tracePt t="104257" x="1454150" y="3994150"/>
          <p14:tracePt t="104273" x="1403350" y="4032250"/>
          <p14:tracePt t="104290" x="1295400" y="4095750"/>
          <p14:tracePt t="104306" x="1181100" y="4178300"/>
          <p14:tracePt t="104323" x="1117600" y="4216400"/>
          <p14:tracePt t="104340" x="1111250" y="4229100"/>
          <p14:tracePt t="104356" x="1111250" y="4241800"/>
          <p14:tracePt t="104373" x="1111250" y="4267200"/>
          <p14:tracePt t="104389" x="1117600" y="4279900"/>
          <p14:tracePt t="104406" x="1136650" y="4337050"/>
          <p14:tracePt t="104423" x="1174750" y="4375150"/>
          <p14:tracePt t="104439" x="1270000" y="4445000"/>
          <p14:tracePt t="104457" x="1282700" y="4457700"/>
          <p14:tracePt t="104473" x="1397000" y="4546600"/>
          <p14:tracePt t="104490" x="1606550" y="4654550"/>
          <p14:tracePt t="104506" x="1752600" y="4718050"/>
          <p14:tracePt t="104523" x="2000250" y="4800600"/>
          <p14:tracePt t="104539" x="2076450" y="4819650"/>
          <p14:tracePt t="104556" x="2203450" y="4857750"/>
          <p14:tracePt t="104573" x="2298700" y="4889500"/>
          <p14:tracePt t="104589" x="2444750" y="4940300"/>
          <p14:tracePt t="104606" x="2489200" y="4959350"/>
          <p14:tracePt t="104623" x="2527300" y="4972050"/>
          <p14:tracePt t="104639" x="2711450" y="5010150"/>
          <p14:tracePt t="104656" x="2819400" y="5029200"/>
          <p14:tracePt t="104673" x="3092450" y="5080000"/>
          <p14:tracePt t="104690" x="3213100" y="5092700"/>
          <p14:tracePt t="104706" x="3263900" y="5105400"/>
          <p14:tracePt t="104723" x="3460750" y="5143500"/>
          <p14:tracePt t="104740" x="3619500" y="5149850"/>
          <p14:tracePt t="104757" x="3759200" y="5168900"/>
          <p14:tracePt t="104773" x="3930650" y="5168900"/>
          <p14:tracePt t="104790" x="4006850" y="5168900"/>
          <p14:tracePt t="104807" x="4057650" y="5156200"/>
          <p14:tracePt t="104823" x="4210050" y="5130800"/>
          <p14:tracePt t="104840" x="4286250" y="5105400"/>
          <p14:tracePt t="104842" x="4305300" y="5092700"/>
          <p14:tracePt t="104857" x="4368800" y="5067300"/>
          <p14:tracePt t="104873" x="4476750" y="4991100"/>
          <p14:tracePt t="104890" x="4514850" y="4965700"/>
          <p14:tracePt t="104906" x="4584700" y="4927600"/>
          <p14:tracePt t="104923" x="4724400" y="4800600"/>
          <p14:tracePt t="104940" x="4794250" y="4743450"/>
          <p14:tracePt t="104956" x="4819650" y="4686300"/>
          <p14:tracePt t="104973" x="4864100" y="4597400"/>
          <p14:tracePt t="104990" x="4883150" y="4559300"/>
          <p14:tracePt t="105007" x="4889500" y="4514850"/>
          <p14:tracePt t="105023" x="4895850" y="4445000"/>
          <p14:tracePt t="105040" x="4895850" y="4413250"/>
          <p14:tracePt t="105057" x="4876800" y="4375150"/>
          <p14:tracePt t="105073" x="4819650" y="4324350"/>
          <p14:tracePt t="105090" x="4775200" y="4279900"/>
          <p14:tracePt t="105107" x="4667250" y="4216400"/>
          <p14:tracePt t="105123" x="4610100" y="4191000"/>
          <p14:tracePt t="105140" x="4521200" y="4152900"/>
          <p14:tracePt t="105156" x="4394200" y="4121150"/>
          <p14:tracePt t="105173" x="4267200" y="4095750"/>
          <p14:tracePt t="105190" x="4152900" y="4070350"/>
          <p14:tracePt t="105207" x="3917950" y="4057650"/>
          <p14:tracePt t="105223" x="3790950" y="4051300"/>
          <p14:tracePt t="105240" x="3721100" y="4051300"/>
          <p14:tracePt t="105257" x="3549650" y="4070350"/>
          <p14:tracePt t="105273" x="3340100" y="4114800"/>
          <p14:tracePt t="105290" x="3289300" y="4127500"/>
          <p14:tracePt t="105306" x="3060700" y="4165600"/>
          <p14:tracePt t="105323" x="2946400" y="4184650"/>
          <p14:tracePt t="105340" x="2743200" y="4222750"/>
          <p14:tracePt t="105357" x="2654300" y="4241800"/>
          <p14:tracePt t="105373" x="2616200" y="4248150"/>
          <p14:tracePt t="105390" x="2501900" y="4273550"/>
          <p14:tracePt t="105407" x="2444750" y="4292600"/>
          <p14:tracePt t="105423" x="2355850" y="4311650"/>
          <p14:tracePt t="105440" x="2317750" y="4324350"/>
          <p14:tracePt t="105457" x="2311400" y="4324350"/>
          <p14:tracePt t="105473" x="2273300" y="4337050"/>
          <p14:tracePt t="105490" x="2241550" y="4349750"/>
          <p14:tracePt t="105507" x="2216150" y="4362450"/>
          <p14:tracePt t="105561" x="2203450" y="4368800"/>
          <p14:tracePt t="105602" x="2203450" y="4381500"/>
          <p14:tracePt t="105625" x="2203450" y="4387850"/>
          <p14:tracePt t="105649" x="2190750" y="4387850"/>
          <p14:tracePt t="105658" x="2209800" y="4400550"/>
          <p14:tracePt t="105689" x="2228850" y="4413250"/>
          <p14:tracePt t="105697" x="2222500" y="4413250"/>
          <p14:tracePt t="105706" x="2235200" y="4419600"/>
          <p14:tracePt t="105723" x="2286000" y="4438650"/>
          <p14:tracePt t="105740" x="2324100" y="4445000"/>
          <p14:tracePt t="105757" x="2470150" y="4464050"/>
          <p14:tracePt t="105773" x="2527300" y="4464050"/>
          <p14:tracePt t="105790" x="2660650" y="4464050"/>
          <p14:tracePt t="105807" x="2819400" y="4445000"/>
          <p14:tracePt t="105823" x="2978150" y="4438650"/>
          <p14:tracePt t="105840" x="3060700" y="4438650"/>
          <p14:tracePt t="105842" x="3105150" y="4438650"/>
          <p14:tracePt t="105857" x="3149600" y="4438650"/>
          <p14:tracePt t="105873" x="3187700" y="4432300"/>
          <p14:tracePt t="105890" x="3200400" y="4432300"/>
          <p14:tracePt t="105923" x="3219450" y="4432300"/>
          <p14:tracePt t="105940" x="3238500" y="4432300"/>
          <p14:tracePt t="105957" x="3295650" y="4425950"/>
          <p14:tracePt t="105973" x="3441700" y="4419600"/>
          <p14:tracePt t="105990" x="3562350" y="4406900"/>
          <p14:tracePt t="106006" x="3638550" y="4400550"/>
          <p14:tracePt t="106023" x="3816350" y="4394200"/>
          <p14:tracePt t="106040" x="3943350" y="4394200"/>
          <p14:tracePt t="106057" x="4057650" y="4387850"/>
          <p14:tracePt t="106073" x="4292600" y="4381500"/>
          <p14:tracePt t="106090" x="4318000" y="4381500"/>
          <p14:tracePt t="106107" x="4381500" y="4381500"/>
          <p14:tracePt t="106123" x="4451350" y="4381500"/>
          <p14:tracePt t="106140" x="4559300" y="4381500"/>
          <p14:tracePt t="106157" x="4597400" y="4381500"/>
          <p14:tracePt t="106173" x="4679950" y="4387850"/>
          <p14:tracePt t="106190" x="4743450" y="4394200"/>
          <p14:tracePt t="106206" x="4806950" y="4406900"/>
          <p14:tracePt t="106223" x="4876800" y="4413250"/>
          <p14:tracePt t="106240" x="5022850" y="4438650"/>
          <p14:tracePt t="106256" x="5086350" y="4451350"/>
          <p14:tracePt t="106273" x="5194300" y="4470400"/>
          <p14:tracePt t="106289" x="5340350" y="4489450"/>
          <p14:tracePt t="106306" x="5448300" y="4495800"/>
          <p14:tracePt t="106323" x="5594350" y="4502150"/>
          <p14:tracePt t="106340" x="5676900" y="4508500"/>
          <p14:tracePt t="106357" x="5715000" y="4508500"/>
          <p14:tracePt t="106373" x="5753100" y="4508500"/>
          <p14:tracePt t="106390" x="5981700" y="4495800"/>
          <p14:tracePt t="106407" x="6019800" y="4489450"/>
          <p14:tracePt t="106423" x="6057900" y="4483100"/>
          <p14:tracePt t="106440" x="6083300" y="4476750"/>
          <p14:tracePt t="106457" x="6140450" y="4464050"/>
          <p14:tracePt t="106473" x="6191250" y="4445000"/>
          <p14:tracePt t="106490" x="6261100" y="4432300"/>
          <p14:tracePt t="106507" x="6292850" y="4432300"/>
          <p14:tracePt t="106523" x="6318250" y="4432300"/>
          <p14:tracePt t="106540" x="6350000" y="4432300"/>
          <p14:tracePt t="106557" x="6362700" y="4432300"/>
          <p14:tracePt t="106573" x="6369050" y="4432300"/>
          <p14:tracePt t="106745" x="6356350" y="4432300"/>
          <p14:tracePt t="106762" x="6337300" y="4425950"/>
          <p14:tracePt t="106769" x="6318250" y="4425950"/>
          <p14:tracePt t="106778" x="6299200" y="4425950"/>
          <p14:tracePt t="106793" x="6292850" y="4425950"/>
          <p14:tracePt t="106834" x="6280150" y="4425950"/>
          <p14:tracePt t="106841" x="6280150" y="4419600"/>
          <p14:tracePt t="106850" x="6273800" y="4419600"/>
          <p14:tracePt t="106858" x="6267450" y="4400550"/>
          <p14:tracePt t="106874" x="6229350" y="4387850"/>
          <p14:tracePt t="106889" x="6070600" y="4318000"/>
          <p14:tracePt t="106907" x="5956300" y="4279900"/>
          <p14:tracePt t="106923" x="5791200" y="4216400"/>
          <p14:tracePt t="106940" x="5708650" y="4197350"/>
          <p14:tracePt t="106956" x="5683250" y="4184650"/>
          <p14:tracePt t="106973" x="5594350" y="4178300"/>
          <p14:tracePt t="106990" x="5549900" y="4178300"/>
          <p14:tracePt t="107006" x="5524500" y="4178300"/>
          <p14:tracePt t="107023" x="5511800" y="4184650"/>
          <p14:tracePt t="107040" x="5499100" y="4184650"/>
          <p14:tracePt t="107057" x="5480050" y="4184650"/>
          <p14:tracePt t="107073" x="5391150" y="4197350"/>
          <p14:tracePt t="107090" x="5321300" y="4203700"/>
          <p14:tracePt t="107107" x="5213350" y="4216400"/>
          <p14:tracePt t="107123" x="5080000" y="4235450"/>
          <p14:tracePt t="107140" x="5003800" y="4248150"/>
          <p14:tracePt t="107157" x="4895850" y="4273550"/>
          <p14:tracePt t="107173" x="4838700" y="4279900"/>
          <p14:tracePt t="107190" x="4832350" y="4279900"/>
          <p14:tracePt t="107281" x="4832350" y="4286250"/>
          <p14:tracePt t="107297" x="4838700" y="4286250"/>
          <p14:tracePt t="107305" x="4845050" y="4286250"/>
          <p14:tracePt t="107313" x="4857750" y="4286250"/>
          <p14:tracePt t="107329" x="4851400" y="4292600"/>
          <p14:tracePt t="107339" x="4857750" y="4292600"/>
          <p14:tracePt t="107356" x="4876800" y="4298950"/>
          <p14:tracePt t="107373" x="4921250" y="4298950"/>
          <p14:tracePt t="107390" x="5003800" y="4311650"/>
          <p14:tracePt t="107407" x="5041900" y="4311650"/>
          <p14:tracePt t="107423" x="5080000" y="4324350"/>
          <p14:tracePt t="107440" x="5162550" y="4343400"/>
          <p14:tracePt t="107457" x="5194300" y="4343400"/>
          <p14:tracePt t="107473" x="5245100" y="4356100"/>
          <p14:tracePt t="107489" x="5283200" y="4356100"/>
          <p14:tracePt t="107506" x="5302250" y="4356100"/>
          <p14:tracePt t="107523" x="5327650" y="4356100"/>
          <p14:tracePt t="107556" x="5334000" y="4356100"/>
          <p14:tracePt t="107578" x="5340350" y="4356100"/>
          <p14:tracePt t="107594" x="5353050" y="4356100"/>
          <p14:tracePt t="107626" x="5353050" y="4349750"/>
          <p14:tracePt t="107642" x="5359400" y="4349750"/>
          <p14:tracePt t="107649" x="5384800" y="4349750"/>
          <p14:tracePt t="107673" x="5403850" y="4349750"/>
          <p14:tracePt t="107682" x="5410200" y="4349750"/>
          <p14:tracePt t="107690" x="5416550" y="4349750"/>
          <p14:tracePt t="107707" x="5422900" y="4349750"/>
          <p14:tracePt t="107723" x="5441950" y="4349750"/>
          <p14:tracePt t="107740" x="5492750" y="4362450"/>
          <p14:tracePt t="107757" x="5505450" y="4362450"/>
          <p14:tracePt t="107773" x="5511800" y="4362450"/>
          <p14:tracePt t="107790" x="5537200" y="4368800"/>
          <p14:tracePt t="107806" x="5543550" y="4368800"/>
          <p14:tracePt t="107823" x="5562600" y="4368800"/>
          <p14:tracePt t="107840" x="5575300" y="4375150"/>
          <p14:tracePt t="107842" x="5588000" y="4375150"/>
          <p14:tracePt t="107856" x="5594350" y="4375150"/>
          <p14:tracePt t="107874" x="5600700" y="4381500"/>
          <p14:tracePt t="107890" x="5607050" y="4381500"/>
          <p14:tracePt t="107938" x="5613400" y="4381500"/>
          <p14:tracePt t="107953" x="5619750" y="4387850"/>
          <p14:tracePt t="107961" x="5626100" y="4387850"/>
          <p14:tracePt t="107985" x="5638800" y="4387850"/>
          <p14:tracePt t="107994" x="5638800" y="4394200"/>
          <p14:tracePt t="108006" x="5651500" y="4394200"/>
          <p14:tracePt t="108026" x="5664200" y="4400550"/>
          <p14:tracePt t="108041" x="5676900" y="4400550"/>
          <p14:tracePt t="108113" x="5683250" y="4400550"/>
          <p14:tracePt t="108137" x="5683250" y="4394200"/>
          <p14:tracePt t="108145" x="5683250" y="4387850"/>
          <p14:tracePt t="108163" x="5689600" y="4381500"/>
          <p14:tracePt t="108173" x="5689600" y="4375150"/>
          <p14:tracePt t="108190" x="5689600" y="4368800"/>
          <p14:tracePt t="108207" x="5689600" y="4349750"/>
          <p14:tracePt t="108223" x="5695950" y="4343400"/>
          <p14:tracePt t="108256" x="5695950" y="4337050"/>
          <p14:tracePt t="108273" x="5695950" y="4324350"/>
          <p14:tracePt t="108393" x="5695950" y="4318000"/>
          <p14:tracePt t="108545" x="5695950" y="4324350"/>
          <p14:tracePt t="108553" x="5695950" y="4330700"/>
          <p14:tracePt t="108578" x="5702300" y="4337050"/>
          <p14:tracePt t="108585" x="5702300" y="4349750"/>
          <p14:tracePt t="108593" x="5702300" y="4356100"/>
          <p14:tracePt t="108607" x="5702300" y="4368800"/>
          <p14:tracePt t="108623" x="5708650" y="4400550"/>
          <p14:tracePt t="108639" x="5708650" y="4432300"/>
          <p14:tracePt t="108657" x="5715000" y="4445000"/>
          <p14:tracePt t="108673" x="5715000" y="4495800"/>
          <p14:tracePt t="108689" x="5721350" y="4508500"/>
          <p14:tracePt t="108706" x="5721350" y="4521200"/>
          <p14:tracePt t="108723" x="5734050" y="4552950"/>
          <p14:tracePt t="108756" x="5734050" y="4572000"/>
          <p14:tracePt t="108773" x="5746750" y="4584700"/>
          <p14:tracePt t="108790" x="5753100" y="4610100"/>
          <p14:tracePt t="108806" x="5759450" y="4629150"/>
          <p14:tracePt t="108823" x="5759450" y="4635500"/>
          <p14:tracePt t="108840" x="5759450" y="4660900"/>
          <p14:tracePt t="108842" x="5759450" y="4673600"/>
          <p14:tracePt t="108857" x="5765800" y="4679950"/>
          <p14:tracePt t="108873" x="5765800" y="4705350"/>
          <p14:tracePt t="108890" x="5765800" y="4718050"/>
          <p14:tracePt t="108907" x="5765800" y="4737100"/>
          <p14:tracePt t="108923" x="5772150" y="4749800"/>
          <p14:tracePt t="108940" x="5772150" y="4768850"/>
          <p14:tracePt t="108957" x="5778500" y="4800600"/>
          <p14:tracePt t="108973" x="5778500" y="4819650"/>
          <p14:tracePt t="108990" x="5778500" y="4851400"/>
          <p14:tracePt t="109006" x="5778500" y="4864100"/>
          <p14:tracePt t="109023" x="5778500" y="4908550"/>
          <p14:tracePt t="109040" x="5778500" y="4940300"/>
          <p14:tracePt t="109057" x="5778500" y="4972050"/>
          <p14:tracePt t="109073" x="5778500" y="4997450"/>
          <p14:tracePt t="109090" x="5778500" y="5003800"/>
          <p14:tracePt t="109107" x="5778500" y="5035550"/>
          <p14:tracePt t="109123" x="5784850" y="5041900"/>
          <p14:tracePt t="109140" x="5791200" y="5060950"/>
          <p14:tracePt t="109157" x="5791200" y="5080000"/>
          <p14:tracePt t="109173" x="5791200" y="5099050"/>
          <p14:tracePt t="109190" x="5797550" y="5105400"/>
          <p14:tracePt t="109207" x="5797550" y="5111750"/>
          <p14:tracePt t="109223" x="5829300" y="5118100"/>
          <p14:tracePt t="109240" x="5835650" y="5124450"/>
          <p14:tracePt t="109273" x="5835650" y="5130800"/>
          <p14:tracePt t="109289" x="5854700" y="5130800"/>
          <p14:tracePt t="109339" x="5867400" y="5130800"/>
          <p14:tracePt t="109369" x="5880100" y="5130800"/>
          <p14:tracePt t="109401" x="5886450" y="5130800"/>
          <p14:tracePt t="109418" x="5886450" y="5124450"/>
          <p14:tracePt t="109428" x="5892800" y="5124450"/>
          <p14:tracePt t="109434" x="5918200" y="5118100"/>
          <p14:tracePt t="109465" x="5911850" y="5118100"/>
          <p14:tracePt t="109601" x="5905500" y="5118100"/>
          <p14:tracePt t="109617" x="5905500" y="5111750"/>
          <p14:tracePt t="109641" x="5905500" y="5105400"/>
          <p14:tracePt t="109665" x="5905500" y="5092700"/>
          <p14:tracePt t="109673" x="5911850" y="5086350"/>
          <p14:tracePt t="109682" x="5911850" y="5080000"/>
          <p14:tracePt t="109689" x="5918200" y="5067300"/>
          <p14:tracePt t="109706" x="5918200" y="5041900"/>
          <p14:tracePt t="109723" x="5924550" y="4991100"/>
          <p14:tracePt t="109740" x="5943600" y="4902200"/>
          <p14:tracePt t="109757" x="5937250" y="4851400"/>
          <p14:tracePt t="109773" x="5937250" y="4787900"/>
          <p14:tracePt t="109790" x="5911850" y="4673600"/>
          <p14:tracePt t="109807" x="5911850" y="4641850"/>
          <p14:tracePt t="109823" x="5905500" y="4584700"/>
          <p14:tracePt t="109840" x="5886450" y="4533900"/>
          <p14:tracePt t="109842" x="5861050" y="4483100"/>
          <p14:tracePt t="109857" x="5861050" y="4464050"/>
          <p14:tracePt t="109873" x="5848350" y="4406900"/>
          <p14:tracePt t="109890" x="5842000" y="4375150"/>
          <p14:tracePt t="109906" x="5822950" y="4318000"/>
          <p14:tracePt t="109923" x="5822950" y="4292600"/>
          <p14:tracePt t="109940" x="5816600" y="4279900"/>
          <p14:tracePt t="109956" x="5816600" y="4260850"/>
          <p14:tracePt t="109990" x="5803900" y="4248150"/>
          <p14:tracePt t="110007" x="5803900" y="4229100"/>
          <p14:tracePt t="110023" x="5797550" y="4222750"/>
          <p14:tracePt t="110040" x="5791200" y="4210050"/>
          <p14:tracePt t="110073" x="5784850" y="4203700"/>
          <p14:tracePt t="110089" x="5784850" y="4197350"/>
          <p14:tracePt t="110281" x="5784850" y="4210050"/>
          <p14:tracePt t="110289" x="5784850" y="4216400"/>
          <p14:tracePt t="110297" x="5791200" y="4229100"/>
          <p14:tracePt t="110306" x="5797550" y="4260850"/>
          <p14:tracePt t="110323" x="5822950" y="4432300"/>
          <p14:tracePt t="110340" x="5842000" y="4572000"/>
          <p14:tracePt t="110357" x="5861050" y="4648200"/>
          <p14:tracePt t="110373" x="5949950" y="4895850"/>
          <p14:tracePt t="110389" x="5994400" y="5022850"/>
          <p14:tracePt t="110406" x="6083300" y="5200650"/>
          <p14:tracePt t="110423" x="6102350" y="5251450"/>
          <p14:tracePt t="110439" x="6140450" y="5283200"/>
          <p14:tracePt t="110456" x="6216650" y="5295900"/>
          <p14:tracePt t="110473" x="6229350" y="5334000"/>
          <p14:tracePt t="110490" x="6229350" y="5353050"/>
          <p14:tracePt t="110506" x="6242050" y="5416550"/>
          <p14:tracePt t="110523" x="6242050" y="5473700"/>
          <p14:tracePt t="110540" x="6261100" y="5486400"/>
          <p14:tracePt t="110557" x="6286500" y="5549900"/>
          <p14:tracePt t="110573" x="6286500" y="5594350"/>
          <p14:tracePt t="110590" x="6318250" y="5619750"/>
          <p14:tracePt t="110606" x="6343650" y="5702300"/>
          <p14:tracePt t="110623" x="6369050" y="5721350"/>
          <p14:tracePt t="110640" x="6381750" y="5753100"/>
          <p14:tracePt t="110656" x="6381750" y="5759450"/>
          <p14:tracePt t="110690" x="6394450" y="5759450"/>
          <p14:tracePt t="110707" x="6394450" y="5753100"/>
          <p14:tracePt t="110723" x="6400800" y="5740400"/>
          <p14:tracePt t="110740" x="6407150" y="5721350"/>
          <p14:tracePt t="110756" x="6419850" y="5708650"/>
          <p14:tracePt t="110773" x="6426200" y="5689600"/>
          <p14:tracePt t="110790" x="6438900" y="5676900"/>
          <p14:tracePt t="110806" x="6445250" y="5670550"/>
          <p14:tracePt t="110823" x="6445250" y="5657850"/>
          <p14:tracePt t="110840" x="6457950" y="5651500"/>
          <p14:tracePt t="110857" x="6457950" y="5638800"/>
          <p14:tracePt t="110873" x="6451600" y="5626100"/>
          <p14:tracePt t="110890" x="6451600" y="5619750"/>
          <p14:tracePt t="110906" x="6438900" y="5613400"/>
          <p14:tracePt t="110923" x="6438900" y="5588000"/>
          <p14:tracePt t="110940" x="6394450" y="5556250"/>
          <p14:tracePt t="110957" x="6362700" y="5524500"/>
          <p14:tracePt t="110973" x="6324600" y="5492750"/>
          <p14:tracePt t="110990" x="6311900" y="5480050"/>
          <p14:tracePt t="111006" x="6280150" y="5461000"/>
          <p14:tracePt t="111023" x="6235700" y="5435600"/>
          <p14:tracePt t="111040" x="6210300" y="5429250"/>
          <p14:tracePt t="111057" x="6172200" y="5416550"/>
          <p14:tracePt t="111073" x="6115050" y="5410200"/>
          <p14:tracePt t="111090" x="6089650" y="5403850"/>
          <p14:tracePt t="111107" x="6045200" y="5403850"/>
          <p14:tracePt t="111123" x="5969000" y="5403850"/>
          <p14:tracePt t="111140" x="5880100" y="5416550"/>
          <p14:tracePt t="111156" x="5854700" y="5422900"/>
          <p14:tracePt t="111173" x="5651500" y="5441950"/>
          <p14:tracePt t="111190" x="5543550" y="5461000"/>
          <p14:tracePt t="111206" x="5435600" y="5480050"/>
          <p14:tracePt t="111223" x="5321300" y="5492750"/>
          <p14:tracePt t="111240" x="5270500" y="5499100"/>
          <p14:tracePt t="111257" x="5245100" y="5505450"/>
          <p14:tracePt t="111273" x="5207000" y="5518150"/>
          <p14:tracePt t="111306" x="5194300" y="5518150"/>
          <p14:tracePt t="111323" x="5194300" y="5530850"/>
          <p14:tracePt t="111340" x="5187950" y="5537200"/>
          <p14:tracePt t="111357" x="5181600" y="5543550"/>
          <p14:tracePt t="111373" x="5162550" y="5556250"/>
          <p14:tracePt t="111390" x="5111750" y="5588000"/>
          <p14:tracePt t="111407" x="5099050" y="5613400"/>
          <p14:tracePt t="111423" x="5029200" y="5664200"/>
          <p14:tracePt t="111440" x="5022850" y="5695950"/>
          <p14:tracePt t="111457" x="4991100" y="5727700"/>
          <p14:tracePt t="111473" x="4927600" y="5816600"/>
          <p14:tracePt t="111490" x="4908550" y="5867400"/>
          <p14:tracePt t="111507" x="4902200" y="5873750"/>
          <p14:tracePt t="111523" x="4895850" y="5905500"/>
          <p14:tracePt t="111539" x="4895850" y="5924550"/>
          <p14:tracePt t="111556" x="4895850" y="5943600"/>
          <p14:tracePt t="111573" x="4889500" y="5956300"/>
          <p14:tracePt t="111589" x="4889500" y="5969000"/>
          <p14:tracePt t="111606" x="4895850" y="6007100"/>
          <p14:tracePt t="111623" x="4895850" y="6026150"/>
          <p14:tracePt t="111640" x="4921250" y="6064250"/>
          <p14:tracePt t="111657" x="4921250" y="6083300"/>
          <p14:tracePt t="111673" x="4946650" y="6102350"/>
          <p14:tracePt t="111690" x="4965700" y="6121400"/>
          <p14:tracePt t="111707" x="4984750" y="6134100"/>
          <p14:tracePt t="111723" x="5010150" y="6146800"/>
          <p14:tracePt t="111740" x="5029200" y="6159500"/>
          <p14:tracePt t="111756" x="5035550" y="6172200"/>
          <p14:tracePt t="111773" x="5048250" y="6184900"/>
          <p14:tracePt t="111790" x="5086350" y="6197600"/>
          <p14:tracePt t="111806" x="5124450" y="6210300"/>
          <p14:tracePt t="111823" x="5137150" y="6223000"/>
          <p14:tracePt t="111840" x="5187950" y="6229350"/>
          <p14:tracePt t="111842" x="5207000" y="6235700"/>
          <p14:tracePt t="111865" x="5219700" y="6235700"/>
          <p14:tracePt t="111874" x="5232400" y="6242050"/>
          <p14:tracePt t="111890" x="5270500" y="6248400"/>
          <p14:tracePt t="111906" x="5295900" y="6254750"/>
          <p14:tracePt t="111923" x="5314950" y="6261100"/>
          <p14:tracePt t="111940" x="5346700" y="6261100"/>
          <p14:tracePt t="111956" x="5391150" y="6267450"/>
          <p14:tracePt t="111973" x="5448300" y="6273800"/>
          <p14:tracePt t="111990" x="5486400" y="6280150"/>
          <p14:tracePt t="112006" x="5511800" y="6280150"/>
          <p14:tracePt t="112023" x="5575300" y="6286500"/>
          <p14:tracePt t="112040" x="5657850" y="6305550"/>
          <p14:tracePt t="112057" x="5695950" y="6305550"/>
          <p14:tracePt t="112073" x="5778500" y="6318250"/>
          <p14:tracePt t="112090" x="5803900" y="6318250"/>
          <p14:tracePt t="112106" x="5848350" y="6324600"/>
          <p14:tracePt t="112123" x="5892800" y="6330950"/>
          <p14:tracePt t="112140" x="5988050" y="6330950"/>
          <p14:tracePt t="112156" x="6026150" y="6330950"/>
          <p14:tracePt t="112173" x="6083300" y="6324600"/>
          <p14:tracePt t="112190" x="6127750" y="6324600"/>
          <p14:tracePt t="112207" x="6178550" y="6311900"/>
          <p14:tracePt t="112223" x="6216650" y="6311900"/>
          <p14:tracePt t="112240" x="6267450" y="6286500"/>
          <p14:tracePt t="112273" x="6330950" y="6248400"/>
          <p14:tracePt t="112290" x="6362700" y="6235700"/>
          <p14:tracePt t="112306" x="6413500" y="6210300"/>
          <p14:tracePt t="112323" x="6432550" y="6197600"/>
          <p14:tracePt t="112340" x="6445250" y="6184900"/>
          <p14:tracePt t="112356" x="6496050" y="6153150"/>
          <p14:tracePt t="112373" x="6527800" y="6140450"/>
          <p14:tracePt t="112390" x="6540500" y="6127750"/>
          <p14:tracePt t="112406" x="6565900" y="6108700"/>
          <p14:tracePt t="112423" x="6572250" y="6102350"/>
          <p14:tracePt t="112439" x="6629400" y="6064250"/>
          <p14:tracePt t="112456" x="6642100" y="6038850"/>
          <p14:tracePt t="112473" x="6699250" y="5969000"/>
          <p14:tracePt t="112489" x="6711950" y="5937250"/>
          <p14:tracePt t="112506" x="6718300" y="5924550"/>
          <p14:tracePt t="112523" x="6737350" y="5880100"/>
          <p14:tracePt t="112540" x="6737350" y="5816600"/>
          <p14:tracePt t="112556" x="6731000" y="5784850"/>
          <p14:tracePt t="112573" x="6705600" y="5702300"/>
          <p14:tracePt t="112590" x="6705600" y="5683250"/>
          <p14:tracePt t="112607" x="6699250" y="5664200"/>
          <p14:tracePt t="112623" x="6686550" y="5645150"/>
          <p14:tracePt t="112640" x="6667500" y="5626100"/>
          <p14:tracePt t="112657" x="6648450" y="5619750"/>
          <p14:tracePt t="112673" x="6629400" y="5607050"/>
          <p14:tracePt t="112690" x="6591300" y="5594350"/>
          <p14:tracePt t="112706" x="6553200" y="5588000"/>
          <p14:tracePt t="112723" x="6508750" y="5588000"/>
          <p14:tracePt t="112740" x="6445250" y="5588000"/>
          <p14:tracePt t="112756" x="6407150" y="5588000"/>
          <p14:tracePt t="112773" x="6375400" y="5588000"/>
          <p14:tracePt t="112790" x="6254750" y="5594350"/>
          <p14:tracePt t="112806" x="6159500" y="5594350"/>
          <p14:tracePt t="112823" x="6083300" y="5594350"/>
          <p14:tracePt t="112840" x="5924550" y="5607050"/>
          <p14:tracePt t="112842" x="5873750" y="5607050"/>
          <p14:tracePt t="112856" x="5842000" y="5613400"/>
          <p14:tracePt t="112873" x="5746750" y="5613400"/>
          <p14:tracePt t="112890" x="5708650" y="5613400"/>
          <p14:tracePt t="112906" x="5670550" y="5619750"/>
          <p14:tracePt t="112923" x="5600700" y="5632450"/>
          <p14:tracePt t="112939" x="5575300" y="5638800"/>
          <p14:tracePt t="112956" x="5537200" y="5645150"/>
          <p14:tracePt t="112973" x="5454650" y="5657850"/>
          <p14:tracePt t="112990" x="5314950" y="5683250"/>
          <p14:tracePt t="113006" x="5289550" y="5689600"/>
          <p14:tracePt t="113023" x="5245100" y="5708650"/>
          <p14:tracePt t="113040" x="5232400" y="5708650"/>
          <p14:tracePt t="113057" x="5213350" y="5721350"/>
          <p14:tracePt t="113073" x="5175250" y="5765800"/>
          <p14:tracePt t="113090" x="5156200" y="5791200"/>
          <p14:tracePt t="113106" x="5130800" y="5816600"/>
          <p14:tracePt t="113123" x="5130800" y="5842000"/>
          <p14:tracePt t="113140" x="5105400" y="5880100"/>
          <p14:tracePt t="113156" x="5086350" y="5918200"/>
          <p14:tracePt t="113173" x="5086350" y="5943600"/>
          <p14:tracePt t="113190" x="5086350" y="5949950"/>
          <p14:tracePt t="113206" x="5080000" y="5994400"/>
          <p14:tracePt t="113223" x="5080000" y="6013450"/>
          <p14:tracePt t="113240" x="5067300" y="6045200"/>
          <p14:tracePt t="113257" x="5067300" y="6051550"/>
          <p14:tracePt t="113273" x="5067300" y="6064250"/>
          <p14:tracePt t="113290" x="5073650" y="6083300"/>
          <p14:tracePt t="113306" x="5086350" y="6096000"/>
          <p14:tracePt t="113323" x="5086350" y="6115050"/>
          <p14:tracePt t="113340" x="5099050" y="6140450"/>
          <p14:tracePt t="113356" x="5111750" y="6165850"/>
          <p14:tracePt t="113373" x="5118100" y="6178550"/>
          <p14:tracePt t="113390" x="5137150" y="6197600"/>
          <p14:tracePt t="113406" x="5156200" y="6216650"/>
          <p14:tracePt t="113423" x="5162550" y="6229350"/>
          <p14:tracePt t="113440" x="5175250" y="6242050"/>
          <p14:tracePt t="113457" x="5187950" y="6242050"/>
          <p14:tracePt t="113473" x="5200650" y="6261100"/>
          <p14:tracePt t="113490" x="5232400" y="6273800"/>
          <p14:tracePt t="113506" x="5245100" y="6273800"/>
          <p14:tracePt t="113523" x="5283200" y="6286500"/>
          <p14:tracePt t="113540" x="5327650" y="6292850"/>
          <p14:tracePt t="113556" x="5422900" y="6311900"/>
          <p14:tracePt t="113573" x="5486400" y="6324600"/>
          <p14:tracePt t="113590" x="5581650" y="6337300"/>
          <p14:tracePt t="113607" x="5676900" y="6350000"/>
          <p14:tracePt t="113623" x="5759450" y="6369050"/>
          <p14:tracePt t="113640" x="5829300" y="6369050"/>
          <p14:tracePt t="113657" x="6000750" y="6375400"/>
          <p14:tracePt t="113673" x="6083300" y="6381750"/>
          <p14:tracePt t="113690" x="6140450" y="6381750"/>
          <p14:tracePt t="113707" x="6248400" y="6381750"/>
          <p14:tracePt t="113723" x="6305550" y="6381750"/>
          <p14:tracePt t="113740" x="6362700" y="6362700"/>
          <p14:tracePt t="113757" x="6477000" y="6311900"/>
          <p14:tracePt t="113773" x="6521450" y="6280150"/>
          <p14:tracePt t="113790" x="6559550" y="6254750"/>
          <p14:tracePt t="113806" x="6584950" y="6210300"/>
          <p14:tracePt t="113823" x="6616700" y="6178550"/>
          <p14:tracePt t="113840" x="6654800" y="6134100"/>
          <p14:tracePt t="113842" x="6667500" y="6108700"/>
          <p14:tracePt t="113857" x="6673850" y="6096000"/>
          <p14:tracePt t="113873" x="6680200" y="6076950"/>
          <p14:tracePt t="113890" x="6686550" y="6032500"/>
          <p14:tracePt t="113906" x="6705600" y="5949950"/>
          <p14:tracePt t="113923" x="6711950" y="5905500"/>
          <p14:tracePt t="113940" x="6711950" y="5854700"/>
          <p14:tracePt t="113956" x="6718300" y="5753100"/>
          <p14:tracePt t="113973" x="6718300" y="5727700"/>
          <p14:tracePt t="113990" x="6711950" y="5664200"/>
          <p14:tracePt t="114006" x="6680200" y="5562600"/>
          <p14:tracePt t="114023" x="6654800" y="5511800"/>
          <p14:tracePt t="114040" x="6578600" y="5448300"/>
          <p14:tracePt t="114057" x="6483350" y="5365750"/>
          <p14:tracePt t="114073" x="6311900" y="5289550"/>
          <p14:tracePt t="114090" x="6096000" y="5226050"/>
          <p14:tracePt t="114107" x="5969000" y="5207000"/>
          <p14:tracePt t="114123" x="5816600" y="5200650"/>
          <p14:tracePt t="114140" x="5670550" y="5187950"/>
          <p14:tracePt t="114156" x="5581650" y="5187950"/>
          <p14:tracePt t="114173" x="5499100" y="5187950"/>
          <p14:tracePt t="114189" x="5391150" y="5226050"/>
          <p14:tracePt t="114207" x="5372100" y="5238750"/>
          <p14:tracePt t="114223" x="5359400" y="5245100"/>
          <p14:tracePt t="114240" x="5308600" y="5283200"/>
          <p14:tracePt t="114257" x="5276850" y="5308600"/>
          <p14:tracePt t="114273" x="5207000" y="5365750"/>
          <p14:tracePt t="114290" x="5168900" y="5391150"/>
          <p14:tracePt t="114307" x="5156200" y="5410200"/>
          <p14:tracePt t="114323" x="5143500" y="5422900"/>
          <p14:tracePt t="114340" x="5130800" y="5441950"/>
          <p14:tracePt t="114356" x="5111750" y="5461000"/>
          <p14:tracePt t="114389" x="5099050" y="5473700"/>
          <p14:tracePt t="114406" x="5092700" y="5480050"/>
          <p14:tracePt t="114423" x="5086350" y="5499100"/>
          <p14:tracePt t="114439" x="5080000" y="5499100"/>
          <p14:tracePt t="114456" x="5073650" y="5505450"/>
          <p14:tracePt t="114473" x="5073650" y="5518150"/>
          <p14:tracePt t="114489" x="5060950" y="5530850"/>
          <p14:tracePt t="114506" x="5060950" y="5537200"/>
          <p14:tracePt t="114523" x="5060950" y="5556250"/>
          <p14:tracePt t="114539" x="5060950" y="5562600"/>
          <p14:tracePt t="114556" x="5054600" y="5581650"/>
          <p14:tracePt t="114573" x="5054600" y="5613400"/>
          <p14:tracePt t="114589" x="5054600" y="5632450"/>
          <p14:tracePt t="114606" x="5054600" y="5651500"/>
          <p14:tracePt t="114623" x="5080000" y="5683250"/>
          <p14:tracePt t="114640" x="5111750" y="5715000"/>
          <p14:tracePt t="114657" x="5118100" y="5740400"/>
          <p14:tracePt t="114673" x="5099050" y="5772150"/>
          <p14:tracePt t="114690" x="5099050" y="5784850"/>
          <p14:tracePt t="114706" x="5111750" y="5797550"/>
          <p14:tracePt t="114723" x="5111750" y="5810250"/>
          <p14:tracePt t="114740" x="5143500" y="5842000"/>
          <p14:tracePt t="114757" x="5149850" y="5854700"/>
          <p14:tracePt t="114773" x="5156200" y="5867400"/>
          <p14:tracePt t="114790" x="5181600" y="5905500"/>
          <p14:tracePt t="114806" x="5200650" y="5911850"/>
          <p14:tracePt t="114823" x="5245100" y="5930900"/>
          <p14:tracePt t="114840" x="5245100" y="5943600"/>
          <p14:tracePt t="114858" x="5251450" y="5949950"/>
          <p14:tracePt t="114873" x="5264150" y="5975350"/>
          <p14:tracePt t="114890" x="5264150" y="5988050"/>
          <p14:tracePt t="114906" x="5276850" y="6007100"/>
          <p14:tracePt t="114923" x="5295900" y="6019800"/>
          <p14:tracePt t="114956" x="5302250" y="6032500"/>
          <p14:tracePt t="114973" x="5321300" y="6038850"/>
          <p14:tracePt t="114990" x="5346700" y="6057900"/>
          <p14:tracePt t="115006" x="5403850" y="6070600"/>
          <p14:tracePt t="115023" x="5454650" y="6083300"/>
          <p14:tracePt t="115039" x="5511800" y="6089650"/>
          <p14:tracePt t="115056" x="5632450" y="6096000"/>
          <p14:tracePt t="115073" x="5727700" y="6089650"/>
          <p14:tracePt t="115090" x="5822950" y="6089650"/>
          <p14:tracePt t="115106" x="5886450" y="6083300"/>
          <p14:tracePt t="115123" x="5969000" y="6076950"/>
          <p14:tracePt t="115140" x="6064250" y="6064250"/>
          <p14:tracePt t="115156" x="6127750" y="6045200"/>
          <p14:tracePt t="115173" x="6223000" y="6013450"/>
          <p14:tracePt t="115190" x="6337300" y="5981700"/>
          <p14:tracePt t="115207" x="6375400" y="5962650"/>
          <p14:tracePt t="115223" x="6477000" y="5924550"/>
          <p14:tracePt t="115240" x="6521450" y="5892800"/>
          <p14:tracePt t="115257" x="6597650" y="5873750"/>
          <p14:tracePt t="115273" x="6648450" y="5848350"/>
          <p14:tracePt t="115290" x="6686550" y="5829300"/>
          <p14:tracePt t="115306" x="6705600" y="5822950"/>
          <p14:tracePt t="115323" x="6718300" y="5803900"/>
          <p14:tracePt t="115340" x="6737350" y="5791200"/>
          <p14:tracePt t="115356" x="6737350" y="5784850"/>
          <p14:tracePt t="115373" x="6743700" y="5778500"/>
          <p14:tracePt t="115390" x="6750050" y="5765800"/>
          <p14:tracePt t="115406" x="6750050" y="5759450"/>
          <p14:tracePt t="115423" x="6750050" y="5734050"/>
          <p14:tracePt t="115440" x="6743700" y="5721350"/>
          <p14:tracePt t="115457" x="6705600" y="5683250"/>
          <p14:tracePt t="115473" x="6673850" y="5664200"/>
          <p14:tracePt t="115490" x="6623050" y="5632450"/>
          <p14:tracePt t="115507" x="6521450" y="5594350"/>
          <p14:tracePt t="115523" x="6464300" y="5568950"/>
          <p14:tracePt t="115540" x="6318250" y="5537200"/>
          <p14:tracePt t="115556" x="6273800" y="5524500"/>
          <p14:tracePt t="115573" x="6191250" y="5505450"/>
          <p14:tracePt t="115590" x="6108700" y="5480050"/>
          <p14:tracePt t="115606" x="6083300" y="5467350"/>
          <p14:tracePt t="115623" x="6064250" y="5467350"/>
          <p14:tracePt t="115640" x="6032500" y="5461000"/>
          <p14:tracePt t="115657" x="6019800" y="5461000"/>
          <p14:tracePt t="115673" x="5981700" y="5467350"/>
          <p14:tracePt t="115690" x="5962650" y="5480050"/>
          <p14:tracePt t="115707" x="5937250" y="5499100"/>
          <p14:tracePt t="115723" x="5911850" y="5518150"/>
          <p14:tracePt t="115740" x="5873750" y="5537200"/>
          <p14:tracePt t="115756" x="5822950" y="5568950"/>
          <p14:tracePt t="115773" x="5803900" y="5581650"/>
          <p14:tracePt t="115790" x="5765800" y="5613400"/>
          <p14:tracePt t="115807" x="5759450" y="5619750"/>
          <p14:tracePt t="115823" x="5740400" y="5632450"/>
          <p14:tracePt t="115840" x="5708650" y="5664200"/>
          <p14:tracePt t="115842" x="5702300" y="5670550"/>
          <p14:tracePt t="115857" x="5695950" y="5676900"/>
          <p14:tracePt t="115873" x="5645150" y="5734050"/>
          <p14:tracePt t="115890" x="5638800" y="5746750"/>
          <p14:tracePt t="115906" x="5581650" y="5797550"/>
          <p14:tracePt t="115923" x="5549900" y="5822950"/>
          <p14:tracePt t="115939" x="5467350" y="5873750"/>
          <p14:tracePt t="115956" x="5403850" y="5899150"/>
          <p14:tracePt t="115973" x="5372100" y="5918200"/>
          <p14:tracePt t="115990" x="5289550" y="5962650"/>
          <p14:tracePt t="116006" x="5270500" y="5981700"/>
          <p14:tracePt t="116023" x="5257800" y="5994400"/>
          <p14:tracePt t="116040" x="5245100" y="6013450"/>
          <p14:tracePt t="116057" x="5226050" y="6026150"/>
          <p14:tracePt t="116073" x="5226050" y="6032500"/>
          <p14:tracePt t="116089" x="5213350" y="6051550"/>
          <p14:tracePt t="116106" x="5194300" y="6070600"/>
          <p14:tracePt t="116123" x="5181600" y="6102350"/>
          <p14:tracePt t="116139" x="5181600" y="6108700"/>
          <p14:tracePt t="116156" x="5181600" y="6127750"/>
          <p14:tracePt t="116173" x="5181600" y="6146800"/>
          <p14:tracePt t="116189" x="5181600" y="6172200"/>
          <p14:tracePt t="116206" x="5181600" y="6178550"/>
          <p14:tracePt t="116223" x="5181600" y="6197600"/>
          <p14:tracePt t="116240" x="5194300" y="6210300"/>
          <p14:tracePt t="116256" x="5194300" y="6229350"/>
          <p14:tracePt t="116273" x="5207000" y="6242050"/>
          <p14:tracePt t="116289" x="5219700" y="6254750"/>
          <p14:tracePt t="116306" x="5232400" y="6261100"/>
          <p14:tracePt t="116323" x="5289550" y="6286500"/>
          <p14:tracePt t="116339" x="5321300" y="6299200"/>
          <p14:tracePt t="116356" x="5346700" y="6299200"/>
          <p14:tracePt t="116372" x="5441950" y="6330950"/>
          <p14:tracePt t="116389" x="5505450" y="6337300"/>
          <p14:tracePt t="116406" x="5588000" y="6350000"/>
          <p14:tracePt t="116422" x="5759450" y="6356350"/>
          <p14:tracePt t="116439" x="5816600" y="6356350"/>
          <p14:tracePt t="116456" x="5911850" y="6362700"/>
          <p14:tracePt t="116473" x="6083300" y="6362700"/>
          <p14:tracePt t="116489" x="6197600" y="6337300"/>
          <p14:tracePt t="116506" x="6254750" y="6324600"/>
          <p14:tracePt t="116523" x="6267450" y="6311900"/>
          <p14:tracePt t="116539" x="6362700" y="6273800"/>
          <p14:tracePt t="116556" x="6445250" y="6235700"/>
          <p14:tracePt t="116573" x="6508750" y="6191250"/>
          <p14:tracePt t="116589" x="6578600" y="6153150"/>
          <p14:tracePt t="116606" x="6661150" y="6115050"/>
          <p14:tracePt t="116623" x="6705600" y="6089650"/>
          <p14:tracePt t="116639" x="6750050" y="6057900"/>
          <p14:tracePt t="116656" x="6775450" y="6026150"/>
          <p14:tracePt t="116673" x="6819900" y="5943600"/>
          <p14:tracePt t="116689" x="6838950" y="5911850"/>
          <p14:tracePt t="116706" x="6845300" y="5886450"/>
          <p14:tracePt t="116723" x="6851650" y="5822950"/>
          <p14:tracePt t="116740" x="6851650" y="5784850"/>
          <p14:tracePt t="116756" x="6845300" y="5759450"/>
          <p14:tracePt t="116773" x="6851650" y="5715000"/>
          <p14:tracePt t="116790" x="6845300" y="5702300"/>
          <p14:tracePt t="116806" x="6838950" y="5683250"/>
          <p14:tracePt t="116823" x="6807200" y="5651500"/>
          <p14:tracePt t="116840" x="6750050" y="5619750"/>
          <p14:tracePt t="116842" x="6718300" y="5607050"/>
          <p14:tracePt t="116856" x="6616700" y="5549900"/>
          <p14:tracePt t="116873" x="6508750" y="5518150"/>
          <p14:tracePt t="116890" x="6343650" y="5461000"/>
          <p14:tracePt t="116906" x="6216650" y="5448300"/>
          <p14:tracePt t="116923" x="6096000" y="5441950"/>
          <p14:tracePt t="116939" x="5911850" y="5448300"/>
          <p14:tracePt t="116956" x="5873750" y="5448300"/>
          <p14:tracePt t="116973" x="5810250" y="5448300"/>
          <p14:tracePt t="116989" x="5727700" y="5454650"/>
          <p14:tracePt t="117006" x="5651500" y="5480050"/>
          <p14:tracePt t="117023" x="5581650" y="5499100"/>
          <p14:tracePt t="117040" x="5473700" y="5537200"/>
          <p14:tracePt t="117057" x="5467350" y="5537200"/>
          <p14:tracePt t="117073" x="5422900" y="5562600"/>
          <p14:tracePt t="117090" x="5391150" y="5575300"/>
          <p14:tracePt t="117106" x="5346700" y="5600700"/>
          <p14:tracePt t="117123" x="5321300" y="5607050"/>
          <p14:tracePt t="117140" x="5314950" y="5619750"/>
          <p14:tracePt t="117156" x="5257800" y="5645150"/>
          <p14:tracePt t="117173" x="5245100" y="5651500"/>
          <p14:tracePt t="117190" x="5187950" y="5676900"/>
          <p14:tracePt t="117207" x="5175250" y="5689600"/>
          <p14:tracePt t="117223" x="5168900" y="5695950"/>
          <p14:tracePt t="117240" x="5130800" y="5715000"/>
          <p14:tracePt t="117257" x="5111750" y="5727700"/>
          <p14:tracePt t="117273" x="5099050" y="5759450"/>
          <p14:tracePt t="117290" x="5086350" y="5778500"/>
          <p14:tracePt t="117306" x="5073650" y="5784850"/>
          <p14:tracePt t="117323" x="5067300" y="5822950"/>
          <p14:tracePt t="117340" x="5060950" y="5835650"/>
          <p14:tracePt t="117357" x="5060950" y="5848350"/>
          <p14:tracePt t="117373" x="5060950" y="5867400"/>
          <p14:tracePt t="117390" x="5067300" y="5892800"/>
          <p14:tracePt t="117406" x="5073650" y="5911850"/>
          <p14:tracePt t="117423" x="5073650" y="5924550"/>
          <p14:tracePt t="117439" x="5092700" y="5943600"/>
          <p14:tracePt t="117457" x="5099050" y="5949950"/>
          <p14:tracePt t="117473" x="5175250" y="5988050"/>
          <p14:tracePt t="117490" x="5187950" y="6013450"/>
          <p14:tracePt t="117506" x="5219700" y="6019800"/>
          <p14:tracePt t="117523" x="5257800" y="6045200"/>
          <p14:tracePt t="117540" x="5270500" y="6064250"/>
          <p14:tracePt t="117556" x="5302250" y="6076950"/>
          <p14:tracePt t="117573" x="5359400" y="6102350"/>
          <p14:tracePt t="117590" x="5397500" y="6115050"/>
          <p14:tracePt t="117606" x="5505450" y="6153150"/>
          <p14:tracePt t="117623" x="5518150" y="6153150"/>
          <p14:tracePt t="117640" x="5562600" y="6178550"/>
          <p14:tracePt t="117657" x="5657850" y="6197600"/>
          <p14:tracePt t="117673" x="5803900" y="6229350"/>
          <p14:tracePt t="117690" x="5880100" y="6248400"/>
          <p14:tracePt t="117706" x="6026150" y="6261100"/>
          <p14:tracePt t="117723" x="6076950" y="6261100"/>
          <p14:tracePt t="117740" x="6140450" y="6254750"/>
          <p14:tracePt t="117757" x="6229350" y="6216650"/>
          <p14:tracePt t="117773" x="6305550" y="6165850"/>
          <p14:tracePt t="117790" x="6375400" y="6115050"/>
          <p14:tracePt t="117807" x="6400800" y="6089650"/>
          <p14:tracePt t="117823" x="6559550" y="5981700"/>
          <p14:tracePt t="117840" x="6654800" y="5905500"/>
          <p14:tracePt t="117842" x="6667500" y="5892800"/>
          <p14:tracePt t="117856" x="6705600" y="5867400"/>
          <p14:tracePt t="117873" x="6775450" y="5803900"/>
          <p14:tracePt t="117890" x="6788150" y="5797550"/>
          <p14:tracePt t="117906" x="6819900" y="5772150"/>
          <p14:tracePt t="117923" x="6826250" y="5765800"/>
          <p14:tracePt t="117940" x="6826250" y="5753100"/>
          <p14:tracePt t="117985" x="6800850" y="5746750"/>
          <p14:tracePt t="117994" x="6788150" y="5740400"/>
          <p14:tracePt t="118006" x="6756400" y="5740400"/>
          <p14:tracePt t="118023" x="6711950" y="5740400"/>
          <p14:tracePt t="118040" x="6578600" y="5772150"/>
          <p14:tracePt t="118056" x="6521450" y="5791200"/>
          <p14:tracePt t="118073" x="6267450" y="5861050"/>
          <p14:tracePt t="118090" x="6184900" y="5873750"/>
          <p14:tracePt t="118106" x="6134100" y="5873750"/>
          <p14:tracePt t="118123" x="6070600" y="5873750"/>
          <p14:tracePt t="118139" x="6057900" y="5873750"/>
          <p14:tracePt t="118156" x="6032500" y="5873750"/>
          <p14:tracePt t="118173" x="5994400" y="5873750"/>
          <p14:tracePt t="118190" x="5988050" y="5873750"/>
          <p14:tracePt t="118321" x="5981700" y="5873750"/>
          <p14:tracePt t="118353" x="5981700" y="5880100"/>
          <p14:tracePt t="118361" x="5975350" y="5880100"/>
          <p14:tracePt t="118385" x="5975350" y="5886450"/>
          <p14:tracePt t="118409" x="5969000" y="5899150"/>
          <p14:tracePt t="118577" x="5969000" y="5892800"/>
          <p14:tracePt t="118729" x="5969000" y="5886450"/>
          <p14:tracePt t="118761" x="5981700" y="5886450"/>
          <p14:tracePt t="118778" x="5975350" y="5886450"/>
          <p14:tracePt t="118809" x="5975350" y="5873750"/>
          <p14:tracePt t="118834" x="5981700" y="5854700"/>
          <p14:tracePt t="118842" x="5981700" y="5848350"/>
          <p14:tracePt t="118849" x="5981700" y="5822950"/>
          <p14:tracePt t="118858" x="5981700" y="5791200"/>
          <p14:tracePt t="118873" x="5962650" y="5676900"/>
          <p14:tracePt t="118890" x="5943600" y="5594350"/>
          <p14:tracePt t="118906" x="5937250" y="5537200"/>
          <p14:tracePt t="118923" x="5924550" y="5473700"/>
          <p14:tracePt t="118940" x="5905500" y="5372100"/>
          <p14:tracePt t="118956" x="5892800" y="5321300"/>
          <p14:tracePt t="118973" x="5892800" y="5270500"/>
          <p14:tracePt t="118990" x="5899150" y="5245100"/>
          <p14:tracePt t="119006" x="5899150" y="5238750"/>
          <p14:tracePt t="119023" x="5899150" y="5232400"/>
          <p14:tracePt t="119473" x="5899150" y="5238750"/>
          <p14:tracePt t="119497" x="5892800" y="5251450"/>
          <p14:tracePt t="119506" x="5880100" y="5270500"/>
          <p14:tracePt t="119513" x="5854700" y="5289550"/>
          <p14:tracePt t="119529" x="5835650" y="5321300"/>
          <p14:tracePt t="119539" x="5803900" y="5346700"/>
          <p14:tracePt t="119556" x="5594350" y="5518150"/>
          <p14:tracePt t="119573" x="5353050" y="5645150"/>
          <p14:tracePt t="119589" x="4838700" y="5886450"/>
          <p14:tracePt t="119606" x="4629150" y="5962650"/>
          <p14:tracePt t="119623" x="4406900" y="6057900"/>
          <p14:tracePt t="119639" x="3873500" y="6203950"/>
          <p14:tracePt t="119657" x="3689350" y="6235700"/>
          <p14:tracePt t="119673" x="3492500" y="6280150"/>
          <p14:tracePt t="119690" x="3454400" y="6286500"/>
          <p14:tracePt t="119706" x="3365500" y="6286500"/>
          <p14:tracePt t="119723" x="3314700" y="6273800"/>
          <p14:tracePt t="119740" x="3276600" y="6261100"/>
          <p14:tracePt t="119756" x="3257550" y="6242050"/>
          <p14:tracePt t="119773" x="3194050" y="6223000"/>
          <p14:tracePt t="119790" x="3136900" y="6184900"/>
          <p14:tracePt t="119807" x="3067050" y="6115050"/>
          <p14:tracePt t="119823" x="2914650" y="5962650"/>
          <p14:tracePt t="119840" x="2851150" y="5880100"/>
          <p14:tracePt t="119842" x="2819400" y="5842000"/>
          <p14:tracePt t="119856" x="2794000" y="5803900"/>
          <p14:tracePt t="119873" x="2711450" y="5695950"/>
          <p14:tracePt t="119890" x="2679700" y="5670550"/>
          <p14:tracePt t="119906" x="2622550" y="5638800"/>
          <p14:tracePt t="119923" x="2616200" y="5632450"/>
          <p14:tracePt t="119940" x="2603500" y="5619750"/>
          <p14:tracePt t="119957" x="2597150" y="5619750"/>
          <p14:tracePt t="119973" x="2578100" y="5600700"/>
          <p14:tracePt t="119990" x="2559050" y="5594350"/>
          <p14:tracePt t="120006" x="2540000" y="5588000"/>
          <p14:tracePt t="120023" x="2527300" y="5581650"/>
          <p14:tracePt t="120040" x="2520950" y="5581650"/>
          <p14:tracePt t="120056" x="2476500" y="5575300"/>
          <p14:tracePt t="120073" x="2451100" y="5575300"/>
          <p14:tracePt t="120090" x="2413000" y="5581650"/>
          <p14:tracePt t="120106" x="2343150" y="5619750"/>
          <p14:tracePt t="120123" x="2324100" y="5638800"/>
          <p14:tracePt t="120140" x="2298700" y="5664200"/>
          <p14:tracePt t="120156" x="2279650" y="5676900"/>
          <p14:tracePt t="120173" x="2279650" y="5689600"/>
          <p14:tracePt t="120190" x="2273300" y="5689600"/>
          <p14:tracePt t="120223" x="2266950" y="5695950"/>
          <p14:tracePt t="120273" x="2254250" y="5695950"/>
          <p14:tracePt t="120321" x="2241550" y="5689600"/>
          <p14:tracePt t="120329" x="2228850" y="5689600"/>
          <p14:tracePt t="120340" x="2216150" y="5683250"/>
          <p14:tracePt t="120362" x="2209800" y="5676900"/>
          <p14:tracePt t="120373" x="2203450" y="5676900"/>
          <p14:tracePt t="120389" x="2178050" y="5676900"/>
          <p14:tracePt t="120407" x="2159000" y="5670550"/>
          <p14:tracePt t="120423" x="2139950" y="5670550"/>
          <p14:tracePt t="120440" x="2127250" y="5664200"/>
          <p14:tracePt t="120457" x="2108200" y="5664200"/>
          <p14:tracePt t="120473" x="2089150" y="5670550"/>
          <p14:tracePt t="120513" x="2082800" y="5676900"/>
          <p14:tracePt t="120523" x="2070100" y="5676900"/>
          <p14:tracePt t="120540" x="2070100" y="5689600"/>
          <p14:tracePt t="120556" x="2032000" y="5727700"/>
          <p14:tracePt t="120573" x="2025650" y="5753100"/>
          <p14:tracePt t="120590" x="2019300" y="5765800"/>
          <p14:tracePt t="120606" x="1993900" y="5816600"/>
          <p14:tracePt t="120622" x="1987550" y="5835650"/>
          <p14:tracePt t="120639" x="2000250" y="5880100"/>
          <p14:tracePt t="120656" x="2019300" y="5949950"/>
          <p14:tracePt t="120673" x="2025650" y="5994400"/>
          <p14:tracePt t="120689" x="2070100" y="6051550"/>
          <p14:tracePt t="120706" x="2070100" y="6083300"/>
          <p14:tracePt t="120723" x="2082800" y="6127750"/>
          <p14:tracePt t="120740" x="2108200" y="6184900"/>
          <p14:tracePt t="120756" x="2114550" y="6203950"/>
          <p14:tracePt t="120773" x="2152650" y="6216650"/>
          <p14:tracePt t="120790" x="2165350" y="6229350"/>
          <p14:tracePt t="120806" x="2216150" y="6261100"/>
          <p14:tracePt t="120823" x="2235200" y="6280150"/>
          <p14:tracePt t="120840" x="2317750" y="6311900"/>
          <p14:tracePt t="120842" x="2336800" y="6318250"/>
          <p14:tracePt t="120856" x="2368550" y="6337300"/>
          <p14:tracePt t="120873" x="2413000" y="6362700"/>
          <p14:tracePt t="120889" x="2609850" y="6407150"/>
          <p14:tracePt t="120906" x="2679700" y="6419850"/>
          <p14:tracePt t="120923" x="2794000" y="6432550"/>
          <p14:tracePt t="120940" x="2901950" y="6451600"/>
          <p14:tracePt t="120956" x="2965450" y="6451600"/>
          <p14:tracePt t="120973" x="3028950" y="6464300"/>
          <p14:tracePt t="120990" x="3086100" y="6464300"/>
          <p14:tracePt t="121006" x="3232150" y="6470650"/>
          <p14:tracePt t="121023" x="3263900" y="6464300"/>
          <p14:tracePt t="121040" x="3340100" y="6457950"/>
          <p14:tracePt t="121057" x="3416300" y="6451600"/>
          <p14:tracePt t="121073" x="3511550" y="6438900"/>
          <p14:tracePt t="121089" x="3683000" y="6388100"/>
          <p14:tracePt t="121106" x="3740150" y="6362700"/>
          <p14:tracePt t="121123" x="3784600" y="6330950"/>
          <p14:tracePt t="121140" x="3803650" y="6318250"/>
          <p14:tracePt t="121156" x="3975100" y="6223000"/>
          <p14:tracePt t="121173" x="4051300" y="6165850"/>
          <p14:tracePt t="121190" x="4203700" y="6026150"/>
          <p14:tracePt t="121206" x="4311650" y="5969000"/>
          <p14:tracePt t="121223" x="4381500" y="5924550"/>
          <p14:tracePt t="121240" x="4438650" y="5854700"/>
          <p14:tracePt t="121257" x="4483100" y="5753100"/>
          <p14:tracePt t="121273" x="4483100" y="5670550"/>
          <p14:tracePt t="121290" x="4425950" y="5543550"/>
          <p14:tracePt t="121306" x="4387850" y="5505450"/>
          <p14:tracePt t="121323" x="4305300" y="5454650"/>
          <p14:tracePt t="121340" x="4019550" y="5365750"/>
          <p14:tracePt t="121356" x="3860800" y="5340350"/>
          <p14:tracePt t="121373" x="3473450" y="5314950"/>
          <p14:tracePt t="121389" x="3397250" y="5314950"/>
          <p14:tracePt t="121406" x="3219450" y="5314950"/>
          <p14:tracePt t="121423" x="3086100" y="5308600"/>
          <p14:tracePt t="121440" x="2895600" y="5302250"/>
          <p14:tracePt t="121456" x="2806700" y="5302250"/>
          <p14:tracePt t="121473" x="2590800" y="5327650"/>
          <p14:tracePt t="121489" x="2546350" y="5327650"/>
          <p14:tracePt t="121506" x="2406650" y="5365750"/>
          <p14:tracePt t="121523" x="2254250" y="5403850"/>
          <p14:tracePt t="121539" x="2171700" y="5435600"/>
          <p14:tracePt t="121556" x="2038350" y="5486400"/>
          <p14:tracePt t="121573" x="2019300" y="5486400"/>
          <p14:tracePt t="121590" x="1955800" y="5511800"/>
          <p14:tracePt t="121607" x="1873250" y="5549900"/>
          <p14:tracePt t="121623" x="1841500" y="5568950"/>
          <p14:tracePt t="121640" x="1803400" y="5600700"/>
          <p14:tracePt t="121656" x="1784350" y="5607050"/>
          <p14:tracePt t="121673" x="1727200" y="5657850"/>
          <p14:tracePt t="121690" x="1708150" y="5676900"/>
          <p14:tracePt t="121706" x="1651000" y="5721350"/>
          <p14:tracePt t="121723" x="1638300" y="5721350"/>
          <p14:tracePt t="121740" x="1612900" y="5746750"/>
          <p14:tracePt t="121756" x="1581150" y="5778500"/>
          <p14:tracePt t="121773" x="1606550" y="5797550"/>
          <p14:tracePt t="121790" x="1631950" y="5829300"/>
          <p14:tracePt t="121806" x="1638300" y="5854700"/>
          <p14:tracePt t="121823" x="1638300" y="5861050"/>
          <p14:tracePt t="121840" x="1657350" y="5937250"/>
          <p14:tracePt t="121842" x="1663700" y="5956300"/>
          <p14:tracePt t="121857" x="1682750" y="5975350"/>
          <p14:tracePt t="121873" x="1758950" y="6051550"/>
          <p14:tracePt t="121890" x="1803400" y="6115050"/>
          <p14:tracePt t="121906" x="1828800" y="6140450"/>
          <p14:tracePt t="121923" x="1866900" y="6197600"/>
          <p14:tracePt t="121939" x="1930400" y="6242050"/>
          <p14:tracePt t="121956" x="1974850" y="6280150"/>
          <p14:tracePt t="121973" x="2051050" y="6324600"/>
          <p14:tracePt t="121990" x="2095500" y="6343650"/>
          <p14:tracePt t="122006" x="2139950" y="6369050"/>
          <p14:tracePt t="122023" x="2279650" y="6426200"/>
          <p14:tracePt t="122040" x="2368550" y="6438900"/>
          <p14:tracePt t="122056" x="2508250" y="6464300"/>
          <p14:tracePt t="122073" x="2698750" y="6489700"/>
          <p14:tracePt t="122090" x="2819400" y="6508750"/>
          <p14:tracePt t="122106" x="2921000" y="6521450"/>
          <p14:tracePt t="122123" x="3175000" y="6534150"/>
          <p14:tracePt t="122139" x="3276600" y="6527800"/>
          <p14:tracePt t="122156" x="3327400" y="6521450"/>
          <p14:tracePt t="122173" x="3441700" y="6489700"/>
          <p14:tracePt t="122189" x="3511550" y="6464300"/>
          <p14:tracePt t="122206" x="3702050" y="6381750"/>
          <p14:tracePt t="122223" x="3797300" y="6337300"/>
          <p14:tracePt t="122240" x="3860800" y="6305550"/>
          <p14:tracePt t="122256" x="3917950" y="6286500"/>
          <p14:tracePt t="122273" x="4044950" y="6235700"/>
          <p14:tracePt t="122290" x="4083050" y="6216650"/>
          <p14:tracePt t="122306" x="4133850" y="6191250"/>
          <p14:tracePt t="122323" x="4152900" y="6178550"/>
          <p14:tracePt t="122340" x="4152900" y="6172200"/>
          <p14:tracePt t="122553" x="4152900" y="6165850"/>
          <p14:tracePt t="122561" x="4184650" y="6146800"/>
          <p14:tracePt t="122573" x="4203700" y="6146800"/>
          <p14:tracePt t="122589" x="4203700" y="6140450"/>
          <p14:tracePt t="122606" x="4203700" y="6134100"/>
          <p14:tracePt t="122622" x="4216400" y="6096000"/>
          <p14:tracePt t="122639" x="4216400" y="6070600"/>
          <p14:tracePt t="122656" x="4191000" y="6032500"/>
          <p14:tracePt t="122672" x="4121150" y="5930900"/>
          <p14:tracePt t="122689" x="4083050" y="5911850"/>
          <p14:tracePt t="122706" x="3860800" y="5835650"/>
          <p14:tracePt t="122723" x="3740150" y="5810250"/>
          <p14:tracePt t="122739" x="3416300" y="5765800"/>
          <p14:tracePt t="122756" x="3244850" y="5740400"/>
          <p14:tracePt t="122773" x="3092450" y="5734050"/>
          <p14:tracePt t="122790" x="2971800" y="5715000"/>
          <p14:tracePt t="122806" x="2844800" y="5715000"/>
          <p14:tracePt t="122823" x="2819400" y="5715000"/>
          <p14:tracePt t="122840" x="2762250" y="5734050"/>
          <p14:tracePt t="122842" x="2762250" y="5740400"/>
          <p14:tracePt t="122856" x="2755900" y="5746750"/>
          <p14:tracePt t="122873" x="2755900" y="5753100"/>
          <p14:tracePt t="122889" x="2749550" y="5772150"/>
          <p14:tracePt t="122906" x="2743200" y="5791200"/>
          <p14:tracePt t="122923" x="2743200" y="5816600"/>
          <p14:tracePt t="122940" x="2717800" y="5867400"/>
          <p14:tracePt t="122956" x="2705100" y="5930900"/>
          <p14:tracePt t="122973" x="2667000" y="5975350"/>
          <p14:tracePt t="122990" x="2616200" y="6019800"/>
          <p14:tracePt t="123006" x="2552700" y="6070600"/>
          <p14:tracePt t="123023" x="2514600" y="6089650"/>
          <p14:tracePt t="123040" x="2476500" y="6127750"/>
          <p14:tracePt t="123056" x="2463800" y="6146800"/>
          <p14:tracePt t="123073" x="2444750" y="6153150"/>
          <p14:tracePt t="123089" x="2438400" y="6153150"/>
          <p14:tracePt t="123106" x="2438400" y="6146800"/>
          <p14:tracePt t="123123" x="2419350" y="6127750"/>
          <p14:tracePt t="123140" x="2406650" y="6108700"/>
          <p14:tracePt t="123156" x="2381250" y="6057900"/>
          <p14:tracePt t="123173" x="2343150" y="5969000"/>
          <p14:tracePt t="123190" x="2336800" y="5911850"/>
          <p14:tracePt t="123206" x="2286000" y="5835650"/>
          <p14:tracePt t="123223" x="2286000" y="5765800"/>
          <p14:tracePt t="123239" x="2266950" y="5753100"/>
          <p14:tracePt t="123256" x="2273300" y="5715000"/>
          <p14:tracePt t="123273" x="2273300" y="5708650"/>
          <p14:tracePt t="123289" x="2273300" y="5702300"/>
          <p14:tracePt t="123377" x="2279650" y="5708650"/>
          <p14:tracePt t="123401" x="2286000" y="5708650"/>
          <p14:tracePt t="123409" x="2298700" y="5715000"/>
          <p14:tracePt t="123417" x="2292350" y="5715000"/>
          <p14:tracePt t="123433" x="2286000" y="5721350"/>
          <p14:tracePt t="123473" x="2279650" y="5721350"/>
          <p14:tracePt t="123513" x="2286000" y="5708650"/>
          <p14:tracePt t="123521" x="2286000" y="5702300"/>
          <p14:tracePt t="123537" x="2286000" y="5689600"/>
          <p14:tracePt t="123545" x="2286000" y="5670550"/>
          <p14:tracePt t="123561" x="2286000" y="5632450"/>
          <p14:tracePt t="123573" x="2279650" y="5594350"/>
          <p14:tracePt t="123590" x="2222500" y="5441950"/>
          <p14:tracePt t="123606" x="2216150" y="5353050"/>
          <p14:tracePt t="123623" x="2190750" y="5270500"/>
          <p14:tracePt t="123640" x="2108200" y="5200650"/>
          <p14:tracePt t="123657" x="2101850" y="5181600"/>
          <p14:tracePt t="123673" x="2108200" y="5130800"/>
          <p14:tracePt t="123690" x="2114550" y="5124450"/>
          <p14:tracePt t="123761" x="2114550" y="5118100"/>
          <p14:tracePt t="124153" x="2114550" y="5111750"/>
          <p14:tracePt t="124162" x="2127250" y="5111750"/>
          <p14:tracePt t="124173" x="2133600" y="5111750"/>
          <p14:tracePt t="124189" x="2139950" y="5105400"/>
          <p14:tracePt t="124257" x="2146300" y="5105400"/>
          <p14:tracePt t="124345" x="2159000" y="5105400"/>
          <p14:tracePt t="124353" x="2178050" y="5105400"/>
          <p14:tracePt t="124426" x="2184400" y="5105400"/>
          <p14:tracePt t="124593" x="2184400" y="5099050"/>
          <p14:tracePt t="124713" x="2184400" y="5092700"/>
          <p14:tracePt t="124785" x="2184400" y="5086350"/>
          <p14:tracePt t="124849" x="2197100" y="5080000"/>
          <p14:tracePt t="124873" x="2203450" y="5073650"/>
          <p14:tracePt t="124881" x="2209800" y="5073650"/>
          <p14:tracePt t="124889" x="2209800" y="5067300"/>
          <p14:tracePt t="124906" x="2254250" y="5060950"/>
          <p14:tracePt t="124923" x="2298700" y="5054600"/>
          <p14:tracePt t="124939" x="2324100" y="5054600"/>
          <p14:tracePt t="124957" x="2438400" y="5054600"/>
          <p14:tracePt t="124973" x="2578100" y="5054600"/>
          <p14:tracePt t="124990" x="2921000" y="5029200"/>
          <p14:tracePt t="125006" x="3054350" y="5029200"/>
          <p14:tracePt t="125023" x="3124200" y="5029200"/>
          <p14:tracePt t="125040" x="3270250" y="5010150"/>
          <p14:tracePt t="125057" x="3562350" y="4984750"/>
          <p14:tracePt t="125073" x="3708400" y="4972050"/>
          <p14:tracePt t="125090" x="3873500" y="4933950"/>
          <p14:tracePt t="125107" x="3911600" y="4921250"/>
          <p14:tracePt t="125123" x="4013200" y="4889500"/>
          <p14:tracePt t="125140" x="4127500" y="4851400"/>
          <p14:tracePt t="125156" x="4184650" y="4826000"/>
          <p14:tracePt t="125173" x="4248150" y="4806950"/>
          <p14:tracePt t="125189" x="4337050" y="4787900"/>
          <p14:tracePt t="125206" x="4381500" y="4775200"/>
          <p14:tracePt t="125223" x="4470400" y="4762500"/>
          <p14:tracePt t="125240" x="4559300" y="4756150"/>
          <p14:tracePt t="125257" x="4724400" y="4756150"/>
          <p14:tracePt t="125273" x="4864100" y="4756150"/>
          <p14:tracePt t="125290" x="4908550" y="4756150"/>
          <p14:tracePt t="125306" x="5010150" y="4756150"/>
          <p14:tracePt t="125323" x="5067300" y="4756150"/>
          <p14:tracePt t="125339" x="5118100" y="4756150"/>
          <p14:tracePt t="125356" x="5156200" y="4743450"/>
          <p14:tracePt t="125373" x="5162550" y="4743450"/>
          <p14:tracePt t="125389" x="5168900" y="4737100"/>
          <p14:tracePt t="125406" x="5175250" y="4718050"/>
          <p14:tracePt t="125423" x="5187950" y="4673600"/>
          <p14:tracePt t="125439" x="5194300" y="4660900"/>
          <p14:tracePt t="125457" x="5207000" y="4629150"/>
          <p14:tracePt t="125473" x="5232400" y="4559300"/>
          <p14:tracePt t="125490" x="5270500" y="4521200"/>
          <p14:tracePt t="125506" x="5276850" y="4445000"/>
          <p14:tracePt t="125523" x="5276850" y="4425950"/>
          <p14:tracePt t="125540" x="5257800" y="4387850"/>
          <p14:tracePt t="125556" x="5245100" y="4337050"/>
          <p14:tracePt t="125573" x="5194300" y="4260850"/>
          <p14:tracePt t="125590" x="5168900" y="4210050"/>
          <p14:tracePt t="125606" x="5111750" y="4146550"/>
          <p14:tracePt t="125623" x="5099050" y="4133850"/>
          <p14:tracePt t="125640" x="5067300" y="4102100"/>
          <p14:tracePt t="125657" x="5022850" y="4070350"/>
          <p14:tracePt t="125673" x="4946650" y="4025900"/>
          <p14:tracePt t="125689" x="4870450" y="3987800"/>
          <p14:tracePt t="125706" x="4845050" y="3981450"/>
          <p14:tracePt t="125723" x="4787900" y="3949700"/>
          <p14:tracePt t="125740" x="4686300" y="3917950"/>
          <p14:tracePt t="125756" x="4610100" y="3892550"/>
          <p14:tracePt t="125773" x="4527550" y="3860800"/>
          <p14:tracePt t="125789" x="4476750" y="3848100"/>
          <p14:tracePt t="125806" x="4451350" y="3835400"/>
          <p14:tracePt t="125823" x="4337050" y="3810000"/>
          <p14:tracePt t="125839" x="4298950" y="3803650"/>
          <p14:tracePt t="125842" x="4267200" y="3797300"/>
          <p14:tracePt t="125856" x="4222750" y="3797300"/>
          <p14:tracePt t="125873" x="4083050" y="3771900"/>
          <p14:tracePt t="125890" x="4064000" y="3765550"/>
          <p14:tracePt t="125906" x="3975100" y="3759200"/>
          <p14:tracePt t="125923" x="3873500" y="3752850"/>
          <p14:tracePt t="125940" x="3778250" y="3752850"/>
          <p14:tracePt t="125956" x="3702050" y="3752850"/>
          <p14:tracePt t="125973" x="3638550" y="3752850"/>
          <p14:tracePt t="125990" x="3613150" y="3746500"/>
          <p14:tracePt t="126006" x="3556000" y="3740150"/>
          <p14:tracePt t="126023" x="3435350" y="3740150"/>
          <p14:tracePt t="126040" x="3333750" y="3740150"/>
          <p14:tracePt t="126056" x="3263900" y="3740150"/>
          <p14:tracePt t="126073" x="3111500" y="3740150"/>
          <p14:tracePt t="126089" x="2971800" y="3740150"/>
          <p14:tracePt t="126106" x="2914650" y="3740150"/>
          <p14:tracePt t="126123" x="2692400" y="3733800"/>
          <p14:tracePt t="126140" x="2578100" y="3733800"/>
          <p14:tracePt t="126156" x="2508250" y="3733800"/>
          <p14:tracePt t="126173" x="2286000" y="3733800"/>
          <p14:tracePt t="126190" x="2203450" y="3733800"/>
          <p14:tracePt t="126206" x="2133600" y="3733800"/>
          <p14:tracePt t="126223" x="2000250" y="3733800"/>
          <p14:tracePt t="126239" x="1911350" y="3746500"/>
          <p14:tracePt t="126256" x="1847850" y="3746500"/>
          <p14:tracePt t="126273" x="1701800" y="3759200"/>
          <p14:tracePt t="126289" x="1631950" y="3778250"/>
          <p14:tracePt t="126306" x="1574800" y="3790950"/>
          <p14:tracePt t="126323" x="1562100" y="3797300"/>
          <p14:tracePt t="126340" x="1543050" y="3803650"/>
          <p14:tracePt t="126356" x="1562100" y="3810000"/>
          <p14:tracePt t="126373" x="1625600" y="3822700"/>
          <p14:tracePt t="126390" x="1619250" y="3829050"/>
          <p14:tracePt t="126406" x="1619250" y="3835400"/>
          <p14:tracePt t="126423" x="1606550" y="3841750"/>
          <p14:tracePt t="126440" x="1587500" y="3873500"/>
          <p14:tracePt t="126456" x="1574800" y="3879850"/>
          <p14:tracePt t="126473" x="1530350" y="3949700"/>
          <p14:tracePt t="126490" x="1517650" y="3981450"/>
          <p14:tracePt t="126506" x="1524000" y="4038600"/>
          <p14:tracePt t="126523" x="1530350" y="4064000"/>
          <p14:tracePt t="126540" x="1536700" y="4165600"/>
          <p14:tracePt t="126556" x="1543050" y="4210050"/>
          <p14:tracePt t="126573" x="1574800" y="4260850"/>
          <p14:tracePt t="126590" x="1587500" y="4279900"/>
          <p14:tracePt t="126606" x="1600200" y="4292600"/>
          <p14:tracePt t="126640" x="1600200" y="4311650"/>
          <p14:tracePt t="126656" x="1606550" y="4318000"/>
          <p14:tracePt t="126673" x="1606550" y="4324350"/>
          <p14:tracePt t="126690" x="1612900" y="4330700"/>
          <p14:tracePt t="126706" x="1625600" y="4349750"/>
          <p14:tracePt t="126723" x="1651000" y="4375150"/>
          <p14:tracePt t="126739" x="1708150" y="4406900"/>
          <p14:tracePt t="126756" x="1765300" y="4419600"/>
          <p14:tracePt t="126773" x="1797050" y="4445000"/>
          <p14:tracePt t="126789" x="1885950" y="4489450"/>
          <p14:tracePt t="126806" x="1917700" y="4527550"/>
          <p14:tracePt t="126823" x="1987550" y="4578350"/>
          <p14:tracePt t="126839" x="2032000" y="4597400"/>
          <p14:tracePt t="126856" x="2076450" y="4622800"/>
          <p14:tracePt t="126872" x="2209800" y="4711700"/>
          <p14:tracePt t="126889" x="2273300" y="4724400"/>
          <p14:tracePt t="126906" x="2406650" y="4775200"/>
          <p14:tracePt t="126923" x="2476500" y="4800600"/>
          <p14:tracePt t="126940" x="2540000" y="4806950"/>
          <p14:tracePt t="126956" x="2616200" y="4819650"/>
          <p14:tracePt t="126973" x="2806700" y="4845050"/>
          <p14:tracePt t="126990" x="2876550" y="4851400"/>
          <p14:tracePt t="127006" x="3079750" y="4876800"/>
          <p14:tracePt t="127023" x="3143250" y="4876800"/>
          <p14:tracePt t="127039" x="3270250" y="4895850"/>
          <p14:tracePt t="127056" x="3454400" y="4927600"/>
          <p14:tracePt t="127073" x="3606800" y="4953000"/>
          <p14:tracePt t="127089" x="3721100" y="4965700"/>
          <p14:tracePt t="127106" x="3829050" y="4991100"/>
          <p14:tracePt t="127123" x="3898900" y="4991100"/>
          <p14:tracePt t="127139" x="3987800" y="4997450"/>
          <p14:tracePt t="127156" x="4114800" y="4997450"/>
          <p14:tracePt t="127173" x="4171950" y="4978400"/>
          <p14:tracePt t="127189" x="4248150" y="4959350"/>
          <p14:tracePt t="127206" x="4311650" y="4953000"/>
          <p14:tracePt t="127223" x="4362450" y="4946650"/>
          <p14:tracePt t="127240" x="4438650" y="4933950"/>
          <p14:tracePt t="127256" x="4502150" y="4921250"/>
          <p14:tracePt t="127272" x="4616450" y="4908550"/>
          <p14:tracePt t="127289" x="4635500" y="4908550"/>
          <p14:tracePt t="127306" x="4711700" y="4908550"/>
          <p14:tracePt t="127323" x="4813300" y="4902200"/>
          <p14:tracePt t="127339" x="4895850" y="4889500"/>
          <p14:tracePt t="127356" x="4972050" y="4876800"/>
          <p14:tracePt t="127373" x="5067300" y="4845050"/>
          <p14:tracePt t="127390" x="5099050" y="4832350"/>
          <p14:tracePt t="127406" x="5156200" y="4806950"/>
          <p14:tracePt t="127423" x="5219700" y="4768850"/>
          <p14:tracePt t="127440" x="5238750" y="4743450"/>
          <p14:tracePt t="127456" x="5270500" y="4711700"/>
          <p14:tracePt t="127473" x="5283200" y="4622800"/>
          <p14:tracePt t="127490" x="5302250" y="4546600"/>
          <p14:tracePt t="127506" x="5314950" y="4489450"/>
          <p14:tracePt t="127522" x="5314950" y="4356100"/>
          <p14:tracePt t="127539" x="5314950" y="4292600"/>
          <p14:tracePt t="127557" x="5283200" y="4260850"/>
          <p14:tracePt t="127573" x="5207000" y="4152900"/>
          <p14:tracePt t="127589" x="5168900" y="4095750"/>
          <p14:tracePt t="127606" x="5099050" y="4044950"/>
          <p14:tracePt t="127623" x="4978400" y="3994150"/>
          <p14:tracePt t="127639" x="4933950" y="3975100"/>
          <p14:tracePt t="127656" x="4902200" y="3962400"/>
          <p14:tracePt t="127673" x="4768850" y="3924300"/>
          <p14:tracePt t="127690" x="4711700" y="3911600"/>
          <p14:tracePt t="127706" x="4591050" y="3898900"/>
          <p14:tracePt t="127723" x="4438650" y="3898900"/>
          <p14:tracePt t="127740" x="4387850" y="3898900"/>
          <p14:tracePt t="127756" x="4019550" y="3911600"/>
          <p14:tracePt t="127773" x="3886200" y="3917950"/>
          <p14:tracePt t="127790" x="3746500" y="3930650"/>
          <p14:tracePt t="127806" x="3517900" y="3943350"/>
          <p14:tracePt t="127823" x="3460750" y="3943350"/>
          <p14:tracePt t="127840" x="3352800" y="3949700"/>
          <p14:tracePt t="127842" x="3244850" y="3962400"/>
          <p14:tracePt t="127856" x="3194050" y="3962400"/>
          <p14:tracePt t="127873" x="3067050" y="3987800"/>
          <p14:tracePt t="127889" x="2895600" y="4025900"/>
          <p14:tracePt t="127906" x="2851150" y="4025900"/>
          <p14:tracePt t="127923" x="2749550" y="4038600"/>
          <p14:tracePt t="127940" x="2641600" y="4038600"/>
          <p14:tracePt t="127956" x="2590800" y="4038600"/>
          <p14:tracePt t="127973" x="2559050" y="4032250"/>
          <p14:tracePt t="127990" x="2540000" y="4025900"/>
          <p14:tracePt t="128006" x="2501900" y="4025900"/>
          <p14:tracePt t="128023" x="2489200" y="4025900"/>
          <p14:tracePt t="128040" x="2470150" y="4025900"/>
          <p14:tracePt t="128056" x="2457450" y="4025900"/>
          <p14:tracePt t="128073" x="2432050" y="4044950"/>
          <p14:tracePt t="128090" x="2393950" y="4076700"/>
          <p14:tracePt t="128106" x="2349500" y="4102100"/>
          <p14:tracePt t="128123" x="2266950" y="4146550"/>
          <p14:tracePt t="128140" x="2222500" y="4165600"/>
          <p14:tracePt t="128156" x="2197100" y="4184650"/>
          <p14:tracePt t="128173" x="2159000" y="4191000"/>
          <p14:tracePt t="128190" x="2133600" y="4210050"/>
          <p14:tracePt t="128206" x="2108200" y="4210050"/>
          <p14:tracePt t="128223" x="2095500" y="4222750"/>
          <p14:tracePt t="128240" x="2082800" y="4222750"/>
          <p14:tracePt t="128273" x="2063750" y="4229100"/>
          <p14:tracePt t="128290" x="2063750" y="4235450"/>
          <p14:tracePt t="128306" x="2032000" y="4241800"/>
          <p14:tracePt t="128369" x="2038350" y="4241800"/>
          <p14:tracePt t="128393" x="2032000" y="4248150"/>
          <p14:tracePt t="128401" x="2038350" y="4248150"/>
          <p14:tracePt t="128425" x="2032000" y="4248150"/>
          <p14:tracePt t="128433" x="2019300" y="4248150"/>
          <p14:tracePt t="128441" x="2000250" y="4248150"/>
          <p14:tracePt t="128456" x="2000250" y="4254500"/>
          <p14:tracePt t="128473" x="1993900" y="4254500"/>
          <p14:tracePt t="128585" x="2000250" y="4260850"/>
          <p14:tracePt t="128601" x="2006600" y="4267200"/>
          <p14:tracePt t="128609" x="2025650" y="4267200"/>
          <p14:tracePt t="128625" x="2032000" y="4267200"/>
          <p14:tracePt t="128632" x="2038350" y="4267200"/>
          <p14:tracePt t="128640" x="2051050" y="4267200"/>
          <p14:tracePt t="128657" x="2063750" y="4260850"/>
          <p14:tracePt t="128673" x="2076450" y="4260850"/>
          <p14:tracePt t="128697" x="2089150" y="4254500"/>
          <p14:tracePt t="128760" x="2082800" y="4254500"/>
          <p14:tracePt t="128777" x="2089150" y="4254500"/>
          <p14:tracePt t="128808" x="2095500" y="4254500"/>
          <p14:tracePt t="128849" x="2089150" y="4260850"/>
          <p14:tracePt t="128889" x="2095500" y="4260850"/>
          <p14:tracePt t="128905" x="2095500" y="4267200"/>
          <p14:tracePt t="128914" x="2101850" y="4273550"/>
          <p14:tracePt t="128923" x="2101850" y="4279900"/>
          <p14:tracePt t="128939" x="2114550" y="4286250"/>
          <p14:tracePt t="128956" x="2139950" y="4337050"/>
          <p14:tracePt t="128973" x="2171700" y="4368800"/>
          <p14:tracePt t="128990" x="2178050" y="4375150"/>
          <p14:tracePt t="129006" x="2260600" y="4457700"/>
          <p14:tracePt t="129023" x="2317750" y="4508500"/>
          <p14:tracePt t="129040" x="2387600" y="4572000"/>
          <p14:tracePt t="129056" x="2508250" y="4648200"/>
          <p14:tracePt t="129073" x="2603500" y="4692650"/>
          <p14:tracePt t="129089" x="2711450" y="4724400"/>
          <p14:tracePt t="129107" x="2876550" y="4768850"/>
          <p14:tracePt t="129123" x="2940050" y="4775200"/>
          <p14:tracePt t="129139" x="3048000" y="4787900"/>
          <p14:tracePt t="129156" x="3175000" y="4800600"/>
          <p14:tracePt t="129173" x="3213100" y="4806950"/>
          <p14:tracePt t="129189" x="3308350" y="4819650"/>
          <p14:tracePt t="129206" x="3429000" y="4826000"/>
          <p14:tracePt t="129223" x="3543300" y="4851400"/>
          <p14:tracePt t="129240" x="3683000" y="4876800"/>
          <p14:tracePt t="129256" x="3867150" y="4908550"/>
          <p14:tracePt t="129273" x="4057650" y="4940300"/>
          <p14:tracePt t="129290" x="4222750" y="4991100"/>
          <p14:tracePt t="129306" x="4298950" y="5022850"/>
          <p14:tracePt t="129323" x="4387850" y="5048250"/>
          <p14:tracePt t="129340" x="4514850" y="5067300"/>
          <p14:tracePt t="129356" x="4584700" y="5092700"/>
          <p14:tracePt t="129373" x="4622800" y="5099050"/>
          <p14:tracePt t="129389" x="4641850" y="5105400"/>
          <p14:tracePt t="129406" x="4660900" y="5111750"/>
          <p14:tracePt t="129423" x="4673600" y="5111750"/>
          <p14:tracePt t="129465" x="4699000" y="5105400"/>
          <p14:tracePt t="129473" x="4718050" y="5105400"/>
          <p14:tracePt t="129482" x="4730750" y="5092700"/>
          <p14:tracePt t="129505" x="4756150" y="5080000"/>
          <p14:tracePt t="129513" x="4768850" y="5073650"/>
          <p14:tracePt t="129523" x="4775200" y="5060950"/>
          <p14:tracePt t="129539" x="4800600" y="5048250"/>
          <p14:tracePt t="129556" x="4851400" y="5022850"/>
          <p14:tracePt t="129573" x="4895850" y="4997450"/>
          <p14:tracePt t="129590" x="4921250" y="4978400"/>
          <p14:tracePt t="129606" x="4965700" y="4953000"/>
          <p14:tracePt t="129623" x="4978400" y="4946650"/>
          <p14:tracePt t="129639" x="5016500" y="4921250"/>
          <p14:tracePt t="129656" x="5048250" y="4895850"/>
          <p14:tracePt t="129673" x="5067300" y="4889500"/>
          <p14:tracePt t="129689" x="5080000" y="4876800"/>
          <p14:tracePt t="129706" x="5124450" y="4857750"/>
          <p14:tracePt t="129723" x="5130800" y="4845050"/>
          <p14:tracePt t="129740" x="5130800" y="4838700"/>
          <p14:tracePt t="129756" x="5137150" y="4819650"/>
          <p14:tracePt t="129773" x="5143500" y="4787900"/>
          <p14:tracePt t="129789" x="5143500" y="4711700"/>
          <p14:tracePt t="129806" x="5143500" y="4673600"/>
          <p14:tracePt t="129823" x="5111750" y="4591050"/>
          <p14:tracePt t="129840" x="5048250" y="4457700"/>
          <p14:tracePt t="129842" x="5022850" y="4394200"/>
          <p14:tracePt t="129856" x="4991100" y="4337050"/>
          <p14:tracePt t="129873" x="4787900" y="4133850"/>
          <p14:tracePt t="129889" x="4730750" y="4102100"/>
          <p14:tracePt t="129906" x="4629150" y="4051300"/>
          <p14:tracePt t="129923" x="4445000" y="4019550"/>
          <p14:tracePt t="129940" x="4318000" y="4038600"/>
          <p14:tracePt t="129956" x="4216400" y="4083050"/>
          <p14:tracePt t="129973" x="4083050" y="4171950"/>
          <p14:tracePt t="129990" x="4000500" y="4229100"/>
          <p14:tracePt t="130006" x="3930650" y="4279900"/>
          <p14:tracePt t="130023" x="3771900" y="4362450"/>
          <p14:tracePt t="130039" x="3663950" y="4419600"/>
          <p14:tracePt t="130056" x="3632200" y="4432300"/>
          <p14:tracePt t="130073" x="3524250" y="4502150"/>
          <p14:tracePt t="130090" x="3460750" y="4533900"/>
          <p14:tracePt t="130106" x="3460750" y="4546600"/>
          <p14:tracePt t="130123" x="3448050" y="4559300"/>
          <p14:tracePt t="130140" x="3429000" y="4578350"/>
          <p14:tracePt t="130156" x="3409950" y="4641850"/>
          <p14:tracePt t="130173" x="3371850" y="4718050"/>
          <p14:tracePt t="130189" x="3282950" y="4864100"/>
          <p14:tracePt t="130206" x="3251200" y="4927600"/>
          <p14:tracePt t="130223" x="3194050" y="5010150"/>
          <p14:tracePt t="130240" x="3073400" y="5232400"/>
          <p14:tracePt t="130257" x="3016250" y="5359400"/>
          <p14:tracePt t="130273" x="2927350" y="5562600"/>
          <p14:tracePt t="130290" x="2908300" y="5613400"/>
          <p14:tracePt t="130306" x="2882900" y="5708650"/>
          <p14:tracePt t="130323" x="2851150" y="5861050"/>
          <p14:tracePt t="130340" x="2794000" y="5962650"/>
          <p14:tracePt t="130356" x="2762250" y="6051550"/>
          <p14:tracePt t="130373" x="2755900" y="6064250"/>
          <p14:tracePt t="130390" x="2755900" y="6076950"/>
          <p14:tracePt t="130406" x="2749550" y="6096000"/>
          <p14:tracePt t="130423" x="2749550" y="6102350"/>
          <p14:tracePt t="130439" x="2749550" y="6108700"/>
          <p14:tracePt t="130456" x="2736850" y="6127750"/>
          <p14:tracePt t="130473" x="2705100" y="6172200"/>
          <p14:tracePt t="130490" x="2692400" y="6191250"/>
          <p14:tracePt t="130506" x="2660650" y="6235700"/>
          <p14:tracePt t="130523" x="2641600" y="6261100"/>
          <p14:tracePt t="130539" x="2597150" y="6330950"/>
          <p14:tracePt t="130556" x="2590800" y="6362700"/>
          <p14:tracePt t="130573" x="2584450" y="6375400"/>
          <p14:tracePt t="130589" x="2571750" y="6407150"/>
          <p14:tracePt t="130606" x="2565400" y="6419850"/>
          <p14:tracePt t="130623" x="2584450" y="6426200"/>
          <p14:tracePt t="130666" x="2597150" y="6413500"/>
          <p14:tracePt t="130673" x="2609850" y="6413500"/>
          <p14:tracePt t="130690" x="2609850" y="6407150"/>
          <p14:tracePt t="130706" x="2635250" y="6362700"/>
          <p14:tracePt t="130723" x="2743200" y="6248400"/>
          <p14:tracePt t="130739" x="2806700" y="6191250"/>
          <p14:tracePt t="130756" x="2844800" y="6127750"/>
          <p14:tracePt t="130773" x="2901950" y="6070600"/>
          <p14:tracePt t="130790" x="2914650" y="6045200"/>
          <p14:tracePt t="130806" x="2914650" y="6019800"/>
          <p14:tracePt t="130823" x="2901950" y="5918200"/>
          <p14:tracePt t="130839" x="2882900" y="5861050"/>
          <p14:tracePt t="130841" x="2870200" y="5822950"/>
          <p14:tracePt t="130856" x="2844800" y="5759450"/>
          <p14:tracePt t="130872" x="2781300" y="5670550"/>
          <p14:tracePt t="130889" x="2724150" y="5600700"/>
          <p14:tracePt t="130907" x="2609850" y="5524500"/>
          <p14:tracePt t="130923" x="2565400" y="5505450"/>
          <p14:tracePt t="130940" x="2552700" y="5505450"/>
          <p14:tracePt t="130956" x="2546350" y="5499100"/>
          <p14:tracePt t="130973" x="2514600" y="5505450"/>
          <p14:tracePt t="130989" x="2476500" y="5518150"/>
          <p14:tracePt t="131006" x="2463800" y="5530850"/>
          <p14:tracePt t="131023" x="2438400" y="5562600"/>
          <p14:tracePt t="131040" x="2432050" y="5600700"/>
          <p14:tracePt t="131056" x="2419350" y="5619750"/>
          <p14:tracePt t="131073" x="2362200" y="5734050"/>
          <p14:tracePt t="131090" x="2355850" y="5791200"/>
          <p14:tracePt t="131106" x="2298700" y="5924550"/>
          <p14:tracePt t="131123" x="2279650" y="5956300"/>
          <p14:tracePt t="131139" x="2273300" y="6013450"/>
          <p14:tracePt t="131156" x="2266950" y="6102350"/>
          <p14:tracePt t="131173" x="2286000" y="6159500"/>
          <p14:tracePt t="131189" x="2286000" y="6178550"/>
          <p14:tracePt t="131206" x="2292350" y="6191250"/>
          <p14:tracePt t="131223" x="2298700" y="6191250"/>
          <p14:tracePt t="131240" x="2298700" y="6197600"/>
          <p14:tracePt t="131256" x="2311400" y="6197600"/>
          <p14:tracePt t="131273" x="2330450" y="6197600"/>
          <p14:tracePt t="131289" x="2349500" y="6178550"/>
          <p14:tracePt t="131306" x="2432050" y="6153150"/>
          <p14:tracePt t="131323" x="2482850" y="6127750"/>
          <p14:tracePt t="131340" x="2546350" y="6089650"/>
          <p14:tracePt t="131356" x="2578100" y="6070600"/>
          <p14:tracePt t="131373" x="2635250" y="6045200"/>
          <p14:tracePt t="131390" x="2654300" y="6026150"/>
          <p14:tracePt t="131406" x="2667000" y="5981700"/>
          <p14:tracePt t="131423" x="2679700" y="5949950"/>
          <p14:tracePt t="131440" x="2679700" y="5905500"/>
          <p14:tracePt t="131457" x="2667000" y="5835650"/>
          <p14:tracePt t="131473" x="2622550" y="5772150"/>
          <p14:tracePt t="131490" x="2603500" y="5715000"/>
          <p14:tracePt t="131506" x="2527300" y="5638800"/>
          <p14:tracePt t="131523" x="2501900" y="5619750"/>
          <p14:tracePt t="131539" x="2482850" y="5607050"/>
          <p14:tracePt t="131556" x="2419350" y="5588000"/>
          <p14:tracePt t="131573" x="2393950" y="5581650"/>
          <p14:tracePt t="131590" x="2349500" y="5600700"/>
          <p14:tracePt t="131606" x="2298700" y="5613400"/>
          <p14:tracePt t="131623" x="2279650" y="5632450"/>
          <p14:tracePt t="131639" x="2216150" y="5670550"/>
          <p14:tracePt t="131656" x="2178050" y="5695950"/>
          <p14:tracePt t="131673" x="2076450" y="5772150"/>
          <p14:tracePt t="131689" x="2057400" y="5791200"/>
          <p14:tracePt t="131706" x="2006600" y="5822950"/>
          <p14:tracePt t="131723" x="1943100" y="5861050"/>
          <p14:tracePt t="131740" x="1936750" y="5867400"/>
          <p14:tracePt t="131756" x="1924050" y="5880100"/>
          <p14:tracePt t="131773" x="1924050" y="5886450"/>
          <p14:tracePt t="131789" x="1905000" y="5899150"/>
          <p14:tracePt t="131806" x="1885950" y="5918200"/>
          <p14:tracePt t="131823" x="1885950" y="5930900"/>
          <p14:tracePt t="131840" x="1885950" y="5962650"/>
          <p14:tracePt t="131856" x="1885950" y="5975350"/>
          <p14:tracePt t="131873" x="1879600" y="6013450"/>
          <p14:tracePt t="131890" x="1879600" y="6057900"/>
          <p14:tracePt t="131906" x="1885950" y="6076950"/>
          <p14:tracePt t="131923" x="1892300" y="6127750"/>
          <p14:tracePt t="131939" x="1905000" y="6140450"/>
          <p14:tracePt t="131956" x="1943100" y="6191250"/>
          <p14:tracePt t="131972" x="2025650" y="6242050"/>
          <p14:tracePt t="131989" x="2120900" y="6337300"/>
          <p14:tracePt t="132006" x="2197100" y="6369050"/>
          <p14:tracePt t="132023" x="2266950" y="6388100"/>
          <p14:tracePt t="132039" x="2343150" y="6419850"/>
          <p14:tracePt t="132056" x="2425700" y="6445250"/>
          <p14:tracePt t="132073" x="2673350" y="6515100"/>
          <p14:tracePt t="132090" x="2787650" y="6546850"/>
          <p14:tracePt t="132106" x="2882900" y="6559550"/>
          <p14:tracePt t="132123" x="3016250" y="6578600"/>
          <p14:tracePt t="132139" x="3149600" y="6597650"/>
          <p14:tracePt t="132156" x="3263900" y="6604000"/>
          <p14:tracePt t="132173" x="3473450" y="6610350"/>
          <p14:tracePt t="132189" x="3556000" y="6610350"/>
          <p14:tracePt t="132206" x="3568700" y="6610350"/>
          <p14:tracePt t="132223" x="3695700" y="6559550"/>
          <p14:tracePt t="132239" x="3797300" y="6502400"/>
          <p14:tracePt t="132256" x="3873500" y="6413500"/>
          <p14:tracePt t="132273" x="4019550" y="6153150"/>
          <p14:tracePt t="132290" x="4032250" y="6102350"/>
          <p14:tracePt t="132306" x="4051300" y="6007100"/>
          <p14:tracePt t="132323" x="4051300" y="5905500"/>
          <p14:tracePt t="132339" x="4044950" y="5899150"/>
          <p14:tracePt t="132356" x="4032250" y="5899150"/>
          <p14:tracePt t="132385" x="4025900" y="5899150"/>
          <p14:tracePt t="132401" x="4025900" y="5911850"/>
          <p14:tracePt t="132409" x="4013200" y="5918200"/>
          <p14:tracePt t="132423" x="3994150" y="5956300"/>
          <p14:tracePt t="132439" x="3994150" y="5962650"/>
          <p14:tracePt t="132456" x="3987800" y="5981700"/>
          <p14:tracePt t="132473" x="3987800" y="5994400"/>
          <p14:tracePt t="132490" x="3987800" y="6000750"/>
          <p14:tracePt t="132553" x="3987800" y="5994400"/>
          <p14:tracePt t="132569" x="3981450" y="5981700"/>
          <p14:tracePt t="132577" x="3975100" y="5969000"/>
          <p14:tracePt t="132589" x="3968750" y="5962650"/>
          <p14:tracePt t="132606" x="3829050" y="5911850"/>
          <p14:tracePt t="132623" x="3708400" y="5892800"/>
          <p14:tracePt t="132639" x="3549650" y="5867400"/>
          <p14:tracePt t="132656" x="3390900" y="5848350"/>
          <p14:tracePt t="132673" x="3346450" y="5842000"/>
          <p14:tracePt t="132689" x="3327400" y="5842000"/>
          <p14:tracePt t="132706" x="3302000" y="5873750"/>
          <p14:tracePt t="132723" x="3276600" y="5918200"/>
          <p14:tracePt t="132739" x="3219450" y="5962650"/>
          <p14:tracePt t="132756" x="3213100" y="6026150"/>
          <p14:tracePt t="132773" x="3225800" y="6070600"/>
          <p14:tracePt t="132790" x="3251200" y="6108700"/>
          <p14:tracePt t="132806" x="3263900" y="6108700"/>
          <p14:tracePt t="132897" x="3270250" y="6108700"/>
          <p14:tracePt t="132921" x="3282950" y="6108700"/>
          <p14:tracePt t="132929" x="3321050" y="6102350"/>
          <p14:tracePt t="132939" x="3359150" y="6089650"/>
          <p14:tracePt t="132956" x="3397250" y="6070600"/>
          <p14:tracePt t="132973" x="3498850" y="6026150"/>
          <p14:tracePt t="132990" x="3568700" y="6000750"/>
          <p14:tracePt t="133006" x="3606800" y="5975350"/>
          <p14:tracePt t="133023" x="3854450" y="5886450"/>
          <p14:tracePt t="133039" x="3949700" y="5854700"/>
          <p14:tracePt t="133056" x="4051300" y="5822950"/>
          <p14:tracePt t="133073" x="4343400" y="5740400"/>
          <p14:tracePt t="133089" x="4400550" y="5715000"/>
          <p14:tracePt t="133106" x="4527550" y="5670550"/>
          <p14:tracePt t="133123" x="4762500" y="5607050"/>
          <p14:tracePt t="133139" x="4914900" y="5549900"/>
          <p14:tracePt t="133156" x="5181600" y="5467350"/>
          <p14:tracePt t="133173" x="5238750" y="5454650"/>
          <p14:tracePt t="133189" x="5384800" y="5429250"/>
          <p14:tracePt t="133206" x="5499100" y="5429250"/>
          <p14:tracePt t="133223" x="5829300" y="5416550"/>
          <p14:tracePt t="133240" x="5962650" y="5403850"/>
          <p14:tracePt t="133256" x="6038850" y="5397500"/>
          <p14:tracePt t="133273" x="6184900" y="5365750"/>
          <p14:tracePt t="133289" x="6242050" y="5359400"/>
          <p14:tracePt t="133306" x="6311900" y="5346700"/>
          <p14:tracePt t="133323" x="6419850" y="5340350"/>
          <p14:tracePt t="133339" x="6445250" y="5340350"/>
          <p14:tracePt t="133356" x="6496050" y="5340350"/>
          <p14:tracePt t="133373" x="6515100" y="5340350"/>
          <p14:tracePt t="133389" x="6515100" y="5334000"/>
          <p14:tracePt t="133423" x="6521450" y="5314950"/>
          <p14:tracePt t="133440" x="6515100" y="5302250"/>
          <p14:tracePt t="133456" x="6470650" y="5276850"/>
          <p14:tracePt t="133473" x="6394450" y="5232400"/>
          <p14:tracePt t="133490" x="6337300" y="5207000"/>
          <p14:tracePt t="133506" x="6267450" y="5168900"/>
          <p14:tracePt t="133523" x="6108700" y="5105400"/>
          <p14:tracePt t="133540" x="6007100" y="5073650"/>
          <p14:tracePt t="133556" x="5797550" y="5041900"/>
          <p14:tracePt t="133573" x="5765800" y="5041900"/>
          <p14:tracePt t="133589" x="5645150" y="5054600"/>
          <p14:tracePt t="133606" x="5511800" y="5099050"/>
          <p14:tracePt t="133623" x="5448300" y="5130800"/>
          <p14:tracePt t="133640" x="5353050" y="5207000"/>
          <p14:tracePt t="133656" x="5334000" y="5219700"/>
          <p14:tracePt t="133673" x="5232400" y="5295900"/>
          <p14:tracePt t="133690" x="5175250" y="5359400"/>
          <p14:tracePt t="133706" x="5118100" y="5422900"/>
          <p14:tracePt t="133723" x="5086350" y="5441950"/>
          <p14:tracePt t="133740" x="4991100" y="5543550"/>
          <p14:tracePt t="133756" x="4940300" y="5613400"/>
          <p14:tracePt t="133773" x="4845050" y="5708650"/>
          <p14:tracePt t="133790" x="4806950" y="5784850"/>
          <p14:tracePt t="133806" x="4787900" y="5822950"/>
          <p14:tracePt t="133823" x="4756150" y="5911850"/>
          <p14:tracePt t="133840" x="4749800" y="5969000"/>
          <p14:tracePt t="133842" x="4749800" y="5994400"/>
          <p14:tracePt t="133857" x="4775200" y="6045200"/>
          <p14:tracePt t="133873" x="4832350" y="6115050"/>
          <p14:tracePt t="133889" x="4895850" y="6127750"/>
          <p14:tracePt t="133906" x="5092700" y="6203950"/>
          <p14:tracePt t="133923" x="5276850" y="6280150"/>
          <p14:tracePt t="133939" x="5518150" y="6318250"/>
          <p14:tracePt t="133956" x="5784850" y="6343650"/>
          <p14:tracePt t="133973" x="5816600" y="6330950"/>
          <p14:tracePt t="133989" x="5835650" y="6305550"/>
          <p14:tracePt t="134006" x="5854700" y="6242050"/>
          <p14:tracePt t="134023" x="5829300" y="6229350"/>
          <p14:tracePt t="134417" x="5835650" y="6229350"/>
          <p14:tracePt t="134425" x="5835650" y="6223000"/>
          <p14:tracePt t="134433" x="5842000" y="6223000"/>
          <p14:tracePt t="134441" x="5867400" y="6223000"/>
          <p14:tracePt t="134456" x="5943600" y="6216650"/>
          <p14:tracePt t="134473" x="5962650" y="6216650"/>
          <p14:tracePt t="134489" x="5969000" y="6223000"/>
          <p14:tracePt t="134506" x="5994400" y="6242050"/>
          <p14:tracePt t="134523" x="6013450" y="6254750"/>
          <p14:tracePt t="134539" x="6026150" y="6254750"/>
          <p14:tracePt t="134556" x="6032500" y="6254750"/>
          <p14:tracePt t="134573" x="6051550" y="6254750"/>
          <p14:tracePt t="134590" x="6057900" y="6254750"/>
          <p14:tracePt t="134623" x="6057900" y="6267450"/>
          <p14:tracePt t="134640" x="6057900" y="6280150"/>
          <p14:tracePt t="134656" x="6070600" y="6280150"/>
          <p14:tracePt t="134769" x="6083300" y="6280150"/>
          <p14:tracePt t="134801" x="6089650" y="6280150"/>
          <p14:tracePt t="134809" x="6108700" y="6273800"/>
          <p14:tracePt t="134825" x="6121400" y="6261100"/>
          <p14:tracePt t="134833" x="6121400" y="6254750"/>
          <p14:tracePt t="134849" x="6146800" y="6242050"/>
          <p14:tracePt t="134858" x="6165850" y="6229350"/>
          <p14:tracePt t="134873" x="6229350" y="6210300"/>
          <p14:tracePt t="134890" x="6292850" y="6172200"/>
          <p14:tracePt t="134906" x="6362700" y="6146800"/>
          <p14:tracePt t="134923" x="6419850" y="6115050"/>
          <p14:tracePt t="134940" x="6527800" y="6064250"/>
          <p14:tracePt t="134956" x="6623050" y="6045200"/>
          <p14:tracePt t="134972" x="6692900" y="6019800"/>
          <p14:tracePt t="134989" x="6762750" y="5994400"/>
          <p14:tracePt t="135006" x="6775450" y="5981700"/>
          <p14:tracePt t="135023" x="6781800" y="5956300"/>
          <p14:tracePt t="135039" x="6794500" y="5937250"/>
          <p14:tracePt t="135056" x="6807200" y="5899150"/>
          <p14:tracePt t="135072" x="6813550" y="5835650"/>
          <p14:tracePt t="135089" x="6807200" y="5765800"/>
          <p14:tracePt t="135106" x="6794500" y="5746750"/>
          <p14:tracePt t="135122" x="6794500" y="5727700"/>
          <p14:tracePt t="135139" x="6769100" y="5689600"/>
          <p14:tracePt t="135156" x="6762750" y="5676900"/>
          <p14:tracePt t="135173" x="6737350" y="5664200"/>
          <p14:tracePt t="135189" x="6711950" y="5651500"/>
          <p14:tracePt t="135223" x="6667500" y="5638800"/>
          <p14:tracePt t="135240" x="6559550" y="5619750"/>
          <p14:tracePt t="135256" x="6534150" y="5613400"/>
          <p14:tracePt t="135273" x="6432550" y="5568950"/>
          <p14:tracePt t="135290" x="6394450" y="5562600"/>
          <p14:tracePt t="135306" x="6330950" y="5543550"/>
          <p14:tracePt t="135323" x="6197600" y="5492750"/>
          <p14:tracePt t="135340" x="6121400" y="5461000"/>
          <p14:tracePt t="135356" x="6051550" y="5441950"/>
          <p14:tracePt t="135373" x="5956300" y="5422900"/>
          <p14:tracePt t="135389" x="5880100" y="5410200"/>
          <p14:tracePt t="135406" x="5797550" y="5397500"/>
          <p14:tracePt t="135423" x="5695950" y="5384800"/>
          <p14:tracePt t="135439" x="5657850" y="5384800"/>
          <p14:tracePt t="135456" x="5588000" y="5384800"/>
          <p14:tracePt t="135473" x="5505450" y="5384800"/>
          <p14:tracePt t="135490" x="5397500" y="5391150"/>
          <p14:tracePt t="135506" x="5372100" y="5391150"/>
          <p14:tracePt t="135523" x="5200650" y="5416550"/>
          <p14:tracePt t="135539" x="5143500" y="5429250"/>
          <p14:tracePt t="135556" x="5111750" y="5435600"/>
          <p14:tracePt t="135573" x="4997450" y="5467350"/>
          <p14:tracePt t="135590" x="4965700" y="5480050"/>
          <p14:tracePt t="135606" x="4908550" y="5499100"/>
          <p14:tracePt t="135623" x="4883150" y="5511800"/>
          <p14:tracePt t="135639" x="4876800" y="5524500"/>
          <p14:tracePt t="135657" x="4851400" y="5549900"/>
          <p14:tracePt t="135673" x="4832350" y="5594350"/>
          <p14:tracePt t="135689" x="4775200" y="5683250"/>
          <p14:tracePt t="135706" x="4762500" y="5702300"/>
          <p14:tracePt t="135723" x="4743450" y="5759450"/>
          <p14:tracePt t="135740" x="4679950" y="5886450"/>
          <p14:tracePt t="135756" x="4686300" y="5943600"/>
          <p14:tracePt t="135773" x="4686300" y="6038850"/>
          <p14:tracePt t="135789" x="4686300" y="6045200"/>
          <p14:tracePt t="135806" x="4673600" y="6089650"/>
          <p14:tracePt t="135823" x="4692650" y="6140450"/>
          <p14:tracePt t="135840" x="4692650" y="6197600"/>
          <p14:tracePt t="135842" x="4692650" y="6216650"/>
          <p14:tracePt t="135856" x="4692650" y="6235700"/>
          <p14:tracePt t="135873" x="4699000" y="6267450"/>
          <p14:tracePt t="135889" x="4718050" y="6318250"/>
          <p14:tracePt t="135906" x="4730750" y="6350000"/>
          <p14:tracePt t="135923" x="4819650" y="6400800"/>
          <p14:tracePt t="135939" x="4857750" y="6426200"/>
          <p14:tracePt t="135956" x="4889500" y="6451600"/>
          <p14:tracePt t="135973" x="4921250" y="6483350"/>
          <p14:tracePt t="135990" x="4972050" y="6521450"/>
          <p14:tracePt t="136006" x="5029200" y="6559550"/>
          <p14:tracePt t="136023" x="5168900" y="6642100"/>
          <p14:tracePt t="136039" x="5283200" y="6673850"/>
          <p14:tracePt t="136056" x="5353050" y="6692900"/>
          <p14:tracePt t="136073" x="5588000" y="6750050"/>
          <p14:tracePt t="136089" x="5772150" y="6750050"/>
          <p14:tracePt t="136106" x="6045200" y="6731000"/>
          <p14:tracePt t="136123" x="6184900" y="6705600"/>
          <p14:tracePt t="136140" x="6261100" y="6692900"/>
          <p14:tracePt t="136156" x="6553200" y="6597650"/>
          <p14:tracePt t="136173" x="6629400" y="6559550"/>
          <p14:tracePt t="136189" x="6737350" y="6489700"/>
          <p14:tracePt t="136206" x="6953250" y="6375400"/>
          <p14:tracePt t="136223" x="7004050" y="6350000"/>
          <p14:tracePt t="136240" x="7112000" y="6273800"/>
          <p14:tracePt t="136256" x="7296150" y="6153150"/>
          <p14:tracePt t="136273" x="7366000" y="6070600"/>
          <p14:tracePt t="136289" x="7416800" y="6013450"/>
          <p14:tracePt t="136306" x="7448550" y="5962650"/>
          <p14:tracePt t="136323" x="7461250" y="5911850"/>
          <p14:tracePt t="136339" x="7467600" y="5873750"/>
          <p14:tracePt t="136356" x="7473950" y="5829300"/>
          <p14:tracePt t="136373" x="7454900" y="5715000"/>
          <p14:tracePt t="136390" x="7442200" y="5664200"/>
          <p14:tracePt t="136406" x="7423150" y="5645150"/>
          <p14:tracePt t="136422" x="7372350" y="5549900"/>
          <p14:tracePt t="136439" x="7334250" y="5511800"/>
          <p14:tracePt t="136456" x="7270750" y="5454650"/>
          <p14:tracePt t="136473" x="7207250" y="5403850"/>
          <p14:tracePt t="136489" x="7188200" y="5397500"/>
          <p14:tracePt t="136506" x="7112000" y="5365750"/>
          <p14:tracePt t="136523" x="7061200" y="5359400"/>
          <p14:tracePt t="136540" x="6997700" y="5353050"/>
          <p14:tracePt t="136557" x="6851650" y="5346700"/>
          <p14:tracePt t="136573" x="6775450" y="5340350"/>
          <p14:tracePt t="136589" x="6737350" y="5334000"/>
          <p14:tracePt t="136606" x="6629400" y="5314950"/>
          <p14:tracePt t="136623" x="6559550" y="5289550"/>
          <p14:tracePt t="136640" x="6419850" y="5245100"/>
          <p14:tracePt t="136656" x="6337300" y="5232400"/>
          <p14:tracePt t="136673" x="6261100" y="5219700"/>
          <p14:tracePt t="136690" x="6172200" y="5207000"/>
          <p14:tracePt t="136706" x="6102350" y="5200650"/>
          <p14:tracePt t="136723" x="6051550" y="5200650"/>
          <p14:tracePt t="136740" x="5962650" y="5194300"/>
          <p14:tracePt t="136756" x="5943600" y="5194300"/>
          <p14:tracePt t="136773" x="5886450" y="5187950"/>
          <p14:tracePt t="136789" x="5784850" y="5181600"/>
          <p14:tracePt t="136806" x="5715000" y="5181600"/>
          <p14:tracePt t="136823" x="5683250" y="5181600"/>
          <p14:tracePt t="136839" x="5575300" y="5207000"/>
          <p14:tracePt t="136856" x="5549900" y="5207000"/>
          <p14:tracePt t="136873" x="5473700" y="5232400"/>
          <p14:tracePt t="136889" x="5359400" y="5264150"/>
          <p14:tracePt t="136906" x="5308600" y="5276850"/>
          <p14:tracePt t="136923" x="5289550" y="5289550"/>
          <p14:tracePt t="136940" x="5207000" y="5327650"/>
          <p14:tracePt t="136956" x="5168900" y="5346700"/>
          <p14:tracePt t="136973" x="5118100" y="5391150"/>
          <p14:tracePt t="136989" x="5092700" y="5422900"/>
          <p14:tracePt t="137006" x="5080000" y="5429250"/>
          <p14:tracePt t="137022" x="5041900" y="5467350"/>
          <p14:tracePt t="137039" x="5022850" y="5492750"/>
          <p14:tracePt t="137056" x="5003800" y="5543550"/>
          <p14:tracePt t="137073" x="4997450" y="5568950"/>
          <p14:tracePt t="137089" x="4997450" y="5581650"/>
          <p14:tracePt t="137106" x="4984750" y="5626100"/>
          <p14:tracePt t="137123" x="4978400" y="5657850"/>
          <p14:tracePt t="137139" x="4997450" y="5734050"/>
          <p14:tracePt t="137156" x="5016500" y="5791200"/>
          <p14:tracePt t="137173" x="5016500" y="5842000"/>
          <p14:tracePt t="137189" x="5029200" y="5911850"/>
          <p14:tracePt t="137206" x="5054600" y="5969000"/>
          <p14:tracePt t="137223" x="5092700" y="6032500"/>
          <p14:tracePt t="137240" x="5168900" y="6146800"/>
          <p14:tracePt t="137256" x="5207000" y="6191250"/>
          <p14:tracePt t="137273" x="5295900" y="6248400"/>
          <p14:tracePt t="137290" x="5422900" y="6330950"/>
          <p14:tracePt t="137306" x="5511800" y="6381750"/>
          <p14:tracePt t="137323" x="5645150" y="6464300"/>
          <p14:tracePt t="137339" x="5721350" y="6496050"/>
          <p14:tracePt t="137356" x="5772150" y="6508750"/>
          <p14:tracePt t="137373" x="5930900" y="6553200"/>
          <p14:tracePt t="137389" x="6032500" y="6578600"/>
          <p14:tracePt t="137406" x="6127750" y="6591300"/>
          <p14:tracePt t="137423" x="6286500" y="6604000"/>
          <p14:tracePt t="137439" x="6362700" y="6604000"/>
          <p14:tracePt t="137457" x="6400800" y="6604000"/>
          <p14:tracePt t="137473" x="6502400" y="6578600"/>
          <p14:tracePt t="137489" x="6559550" y="6559550"/>
          <p14:tracePt t="137506" x="6597650" y="6534150"/>
          <p14:tracePt t="137523" x="6642100" y="6502400"/>
          <p14:tracePt t="137540" x="6673850" y="6483350"/>
          <p14:tracePt t="137556" x="6781800" y="6407150"/>
          <p14:tracePt t="137573" x="6826250" y="6369050"/>
          <p14:tracePt t="137589" x="6851650" y="6337300"/>
          <p14:tracePt t="137606" x="6877050" y="6292850"/>
          <p14:tracePt t="137623" x="6896100" y="6273800"/>
          <p14:tracePt t="137639" x="6896100" y="6261100"/>
          <p14:tracePt t="137656" x="6921500" y="6210300"/>
          <p14:tracePt t="137673" x="6908800" y="6172200"/>
          <p14:tracePt t="137689" x="6908800" y="6102350"/>
          <p14:tracePt t="137706" x="6902450" y="6076950"/>
          <p14:tracePt t="137723" x="6864350" y="6038850"/>
          <p14:tracePt t="137740" x="6794500" y="5962650"/>
          <p14:tracePt t="137757" x="6731000" y="5924550"/>
          <p14:tracePt t="137773" x="6654800" y="5899150"/>
          <p14:tracePt t="137790" x="6521450" y="5873750"/>
          <p14:tracePt t="137806" x="6489700" y="5867400"/>
          <p14:tracePt t="137823" x="6457950" y="5873750"/>
          <p14:tracePt t="137840" x="6445250" y="5873750"/>
          <p14:tracePt t="138114" x="6445250" y="5867400"/>
          <p14:tracePt t="138130" x="6426200" y="5867400"/>
          <p14:tracePt t="138137" x="6419850" y="5854700"/>
          <p14:tracePt t="138145" x="6419850" y="5842000"/>
          <p14:tracePt t="138163" x="6413500" y="5829300"/>
          <p14:tracePt t="138172" x="6394450" y="5810250"/>
          <p14:tracePt t="138189" x="6286500" y="5759450"/>
          <p14:tracePt t="138206" x="6223000" y="5721350"/>
          <p14:tracePt t="138223" x="6045200" y="5664200"/>
          <p14:tracePt t="138240" x="5949950" y="5651500"/>
          <p14:tracePt t="138256" x="5918200" y="5645150"/>
          <p14:tracePt t="138273" x="5842000" y="5632450"/>
          <p14:tracePt t="138457" x="5835650" y="5645150"/>
          <p14:tracePt t="138521" x="5829300" y="5645150"/>
          <p14:tracePt t="138569" x="5829300" y="5651500"/>
          <p14:tracePt t="138641" x="5822950" y="5657850"/>
          <p14:tracePt t="138713" x="5822950" y="5664200"/>
          <p14:tracePt t="139145" x="5822950" y="5670550"/>
          <p14:tracePt t="139153" x="5822950" y="5683250"/>
          <p14:tracePt t="139162" x="5854700" y="5708650"/>
          <p14:tracePt t="139172" x="5873750" y="5721350"/>
          <p14:tracePt t="139189" x="5892800" y="5734050"/>
          <p14:tracePt t="139206" x="5924550" y="5746750"/>
          <p14:tracePt t="139223" x="5994400" y="5778500"/>
          <p14:tracePt t="139239" x="6000750" y="5791200"/>
          <p14:tracePt t="139273" x="6019800" y="5803900"/>
          <p14:tracePt t="139377" x="6019800" y="5797550"/>
          <p14:tracePt t="139385" x="6019800" y="5784850"/>
          <p14:tracePt t="139393" x="6019800" y="5778500"/>
          <p14:tracePt t="139406" x="6026150" y="5772150"/>
          <p14:tracePt t="139423" x="6045200" y="5715000"/>
          <p14:tracePt t="139439" x="6045200" y="5645150"/>
          <p14:tracePt t="139456" x="6045200" y="5549900"/>
          <p14:tracePt t="139473" x="6038850" y="5378450"/>
          <p14:tracePt t="139490" x="6032500" y="5162550"/>
          <p14:tracePt t="139506" x="5994400" y="5048250"/>
          <p14:tracePt t="139523" x="5975350" y="4978400"/>
          <p14:tracePt t="139540" x="5918200" y="4819650"/>
          <p14:tracePt t="139556" x="5873750" y="4737100"/>
          <p14:tracePt t="139573" x="5803900" y="4660900"/>
          <p14:tracePt t="139589" x="5778500" y="4629150"/>
          <p14:tracePt t="139606" x="5772150" y="4629150"/>
          <p14:tracePt t="139623" x="5727700" y="4610100"/>
          <p14:tracePt t="139640" x="5651500" y="4591050"/>
          <p14:tracePt t="139656" x="5588000" y="4591050"/>
          <p14:tracePt t="139673" x="5486400" y="4603750"/>
          <p14:tracePt t="139690" x="5454650" y="4603750"/>
          <p14:tracePt t="139706" x="5397500" y="4603750"/>
          <p14:tracePt t="139723" x="5334000" y="4603750"/>
          <p14:tracePt t="139739" x="5251450" y="4584700"/>
          <p14:tracePt t="139756" x="5181600" y="4559300"/>
          <p14:tracePt t="139773" x="5067300" y="4514850"/>
          <p14:tracePt t="139790" x="5054600" y="4502150"/>
          <p14:tracePt t="139806" x="5016500" y="4476750"/>
          <p14:tracePt t="139823" x="4953000" y="4438650"/>
          <p14:tracePt t="139839" x="4933950" y="4425950"/>
          <p14:tracePt t="139842" x="4921250" y="4419600"/>
          <p14:tracePt t="139856" x="4908550" y="4413250"/>
          <p14:tracePt t="139873" x="4902200" y="4413250"/>
          <p14:tracePt t="139889" x="4889500" y="4413250"/>
          <p14:tracePt t="140377" x="4883150" y="4413250"/>
          <p14:tracePt t="140545" x="4889500" y="4413250"/>
          <p14:tracePt t="140569" x="4895850" y="4425950"/>
          <p14:tracePt t="140577" x="4902200" y="4425950"/>
          <p14:tracePt t="140585" x="4908550" y="4438650"/>
          <p14:tracePt t="140593" x="4927600" y="4445000"/>
          <p14:tracePt t="140606" x="4940300" y="4457700"/>
          <p14:tracePt t="140623" x="5060950" y="4521200"/>
          <p14:tracePt t="140639" x="5099050" y="4540250"/>
          <p14:tracePt t="140656" x="5162550" y="4565650"/>
          <p14:tracePt t="140672" x="5435600" y="4610100"/>
          <p14:tracePt t="140690" x="5575300" y="4629150"/>
          <p14:tracePt t="140706" x="5734050" y="4648200"/>
          <p14:tracePt t="140723" x="5835650" y="4667250"/>
          <p14:tracePt t="140740" x="5911850" y="4673600"/>
          <p14:tracePt t="140756" x="6089650" y="4686300"/>
          <p14:tracePt t="140773" x="6172200" y="4692650"/>
          <p14:tracePt t="140790" x="6235700" y="4692650"/>
          <p14:tracePt t="140806" x="6273800" y="4692650"/>
          <p14:tracePt t="140823" x="6350000" y="4679950"/>
          <p14:tracePt t="140839" x="6356350" y="4667250"/>
          <p14:tracePt t="140841" x="6369050" y="4660900"/>
          <p14:tracePt t="140856" x="6388100" y="4660900"/>
          <p14:tracePt t="140873" x="6426200" y="4635500"/>
          <p14:tracePt t="140889" x="6438900" y="4629150"/>
          <p14:tracePt t="140906" x="6451600" y="4616450"/>
          <p14:tracePt t="140922" x="6457950" y="4616450"/>
          <p14:tracePt t="141009" x="6464300" y="4616450"/>
          <p14:tracePt t="141065" x="6457950" y="4616450"/>
          <p14:tracePt t="141072" x="6457950" y="4610100"/>
          <p14:tracePt t="141177" x="6432550" y="4584700"/>
          <p14:tracePt t="141185" x="6413500" y="4578350"/>
          <p14:tracePt t="141194" x="6369050" y="4546600"/>
          <p14:tracePt t="141206" x="6350000" y="4533900"/>
          <p14:tracePt t="141223" x="6210300" y="4425950"/>
          <p14:tracePt t="141239" x="6203950" y="4406900"/>
          <p14:tracePt t="141256" x="6165850" y="4356100"/>
          <p14:tracePt t="141273" x="6121400" y="4210050"/>
          <p14:tracePt t="141289" x="6121400" y="4146550"/>
          <p14:tracePt t="141306" x="6127750" y="4102100"/>
          <p14:tracePt t="141323" x="6127750" y="4032250"/>
          <p14:tracePt t="141339" x="6127750" y="3994150"/>
          <p14:tracePt t="141356" x="6127750" y="3949700"/>
          <p14:tracePt t="141373" x="6134100" y="3886200"/>
          <p14:tracePt t="141389" x="6140450" y="3822700"/>
          <p14:tracePt t="141406" x="6146800" y="3797300"/>
          <p14:tracePt t="141423" x="6146800" y="3771900"/>
          <p14:tracePt t="141439" x="6146800" y="3708400"/>
          <p14:tracePt t="141456" x="6146800" y="3689350"/>
          <p14:tracePt t="141473" x="6140450" y="3638550"/>
          <p14:tracePt t="141489" x="6140450" y="3625850"/>
          <p14:tracePt t="141506" x="6140450" y="3613150"/>
          <p14:tracePt t="141523" x="6140450" y="3581400"/>
          <p14:tracePt t="141539" x="6140450" y="3562350"/>
          <p14:tracePt t="141556" x="6140450" y="3536950"/>
          <p14:tracePt t="141573" x="6140450" y="3524250"/>
          <p14:tracePt t="141589" x="6140450" y="3498850"/>
          <p14:tracePt t="141606" x="6140450" y="3479800"/>
          <p14:tracePt t="141623" x="6140450" y="3460750"/>
          <p14:tracePt t="141640" x="6140450" y="3429000"/>
          <p14:tracePt t="141656" x="6134100" y="3403600"/>
          <p14:tracePt t="141673" x="6115050" y="3378200"/>
          <p14:tracePt t="141689" x="6115050" y="3371850"/>
          <p14:tracePt t="141706" x="6102350" y="3359150"/>
          <p14:tracePt t="141723" x="6076950" y="3321050"/>
          <p14:tracePt t="141740" x="6070600" y="3302000"/>
          <p14:tracePt t="141756" x="6057900" y="3289300"/>
          <p14:tracePt t="141773" x="6038850" y="3276600"/>
          <p14:tracePt t="141789" x="6032500" y="3276600"/>
          <p14:tracePt t="141806" x="6000750" y="3257550"/>
          <p14:tracePt t="141823" x="6000750" y="3244850"/>
          <p14:tracePt t="141839" x="5949950" y="3219450"/>
          <p14:tracePt t="141842" x="5943600" y="3219450"/>
          <p14:tracePt t="141856" x="5911850" y="3213100"/>
          <p14:tracePt t="141873" x="5880100" y="3200400"/>
          <p14:tracePt t="141889" x="5816600" y="3181350"/>
          <p14:tracePt t="141906" x="5753100" y="3175000"/>
          <p14:tracePt t="141923" x="5689600" y="3168650"/>
          <p14:tracePt t="141956" x="5664200" y="3162300"/>
          <p14:tracePt t="141973" x="5632450" y="3168650"/>
          <p14:tracePt t="141989" x="5613400" y="3187700"/>
          <p14:tracePt t="142006" x="5568950" y="3219450"/>
          <p14:tracePt t="142023" x="5568950" y="3225800"/>
          <p14:tracePt t="142040" x="5530850" y="3270250"/>
          <p14:tracePt t="142056" x="5454650" y="3352800"/>
          <p14:tracePt t="142073" x="5410200" y="3409950"/>
          <p14:tracePt t="142089" x="5353050" y="3492500"/>
          <p14:tracePt t="142106" x="5340350" y="3524250"/>
          <p14:tracePt t="142123" x="5334000" y="3549650"/>
          <p14:tracePt t="142139" x="5327650" y="3613150"/>
          <p14:tracePt t="142156" x="5321300" y="3657600"/>
          <p14:tracePt t="142173" x="5327650" y="3689350"/>
          <p14:tracePt t="142190" x="5327650" y="3702050"/>
          <p14:tracePt t="142206" x="5365750" y="3765550"/>
          <p14:tracePt t="142223" x="5378450" y="3797300"/>
          <p14:tracePt t="142240" x="5410200" y="3841750"/>
          <p14:tracePt t="142256" x="5422900" y="3873500"/>
          <p14:tracePt t="142273" x="5441950" y="3892550"/>
          <p14:tracePt t="142289" x="5473700" y="3930650"/>
          <p14:tracePt t="142306" x="5511800" y="3943350"/>
          <p14:tracePt t="142323" x="5537200" y="3975100"/>
          <p14:tracePt t="142339" x="5562600" y="3981450"/>
          <p14:tracePt t="142356" x="5575300" y="3994150"/>
          <p14:tracePt t="142373" x="5632450" y="4019550"/>
          <p14:tracePt t="142389" x="5695950" y="4025900"/>
          <p14:tracePt t="142406" x="5721350" y="4044950"/>
          <p14:tracePt t="142423" x="5816600" y="4057650"/>
          <p14:tracePt t="142439" x="5867400" y="4057650"/>
          <p14:tracePt t="142456" x="5886450" y="4057650"/>
          <p14:tracePt t="142473" x="6013450" y="4038600"/>
          <p14:tracePt t="142489" x="6057900" y="4019550"/>
          <p14:tracePt t="142506" x="6083300" y="4013200"/>
          <p14:tracePt t="142523" x="6153150" y="3968750"/>
          <p14:tracePt t="142539" x="6153150" y="3962400"/>
          <p14:tracePt t="142557" x="6203950" y="3917950"/>
          <p14:tracePt t="142573" x="6235700" y="3873500"/>
          <p14:tracePt t="142589" x="6273800" y="3829050"/>
          <p14:tracePt t="142606" x="6305550" y="3778250"/>
          <p14:tracePt t="142623" x="6311900" y="3746500"/>
          <p14:tracePt t="142639" x="6356350" y="3638550"/>
          <p14:tracePt t="142656" x="6362700" y="3575050"/>
          <p14:tracePt t="142673" x="6369050" y="3460750"/>
          <p14:tracePt t="142689" x="6362700" y="3397250"/>
          <p14:tracePt t="142706" x="6343650" y="3346450"/>
          <p14:tracePt t="142723" x="6305550" y="3289300"/>
          <p14:tracePt t="142740" x="6273800" y="3251200"/>
          <p14:tracePt t="142756" x="6242050" y="3225800"/>
          <p14:tracePt t="142773" x="6197600" y="3206750"/>
          <p14:tracePt t="142790" x="6153150" y="3187700"/>
          <p14:tracePt t="142806" x="6134100" y="3181350"/>
          <p14:tracePt t="142823" x="6070600" y="3175000"/>
          <p14:tracePt t="142840" x="6038850" y="3162300"/>
          <p14:tracePt t="142842" x="6032500" y="3162300"/>
          <p14:tracePt t="142856" x="6007100" y="3155950"/>
          <p14:tracePt t="142873" x="5930900" y="3149600"/>
          <p14:tracePt t="142889" x="5911850" y="3149600"/>
          <p14:tracePt t="142906" x="5880100" y="3136900"/>
          <p14:tracePt t="142923" x="5835650" y="3130550"/>
          <p14:tracePt t="142939" x="5778500" y="3130550"/>
          <p14:tracePt t="142956" x="5734050" y="3130550"/>
          <p14:tracePt t="142973" x="5721350" y="3130550"/>
          <p14:tracePt t="142990" x="5638800" y="3168650"/>
          <p14:tracePt t="143006" x="5594350" y="3194050"/>
          <p14:tracePt t="143023" x="5543550" y="3251200"/>
          <p14:tracePt t="143039" x="5505450" y="3295650"/>
          <p14:tracePt t="143056" x="5486400" y="3321050"/>
          <p14:tracePt t="143073" x="5461000" y="3390900"/>
          <p14:tracePt t="143089" x="5435600" y="3422650"/>
          <p14:tracePt t="143106" x="5410200" y="3524250"/>
          <p14:tracePt t="143123" x="5403850" y="3568700"/>
          <p14:tracePt t="143139" x="5403850" y="3600450"/>
          <p14:tracePt t="143156" x="5416550" y="3708400"/>
          <p14:tracePt t="143172" x="5435600" y="3771900"/>
          <p14:tracePt t="143189" x="5467350" y="3822700"/>
          <p14:tracePt t="143206" x="5511800" y="3892550"/>
          <p14:tracePt t="143223" x="5543550" y="3930650"/>
          <p14:tracePt t="143239" x="5562600" y="3949700"/>
          <p14:tracePt t="143256" x="5613400" y="4013200"/>
          <p14:tracePt t="143273" x="5664200" y="4032250"/>
          <p14:tracePt t="143289" x="5740400" y="4057650"/>
          <p14:tracePt t="143306" x="5810250" y="4076700"/>
          <p14:tracePt t="143323" x="5835650" y="4076700"/>
          <p14:tracePt t="143339" x="5981700" y="4057650"/>
          <p14:tracePt t="143356" x="6057900" y="4044950"/>
          <p14:tracePt t="143373" x="6134100" y="4019550"/>
          <p14:tracePt t="143389" x="6242050" y="3968750"/>
          <p14:tracePt t="143406" x="6248400" y="3962400"/>
          <p14:tracePt t="143423" x="6280150" y="3930650"/>
          <p14:tracePt t="143440" x="6311900" y="3898900"/>
          <p14:tracePt t="143456" x="6350000" y="3854450"/>
          <p14:tracePt t="143473" x="6362700" y="3816350"/>
          <p14:tracePt t="143490" x="6362700" y="3759200"/>
          <p14:tracePt t="143506" x="6369050" y="3752850"/>
          <p14:tracePt t="143522" x="6356350" y="3721100"/>
          <p14:tracePt t="143539" x="6324600" y="3683000"/>
          <p14:tracePt t="143556" x="6286500" y="3657600"/>
          <p14:tracePt t="143573" x="6235700" y="3644900"/>
          <p14:tracePt t="143589" x="6191250" y="3613150"/>
          <p14:tracePt t="143606" x="6159500" y="3600450"/>
          <p14:tracePt t="143623" x="6102350" y="3587750"/>
          <p14:tracePt t="143640" x="6070600" y="3581400"/>
          <p14:tracePt t="143656" x="6013450" y="3587750"/>
          <p14:tracePt t="143673" x="5969000" y="3606800"/>
          <p14:tracePt t="143689" x="5911850" y="3625850"/>
          <p14:tracePt t="143706" x="5892800" y="3651250"/>
          <p14:tracePt t="143723" x="5867400" y="3695700"/>
          <p14:tracePt t="143739" x="5854700" y="3714750"/>
          <p14:tracePt t="143756" x="5854700" y="3721100"/>
          <p14:tracePt t="143773" x="5835650" y="3784600"/>
          <p14:tracePt t="143789" x="5835650" y="3822700"/>
          <p14:tracePt t="143806" x="5835650" y="3835400"/>
          <p14:tracePt t="143823" x="5835650" y="3854450"/>
          <p14:tracePt t="143928" x="5835650" y="3848100"/>
          <p14:tracePt t="143976" x="5835650" y="3841750"/>
          <p14:tracePt t="144008" x="5835650" y="3829050"/>
          <p14:tracePt t="144089" x="5835650" y="3822700"/>
          <p14:tracePt t="144105" x="5835650" y="3816350"/>
          <p14:tracePt t="144113" x="5835650" y="3810000"/>
          <p14:tracePt t="144122" x="5835650" y="3803650"/>
          <p14:tracePt t="144139" x="5835650" y="3790950"/>
          <p14:tracePt t="144156" x="5835650" y="3784600"/>
          <p14:tracePt t="144173" x="5835650" y="3765550"/>
          <p14:tracePt t="144189" x="5842000" y="3752850"/>
          <p14:tracePt t="144206" x="5842000" y="3740150"/>
          <p14:tracePt t="144223" x="5842000" y="3727450"/>
          <p14:tracePt t="144239" x="5848350" y="3708400"/>
          <p14:tracePt t="144338" x="5848350" y="3714750"/>
          <p14:tracePt t="144345" x="5848350" y="3727450"/>
          <p14:tracePt t="144356" x="5848350" y="3746500"/>
          <p14:tracePt t="144373" x="5867400" y="3765550"/>
          <p14:tracePt t="144389" x="5867400" y="3771900"/>
          <p14:tracePt t="144406" x="5886450" y="3797300"/>
          <p14:tracePt t="144423" x="5905500" y="3803650"/>
          <p14:tracePt t="144440" x="5911850" y="3810000"/>
          <p14:tracePt t="144465" x="5911850" y="3803650"/>
          <p14:tracePt t="144474" x="5911850" y="3797300"/>
          <p14:tracePt t="144489" x="5911850" y="3790950"/>
          <p14:tracePt t="144506" x="5911850" y="3784600"/>
          <p14:tracePt t="144523" x="5911850" y="3778250"/>
          <p14:tracePt t="144539" x="5899150" y="3765550"/>
          <p14:tracePt t="144556" x="5892800" y="3752850"/>
          <p14:tracePt t="144573" x="5873750" y="3740150"/>
          <p14:tracePt t="144590" x="5873750" y="3733800"/>
          <p14:tracePt t="144606" x="5867400" y="3733800"/>
          <p14:tracePt t="144623" x="5861050" y="3727450"/>
          <p14:tracePt t="144640" x="5848350" y="3721100"/>
          <p14:tracePt t="144656" x="5848350" y="3714750"/>
          <p14:tracePt t="144937" x="5854700" y="3714750"/>
          <p14:tracePt t="144945" x="5861050" y="3714750"/>
          <p14:tracePt t="144978" x="5873750" y="3708400"/>
          <p14:tracePt t="145049" x="5880100" y="3702050"/>
          <p14:tracePt t="145129" x="5873750" y="3695700"/>
          <p14:tracePt t="145137" x="5873750" y="3689350"/>
          <p14:tracePt t="145145" x="5867400" y="3689350"/>
          <p14:tracePt t="145162" x="5854700" y="3683000"/>
          <p14:tracePt t="145177" x="5848350" y="3676650"/>
          <p14:tracePt t="145193" x="5835650" y="3676650"/>
          <p14:tracePt t="145217" x="5822950" y="3676650"/>
          <p14:tracePt t="145273" x="5816600" y="3676650"/>
          <p14:tracePt t="145393" x="5822950" y="3676650"/>
          <p14:tracePt t="145409" x="5829300" y="3676650"/>
          <p14:tracePt t="145425" x="5848350" y="3676650"/>
          <p14:tracePt t="145432" x="5880100" y="3676650"/>
          <p14:tracePt t="145448" x="5886450" y="3676650"/>
          <p14:tracePt t="145457" x="5899150" y="3676650"/>
          <p14:tracePt t="145472" x="5918200" y="3676650"/>
          <p14:tracePt t="145489" x="5949950" y="3676650"/>
          <p14:tracePt t="145506" x="5962650" y="3676650"/>
          <p14:tracePt t="145539" x="5962650" y="3670300"/>
          <p14:tracePt t="145561" x="5969000" y="3663950"/>
          <p14:tracePt t="145649" x="5975350" y="3651250"/>
          <p14:tracePt t="145672" x="5981700" y="3644900"/>
          <p14:tracePt t="145680" x="5981700" y="3638550"/>
          <p14:tracePt t="145689" x="5981700" y="3632200"/>
          <p14:tracePt t="145706" x="5981700" y="3613150"/>
          <p14:tracePt t="145723" x="5956300" y="3606800"/>
          <p14:tracePt t="145739" x="5949950" y="3606800"/>
          <p14:tracePt t="145756" x="5930900" y="3600450"/>
          <p14:tracePt t="145772" x="5899150" y="3600450"/>
          <p14:tracePt t="145789" x="5848350" y="3600450"/>
          <p14:tracePt t="145806" x="5791200" y="3613150"/>
          <p14:tracePt t="145823" x="5772150" y="3619500"/>
          <p14:tracePt t="145840" x="5715000" y="3625850"/>
          <p14:tracePt t="145842" x="5695950" y="3638550"/>
          <p14:tracePt t="145856" x="5683250" y="3638550"/>
          <p14:tracePt t="145873" x="5664200" y="3651250"/>
          <p14:tracePt t="145921" x="5657850" y="3651250"/>
          <p14:tracePt t="145945" x="5651500" y="3651250"/>
          <p14:tracePt t="145962" x="5638800" y="3651250"/>
          <p14:tracePt t="145977" x="5632450" y="3651250"/>
          <p14:tracePt t="145985" x="5607050" y="3644900"/>
          <p14:tracePt t="145993" x="5594350" y="3638550"/>
          <p14:tracePt t="146006" x="5562600" y="3625850"/>
          <p14:tracePt t="146023" x="5524500" y="3613150"/>
          <p14:tracePt t="146039" x="5454650" y="3606800"/>
          <p14:tracePt t="146056" x="5232400" y="3594100"/>
          <p14:tracePt t="146072" x="5092700" y="3594100"/>
          <p14:tracePt t="146089" x="4972050" y="3594100"/>
          <p14:tracePt t="146106" x="4737100" y="3581400"/>
          <p14:tracePt t="146122" x="4610100" y="3581400"/>
          <p14:tracePt t="146139" x="4457700" y="3575050"/>
          <p14:tracePt t="146156" x="4394200" y="3575050"/>
          <p14:tracePt t="146172" x="4286250" y="3568700"/>
          <p14:tracePt t="146189" x="4102100" y="3568700"/>
          <p14:tracePt t="146206" x="4025900" y="3581400"/>
          <p14:tracePt t="146222" x="3924300" y="3600450"/>
          <p14:tracePt t="146239" x="3905250" y="3606800"/>
          <p14:tracePt t="146256" x="3759200" y="3625850"/>
          <p14:tracePt t="146273" x="3651250" y="3644900"/>
          <p14:tracePt t="146289" x="3549650" y="3663950"/>
          <p14:tracePt t="146306" x="3479800" y="3676650"/>
          <p14:tracePt t="146323" x="3473450" y="3683000"/>
          <p14:tracePt t="146340" x="3403600" y="3689350"/>
          <p14:tracePt t="146344" x="3397250" y="3695700"/>
          <p14:tracePt t="146356" x="3384550" y="3695700"/>
          <p14:tracePt t="146373" x="3371850" y="3702050"/>
          <p14:tracePt t="146406" x="3365500" y="3702050"/>
          <p14:tracePt t="146425" x="3352800" y="3702050"/>
          <p14:tracePt t="146441" x="3346450" y="3702050"/>
          <p14:tracePt t="146625" x="3346450" y="3695700"/>
          <p14:tracePt t="146657" x="3346450" y="3689350"/>
          <p14:tracePt t="146784" x="3352800" y="3689350"/>
          <p14:tracePt t="146800" x="3365500" y="3695700"/>
          <p14:tracePt t="146809" x="3384550" y="3702050"/>
          <p14:tracePt t="146817" x="3416300" y="3708400"/>
          <p14:tracePt t="146825" x="3441700" y="3714750"/>
          <p14:tracePt t="146839" x="3549650" y="3733800"/>
          <p14:tracePt t="146856" x="3689350" y="3759200"/>
          <p14:tracePt t="146872" x="3987800" y="3803650"/>
          <p14:tracePt t="146889" x="4406900" y="3854450"/>
          <p14:tracePt t="146906" x="4578350" y="3886200"/>
          <p14:tracePt t="146922" x="4794250" y="3905250"/>
          <p14:tracePt t="146939" x="5130800" y="3917950"/>
          <p14:tracePt t="146956" x="5232400" y="3924300"/>
          <p14:tracePt t="146973" x="5257800" y="3924300"/>
          <p14:tracePt t="146989" x="5372100" y="3898900"/>
          <p14:tracePt t="147006" x="5391150" y="3886200"/>
          <p14:tracePt t="147023" x="5422900" y="3867150"/>
          <p14:tracePt t="147040" x="5505450" y="3797300"/>
          <p14:tracePt t="147056" x="5543550" y="3759200"/>
          <p14:tracePt t="147073" x="5588000" y="3714750"/>
          <p14:tracePt t="147089" x="5626100" y="3600450"/>
          <p14:tracePt t="147106" x="5632450" y="3549650"/>
          <p14:tracePt t="147123" x="5613400" y="3460750"/>
          <p14:tracePt t="147139" x="5568950" y="3403600"/>
          <p14:tracePt t="147156" x="5537200" y="3378200"/>
          <p14:tracePt t="147172" x="5454650" y="3340100"/>
          <p14:tracePt t="147189" x="5143500" y="3263900"/>
          <p14:tracePt t="147206" x="4921250" y="3251200"/>
          <p14:tracePt t="147222" x="4159250" y="3238500"/>
          <p14:tracePt t="147239" x="3917950" y="3238500"/>
          <p14:tracePt t="147256" x="3556000" y="3225800"/>
          <p14:tracePt t="147272" x="3079750" y="3206750"/>
          <p14:tracePt t="147289" x="2705100" y="3206750"/>
          <p14:tracePt t="147306" x="2559050" y="3219450"/>
          <p14:tracePt t="147322" x="2527300" y="3219450"/>
          <p14:tracePt t="147339" x="2457450" y="3238500"/>
          <p14:tracePt t="147356" x="2457450" y="3244850"/>
          <p14:tracePt t="147384" x="2451100" y="3251200"/>
          <p14:tracePt t="147409" x="2457450" y="3257550"/>
          <p14:tracePt t="147425" x="2457450" y="3270250"/>
          <p14:tracePt t="147441" x="2457450" y="3276600"/>
          <p14:tracePt t="147464" x="2457450" y="3289300"/>
          <p14:tracePt t="147472" x="2457450" y="3302000"/>
          <p14:tracePt t="147481" x="2463800" y="3302000"/>
          <p14:tracePt t="147489" x="2463800" y="3314700"/>
          <p14:tracePt t="147506" x="2476500" y="3352800"/>
          <p14:tracePt t="147522" x="2501900" y="3422650"/>
          <p14:tracePt t="147539" x="2527300" y="3467100"/>
          <p14:tracePt t="147556" x="2546350" y="3492500"/>
          <p14:tracePt t="147572" x="2622550" y="3594100"/>
          <p14:tracePt t="147589" x="2686050" y="3644900"/>
          <p14:tracePt t="147606" x="2711450" y="3676650"/>
          <p14:tracePt t="147623" x="2762250" y="3702050"/>
          <p14:tracePt t="147639" x="2832100" y="3708400"/>
          <p14:tracePt t="147656" x="2838450" y="3708400"/>
          <p14:tracePt t="147673" x="2933700" y="3695700"/>
          <p14:tracePt t="147690" x="3035300" y="3663950"/>
          <p14:tracePt t="147706" x="3187700" y="3600450"/>
          <p14:tracePt t="147722" x="3238500" y="3575050"/>
          <p14:tracePt t="147739" x="3257550" y="3562350"/>
          <p14:tracePt t="147756" x="3302000" y="3536950"/>
          <p14:tracePt t="147773" x="3302000" y="3530600"/>
          <p14:tracePt t="147789" x="3314700" y="3524250"/>
          <p14:tracePt t="147806" x="3314700" y="3511550"/>
          <p14:tracePt t="147937" x="3302000" y="3511550"/>
          <p14:tracePt t="147985" x="3302000" y="3517900"/>
          <p14:tracePt t="148033" x="3302000" y="3524250"/>
          <p14:tracePt t="148049" x="3295650" y="3524250"/>
          <p14:tracePt t="148065" x="3295650" y="3530600"/>
          <p14:tracePt t="148073" x="3289300" y="3530600"/>
          <p14:tracePt t="148105" x="3282950" y="3543300"/>
          <p14:tracePt t="148121" x="3282950" y="3549650"/>
          <p14:tracePt t="148137" x="3276600" y="3556000"/>
          <p14:tracePt t="148145" x="3276600" y="3568700"/>
          <p14:tracePt t="148156" x="3270250" y="3581400"/>
          <p14:tracePt t="148172" x="3263900" y="3606800"/>
          <p14:tracePt t="148189" x="3257550" y="3657600"/>
          <p14:tracePt t="148206" x="3257550" y="3702050"/>
          <p14:tracePt t="148223" x="3257550" y="3740150"/>
          <p14:tracePt t="148239" x="3257550" y="3854450"/>
          <p14:tracePt t="148256" x="3244850" y="3924300"/>
          <p14:tracePt t="148273" x="3225800" y="4032250"/>
          <p14:tracePt t="148289" x="3225800" y="4051300"/>
          <p14:tracePt t="148306" x="3225800" y="4064000"/>
          <p14:tracePt t="148401" x="3232150" y="4064000"/>
          <p14:tracePt t="148457" x="3238500" y="4064000"/>
          <p14:tracePt t="148473" x="3251200" y="4064000"/>
          <p14:tracePt t="148713" x="3251200" y="4070350"/>
          <p14:tracePt t="148761" x="3251200" y="4076700"/>
          <p14:tracePt t="149057" x="3244850" y="4083050"/>
          <p14:tracePt t="149145" x="3232150" y="4083050"/>
          <p14:tracePt t="149162" x="3225800" y="4089400"/>
          <p14:tracePt t="149177" x="3219450" y="4102100"/>
          <p14:tracePt t="149217" x="3219450" y="4108450"/>
          <p14:tracePt t="149241" x="3219450" y="4114800"/>
          <p14:tracePt t="149257" x="3225800" y="4121150"/>
          <p14:tracePt t="149265" x="3225800" y="4133850"/>
          <p14:tracePt t="149281" x="3225800" y="4140200"/>
          <p14:tracePt t="149296" x="3225800" y="4146550"/>
          <p14:tracePt t="149306" x="3232150" y="4152900"/>
          <p14:tracePt t="149323" x="3238500" y="4165600"/>
          <p14:tracePt t="149339" x="3251200" y="4165600"/>
          <p14:tracePt t="149356" x="3289300" y="4178300"/>
          <p14:tracePt t="149373" x="3308350" y="4178300"/>
          <p14:tracePt t="149389" x="3314700" y="4191000"/>
          <p14:tracePt t="149406" x="3314700" y="4203700"/>
          <p14:tracePt t="149423" x="3327400" y="4216400"/>
          <p14:tracePt t="149439" x="3327400" y="4229100"/>
          <p14:tracePt t="149456" x="3327400" y="4235450"/>
          <p14:tracePt t="149473" x="3333750" y="4260850"/>
          <p14:tracePt t="149489" x="3333750" y="4267200"/>
          <p14:tracePt t="149506" x="3340100" y="4273550"/>
          <p14:tracePt t="149523" x="3340100" y="4279900"/>
          <p14:tracePt t="149539" x="3340100" y="4286250"/>
          <p14:tracePt t="149556" x="3346450" y="4298950"/>
          <p14:tracePt t="149573" x="3346450" y="4318000"/>
          <p14:tracePt t="149589" x="3346450" y="4330700"/>
          <p14:tracePt t="149606" x="3346450" y="4337050"/>
          <p14:tracePt t="149623" x="3346450" y="4349750"/>
          <p14:tracePt t="149656" x="3346450" y="4356100"/>
          <p14:tracePt t="149673" x="3346450" y="4362450"/>
          <p14:tracePt t="149689" x="3365500" y="4368800"/>
          <p14:tracePt t="149723" x="3384550" y="4375150"/>
          <p14:tracePt t="149740" x="3397250" y="4375150"/>
          <p14:tracePt t="149756" x="3409950" y="4381500"/>
          <p14:tracePt t="149773" x="3435350" y="4381500"/>
          <p14:tracePt t="149789" x="3467100" y="4381500"/>
          <p14:tracePt t="149806" x="3511550" y="4387850"/>
          <p14:tracePt t="149823" x="3549650" y="4387850"/>
          <p14:tracePt t="149839" x="3638550" y="4387850"/>
          <p14:tracePt t="149841" x="3683000" y="4387850"/>
          <p14:tracePt t="149856" x="3765550" y="4381500"/>
          <p14:tracePt t="149873" x="4222750" y="4362450"/>
          <p14:tracePt t="149889" x="4483100" y="4356100"/>
          <p14:tracePt t="149906" x="4616450" y="4356100"/>
          <p14:tracePt t="149923" x="5238750" y="4343400"/>
          <p14:tracePt t="149939" x="5486400" y="4343400"/>
          <p14:tracePt t="149956" x="5715000" y="4337050"/>
          <p14:tracePt t="149973" x="6108700" y="4324350"/>
          <p14:tracePt t="149990" x="6165850" y="4324350"/>
          <p14:tracePt t="150006" x="6311900" y="4324350"/>
          <p14:tracePt t="150023" x="6521450" y="4318000"/>
          <p14:tracePt t="150039" x="6616700" y="4311650"/>
          <p14:tracePt t="150056" x="6642100" y="4305300"/>
          <p14:tracePt t="150073" x="6686550" y="4292600"/>
          <p14:tracePt t="150106" x="6692900" y="4286250"/>
          <p14:tracePt t="150123" x="6699250" y="4273550"/>
          <p14:tracePt t="150139" x="6705600" y="4241800"/>
          <p14:tracePt t="150156" x="6724650" y="4191000"/>
          <p14:tracePt t="150173" x="6724650" y="4140200"/>
          <p14:tracePt t="150189" x="6699250" y="4006850"/>
          <p14:tracePt t="150206" x="6673850" y="3892550"/>
          <p14:tracePt t="150223" x="6610350" y="3778250"/>
          <p14:tracePt t="150240" x="6445250" y="3613150"/>
          <p14:tracePt t="150256" x="6419850" y="3587750"/>
          <p14:tracePt t="150272" x="6286500" y="3473450"/>
          <p14:tracePt t="150289" x="6261100" y="3454400"/>
          <p14:tracePt t="150306" x="6229350" y="3435350"/>
          <p14:tracePt t="150323" x="6210300" y="3416300"/>
          <p14:tracePt t="150339" x="6184900" y="3397250"/>
          <p14:tracePt t="150356" x="6165850" y="3378200"/>
          <p14:tracePt t="150373" x="6159500" y="3378200"/>
          <p14:tracePt t="150389" x="6134100" y="3359150"/>
          <p14:tracePt t="150406" x="6127750" y="3359150"/>
          <p14:tracePt t="150423" x="6108700" y="3352800"/>
          <p14:tracePt t="150439" x="6083300" y="3340100"/>
          <p14:tracePt t="150456" x="6064250" y="3340100"/>
          <p14:tracePt t="150473" x="6057900" y="3327400"/>
          <p14:tracePt t="150490" x="6045200" y="3327400"/>
          <p14:tracePt t="150506" x="6026150" y="3327400"/>
          <p14:tracePt t="150523" x="6013450" y="3321050"/>
          <p14:tracePt t="150539" x="5994400" y="3314700"/>
          <p14:tracePt t="150556" x="5988050" y="3308350"/>
          <p14:tracePt t="150573" x="5943600" y="3302000"/>
          <p14:tracePt t="150589" x="5937250" y="3302000"/>
          <p14:tracePt t="150622" x="5930900" y="3302000"/>
          <p14:tracePt t="150648" x="5924550" y="3308350"/>
          <p14:tracePt t="150705" x="5930900" y="3308350"/>
          <p14:tracePt t="150761" x="5924550" y="3308350"/>
          <p14:tracePt t="150769" x="5918200" y="3314700"/>
          <p14:tracePt t="150777" x="5918200" y="3321050"/>
          <p14:tracePt t="151273" x="5905500" y="3321050"/>
          <p14:tracePt t="151281" x="5905500" y="3314700"/>
          <p14:tracePt t="151305" x="5899150" y="3314700"/>
          <p14:tracePt t="151337" x="5892800" y="3314700"/>
          <p14:tracePt t="151344" x="5886450" y="3314700"/>
          <p14:tracePt t="151368" x="5873750" y="3314700"/>
          <p14:tracePt t="151378" x="5867400" y="3314700"/>
          <p14:tracePt t="151401" x="5854700" y="3314700"/>
          <p14:tracePt t="151417" x="5848350" y="3314700"/>
          <p14:tracePt t="151426" x="5848350" y="3308350"/>
          <p14:tracePt t="151441" x="5842000" y="3308350"/>
          <p14:tracePt t="151456" x="5835650" y="3302000"/>
          <p14:tracePt t="151472" x="5816600" y="3295650"/>
          <p14:tracePt t="151489" x="5765800" y="3270250"/>
          <p14:tracePt t="151506" x="5765800" y="3257550"/>
          <p14:tracePt t="151523" x="5727700" y="3244850"/>
          <p14:tracePt t="151539" x="5708650" y="3244850"/>
          <p14:tracePt t="151556" x="5664200" y="3244850"/>
          <p14:tracePt t="151573" x="5353050" y="3327400"/>
          <p14:tracePt t="151589" x="5219700" y="3365500"/>
          <p14:tracePt t="151606" x="4959350" y="3435350"/>
          <p14:tracePt t="151623" x="4464050" y="3568700"/>
          <p14:tracePt t="151639" x="4254500" y="3619500"/>
          <p14:tracePt t="151656" x="4216400" y="3638550"/>
          <p14:tracePt t="151673" x="3962400" y="3714750"/>
          <p14:tracePt t="151689" x="3917950" y="3740150"/>
          <p14:tracePt t="151706" x="3905250" y="3752850"/>
          <p14:tracePt t="151723" x="3892550" y="3759200"/>
          <p14:tracePt t="151817" x="3898900" y="3759200"/>
          <p14:tracePt t="151881" x="3911600" y="3752850"/>
          <p14:tracePt t="151889" x="3924300" y="3752850"/>
          <p14:tracePt t="151897" x="3937000" y="3752850"/>
          <p14:tracePt t="151906" x="3968750" y="3752850"/>
          <p14:tracePt t="151922" x="4025900" y="3752850"/>
          <p14:tracePt t="151939" x="4095750" y="3752850"/>
          <p14:tracePt t="151956" x="4121150" y="3752850"/>
          <p14:tracePt t="151973" x="4248150" y="3733800"/>
          <p14:tracePt t="151989" x="4311650" y="3714750"/>
          <p14:tracePt t="152006" x="4406900" y="3676650"/>
          <p14:tracePt t="152023" x="4578350" y="3638550"/>
          <p14:tracePt t="152039" x="4660900" y="3619500"/>
          <p14:tracePt t="152056" x="4692650" y="3606800"/>
          <p14:tracePt t="152072" x="4946650" y="3536950"/>
          <p14:tracePt t="152089" x="5029200" y="3505200"/>
          <p14:tracePt t="152106" x="5137150" y="3473450"/>
          <p14:tracePt t="152123" x="5200650" y="3435350"/>
          <p14:tracePt t="152139" x="5245100" y="3416300"/>
          <p14:tracePt t="152156" x="5403850" y="3346450"/>
          <p14:tracePt t="152173" x="5441950" y="3327400"/>
          <p14:tracePt t="152189" x="5549900" y="3276600"/>
          <p14:tracePt t="152206" x="5664200" y="3206750"/>
          <p14:tracePt t="152223" x="5683250" y="3200400"/>
          <p14:tracePt t="152239" x="5715000" y="3175000"/>
          <p14:tracePt t="152256" x="5810250" y="3105150"/>
          <p14:tracePt t="152273" x="5822950" y="3098800"/>
          <p14:tracePt t="152289" x="5842000" y="3086100"/>
          <p14:tracePt t="152353" x="5848350" y="3073400"/>
          <p14:tracePt t="152377" x="5848350" y="3067050"/>
          <p14:tracePt t="152409" x="5848350" y="3060700"/>
          <p14:tracePt t="152417" x="5848350" y="3054350"/>
          <p14:tracePt t="152425" x="5848350" y="3048000"/>
          <p14:tracePt t="152441" x="5854700" y="3035300"/>
          <p14:tracePt t="152458" x="5854700" y="3028950"/>
          <p14:tracePt t="152473" x="5854700" y="3016250"/>
          <p14:tracePt t="152489" x="5854700" y="3009900"/>
          <p14:tracePt t="152506" x="5854700" y="3003550"/>
          <p14:tracePt t="152523" x="5848350" y="2997200"/>
          <p14:tracePt t="152539" x="5829300" y="2984500"/>
          <p14:tracePt t="152556" x="5816600" y="2965450"/>
          <p14:tracePt t="152573" x="5810250" y="2965450"/>
          <p14:tracePt t="152589" x="5791200" y="2952750"/>
          <p14:tracePt t="152606" x="5784850" y="2946400"/>
          <p14:tracePt t="152623" x="5753100" y="2933700"/>
          <p14:tracePt t="152639" x="5721350" y="2921000"/>
          <p14:tracePt t="152656" x="5715000" y="2921000"/>
          <p14:tracePt t="152673" x="5664200" y="2914650"/>
          <p14:tracePt t="152689" x="5632450" y="2914650"/>
          <p14:tracePt t="152706" x="5594350" y="2921000"/>
          <p14:tracePt t="152723" x="5562600" y="2933700"/>
          <p14:tracePt t="152739" x="5543550" y="2933700"/>
          <p14:tracePt t="152756" x="5480050" y="2946400"/>
          <p14:tracePt t="152773" x="5435600" y="2946400"/>
          <p14:tracePt t="152789" x="5391150" y="2959100"/>
          <p14:tracePt t="152806" x="5365750" y="2978150"/>
          <p14:tracePt t="152823" x="5353050" y="2984500"/>
          <p14:tracePt t="152839" x="5289550" y="3022600"/>
          <p14:tracePt t="152841" x="5264150" y="3035300"/>
          <p14:tracePt t="152856" x="5207000" y="3060700"/>
          <p14:tracePt t="152873" x="5149850" y="3117850"/>
          <p14:tracePt t="152889" x="5143500" y="3130550"/>
          <p14:tracePt t="152906" x="5143500" y="3143250"/>
          <p14:tracePt t="152923" x="5130800" y="3168650"/>
          <p14:tracePt t="152939" x="5137150" y="3175000"/>
          <p14:tracePt t="152956" x="5143500" y="3194050"/>
          <p14:tracePt t="152994" x="5143500" y="3200400"/>
          <p14:tracePt t="153009" x="5149850" y="3200400"/>
          <p14:tracePt t="153024" x="5162550" y="3206750"/>
          <p14:tracePt t="153039" x="5168900" y="3206750"/>
          <p14:tracePt t="153056" x="5181600" y="3206750"/>
          <p14:tracePt t="153073" x="5226050" y="3206750"/>
          <p14:tracePt t="153089" x="5283200" y="3194050"/>
          <p14:tracePt t="153106" x="5340350" y="3187700"/>
          <p14:tracePt t="153122" x="5397500" y="3187700"/>
          <p14:tracePt t="153139" x="5410200" y="3187700"/>
          <p14:tracePt t="153156" x="5505450" y="3213100"/>
          <p14:tracePt t="153172" x="5727700" y="3244850"/>
          <p14:tracePt t="153189" x="5880100" y="3263900"/>
          <p14:tracePt t="153206" x="6184900" y="3308350"/>
          <p14:tracePt t="153223" x="6324600" y="3321050"/>
          <p14:tracePt t="153239" x="6413500" y="3333750"/>
          <p14:tracePt t="153256" x="6718300" y="3365500"/>
          <p14:tracePt t="153273" x="6889750" y="3378200"/>
          <p14:tracePt t="153289" x="6985000" y="3378200"/>
          <p14:tracePt t="153306" x="7162800" y="3409950"/>
          <p14:tracePt t="153323" x="7219950" y="3416300"/>
          <p14:tracePt t="153339" x="7289800" y="3422650"/>
          <p14:tracePt t="153356" x="7404100" y="3435350"/>
          <p14:tracePt t="153372" x="7493000" y="3435350"/>
          <p14:tracePt t="153389" x="7537450" y="3435350"/>
          <p14:tracePt t="153406" x="7562850" y="3429000"/>
          <p14:tracePt t="153422" x="7594600" y="3416300"/>
          <p14:tracePt t="153456" x="7600950" y="3409950"/>
          <p14:tracePt t="153473" x="7607300" y="3403600"/>
          <p14:tracePt t="153489" x="7607300" y="3390900"/>
          <p14:tracePt t="153506" x="7620000" y="3384550"/>
          <p14:tracePt t="153522" x="7620000" y="3378200"/>
          <p14:tracePt t="153539" x="7632700" y="3365500"/>
          <p14:tracePt t="153556" x="7645400" y="3352800"/>
          <p14:tracePt t="153572" x="7658100" y="3327400"/>
          <p14:tracePt t="153589" x="7670800" y="3308350"/>
          <p14:tracePt t="153606" x="7670800" y="3302000"/>
          <p14:tracePt t="153623" x="7702550" y="3263900"/>
          <p14:tracePt t="153639" x="7702550" y="3238500"/>
          <p14:tracePt t="153656" x="7702550" y="3225800"/>
          <p14:tracePt t="153673" x="7702550" y="3181350"/>
          <p14:tracePt t="153689" x="7702550" y="3155950"/>
          <p14:tracePt t="153706" x="7689850" y="3130550"/>
          <p14:tracePt t="153723" x="7683500" y="3079750"/>
          <p14:tracePt t="153739" x="7664450" y="3041650"/>
          <p14:tracePt t="153756" x="7626350" y="2997200"/>
          <p14:tracePt t="153773" x="7613650" y="2978150"/>
          <p14:tracePt t="153789" x="7594600" y="2971800"/>
          <p14:tracePt t="153806" x="7518400" y="2940050"/>
          <p14:tracePt t="153823" x="7499350" y="2927350"/>
          <p14:tracePt t="153839" x="7473950" y="2914650"/>
          <p14:tracePt t="153842" x="7429500" y="2908300"/>
          <p14:tracePt t="153856" x="7404100" y="2895600"/>
          <p14:tracePt t="153873" x="7378700" y="2889250"/>
          <p14:tracePt t="153889" x="7346950" y="2882900"/>
          <p14:tracePt t="153906" x="7308850" y="2882900"/>
          <p14:tracePt t="153923" x="7277100" y="2882900"/>
          <p14:tracePt t="153939" x="7258050" y="2876550"/>
          <p14:tracePt t="153956" x="7226300" y="2870200"/>
          <p14:tracePt t="153973" x="7194550" y="2870200"/>
          <p14:tracePt t="153989" x="7162800" y="2863850"/>
          <p14:tracePt t="154006" x="7112000" y="2863850"/>
          <p14:tracePt t="154023" x="7073900" y="2857500"/>
          <p14:tracePt t="154039" x="7042150" y="2857500"/>
          <p14:tracePt t="154056" x="7023100" y="2857500"/>
          <p14:tracePt t="154073" x="6889750" y="2857500"/>
          <p14:tracePt t="154089" x="6858000" y="2857500"/>
          <p14:tracePt t="154106" x="6756400" y="2876550"/>
          <p14:tracePt t="154123" x="6737350" y="2895600"/>
          <p14:tracePt t="154139" x="6686550" y="2921000"/>
          <p14:tracePt t="154156" x="6629400" y="2978150"/>
          <p14:tracePt t="154173" x="6604000" y="3003550"/>
          <p14:tracePt t="154189" x="6578600" y="3054350"/>
          <p14:tracePt t="154206" x="6559550" y="3086100"/>
          <p14:tracePt t="154223" x="6559550" y="3092450"/>
          <p14:tracePt t="154240" x="6559550" y="3136900"/>
          <p14:tracePt t="154256" x="6559550" y="3155950"/>
          <p14:tracePt t="154273" x="6578600" y="3168650"/>
          <p14:tracePt t="154289" x="6591300" y="3181350"/>
          <p14:tracePt t="154306" x="6610350" y="3187700"/>
          <p14:tracePt t="154323" x="6635750" y="3194050"/>
          <p14:tracePt t="154339" x="6642100" y="3194050"/>
          <p14:tracePt t="154356" x="6648450" y="3194050"/>
          <p14:tracePt t="154373" x="6673850" y="3194050"/>
          <p14:tracePt t="154406" x="6692900" y="3194050"/>
          <p14:tracePt t="154423" x="6750050" y="3206750"/>
          <p14:tracePt t="154439" x="6813550" y="3244850"/>
          <p14:tracePt t="154456" x="6858000" y="3270250"/>
          <p14:tracePt t="154473" x="6985000" y="3352800"/>
          <p14:tracePt t="154490" x="7118350" y="3505200"/>
          <p14:tracePt t="154506" x="7232650" y="3587750"/>
          <p14:tracePt t="154523" x="7308850" y="3670300"/>
          <p14:tracePt t="154539" x="7410450" y="3771900"/>
          <p14:tracePt t="154556" x="7473950" y="3873500"/>
          <p14:tracePt t="154573" x="7499350" y="3917950"/>
          <p14:tracePt t="154589" x="7562850" y="4019550"/>
          <p14:tracePt t="154606" x="7600950" y="4051300"/>
          <p14:tracePt t="154623" x="7651750" y="4076700"/>
          <p14:tracePt t="154640" x="7677150" y="4108450"/>
          <p14:tracePt t="154656" x="7696200" y="4114800"/>
          <p14:tracePt t="154673" x="7702550" y="4114800"/>
          <p14:tracePt t="154801" x="7702550" y="4127500"/>
          <p14:tracePt t="154817" x="7702550" y="4133850"/>
          <p14:tracePt t="155489" x="7702550" y="4140200"/>
          <p14:tracePt t="155505" x="7702550" y="4146550"/>
          <p14:tracePt t="155513" x="7696200" y="4152900"/>
          <p14:tracePt t="155522" x="7696200" y="4159250"/>
          <p14:tracePt t="155539" x="7658100" y="4184650"/>
          <p14:tracePt t="155556" x="7620000" y="4235450"/>
          <p14:tracePt t="155573" x="7600950" y="4260850"/>
          <p14:tracePt t="155589" x="7594600" y="4267200"/>
          <p14:tracePt t="155606" x="7569200" y="4286250"/>
          <p14:tracePt t="155623" x="7518400" y="4330700"/>
          <p14:tracePt t="155639" x="7435850" y="4375150"/>
          <p14:tracePt t="155656" x="7410450" y="4400550"/>
          <p14:tracePt t="155673" x="7289800" y="4476750"/>
          <p14:tracePt t="155689" x="7245350" y="4502150"/>
          <p14:tracePt t="155706" x="7239000" y="4502150"/>
          <p14:tracePt t="155723" x="7239000" y="4508500"/>
          <p14:tracePt t="155801" x="7239000" y="4502150"/>
          <p14:tracePt t="155905" x="7239000" y="4495800"/>
          <p14:tracePt t="155921" x="7245350" y="4495800"/>
          <p14:tracePt t="155937" x="7251700" y="4489450"/>
          <p14:tracePt t="155961" x="7251700" y="4483100"/>
          <p14:tracePt t="155977" x="7270750" y="4476750"/>
          <p14:tracePt t="156001" x="7277100" y="4476750"/>
          <p14:tracePt t="156033" x="7289800" y="4476750"/>
          <p14:tracePt t="156129" x="7289800" y="4483100"/>
          <p14:tracePt t="156145" x="7296150" y="4495800"/>
          <p14:tracePt t="156153" x="7296150" y="4508500"/>
          <p14:tracePt t="156162" x="7302500" y="4521200"/>
          <p14:tracePt t="156177" x="7302500" y="4565650"/>
          <p14:tracePt t="156189" x="7302500" y="4584700"/>
          <p14:tracePt t="156206" x="7289800" y="4648200"/>
          <p14:tracePt t="156223" x="7302500" y="4806950"/>
          <p14:tracePt t="156240" x="7283450" y="4914900"/>
          <p14:tracePt t="156256" x="7270750" y="5035550"/>
          <p14:tracePt t="156273" x="7232650" y="5264150"/>
          <p14:tracePt t="156289" x="7213600" y="5334000"/>
          <p14:tracePt t="156401" x="7213600" y="5327650"/>
          <p14:tracePt t="156553" x="7213600" y="5308600"/>
          <p14:tracePt t="156561" x="7213600" y="5270500"/>
          <p14:tracePt t="156572" x="7219950" y="5257800"/>
          <p14:tracePt t="156589" x="7232650" y="5232400"/>
          <p14:tracePt t="156606" x="7232650" y="5219700"/>
          <p14:tracePt t="156622" x="7226300" y="5175250"/>
          <p14:tracePt t="156639" x="7181850" y="5080000"/>
          <p14:tracePt t="156656" x="7112000" y="4940300"/>
          <p14:tracePt t="156672" x="7061200" y="4845050"/>
          <p14:tracePt t="156689" x="6985000" y="4737100"/>
          <p14:tracePt t="156706" x="6927850" y="4654550"/>
          <p14:tracePt t="156723" x="6883400" y="4559300"/>
          <p14:tracePt t="156739" x="6807200" y="4381500"/>
          <p14:tracePt t="156756" x="6762750" y="4298950"/>
          <p14:tracePt t="156772" x="6731000" y="4235450"/>
          <p14:tracePt t="156789" x="6572250" y="3987800"/>
          <p14:tracePt t="156806" x="6394450" y="3797300"/>
          <p14:tracePt t="156822" x="5867400" y="3359150"/>
          <p14:tracePt t="156839" x="5568950" y="3168650"/>
          <p14:tracePt t="156842" x="5448300" y="3079750"/>
          <p14:tracePt t="156858" x="5194300" y="2965450"/>
          <p14:tracePt t="156872" x="4470400" y="2438400"/>
          <p14:tracePt t="156889" x="4044950" y="2171700"/>
          <p14:tracePt t="156906" x="3429000" y="1651000"/>
          <p14:tracePt t="156923" x="3168650" y="1454150"/>
          <p14:tracePt t="156939" x="3048000" y="1371600"/>
          <p14:tracePt t="156956" x="2838450" y="1244600"/>
          <p14:tracePt t="156973" x="2609850" y="1028700"/>
          <p14:tracePt t="156989" x="2501900" y="882650"/>
          <p14:tracePt t="157006" x="2178050" y="457200"/>
          <p14:tracePt t="157023" x="2038350" y="266700"/>
          <p14:tracePt t="157040" x="1987550" y="196850"/>
          <p14:tracePt t="157056" x="1822450" y="0"/>
          <p14:tracePt t="157073" x="1746250" y="0"/>
          <p14:tracePt t="157089" x="1676400" y="0"/>
          <p14:tracePt t="157123" x="1670050" y="0"/>
          <p14:tracePt t="157185" x="1670050" y="6350"/>
          <p14:tracePt t="157193" x="1670050" y="38100"/>
          <p14:tracePt t="157206" x="1682750" y="88900"/>
          <p14:tracePt t="157223" x="1720850" y="254000"/>
          <p14:tracePt t="157240" x="1758950" y="336550"/>
          <p14:tracePt t="157256" x="1790700" y="400050"/>
          <p14:tracePt t="157273" x="1816100" y="482600"/>
          <p14:tracePt t="157289" x="1835150" y="508000"/>
          <p14:tracePt t="157306" x="1866900" y="539750"/>
          <p14:tracePt t="157323" x="1879600" y="558800"/>
          <p14:tracePt t="157339" x="1892300" y="577850"/>
          <p14:tracePt t="157356" x="1898650" y="584200"/>
          <p14:tracePt t="157373" x="1949450" y="635000"/>
          <p14:tracePt t="157389" x="1962150" y="685800"/>
          <p14:tracePt t="157406" x="2006600" y="800100"/>
          <p14:tracePt t="157423" x="2063750" y="844550"/>
          <p14:tracePt t="157439" x="2076450" y="914400"/>
          <p14:tracePt t="157456" x="2076450" y="939800"/>
          <p14:tracePt t="157472" x="2070100" y="1060450"/>
          <p14:tracePt t="157489" x="2051050" y="1098550"/>
          <p14:tracePt t="157506" x="1993900" y="1168400"/>
          <p14:tracePt t="157523" x="1968500" y="1193800"/>
          <p14:tracePt t="157539" x="1930400" y="1238250"/>
          <p14:tracePt t="157556" x="1866900" y="1320800"/>
          <p14:tracePt t="157573" x="1847850" y="1333500"/>
          <p14:tracePt t="157589" x="1841500" y="1339850"/>
          <p14:tracePt t="157606" x="1847850" y="1339850"/>
          <p14:tracePt t="157639" x="1841500" y="1339850"/>
          <p14:tracePt t="157656" x="1835150" y="1346200"/>
          <p14:tracePt t="157673" x="1816100" y="1358900"/>
          <p14:tracePt t="157689" x="1771650" y="1397000"/>
          <p14:tracePt t="157706" x="1752600" y="1479550"/>
          <p14:tracePt t="157723" x="1765300" y="1574800"/>
          <p14:tracePt t="157740" x="1752600" y="1739900"/>
          <p14:tracePt t="157756" x="1778000" y="1879600"/>
          <p14:tracePt t="157773" x="1733550" y="2012950"/>
          <p14:tracePt t="157789" x="1485900" y="2317750"/>
          <p14:tracePt t="157806" x="1365250" y="2432050"/>
          <p14:tracePt t="157823" x="1155700" y="2603500"/>
          <p14:tracePt t="157840" x="889000" y="2825750"/>
          <p14:tracePt t="157856" x="825500" y="2876550"/>
          <p14:tracePt t="157872" x="666750" y="3048000"/>
          <p14:tracePt t="157889" x="654050" y="3079750"/>
          <p14:tracePt t="157906" x="615950" y="3155950"/>
          <p14:tracePt t="157923" x="603250" y="3162300"/>
          <p14:tracePt t="157939" x="596900" y="3200400"/>
          <p14:tracePt t="157956" x="584200" y="3213100"/>
          <p14:tracePt t="157973" x="584200" y="3232150"/>
          <p14:tracePt t="157989" x="584200" y="3263900"/>
          <p14:tracePt t="158006" x="584200" y="3346450"/>
          <p14:tracePt t="158023" x="635000" y="3409950"/>
          <p14:tracePt t="158040" x="806450" y="3530600"/>
          <p14:tracePt t="158056" x="920750" y="3625850"/>
          <p14:tracePt t="158073" x="996950" y="3740150"/>
          <p14:tracePt t="158089" x="1250950" y="3956050"/>
          <p14:tracePt t="158106" x="1333500" y="4025900"/>
          <p14:tracePt t="158123" x="1422400" y="4083050"/>
          <p14:tracePt t="158139" x="1435100" y="4102100"/>
          <p14:tracePt t="158173" x="1441450" y="4102100"/>
          <p14:tracePt t="158201" x="1454150" y="4102100"/>
          <p14:tracePt t="158210" x="1460500" y="4102100"/>
          <p14:tracePt t="158257" x="1447800" y="4095750"/>
          <p14:tracePt t="158264" x="1435100" y="4095750"/>
          <p14:tracePt t="158273" x="1428750" y="4095750"/>
          <p14:tracePt t="158289" x="1397000" y="4095750"/>
          <p14:tracePt t="158306" x="1371600" y="4095750"/>
          <p14:tracePt t="158323" x="1346200" y="4095750"/>
          <p14:tracePt t="158356" x="1314450" y="4095750"/>
          <p14:tracePt t="158389" x="1308100" y="4095750"/>
          <p14:tracePt t="158406" x="1308100" y="4102100"/>
          <p14:tracePt t="158422" x="1308100" y="4108450"/>
          <p14:tracePt t="158439" x="1320800" y="4114800"/>
          <p14:tracePt t="158456" x="1352550" y="4114800"/>
          <p14:tracePt t="158473" x="1428750" y="4038600"/>
          <p14:tracePt t="158489" x="1485900" y="3879850"/>
          <p14:tracePt t="158506" x="1536700" y="3733800"/>
          <p14:tracePt t="158523" x="1549400" y="3676650"/>
          <p14:tracePt t="158539" x="1498600" y="3429000"/>
          <p14:tracePt t="158556" x="1473200" y="3371850"/>
          <p14:tracePt t="158573" x="1435100" y="3289300"/>
          <p14:tracePt t="158589" x="1339850" y="3232150"/>
          <p14:tracePt t="158606" x="1301750" y="3219450"/>
          <p14:tracePt t="158623" x="1282700" y="3213100"/>
          <p14:tracePt t="158639" x="1263650" y="3213100"/>
          <p14:tracePt t="158656" x="1231900" y="3219450"/>
          <p14:tracePt t="158673" x="1174750" y="3244850"/>
          <p14:tracePt t="158689" x="1155700" y="3244850"/>
          <p14:tracePt t="158706" x="1123950" y="3263900"/>
          <p14:tracePt t="158723" x="1111250" y="3270250"/>
          <p14:tracePt t="158739" x="1111250" y="3276600"/>
          <p14:tracePt t="158772" x="1111250" y="3282950"/>
          <p14:tracePt t="158834" x="1104900" y="3282950"/>
          <p14:tracePt t="158840" x="1104900" y="3276600"/>
          <p14:tracePt t="158856" x="1079500" y="3263900"/>
          <p14:tracePt t="158873" x="1060450" y="3194050"/>
          <p14:tracePt t="158889" x="1035050" y="3136900"/>
          <p14:tracePt t="158906" x="1003300" y="3105150"/>
          <p14:tracePt t="158923" x="990600" y="3086100"/>
          <p14:tracePt t="158939" x="971550" y="3086100"/>
          <p14:tracePt t="158977" x="958850" y="3086100"/>
          <p14:tracePt t="159040" x="965200" y="3092450"/>
          <p14:tracePt t="159065" x="971550" y="3105150"/>
          <p14:tracePt t="159081" x="971550" y="3111500"/>
          <p14:tracePt t="159105" x="984250" y="3111500"/>
          <p14:tracePt t="159129" x="977900" y="3117850"/>
          <p14:tracePt t="159137" x="984250" y="3117850"/>
          <p14:tracePt t="159337" x="984250" y="3111500"/>
          <p14:tracePt t="159345" x="990600" y="3105150"/>
          <p14:tracePt t="159356" x="965200" y="3079750"/>
          <p14:tracePt t="159372" x="920750" y="3009900"/>
          <p14:tracePt t="159389" x="857250" y="2901950"/>
          <p14:tracePt t="159405" x="723900" y="2660650"/>
          <p14:tracePt t="159422" x="635000" y="2476500"/>
          <p14:tracePt t="159439" x="539750" y="2279650"/>
          <p14:tracePt t="159456" x="222250" y="1847850"/>
          <p14:tracePt t="159473" x="120650" y="16891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5125" y="727075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1.3.3 Switching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dirty="0">
                <a:latin typeface="Times New Roman" pitchFamily="18" charset="0"/>
              </a:rPr>
              <a:t>An internet is a switched network in which a switch connects at least two links together </a:t>
            </a:r>
            <a:r>
              <a:rPr lang="en-US" altLang="ko-KR" dirty="0" smtClean="0">
                <a:latin typeface="Times New Roman" pitchFamily="18" charset="0"/>
              </a:rPr>
              <a:t>Point to point WAN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Circuit-Switched Network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938" y="3155950"/>
            <a:ext cx="1827212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946525"/>
            <a:ext cx="2573338" cy="7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079750"/>
            <a:ext cx="1754187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8" y="4516438"/>
            <a:ext cx="2189162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057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512" x="4559300" y="3752850"/>
          <p14:tracePt t="536" x="4559300" y="3746500"/>
          <p14:tracePt t="1089" x="4559300" y="3733800"/>
          <p14:tracePt t="1105" x="4552950" y="3727450"/>
          <p14:tracePt t="1113" x="4546600" y="3721100"/>
          <p14:tracePt t="1124" x="4552950" y="3689350"/>
          <p14:tracePt t="1141" x="4552950" y="3657600"/>
          <p14:tracePt t="1157" x="4540250" y="3638550"/>
          <p14:tracePt t="1174" x="4540250" y="3606800"/>
          <p14:tracePt t="1191" x="4533900" y="3594100"/>
          <p14:tracePt t="1208" x="4527550" y="3568700"/>
          <p14:tracePt t="1224" x="4527550" y="3549650"/>
          <p14:tracePt t="1241" x="4527550" y="3536950"/>
          <p14:tracePt t="1401" x="4521200" y="3543300"/>
          <p14:tracePt t="1697" x="4514850" y="3543300"/>
          <p14:tracePt t="1705" x="4508500" y="3536950"/>
          <p14:tracePt t="1713" x="4476750" y="3511550"/>
          <p14:tracePt t="1724" x="4451350" y="3486150"/>
          <p14:tracePt t="1741" x="4406900" y="3435350"/>
          <p14:tracePt t="1757" x="4356100" y="3384550"/>
          <p14:tracePt t="1774" x="4216400" y="3213100"/>
          <p14:tracePt t="1791" x="4159250" y="3162300"/>
          <p14:tracePt t="1808" x="3911600" y="2959100"/>
          <p14:tracePt t="1824" x="3435350" y="2679700"/>
          <p14:tracePt t="1841" x="3098800" y="2482850"/>
          <p14:tracePt t="1857" x="2743200" y="2266950"/>
          <p14:tracePt t="1874" x="2470150" y="2101850"/>
          <p14:tracePt t="1891" x="2305050" y="1981200"/>
          <p14:tracePt t="1908" x="2063750" y="1797050"/>
          <p14:tracePt t="1924" x="1968500" y="1727200"/>
          <p14:tracePt t="1941" x="1835150" y="1587500"/>
          <p14:tracePt t="1957" x="1809750" y="1574800"/>
          <p14:tracePt t="1974" x="1739900" y="1536700"/>
          <p14:tracePt t="1991" x="1670050" y="1492250"/>
          <p14:tracePt t="1994" x="1638300" y="1479550"/>
          <p14:tracePt t="2008" x="1625600" y="1466850"/>
          <p14:tracePt t="2024" x="1524000" y="1409700"/>
          <p14:tracePt t="2041" x="1492250" y="1397000"/>
          <p14:tracePt t="2057" x="1441450" y="1365250"/>
          <p14:tracePt t="2074" x="1295400" y="1308100"/>
          <p14:tracePt t="2091" x="1200150" y="1257300"/>
          <p14:tracePt t="2107" x="1047750" y="1200150"/>
          <p14:tracePt t="2124" x="1022350" y="1187450"/>
          <p14:tracePt t="2141" x="971550" y="1168400"/>
          <p14:tracePt t="2158" x="927100" y="1136650"/>
          <p14:tracePt t="2174" x="850900" y="1111250"/>
          <p14:tracePt t="2191" x="800100" y="1092200"/>
          <p14:tracePt t="2207" x="755650" y="1085850"/>
          <p14:tracePt t="2224" x="692150" y="1079500"/>
          <p14:tracePt t="2241" x="679450" y="1079500"/>
          <p14:tracePt t="2257" x="666750" y="1079500"/>
          <p14:tracePt t="2274" x="654050" y="1079500"/>
          <p14:tracePt t="2291" x="628650" y="1079500"/>
          <p14:tracePt t="2307" x="609600" y="1079500"/>
          <p14:tracePt t="2325" x="558800" y="1079500"/>
          <p14:tracePt t="2341" x="501650" y="1079500"/>
          <p14:tracePt t="2357" x="444500" y="1079500"/>
          <p14:tracePt t="2374" x="406400" y="1079500"/>
          <p14:tracePt t="2391" x="387350" y="1073150"/>
          <p14:tracePt t="2408" x="374650" y="1066800"/>
          <p14:tracePt t="2424" x="336550" y="1066800"/>
          <p14:tracePt t="2441" x="311150" y="1066800"/>
          <p14:tracePt t="2457" x="304800" y="1066800"/>
          <p14:tracePt t="2961" x="311150" y="1054100"/>
          <p14:tracePt t="2985" x="323850" y="1054100"/>
          <p14:tracePt t="3001" x="336550" y="1047750"/>
          <p14:tracePt t="3017" x="342900" y="1041400"/>
          <p14:tracePt t="3024" x="361950" y="1041400"/>
          <p14:tracePt t="3049" x="381000" y="1028700"/>
          <p14:tracePt t="3065" x="400050" y="1022350"/>
          <p14:tracePt t="3080" x="406400" y="1016000"/>
          <p14:tracePt t="3088" x="419100" y="1016000"/>
          <p14:tracePt t="3105" x="431800" y="1009650"/>
          <p14:tracePt t="3409" x="438150" y="1009650"/>
          <p14:tracePt t="6192" x="438150" y="1022350"/>
          <p14:tracePt t="6200" x="438150" y="1028700"/>
          <p14:tracePt t="47840" x="438150" y="1022350"/>
          <p14:tracePt t="47912" x="438150" y="1016000"/>
          <p14:tracePt t="48224" x="438150" y="1003300"/>
          <p14:tracePt t="48240" x="438150" y="996950"/>
          <p14:tracePt t="48256" x="438150" y="990600"/>
          <p14:tracePt t="48264" x="438150" y="971550"/>
          <p14:tracePt t="48273" x="438150" y="965200"/>
          <p14:tracePt t="48290" x="444500" y="952500"/>
          <p14:tracePt t="48307" x="457200" y="952500"/>
          <p14:tracePt t="48324" x="469900" y="984250"/>
          <p14:tracePt t="48340" x="476250" y="1022350"/>
          <p14:tracePt t="48357" x="571500" y="1358900"/>
          <p14:tracePt t="48374" x="622300" y="1593850"/>
          <p14:tracePt t="48390" x="666750" y="2025650"/>
          <p14:tracePt t="48408" x="692150" y="2139950"/>
          <p14:tracePt t="48424" x="723900" y="2254250"/>
          <p14:tracePt t="48440" x="755650" y="2324100"/>
          <p14:tracePt t="48457" x="768350" y="2349500"/>
          <p14:tracePt t="48474" x="819150" y="2413000"/>
          <p14:tracePt t="48491" x="857250" y="2463800"/>
          <p14:tracePt t="48507" x="895350" y="2533650"/>
          <p14:tracePt t="48524" x="965200" y="2597150"/>
          <p14:tracePt t="48540" x="1003300" y="2635250"/>
          <p14:tracePt t="48557" x="1035050" y="2673350"/>
          <p14:tracePt t="48574" x="1054100" y="2698750"/>
          <p14:tracePt t="48590" x="1066800" y="2717800"/>
          <p14:tracePt t="48607" x="1079500" y="2736850"/>
          <p14:tracePt t="48904" x="1079500" y="2730500"/>
          <p14:tracePt t="48912" x="1073150" y="2730500"/>
          <p14:tracePt t="48923" x="1060450" y="2730500"/>
          <p14:tracePt t="48941" x="1041400" y="2717800"/>
          <p14:tracePt t="48957" x="1022350" y="2705100"/>
          <p14:tracePt t="48974" x="977900" y="2679700"/>
          <p14:tracePt t="48990" x="971550" y="2673350"/>
          <p14:tracePt t="48993" x="939800" y="2660650"/>
          <p14:tracePt t="49007" x="927100" y="2654300"/>
          <p14:tracePt t="49024" x="863600" y="2641600"/>
          <p14:tracePt t="49041" x="850900" y="2628900"/>
          <p14:tracePt t="49074" x="844550" y="2628900"/>
          <p14:tracePt t="49136" x="844550" y="2616200"/>
          <p14:tracePt t="49352" x="857250" y="2622550"/>
          <p14:tracePt t="49361" x="863600" y="2622550"/>
          <p14:tracePt t="49377" x="876300" y="2628900"/>
          <p14:tracePt t="49384" x="882650" y="2628900"/>
          <p14:tracePt t="49393" x="889000" y="2635250"/>
          <p14:tracePt t="49407" x="895350" y="2635250"/>
          <p14:tracePt t="49424" x="927100" y="2641600"/>
          <p14:tracePt t="49441" x="933450" y="2647950"/>
          <p14:tracePt t="49457" x="952500" y="2647950"/>
          <p14:tracePt t="49474" x="977900" y="2647950"/>
          <p14:tracePt t="49491" x="996950" y="2647950"/>
          <p14:tracePt t="49507" x="1060450" y="2641600"/>
          <p14:tracePt t="49524" x="1085850" y="2635250"/>
          <p14:tracePt t="49540" x="1149350" y="2628900"/>
          <p14:tracePt t="49557" x="1174750" y="2616200"/>
          <p14:tracePt t="49574" x="1257300" y="2603500"/>
          <p14:tracePt t="49591" x="1308100" y="2590800"/>
          <p14:tracePt t="49608" x="1320800" y="2584450"/>
          <p14:tracePt t="49624" x="1397000" y="2571750"/>
          <p14:tracePt t="49641" x="1422400" y="2571750"/>
          <p14:tracePt t="49657" x="1466850" y="2565400"/>
          <p14:tracePt t="49674" x="1498600" y="2565400"/>
          <p14:tracePt t="49690" x="1530350" y="2565400"/>
          <p14:tracePt t="49707" x="1555750" y="2559050"/>
          <p14:tracePt t="49724" x="1593850" y="2552700"/>
          <p14:tracePt t="49740" x="1612900" y="2552700"/>
          <p14:tracePt t="49757" x="1631950" y="2552700"/>
          <p14:tracePt t="49774" x="1651000" y="2546350"/>
          <p14:tracePt t="49790" x="1663700" y="2546350"/>
          <p14:tracePt t="49807" x="1670050" y="2546350"/>
          <p14:tracePt t="49824" x="1676400" y="2546350"/>
          <p14:tracePt t="49968" x="1670050" y="2546350"/>
          <p14:tracePt t="49976" x="1663700" y="2546350"/>
          <p14:tracePt t="49984" x="1644650" y="2546350"/>
          <p14:tracePt t="49992" x="1631950" y="2540000"/>
          <p14:tracePt t="50007" x="1612900" y="2540000"/>
          <p14:tracePt t="50024" x="1473200" y="2527300"/>
          <p14:tracePt t="50040" x="1428750" y="2520950"/>
          <p14:tracePt t="50057" x="1320800" y="2514600"/>
          <p14:tracePt t="50074" x="1187450" y="2501900"/>
          <p14:tracePt t="50091" x="1098550" y="2501900"/>
          <p14:tracePt t="50107" x="1028700" y="2501900"/>
          <p14:tracePt t="50124" x="939800" y="2495550"/>
          <p14:tracePt t="50141" x="920750" y="2495550"/>
          <p14:tracePt t="50157" x="908050" y="2495550"/>
          <p14:tracePt t="50174" x="882650" y="2495550"/>
          <p14:tracePt t="50207" x="863600" y="2495550"/>
          <p14:tracePt t="50224" x="844550" y="2495550"/>
          <p14:tracePt t="50240" x="819150" y="2495550"/>
          <p14:tracePt t="50257" x="781050" y="2476500"/>
          <p14:tracePt t="50274" x="730250" y="2476500"/>
          <p14:tracePt t="50291" x="660400" y="2457450"/>
          <p14:tracePt t="50307" x="609600" y="2451100"/>
          <p14:tracePt t="50324" x="577850" y="2444750"/>
          <p14:tracePt t="50341" x="558800" y="2444750"/>
          <p14:tracePt t="51448" x="558800" y="2438400"/>
          <p14:tracePt t="51456" x="552450" y="2438400"/>
          <p14:tracePt t="51464" x="552450" y="2425700"/>
          <p14:tracePt t="51480" x="546100" y="2425700"/>
          <p14:tracePt t="51490" x="546100" y="2406650"/>
          <p14:tracePt t="51507" x="533400" y="2387600"/>
          <p14:tracePt t="51524" x="514350" y="2374900"/>
          <p14:tracePt t="51540" x="508000" y="2362200"/>
          <p14:tracePt t="51557" x="482600" y="2311400"/>
          <p14:tracePt t="51574" x="469900" y="2305050"/>
          <p14:tracePt t="51590" x="438150" y="2260600"/>
          <p14:tracePt t="51607" x="361950" y="2159000"/>
          <p14:tracePt t="51624" x="298450" y="2038350"/>
          <p14:tracePt t="51640" x="165100" y="1866900"/>
          <p14:tracePt t="51657" x="107950" y="1803400"/>
          <p14:tracePt t="62080" x="190500" y="3810000"/>
          <p14:tracePt t="62088" x="273050" y="3879850"/>
          <p14:tracePt t="62097" x="349250" y="3949700"/>
          <p14:tracePt t="62107" x="406400" y="4013200"/>
          <p14:tracePt t="62123" x="514350" y="4108450"/>
          <p14:tracePt t="62140" x="635000" y="4178300"/>
          <p14:tracePt t="62157" x="717550" y="4216400"/>
          <p14:tracePt t="62174" x="838200" y="4260850"/>
          <p14:tracePt t="62191" x="920750" y="4286250"/>
          <p14:tracePt t="62207" x="958850" y="4298950"/>
          <p14:tracePt t="62224" x="1111250" y="4318000"/>
          <p14:tracePt t="62240" x="1155700" y="4318000"/>
          <p14:tracePt t="62257" x="1250950" y="4298950"/>
          <p14:tracePt t="62274" x="1320800" y="4286250"/>
          <p14:tracePt t="62290" x="1416050" y="4286250"/>
          <p14:tracePt t="62307" x="1447800" y="4286250"/>
          <p14:tracePt t="62324" x="1695450" y="4286250"/>
          <p14:tracePt t="62340" x="1803400" y="4279900"/>
          <p14:tracePt t="62357" x="1936750" y="4254500"/>
          <p14:tracePt t="62374" x="2070100" y="4197350"/>
          <p14:tracePt t="62390" x="2127250" y="4165600"/>
          <p14:tracePt t="62407" x="2184400" y="4114800"/>
          <p14:tracePt t="62424" x="2266950" y="3987800"/>
          <p14:tracePt t="62440" x="2305050" y="3924300"/>
          <p14:tracePt t="62457" x="2362200" y="3835400"/>
          <p14:tracePt t="62474" x="2368550" y="3810000"/>
          <p14:tracePt t="62491" x="2393950" y="3759200"/>
          <p14:tracePt t="62507" x="2470150" y="3657600"/>
          <p14:tracePt t="62524" x="2514600" y="3594100"/>
          <p14:tracePt t="62540" x="2546350" y="3549650"/>
          <p14:tracePt t="62557" x="2578100" y="3473450"/>
          <p14:tracePt t="62574" x="2597150" y="3441700"/>
          <p14:tracePt t="62590" x="2622550" y="3384550"/>
          <p14:tracePt t="62607" x="2641600" y="3327400"/>
          <p14:tracePt t="62624" x="2660650" y="3175000"/>
          <p14:tracePt t="62640" x="2647950" y="3111500"/>
          <p14:tracePt t="62657" x="2641600" y="3048000"/>
          <p14:tracePt t="62674" x="2571750" y="2921000"/>
          <p14:tracePt t="62690" x="2540000" y="2838450"/>
          <p14:tracePt t="62707" x="2476500" y="2730500"/>
          <p14:tracePt t="62724" x="2419350" y="2667000"/>
          <p14:tracePt t="62740" x="2406650" y="2654300"/>
          <p14:tracePt t="62757" x="2336800" y="2584450"/>
          <p14:tracePt t="62774" x="2292350" y="2546350"/>
          <p14:tracePt t="62791" x="2241550" y="2527300"/>
          <p14:tracePt t="62807" x="2197100" y="2501900"/>
          <p14:tracePt t="62823" x="2178050" y="2495550"/>
          <p14:tracePt t="62840" x="2152650" y="2482850"/>
          <p14:tracePt t="62857" x="2089150" y="2470150"/>
          <p14:tracePt t="62874" x="2063750" y="2463800"/>
          <p14:tracePt t="62890" x="2025650" y="2463800"/>
          <p14:tracePt t="62907" x="1968500" y="2457450"/>
          <p14:tracePt t="62924" x="1930400" y="2457450"/>
          <p14:tracePt t="62940" x="1885950" y="2463800"/>
          <p14:tracePt t="62957" x="1778000" y="2482850"/>
          <p14:tracePt t="62974" x="1727200" y="2501900"/>
          <p14:tracePt t="62990" x="1593850" y="2565400"/>
          <p14:tracePt t="63007" x="1555750" y="2578100"/>
          <p14:tracePt t="63024" x="1441450" y="2641600"/>
          <p14:tracePt t="63040" x="1295400" y="2730500"/>
          <p14:tracePt t="63057" x="1238250" y="2774950"/>
          <p14:tracePt t="63074" x="1219200" y="2794000"/>
          <p14:tracePt t="63090" x="1143000" y="2857500"/>
          <p14:tracePt t="63107" x="1092200" y="2921000"/>
          <p14:tracePt t="63124" x="1035050" y="2978150"/>
          <p14:tracePt t="63140" x="1003300" y="3003550"/>
          <p14:tracePt t="63157" x="996950" y="3028950"/>
          <p14:tracePt t="63174" x="933450" y="3155950"/>
          <p14:tracePt t="63191" x="901700" y="3263900"/>
          <p14:tracePt t="63208" x="806450" y="3403600"/>
          <p14:tracePt t="63224" x="774700" y="3530600"/>
          <p14:tracePt t="63240" x="768350" y="3562350"/>
          <p14:tracePt t="63257" x="749300" y="3689350"/>
          <p14:tracePt t="63274" x="742950" y="3733800"/>
          <p14:tracePt t="63290" x="736600" y="3835400"/>
          <p14:tracePt t="63307" x="723900" y="3905250"/>
          <p14:tracePt t="63324" x="723900" y="3943350"/>
          <p14:tracePt t="63340" x="711200" y="4064000"/>
          <p14:tracePt t="63357" x="711200" y="4108450"/>
          <p14:tracePt t="63374" x="711200" y="4178300"/>
          <p14:tracePt t="63390" x="717550" y="4292600"/>
          <p14:tracePt t="63407" x="730250" y="4343400"/>
          <p14:tracePt t="63424" x="749300" y="4394200"/>
          <p14:tracePt t="63440" x="768350" y="4483100"/>
          <p14:tracePt t="63457" x="787400" y="4540250"/>
          <p14:tracePt t="63474" x="825500" y="4603750"/>
          <p14:tracePt t="63491" x="831850" y="4648200"/>
          <p14:tracePt t="63507" x="850900" y="4667250"/>
          <p14:tracePt t="63524" x="908050" y="4749800"/>
          <p14:tracePt t="63540" x="952500" y="4800600"/>
          <p14:tracePt t="63557" x="971550" y="4838700"/>
          <p14:tracePt t="63574" x="1016000" y="4883150"/>
          <p14:tracePt t="63590" x="1035050" y="4895850"/>
          <p14:tracePt t="63607" x="1085850" y="4927600"/>
          <p14:tracePt t="63624" x="1149350" y="4984750"/>
          <p14:tracePt t="63640" x="1200150" y="5010150"/>
          <p14:tracePt t="63657" x="1263650" y="5041900"/>
          <p14:tracePt t="63674" x="1282700" y="5048250"/>
          <p14:tracePt t="63690" x="1358900" y="5073650"/>
          <p14:tracePt t="63707" x="1390650" y="5080000"/>
          <p14:tracePt t="63724" x="1517650" y="5105400"/>
          <p14:tracePt t="63741" x="1562100" y="5111750"/>
          <p14:tracePt t="63757" x="1625600" y="5118100"/>
          <p14:tracePt t="63774" x="1701800" y="5118100"/>
          <p14:tracePt t="63790" x="1758950" y="5105400"/>
          <p14:tracePt t="63807" x="1809750" y="5099050"/>
          <p14:tracePt t="63824" x="1949450" y="5060950"/>
          <p14:tracePt t="63840" x="2012950" y="5041900"/>
          <p14:tracePt t="63857" x="2044700" y="5029200"/>
          <p14:tracePt t="63874" x="2190750" y="4978400"/>
          <p14:tracePt t="63890" x="2273300" y="4946650"/>
          <p14:tracePt t="63907" x="2349500" y="4914900"/>
          <p14:tracePt t="63924" x="2476500" y="4857750"/>
          <p14:tracePt t="63941" x="2546350" y="4832350"/>
          <p14:tracePt t="63957" x="2565400" y="4806950"/>
          <p14:tracePt t="63974" x="2597150" y="4794250"/>
          <p14:tracePt t="63990" x="2628900" y="4768850"/>
          <p14:tracePt t="64008" x="2667000" y="4724400"/>
          <p14:tracePt t="64023" x="2686050" y="4699000"/>
          <p14:tracePt t="64040" x="2692400" y="4679950"/>
          <p14:tracePt t="64057" x="2717800" y="4616450"/>
          <p14:tracePt t="64074" x="2743200" y="4489450"/>
          <p14:tracePt t="64090" x="2743200" y="4413250"/>
          <p14:tracePt t="64107" x="2749550" y="4311650"/>
          <p14:tracePt t="64124" x="2749550" y="4171950"/>
          <p14:tracePt t="64140" x="2736850" y="4051300"/>
          <p14:tracePt t="64157" x="2724150" y="3949700"/>
          <p14:tracePt t="64174" x="2660650" y="3740150"/>
          <p14:tracePt t="64191" x="2622550" y="3606800"/>
          <p14:tracePt t="64207" x="2533650" y="3397250"/>
          <p14:tracePt t="64224" x="2495550" y="3295650"/>
          <p14:tracePt t="64240" x="2425700" y="3187700"/>
          <p14:tracePt t="64257" x="2330450" y="3048000"/>
          <p14:tracePt t="64274" x="2266950" y="2971800"/>
          <p14:tracePt t="64290" x="2165350" y="2895600"/>
          <p14:tracePt t="64307" x="2120900" y="2876550"/>
          <p14:tracePt t="64324" x="2051050" y="2838450"/>
          <p14:tracePt t="64340" x="1930400" y="2800350"/>
          <p14:tracePt t="64357" x="1873250" y="2781300"/>
          <p14:tracePt t="64374" x="1778000" y="2768600"/>
          <p14:tracePt t="64390" x="1682750" y="2755900"/>
          <p14:tracePt t="64407" x="1593850" y="2743200"/>
          <p14:tracePt t="64424" x="1447800" y="2743200"/>
          <p14:tracePt t="64440" x="1352550" y="2762250"/>
          <p14:tracePt t="64457" x="1308100" y="2774950"/>
          <p14:tracePt t="64474" x="1289050" y="2794000"/>
          <p14:tracePt t="64490" x="1200150" y="2844800"/>
          <p14:tracePt t="64507" x="1174750" y="2870200"/>
          <p14:tracePt t="64524" x="1092200" y="2959100"/>
          <p14:tracePt t="64540" x="1079500" y="3003550"/>
          <p14:tracePt t="64557" x="1060450" y="3028950"/>
          <p14:tracePt t="64574" x="996950" y="3162300"/>
          <p14:tracePt t="64590" x="958850" y="3225800"/>
          <p14:tracePt t="64607" x="927100" y="3314700"/>
          <p14:tracePt t="64623" x="857250" y="3549650"/>
          <p14:tracePt t="64640" x="850900" y="3594100"/>
          <p14:tracePt t="64657" x="825500" y="3733800"/>
          <p14:tracePt t="64674" x="812800" y="3841750"/>
          <p14:tracePt t="64690" x="806450" y="3924300"/>
          <p14:tracePt t="64707" x="800100" y="4076700"/>
          <p14:tracePt t="64724" x="800100" y="4133850"/>
          <p14:tracePt t="64740" x="800100" y="4210050"/>
          <p14:tracePt t="64757" x="812800" y="4337050"/>
          <p14:tracePt t="64774" x="831850" y="4419600"/>
          <p14:tracePt t="64791" x="844550" y="4540250"/>
          <p14:tracePt t="64807" x="876300" y="4603750"/>
          <p14:tracePt t="64824" x="895350" y="4660900"/>
          <p14:tracePt t="64841" x="933450" y="4762500"/>
          <p14:tracePt t="64857" x="946150" y="4838700"/>
          <p14:tracePt t="64874" x="990600" y="4902200"/>
          <p14:tracePt t="64890" x="1066800" y="4997450"/>
          <p14:tracePt t="64907" x="1098550" y="5016500"/>
          <p14:tracePt t="64924" x="1155700" y="5073650"/>
          <p14:tracePt t="64941" x="1238250" y="5137150"/>
          <p14:tracePt t="64957" x="1270000" y="5162550"/>
          <p14:tracePt t="64974" x="1339850" y="5194300"/>
          <p14:tracePt t="64990" x="1390650" y="5213350"/>
          <p14:tracePt t="65007" x="1447800" y="5232400"/>
          <p14:tracePt t="65024" x="1549400" y="5251450"/>
          <p14:tracePt t="65040" x="1746250" y="5251450"/>
          <p14:tracePt t="65057" x="1841500" y="5238750"/>
          <p14:tracePt t="65074" x="1866900" y="5232400"/>
          <p14:tracePt t="65090" x="2057400" y="5162550"/>
          <p14:tracePt t="65107" x="2209800" y="5099050"/>
          <p14:tracePt t="65124" x="2279650" y="5060950"/>
          <p14:tracePt t="65140" x="2438400" y="4991100"/>
          <p14:tracePt t="65157" x="2540000" y="4933950"/>
          <p14:tracePt t="65174" x="2584450" y="4914900"/>
          <p14:tracePt t="65190" x="2679700" y="4851400"/>
          <p14:tracePt t="65207" x="2813050" y="4762500"/>
          <p14:tracePt t="65224" x="2946400" y="4648200"/>
          <p14:tracePt t="65240" x="3111500" y="4521200"/>
          <p14:tracePt t="65257" x="3136900" y="4483100"/>
          <p14:tracePt t="65274" x="3206750" y="4413250"/>
          <p14:tracePt t="65290" x="3321050" y="4279900"/>
          <p14:tracePt t="65307" x="3365500" y="4184650"/>
          <p14:tracePt t="65324" x="3384550" y="4108450"/>
          <p14:tracePt t="65340" x="3384550" y="4064000"/>
          <p14:tracePt t="65357" x="3378200" y="3892550"/>
          <p14:tracePt t="65374" x="3365500" y="3797300"/>
          <p14:tracePt t="65390" x="3352800" y="3702050"/>
          <p14:tracePt t="65407" x="3282950" y="3568700"/>
          <p14:tracePt t="65424" x="3225800" y="3492500"/>
          <p14:tracePt t="65441" x="3067050" y="3359150"/>
          <p14:tracePt t="65457" x="2901950" y="3289300"/>
          <p14:tracePt t="65474" x="2794000" y="3213100"/>
          <p14:tracePt t="65490" x="2336800" y="3028950"/>
          <p14:tracePt t="65507" x="2171700" y="2946400"/>
          <p14:tracePt t="65524" x="1892300" y="2851150"/>
          <p14:tracePt t="65540" x="1365250" y="2762250"/>
          <p14:tracePt t="65557" x="1187450" y="2762250"/>
          <p14:tracePt t="65574" x="1079500" y="2813050"/>
          <p14:tracePt t="65590" x="927100" y="3016250"/>
          <p14:tracePt t="65607" x="920750" y="3086100"/>
          <p14:tracePt t="65624" x="914400" y="3448050"/>
          <p14:tracePt t="65640" x="933450" y="3638550"/>
          <p14:tracePt t="65657" x="984250" y="3835400"/>
          <p14:tracePt t="65674" x="1162050" y="4152900"/>
          <p14:tracePt t="65691" x="1346200" y="4394200"/>
          <p14:tracePt t="65707" x="1511300" y="4565650"/>
          <p14:tracePt t="65724" x="2393950" y="4921250"/>
          <p14:tracePt t="65740" x="2971800" y="5029200"/>
          <p14:tracePt t="65757" x="3308350" y="5080000"/>
          <p14:tracePt t="65774" x="4292600" y="5149850"/>
          <p14:tracePt t="65791" x="4864100" y="5162550"/>
          <p14:tracePt t="65807" x="5435600" y="5187950"/>
          <p14:tracePt t="65824" x="6381750" y="5194300"/>
          <p14:tracePt t="65840" x="6591300" y="5194300"/>
          <p14:tracePt t="65857" x="6870700" y="5194300"/>
          <p14:tracePt t="65874" x="7359650" y="5187950"/>
          <p14:tracePt t="65890" x="7550150" y="5168900"/>
          <p14:tracePt t="65907" x="7683500" y="5143500"/>
          <p14:tracePt t="65924" x="7835900" y="5092700"/>
          <p14:tracePt t="65940" x="7867650" y="5067300"/>
          <p14:tracePt t="65957" x="7912100" y="5041900"/>
          <p14:tracePt t="65974" x="7931150" y="5016500"/>
          <p14:tracePt t="65990" x="7937500" y="4991100"/>
          <p14:tracePt t="65993" x="7943850" y="4972050"/>
          <p14:tracePt t="66007" x="7950200" y="4965700"/>
          <p14:tracePt t="66024" x="7937500" y="4876800"/>
          <p14:tracePt t="66041" x="7931150" y="4806950"/>
          <p14:tracePt t="66057" x="7931150" y="4756150"/>
          <p14:tracePt t="66073" x="7931150" y="4635500"/>
          <p14:tracePt t="66090" x="7912100" y="4546600"/>
          <p14:tracePt t="66107" x="7886700" y="4451350"/>
          <p14:tracePt t="66124" x="7835900" y="4324350"/>
          <p14:tracePt t="66140" x="7804150" y="4216400"/>
          <p14:tracePt t="66157" x="7766050" y="4095750"/>
          <p14:tracePt t="66173" x="7689850" y="3917950"/>
          <p14:tracePt t="66190" x="7639050" y="3810000"/>
          <p14:tracePt t="66207" x="7607300" y="3759200"/>
          <p14:tracePt t="66223" x="7467600" y="3536950"/>
          <p14:tracePt t="66240" x="7435850" y="3460750"/>
          <p14:tracePt t="66257" x="7289800" y="3333750"/>
          <p14:tracePt t="66274" x="7226300" y="3263900"/>
          <p14:tracePt t="66290" x="7194550" y="3225800"/>
          <p14:tracePt t="66307" x="7054850" y="3124200"/>
          <p14:tracePt t="66324" x="6997700" y="3092450"/>
          <p14:tracePt t="66340" x="6851650" y="3003550"/>
          <p14:tracePt t="66357" x="6750050" y="2959100"/>
          <p14:tracePt t="66374" x="6692900" y="2940050"/>
          <p14:tracePt t="66390" x="6496050" y="2876550"/>
          <p14:tracePt t="66407" x="6419850" y="2844800"/>
          <p14:tracePt t="66424" x="6229350" y="2806700"/>
          <p14:tracePt t="66440" x="6184900" y="2794000"/>
          <p14:tracePt t="66457" x="6165850" y="2787650"/>
          <p14:tracePt t="66474" x="6127750" y="2794000"/>
          <p14:tracePt t="66490" x="6096000" y="2800350"/>
          <p14:tracePt t="66507" x="6083300" y="2819400"/>
          <p14:tracePt t="66524" x="6070600" y="2832100"/>
          <p14:tracePt t="66540" x="6064250" y="2838450"/>
          <p14:tracePt t="66557" x="6051550" y="2851150"/>
          <p14:tracePt t="66574" x="6032500" y="2870200"/>
          <p14:tracePt t="66591" x="5975350" y="2940050"/>
          <p14:tracePt t="66607" x="5962650" y="2984500"/>
          <p14:tracePt t="66624" x="5911850" y="3117850"/>
          <p14:tracePt t="66640" x="5892800" y="3181350"/>
          <p14:tracePt t="66657" x="5867400" y="3251200"/>
          <p14:tracePt t="66674" x="5829300" y="3352800"/>
          <p14:tracePt t="66691" x="5810250" y="3422650"/>
          <p14:tracePt t="66707" x="5803900" y="3460750"/>
          <p14:tracePt t="66723" x="5791200" y="3575050"/>
          <p14:tracePt t="66740" x="5772150" y="3644900"/>
          <p14:tracePt t="66757" x="5765800" y="3803650"/>
          <p14:tracePt t="66774" x="5759450" y="3879850"/>
          <p14:tracePt t="66790" x="5753100" y="3949700"/>
          <p14:tracePt t="66807" x="5753100" y="4000500"/>
          <p14:tracePt t="66824" x="5797550" y="4210050"/>
          <p14:tracePt t="66840" x="5810250" y="4318000"/>
          <p14:tracePt t="66857" x="5848350" y="4489450"/>
          <p14:tracePt t="66874" x="5867400" y="4578350"/>
          <p14:tracePt t="66890" x="5873750" y="4635500"/>
          <p14:tracePt t="66907" x="5924550" y="4794250"/>
          <p14:tracePt t="66924" x="5969000" y="4876800"/>
          <p14:tracePt t="66940" x="6007100" y="4953000"/>
          <p14:tracePt t="66957" x="6057900" y="5029200"/>
          <p14:tracePt t="66974" x="6089650" y="5060950"/>
          <p14:tracePt t="66990" x="6127750" y="5105400"/>
          <p14:tracePt t="66992" x="6191250" y="5143500"/>
          <p14:tracePt t="67007" x="6223000" y="5162550"/>
          <p14:tracePt t="67023" x="6311900" y="5213350"/>
          <p14:tracePt t="67040" x="6451600" y="5257800"/>
          <p14:tracePt t="67057" x="6515100" y="5270500"/>
          <p14:tracePt t="67073" x="6635750" y="5289550"/>
          <p14:tracePt t="67090" x="6851650" y="5321300"/>
          <p14:tracePt t="67107" x="6972300" y="5327650"/>
          <p14:tracePt t="67123" x="7086600" y="5327650"/>
          <p14:tracePt t="67140" x="7340600" y="5276850"/>
          <p14:tracePt t="67157" x="7410450" y="5251450"/>
          <p14:tracePt t="67174" x="7543800" y="5181600"/>
          <p14:tracePt t="67190" x="7772400" y="5022850"/>
          <p14:tracePt t="67207" x="7931150" y="4914900"/>
          <p14:tracePt t="67224" x="8058150" y="4813300"/>
          <p14:tracePt t="67240" x="8274050" y="4584700"/>
          <p14:tracePt t="67257" x="8369300" y="4464050"/>
          <p14:tracePt t="67274" x="8528050" y="4254500"/>
          <p14:tracePt t="67290" x="8566150" y="4146550"/>
          <p14:tracePt t="67307" x="8591550" y="4051300"/>
          <p14:tracePt t="67324" x="8591550" y="4000500"/>
          <p14:tracePt t="67340" x="8553450" y="3822700"/>
          <p14:tracePt t="67357" x="8502650" y="3708400"/>
          <p14:tracePt t="67374" x="8324850" y="3473450"/>
          <p14:tracePt t="67390" x="8204200" y="3378200"/>
          <p14:tracePt t="67407" x="8121650" y="3321050"/>
          <p14:tracePt t="67424" x="7531100" y="2984500"/>
          <p14:tracePt t="67440" x="7239000" y="2857500"/>
          <p14:tracePt t="67457" x="6972300" y="2781300"/>
          <p14:tracePt t="67474" x="6553200" y="2679700"/>
          <p14:tracePt t="67490" x="6489700" y="2660650"/>
          <p14:tracePt t="67507" x="6267450" y="2667000"/>
          <p14:tracePt t="67524" x="6159500" y="2692400"/>
          <p14:tracePt t="67540" x="6070600" y="2749550"/>
          <p14:tracePt t="67557" x="5848350" y="2971800"/>
          <p14:tracePt t="67574" x="5803900" y="3035300"/>
          <p14:tracePt t="67590" x="5657850" y="3333750"/>
          <p14:tracePt t="67607" x="5499100" y="3587750"/>
          <p14:tracePt t="67624" x="5226050" y="4070350"/>
          <p14:tracePt t="67640" x="5194300" y="4140200"/>
          <p14:tracePt t="67657" x="5130800" y="4298950"/>
          <p14:tracePt t="67674" x="5086350" y="4514850"/>
          <p14:tracePt t="67690" x="5080000" y="4565650"/>
          <p14:tracePt t="67707" x="5086350" y="4648200"/>
          <p14:tracePt t="67724" x="5092700" y="4654550"/>
          <p14:tracePt t="67740" x="5092700" y="4667250"/>
          <p14:tracePt t="67757" x="5099050" y="4673600"/>
          <p14:tracePt t="67791" x="5105400" y="4673600"/>
          <p14:tracePt t="67807" x="5118100" y="4673600"/>
          <p14:tracePt t="67824" x="5143500" y="4660900"/>
          <p14:tracePt t="67840" x="5162550" y="4660900"/>
          <p14:tracePt t="67857" x="5226050" y="4654550"/>
          <p14:tracePt t="67874" x="5257800" y="4654550"/>
          <p14:tracePt t="67890" x="5429250" y="4654550"/>
          <p14:tracePt t="67907" x="5543550" y="4660900"/>
          <p14:tracePt t="67924" x="5613400" y="4660900"/>
          <p14:tracePt t="67940" x="5702300" y="4654550"/>
          <p14:tracePt t="67957" x="5740400" y="4635500"/>
          <p14:tracePt t="67974" x="5746750" y="4635500"/>
          <p14:tracePt t="68007" x="5746750" y="4629150"/>
          <p14:tracePt t="68272" x="5746750" y="4616450"/>
          <p14:tracePt t="68288" x="5740400" y="4616450"/>
          <p14:tracePt t="68296" x="5740400" y="4603750"/>
          <p14:tracePt t="68307" x="5734050" y="4591050"/>
          <p14:tracePt t="68323" x="5721350" y="4572000"/>
          <p14:tracePt t="68340" x="5721350" y="4540250"/>
          <p14:tracePt t="68357" x="5708650" y="4527550"/>
          <p14:tracePt t="68373" x="5708650" y="4502150"/>
          <p14:tracePt t="68390" x="5708650" y="4483100"/>
          <p14:tracePt t="68407" x="5702300" y="4464050"/>
          <p14:tracePt t="68424" x="5695950" y="4438650"/>
          <p14:tracePt t="68441" x="5695950" y="4432300"/>
          <p14:tracePt t="68457" x="5689600" y="4432300"/>
          <p14:tracePt t="68490" x="5676900" y="4425950"/>
          <p14:tracePt t="68520" x="5670550" y="4419600"/>
          <p14:tracePt t="68528" x="5657850" y="4419600"/>
          <p14:tracePt t="68540" x="5651500" y="4419600"/>
          <p14:tracePt t="68557" x="5638800" y="4419600"/>
          <p14:tracePt t="68574" x="5626100" y="4413250"/>
          <p14:tracePt t="68590" x="5600700" y="4394200"/>
          <p14:tracePt t="68607" x="5575300" y="4381500"/>
          <p14:tracePt t="68624" x="5556250" y="4324350"/>
          <p14:tracePt t="68640" x="5543550" y="4286250"/>
          <p14:tracePt t="68657" x="5543550" y="4229100"/>
          <p14:tracePt t="68674" x="5543550" y="4203700"/>
          <p14:tracePt t="68690" x="5543550" y="4171950"/>
          <p14:tracePt t="68707" x="5549900" y="4146550"/>
          <p14:tracePt t="68724" x="5562600" y="4121150"/>
          <p14:tracePt t="68740" x="5562600" y="4102100"/>
          <p14:tracePt t="68757" x="5581650" y="4089400"/>
          <p14:tracePt t="68790" x="5588000" y="4083050"/>
          <p14:tracePt t="68809" x="5600700" y="4083050"/>
          <p14:tracePt t="68832" x="5607050" y="4083050"/>
          <p14:tracePt t="68848" x="5619750" y="4083050"/>
          <p14:tracePt t="68857" x="5632450" y="4083050"/>
          <p14:tracePt t="68874" x="5651500" y="4076700"/>
          <p14:tracePt t="68890" x="5657850" y="4076700"/>
          <p14:tracePt t="68907" x="5721350" y="4070350"/>
          <p14:tracePt t="68924" x="5734050" y="4064000"/>
          <p14:tracePt t="68940" x="5778500" y="4057650"/>
          <p14:tracePt t="68957" x="5854700" y="4051300"/>
          <p14:tracePt t="68973" x="5905500" y="4051300"/>
          <p14:tracePt t="68990" x="5924550" y="4051300"/>
          <p14:tracePt t="68992" x="5956300" y="4051300"/>
          <p14:tracePt t="69007" x="6019800" y="4051300"/>
          <p14:tracePt t="69024" x="6076950" y="4051300"/>
          <p14:tracePt t="69040" x="6083300" y="4051300"/>
          <p14:tracePt t="69135" x="6083300" y="4044950"/>
          <p14:tracePt t="69159" x="6076950" y="4038600"/>
          <p14:tracePt t="69167" x="6057900" y="4038600"/>
          <p14:tracePt t="69176" x="6038850" y="4038600"/>
          <p14:tracePt t="69190" x="6013450" y="4038600"/>
          <p14:tracePt t="69207" x="5956300" y="4038600"/>
          <p14:tracePt t="69224" x="5835650" y="4038600"/>
          <p14:tracePt t="69240" x="5753100" y="4044950"/>
          <p14:tracePt t="69256" x="5645150" y="4044950"/>
          <p14:tracePt t="69273" x="5537200" y="4044950"/>
          <p14:tracePt t="69290" x="5441950" y="4051300"/>
          <p14:tracePt t="69307" x="5289550" y="4051300"/>
          <p14:tracePt t="69323" x="5276850" y="4051300"/>
          <p14:tracePt t="69340" x="5168900" y="4064000"/>
          <p14:tracePt t="69357" x="5105400" y="4076700"/>
          <p14:tracePt t="69373" x="4902200" y="4108450"/>
          <p14:tracePt t="69390" x="4787900" y="4133850"/>
          <p14:tracePt t="69407" x="4629150" y="4152900"/>
          <p14:tracePt t="69424" x="4400550" y="4191000"/>
          <p14:tracePt t="69440" x="4114800" y="4241800"/>
          <p14:tracePt t="69457" x="3968750" y="4254500"/>
          <p14:tracePt t="69474" x="3898900" y="4260850"/>
          <p14:tracePt t="69490" x="3676650" y="4279900"/>
          <p14:tracePt t="69507" x="3536950" y="4286250"/>
          <p14:tracePt t="69524" x="3416300" y="4286250"/>
          <p14:tracePt t="69540" x="3136900" y="4292600"/>
          <p14:tracePt t="69557" x="3041650" y="4298950"/>
          <p14:tracePt t="69574" x="2971800" y="4298950"/>
          <p14:tracePt t="69590" x="2813050" y="4298950"/>
          <p14:tracePt t="69607" x="2698750" y="4298950"/>
          <p14:tracePt t="69624" x="2501900" y="4286250"/>
          <p14:tracePt t="69640" x="2419350" y="4279900"/>
          <p14:tracePt t="69657" x="2387600" y="4279900"/>
          <p14:tracePt t="69674" x="2317750" y="4279900"/>
          <p14:tracePt t="69690" x="2279650" y="4273550"/>
          <p14:tracePt t="69707" x="2254250" y="4273550"/>
          <p14:tracePt t="69724" x="2241550" y="4273550"/>
          <p14:tracePt t="69757" x="2235200" y="4273550"/>
          <p14:tracePt t="69864" x="2235200" y="4267200"/>
          <p14:tracePt t="69880" x="2235200" y="4260850"/>
          <p14:tracePt t="69888" x="2235200" y="4254500"/>
          <p14:tracePt t="69896" x="2235200" y="4248150"/>
          <p14:tracePt t="69912" x="2235200" y="4241800"/>
          <p14:tracePt t="69923" x="2241550" y="4229100"/>
          <p14:tracePt t="69940" x="2254250" y="4216400"/>
          <p14:tracePt t="69957" x="2222500" y="4210050"/>
          <p14:tracePt t="69973" x="2222500" y="4203700"/>
          <p14:tracePt t="69990" x="2222500" y="4197350"/>
          <p14:tracePt t="70009" x="2228850" y="4191000"/>
          <p14:tracePt t="70032" x="2228850" y="4184650"/>
          <p14:tracePt t="70048" x="2235200" y="4178300"/>
          <p14:tracePt t="70088" x="2235200" y="4171950"/>
          <p14:tracePt t="70216" x="2247900" y="4165600"/>
          <p14:tracePt t="70240" x="2247900" y="4159250"/>
          <p14:tracePt t="70256" x="2260600" y="4159250"/>
          <p14:tracePt t="70264" x="2266950" y="4159250"/>
          <p14:tracePt t="70273" x="2273300" y="4152900"/>
          <p14:tracePt t="70290" x="2286000" y="4146550"/>
          <p14:tracePt t="70307" x="2324100" y="4140200"/>
          <p14:tracePt t="70323" x="2413000" y="4121150"/>
          <p14:tracePt t="70340" x="2482850" y="4121150"/>
          <p14:tracePt t="70357" x="2571750" y="4108450"/>
          <p14:tracePt t="70374" x="2711450" y="4108450"/>
          <p14:tracePt t="70390" x="2762250" y="4108450"/>
          <p14:tracePt t="70407" x="2838450" y="4108450"/>
          <p14:tracePt t="70423" x="2990850" y="4102100"/>
          <p14:tracePt t="70440" x="3079750" y="4102100"/>
          <p14:tracePt t="70457" x="3155950" y="4095750"/>
          <p14:tracePt t="70474" x="3225800" y="4095750"/>
          <p14:tracePt t="70490" x="3340100" y="4095750"/>
          <p14:tracePt t="70507" x="3416300" y="4095750"/>
          <p14:tracePt t="70523" x="3524250" y="4095750"/>
          <p14:tracePt t="70540" x="3619500" y="4095750"/>
          <p14:tracePt t="70557" x="3714750" y="4095750"/>
          <p14:tracePt t="70574" x="3752850" y="4095750"/>
          <p14:tracePt t="70590" x="3917950" y="4102100"/>
          <p14:tracePt t="70607" x="4006850" y="4102100"/>
          <p14:tracePt t="70624" x="4203700" y="4102100"/>
          <p14:tracePt t="70640" x="4273550" y="4095750"/>
          <p14:tracePt t="70657" x="4337050" y="4095750"/>
          <p14:tracePt t="70674" x="4400550" y="4089400"/>
          <p14:tracePt t="70690" x="4578350" y="4089400"/>
          <p14:tracePt t="70707" x="4686300" y="4083050"/>
          <p14:tracePt t="70724" x="4775200" y="4070350"/>
          <p14:tracePt t="70740" x="4927600" y="4057650"/>
          <p14:tracePt t="70757" x="4991100" y="4051300"/>
          <p14:tracePt t="70774" x="5086350" y="4032250"/>
          <p14:tracePt t="70790" x="5175250" y="4019550"/>
          <p14:tracePt t="70807" x="5245100" y="4013200"/>
          <p14:tracePt t="70824" x="5365750" y="4013200"/>
          <p14:tracePt t="70840" x="5384800" y="4013200"/>
          <p14:tracePt t="70857" x="5429250" y="4019550"/>
          <p14:tracePt t="70874" x="5473700" y="4032250"/>
          <p14:tracePt t="70890" x="5556250" y="4038600"/>
          <p14:tracePt t="70907" x="5588000" y="4044950"/>
          <p14:tracePt t="70924" x="5607050" y="4044950"/>
          <p14:tracePt t="70941" x="5651500" y="4051300"/>
          <p14:tracePt t="70957" x="5734050" y="4064000"/>
          <p14:tracePt t="70974" x="5791200" y="4070350"/>
          <p14:tracePt t="70991" x="5918200" y="4102100"/>
          <p14:tracePt t="71007" x="5937250" y="4114800"/>
          <p14:tracePt t="71024" x="5975350" y="4133850"/>
          <p14:tracePt t="71040" x="6013450" y="4171950"/>
          <p14:tracePt t="71057" x="6064250" y="4318000"/>
          <p14:tracePt t="71073" x="6115050" y="4425950"/>
          <p14:tracePt t="71090" x="6197600" y="4673600"/>
          <p14:tracePt t="71107" x="6203950" y="4737100"/>
          <p14:tracePt t="71124" x="6235700" y="4864100"/>
          <p14:tracePt t="71140" x="6261100" y="5035550"/>
          <p14:tracePt t="71157" x="6261100" y="5118100"/>
          <p14:tracePt t="71174" x="6267450" y="5187950"/>
          <p14:tracePt t="71190" x="6273800" y="5295900"/>
          <p14:tracePt t="71207" x="6261100" y="5327650"/>
          <p14:tracePt t="71224" x="6254750" y="5397500"/>
          <p14:tracePt t="71240" x="6248400" y="5448300"/>
          <p14:tracePt t="71257" x="6248400" y="5492750"/>
          <p14:tracePt t="71274" x="6248400" y="5511800"/>
          <p14:tracePt t="71290" x="6267450" y="5524500"/>
          <p14:tracePt t="71307" x="6267450" y="5537200"/>
          <p14:tracePt t="71324" x="6273800" y="5543550"/>
          <p14:tracePt t="71340" x="6280150" y="5543550"/>
          <p14:tracePt t="71688" x="6280150" y="5549900"/>
          <p14:tracePt t="71712" x="6280150" y="5562600"/>
          <p14:tracePt t="71728" x="6286500" y="5562600"/>
          <p14:tracePt t="71744" x="6286500" y="5568950"/>
          <p14:tracePt t="71752" x="6286500" y="5575300"/>
          <p14:tracePt t="71760" x="6292850" y="5575300"/>
          <p14:tracePt t="71773" x="6292850" y="5581650"/>
          <p14:tracePt t="71790" x="6292850" y="5600700"/>
          <p14:tracePt t="71807" x="6292850" y="5613400"/>
          <p14:tracePt t="71823" x="6292850" y="5632450"/>
          <p14:tracePt t="71857" x="6292850" y="5638800"/>
          <p14:tracePt t="71888" x="6299200" y="5638800"/>
          <p14:tracePt t="72000" x="6305550" y="5638800"/>
          <p14:tracePt t="73207" x="6299200" y="5619750"/>
          <p14:tracePt t="73224" x="6280150" y="5600700"/>
          <p14:tracePt t="73232" x="6273800" y="5575300"/>
          <p14:tracePt t="73240" x="6261100" y="5556250"/>
          <p14:tracePt t="73257" x="6127750" y="5448300"/>
          <p14:tracePt t="73273" x="6026150" y="5403850"/>
          <p14:tracePt t="73290" x="5759450" y="5251450"/>
          <p14:tracePt t="73307" x="5638800" y="5181600"/>
          <p14:tracePt t="73324" x="5302250" y="4991100"/>
          <p14:tracePt t="73340" x="4927600" y="4756150"/>
          <p14:tracePt t="73357" x="4260850" y="4362450"/>
          <p14:tracePt t="73374" x="3892550" y="4178300"/>
          <p14:tracePt t="73390" x="3683000" y="4102100"/>
          <p14:tracePt t="73407" x="3067050" y="3841750"/>
          <p14:tracePt t="73424" x="2762250" y="3702050"/>
          <p14:tracePt t="73440" x="2590800" y="3600450"/>
          <p14:tracePt t="73457" x="2476500" y="3543300"/>
          <p14:tracePt t="73474" x="2457450" y="3517900"/>
          <p14:tracePt t="73490" x="2387600" y="3467100"/>
          <p14:tracePt t="73507" x="2298700" y="3397250"/>
          <p14:tracePt t="73524" x="2235200" y="3346450"/>
          <p14:tracePt t="73540" x="2152650" y="3282950"/>
          <p14:tracePt t="73557" x="2120900" y="3251200"/>
          <p14:tracePt t="73574" x="2089150" y="3232150"/>
          <p14:tracePt t="73590" x="1943100" y="3162300"/>
          <p14:tracePt t="73607" x="1866900" y="3111500"/>
          <p14:tracePt t="73624" x="1606550" y="3016250"/>
          <p14:tracePt t="73640" x="1587500" y="3003550"/>
          <p14:tracePt t="73657" x="1473200" y="2978150"/>
          <p14:tracePt t="73674" x="1339850" y="2952750"/>
          <p14:tracePt t="73690" x="1276350" y="2940050"/>
          <p14:tracePt t="73707" x="1231900" y="2940050"/>
          <p14:tracePt t="73724" x="1162050" y="2946400"/>
          <p14:tracePt t="73740" x="1149350" y="2946400"/>
          <p14:tracePt t="73757" x="1123950" y="2952750"/>
          <p14:tracePt t="73774" x="1104900" y="2965450"/>
          <p14:tracePt t="73790" x="1092200" y="2971800"/>
          <p14:tracePt t="73807" x="1085850" y="2984500"/>
          <p14:tracePt t="74096" x="1092200" y="2984500"/>
          <p14:tracePt t="74136" x="1098550" y="2984500"/>
          <p14:tracePt t="74168" x="1104900" y="2984500"/>
          <p14:tracePt t="74176" x="1111250" y="2984500"/>
          <p14:tracePt t="74184" x="1111250" y="2990850"/>
          <p14:tracePt t="77120" x="1117600" y="2990850"/>
          <p14:tracePt t="77144" x="1117600" y="2997200"/>
          <p14:tracePt t="77151" x="1123950" y="3003550"/>
          <p14:tracePt t="77167" x="1123950" y="3016250"/>
          <p14:tracePt t="77176" x="1130300" y="3016250"/>
          <p14:tracePt t="77208" x="1136650" y="3016250"/>
          <p14:tracePt t="77319" x="1136650" y="3022600"/>
          <p14:tracePt t="77368" x="1143000" y="3022600"/>
          <p14:tracePt t="78664" x="1149350" y="3022600"/>
          <p14:tracePt t="78672" x="1155700" y="3022600"/>
          <p14:tracePt t="78680" x="1181100" y="3022600"/>
          <p14:tracePt t="78690" x="1225550" y="3016250"/>
          <p14:tracePt t="78707" x="1289050" y="3016250"/>
          <p14:tracePt t="78723" x="1428750" y="3016250"/>
          <p14:tracePt t="78740" x="1555750" y="3022600"/>
          <p14:tracePt t="78757" x="1670050" y="3041650"/>
          <p14:tracePt t="78773" x="1847850" y="3060700"/>
          <p14:tracePt t="78790" x="1905000" y="3073400"/>
          <p14:tracePt t="78807" x="1924050" y="3079750"/>
          <p14:tracePt t="78824" x="1962150" y="3105150"/>
          <p14:tracePt t="78840" x="1968500" y="3117850"/>
          <p14:tracePt t="78857" x="1981200" y="3130550"/>
          <p14:tracePt t="78874" x="1993900" y="3155950"/>
          <p14:tracePt t="78907" x="2000250" y="3168650"/>
          <p14:tracePt t="78924" x="2000250" y="3181350"/>
          <p14:tracePt t="78940" x="2000250" y="3194050"/>
          <p14:tracePt t="78957" x="2000250" y="3206750"/>
          <p14:tracePt t="78974" x="2000250" y="3219450"/>
          <p14:tracePt t="78990" x="1993900" y="3232150"/>
          <p14:tracePt t="79088" x="1987550" y="3232150"/>
          <p14:tracePt t="79224" x="1987550" y="3225800"/>
          <p14:tracePt t="79232" x="1987550" y="3219450"/>
          <p14:tracePt t="79240" x="1981200" y="3206750"/>
          <p14:tracePt t="79257" x="1974850" y="3181350"/>
          <p14:tracePt t="79273" x="1949450" y="3155950"/>
          <p14:tracePt t="79496" x="1949450" y="3143250"/>
          <p14:tracePt t="79504" x="1943100" y="3143250"/>
          <p14:tracePt t="79512" x="1943100" y="3136900"/>
          <p14:tracePt t="79536" x="1943100" y="3130550"/>
          <p14:tracePt t="79544" x="1943100" y="3124200"/>
          <p14:tracePt t="79568" x="1955800" y="3117850"/>
          <p14:tracePt t="79584" x="1962150" y="3117850"/>
          <p14:tracePt t="79600" x="1974850" y="3117850"/>
          <p14:tracePt t="79609" x="1981200" y="3117850"/>
          <p14:tracePt t="79623" x="1993900" y="3124200"/>
          <p14:tracePt t="79640" x="2006600" y="3130550"/>
          <p14:tracePt t="79657" x="2012950" y="3136900"/>
          <p14:tracePt t="79673" x="2019300" y="3149600"/>
          <p14:tracePt t="79690" x="2019300" y="3162300"/>
          <p14:tracePt t="79707" x="2025650" y="3187700"/>
          <p14:tracePt t="79724" x="2032000" y="3238500"/>
          <p14:tracePt t="79740" x="2038350" y="3295650"/>
          <p14:tracePt t="79757" x="2025650" y="3371850"/>
          <p14:tracePt t="79773" x="2000250" y="3524250"/>
          <p14:tracePt t="79790" x="1981200" y="3613150"/>
          <p14:tracePt t="79807" x="1962150" y="3676650"/>
          <p14:tracePt t="79823" x="1892300" y="3803650"/>
          <p14:tracePt t="79840" x="1854200" y="3854450"/>
          <p14:tracePt t="79856" x="1822450" y="3911600"/>
          <p14:tracePt t="79928" x="1822450" y="3879850"/>
          <p14:tracePt t="79936" x="1822450" y="3854450"/>
          <p14:tracePt t="79944" x="1809750" y="3829050"/>
          <p14:tracePt t="79957" x="1797050" y="3797300"/>
          <p14:tracePt t="79973" x="1758950" y="3670300"/>
          <p14:tracePt t="79990" x="1758950" y="3613150"/>
          <p14:tracePt t="79992" x="1746250" y="3587750"/>
          <p14:tracePt t="80008" x="1727200" y="3556000"/>
          <p14:tracePt t="80023" x="1720850" y="3524250"/>
          <p14:tracePt t="80040" x="1720850" y="3517900"/>
          <p14:tracePt t="80057" x="1708150" y="3517900"/>
          <p14:tracePt t="80119" x="1701800" y="3517900"/>
          <p14:tracePt t="80128" x="1695450" y="3517900"/>
          <p14:tracePt t="80135" x="1689100" y="3517900"/>
          <p14:tracePt t="80240" x="1682750" y="3517900"/>
          <p14:tracePt t="80256" x="1676400" y="3505200"/>
          <p14:tracePt t="80264" x="1676400" y="3492500"/>
          <p14:tracePt t="80280" x="1670050" y="3479800"/>
          <p14:tracePt t="80290" x="1663700" y="3448050"/>
          <p14:tracePt t="80307" x="1657350" y="3422650"/>
          <p14:tracePt t="80324" x="1651000" y="3409950"/>
          <p14:tracePt t="80340" x="1625600" y="3378200"/>
          <p14:tracePt t="80357" x="1612900" y="3359150"/>
          <p14:tracePt t="80374" x="1593850" y="3346450"/>
          <p14:tracePt t="80390" x="1581150" y="3340100"/>
          <p14:tracePt t="80407" x="1574800" y="3333750"/>
          <p14:tracePt t="80424" x="1568450" y="3333750"/>
          <p14:tracePt t="80440" x="1524000" y="3359150"/>
          <p14:tracePt t="80457" x="1524000" y="3371850"/>
          <p14:tracePt t="80474" x="1504950" y="3397250"/>
          <p14:tracePt t="80490" x="1466850" y="3435350"/>
          <p14:tracePt t="80507" x="1454150" y="3448050"/>
          <p14:tracePt t="80524" x="1447800" y="3460750"/>
          <p14:tracePt t="80656" x="1441450" y="3460750"/>
          <p14:tracePt t="80712" x="1435100" y="3460750"/>
          <p14:tracePt t="80728" x="1435100" y="3454400"/>
          <p14:tracePt t="80736" x="1435100" y="3448050"/>
          <p14:tracePt t="80752" x="1422400" y="3448050"/>
          <p14:tracePt t="80760" x="1422400" y="3441700"/>
          <p14:tracePt t="80773" x="1422400" y="3429000"/>
          <p14:tracePt t="80790" x="1403350" y="3397250"/>
          <p14:tracePt t="80807" x="1397000" y="3371850"/>
          <p14:tracePt t="80823" x="1371600" y="3327400"/>
          <p14:tracePt t="80857" x="1371600" y="3302000"/>
          <p14:tracePt t="80873" x="1365250" y="3289300"/>
          <p14:tracePt t="80890" x="1365250" y="3282950"/>
          <p14:tracePt t="80908" x="1365250" y="3270250"/>
          <p14:tracePt t="81056" x="1365250" y="3263900"/>
          <p14:tracePt t="81072" x="1358900" y="3263900"/>
          <p14:tracePt t="81080" x="1358900" y="3257550"/>
          <p14:tracePt t="81090" x="1358900" y="3251200"/>
          <p14:tracePt t="81107" x="1358900" y="3244850"/>
          <p14:tracePt t="81123" x="1358900" y="3238500"/>
          <p14:tracePt t="81151" x="1358900" y="3232150"/>
          <p14:tracePt t="81344" x="1365250" y="3238500"/>
          <p14:tracePt t="81392" x="1371600" y="3238500"/>
          <p14:tracePt t="81424" x="1377950" y="3244850"/>
          <p14:tracePt t="81448" x="1384300" y="3251200"/>
          <p14:tracePt t="81472" x="1390650" y="3257550"/>
          <p14:tracePt t="81496" x="1390650" y="3263900"/>
          <p14:tracePt t="81560" x="1397000" y="3270250"/>
          <p14:tracePt t="81576" x="1403350" y="3270250"/>
          <p14:tracePt t="81600" x="1409700" y="3276600"/>
          <p14:tracePt t="81608" x="1409700" y="3282950"/>
          <p14:tracePt t="81616" x="1416050" y="3282950"/>
          <p14:tracePt t="81624" x="1422400" y="3289300"/>
          <p14:tracePt t="81640" x="1435100" y="3295650"/>
          <p14:tracePt t="81657" x="1441450" y="3295650"/>
          <p14:tracePt t="81673" x="1460500" y="3308350"/>
          <p14:tracePt t="81690" x="1473200" y="3321050"/>
          <p14:tracePt t="81707" x="1485900" y="3327400"/>
          <p14:tracePt t="81724" x="1498600" y="3333750"/>
          <p14:tracePt t="81740" x="1511300" y="3333750"/>
          <p14:tracePt t="81757" x="1524000" y="3340100"/>
          <p14:tracePt t="81773" x="1543050" y="3346450"/>
          <p14:tracePt t="81790" x="1549400" y="3359150"/>
          <p14:tracePt t="81807" x="1568450" y="3365500"/>
          <p14:tracePt t="81823" x="1606550" y="3378200"/>
          <p14:tracePt t="81840" x="1631950" y="3390900"/>
          <p14:tracePt t="81857" x="1651000" y="3397250"/>
          <p14:tracePt t="81874" x="1676400" y="3403600"/>
          <p14:tracePt t="81890" x="1708150" y="3416300"/>
          <p14:tracePt t="81907" x="1733550" y="3422650"/>
          <p14:tracePt t="81924" x="1765300" y="3441700"/>
          <p14:tracePt t="81940" x="1803400" y="3454400"/>
          <p14:tracePt t="81957" x="1828800" y="3460750"/>
          <p14:tracePt t="81973" x="1841500" y="3460750"/>
          <p14:tracePt t="81991" x="1892300" y="3486150"/>
          <p14:tracePt t="81993" x="1898650" y="3486150"/>
          <p14:tracePt t="82007" x="1924050" y="3486150"/>
          <p14:tracePt t="82024" x="1968500" y="3511550"/>
          <p14:tracePt t="82040" x="1981200" y="3524250"/>
          <p14:tracePt t="82057" x="2000250" y="3530600"/>
          <p14:tracePt t="82073" x="2032000" y="3543300"/>
          <p14:tracePt t="82090" x="2051050" y="3562350"/>
          <p14:tracePt t="82107" x="2089150" y="3575050"/>
          <p14:tracePt t="82124" x="2146300" y="3606800"/>
          <p14:tracePt t="82140" x="2159000" y="3613150"/>
          <p14:tracePt t="82157" x="2178050" y="3632200"/>
          <p14:tracePt t="82173" x="2222500" y="3657600"/>
          <p14:tracePt t="82190" x="2247900" y="3670300"/>
          <p14:tracePt t="82207" x="2273300" y="3683000"/>
          <p14:tracePt t="82224" x="2317750" y="3708400"/>
          <p14:tracePt t="82240" x="2336800" y="3727450"/>
          <p14:tracePt t="82257" x="2362200" y="3740150"/>
          <p14:tracePt t="82274" x="2400300" y="3765550"/>
          <p14:tracePt t="82290" x="2419350" y="3784600"/>
          <p14:tracePt t="82307" x="2457450" y="3810000"/>
          <p14:tracePt t="82324" x="2463800" y="3822700"/>
          <p14:tracePt t="82340" x="2482850" y="3841750"/>
          <p14:tracePt t="82357" x="2495550" y="3854450"/>
          <p14:tracePt t="82373" x="2520950" y="3873500"/>
          <p14:tracePt t="82390" x="2527300" y="3886200"/>
          <p14:tracePt t="82407" x="2540000" y="3898900"/>
          <p14:tracePt t="82424" x="2597150" y="3930650"/>
          <p14:tracePt t="82440" x="2609850" y="3943350"/>
          <p14:tracePt t="82457" x="2622550" y="3949700"/>
          <p14:tracePt t="82474" x="2635250" y="3956050"/>
          <p14:tracePt t="82490" x="2635250" y="3962400"/>
          <p14:tracePt t="82512" x="2641600" y="3968750"/>
          <p14:tracePt t="82728" x="2635250" y="3968750"/>
          <p14:tracePt t="82744" x="2628900" y="3968750"/>
          <p14:tracePt t="82776" x="2616200" y="3968750"/>
          <p14:tracePt t="82799" x="2603500" y="3968750"/>
          <p14:tracePt t="82832" x="2590800" y="3975100"/>
          <p14:tracePt t="82840" x="2590800" y="3987800"/>
          <p14:tracePt t="82848" x="2584450" y="3987800"/>
          <p14:tracePt t="82856" x="2584450" y="3994150"/>
          <p14:tracePt t="82873" x="2578100" y="4006850"/>
          <p14:tracePt t="82907" x="2578100" y="4019550"/>
          <p14:tracePt t="82968" x="2578100" y="4025900"/>
          <p14:tracePt t="82984" x="2584450" y="4025900"/>
          <p14:tracePt t="83008" x="2590800" y="4025900"/>
          <p14:tracePt t="83024" x="2603500" y="4025900"/>
          <p14:tracePt t="83032" x="2616200" y="4025900"/>
          <p14:tracePt t="83040" x="2622550" y="4025900"/>
          <p14:tracePt t="83057" x="2628900" y="4025900"/>
          <p14:tracePt t="83073" x="2635250" y="4019550"/>
          <p14:tracePt t="83090" x="2654300" y="4006850"/>
          <p14:tracePt t="83107" x="2660650" y="3987800"/>
          <p14:tracePt t="83123" x="2667000" y="3975100"/>
          <p14:tracePt t="83140" x="2667000" y="3962400"/>
          <p14:tracePt t="83173" x="2679700" y="3956050"/>
          <p14:tracePt t="83190" x="2686050" y="3949700"/>
          <p14:tracePt t="83207" x="2717800" y="3943350"/>
          <p14:tracePt t="83224" x="2736850" y="3937000"/>
          <p14:tracePt t="83240" x="2768600" y="3937000"/>
          <p14:tracePt t="83257" x="2844800" y="3930650"/>
          <p14:tracePt t="83274" x="2895600" y="3917950"/>
          <p14:tracePt t="83290" x="2927350" y="3911600"/>
          <p14:tracePt t="83307" x="2952750" y="3905250"/>
          <p14:tracePt t="83323" x="2990850" y="3898900"/>
          <p14:tracePt t="83340" x="2997200" y="3898900"/>
          <p14:tracePt t="83432" x="3003550" y="3898900"/>
          <p14:tracePt t="83440" x="3003550" y="3905250"/>
          <p14:tracePt t="83464" x="3003550" y="3911600"/>
          <p14:tracePt t="83480" x="3003550" y="3924300"/>
          <p14:tracePt t="83496" x="3003550" y="3930650"/>
          <p14:tracePt t="83504" x="3003550" y="3937000"/>
          <p14:tracePt t="83512" x="3003550" y="3943350"/>
          <p14:tracePt t="83648" x="3003550" y="3949700"/>
          <p14:tracePt t="83736" x="3003550" y="3962400"/>
          <p14:tracePt t="83768" x="3003550" y="3968750"/>
          <p14:tracePt t="83800" x="3009900" y="3968750"/>
          <p14:tracePt t="83808" x="3009900" y="3975100"/>
          <p14:tracePt t="83816" x="3009900" y="3981450"/>
          <p14:tracePt t="83824" x="3016250" y="3981450"/>
          <p14:tracePt t="83856" x="3022600" y="3987800"/>
          <p14:tracePt t="83872" x="3028950" y="3987800"/>
          <p14:tracePt t="83880" x="3035300" y="4000500"/>
          <p14:tracePt t="83903" x="3041650" y="4006850"/>
          <p14:tracePt t="83912" x="3054350" y="4006850"/>
          <p14:tracePt t="83924" x="3067050" y="4013200"/>
          <p14:tracePt t="83940" x="3092450" y="4013200"/>
          <p14:tracePt t="83957" x="3162300" y="4019550"/>
          <p14:tracePt t="83973" x="3187700" y="4013200"/>
          <p14:tracePt t="83990" x="3200400" y="4006850"/>
          <p14:tracePt t="83993" x="3213100" y="3994150"/>
          <p14:tracePt t="84007" x="3225800" y="3981450"/>
          <p14:tracePt t="84024" x="3238500" y="3949700"/>
          <p14:tracePt t="84040" x="3244850" y="3924300"/>
          <p14:tracePt t="84057" x="3244850" y="3911600"/>
          <p14:tracePt t="84073" x="3238500" y="3911600"/>
          <p14:tracePt t="84128" x="3232150" y="3917950"/>
          <p14:tracePt t="84136" x="3232150" y="3956050"/>
          <p14:tracePt t="84152" x="3225800" y="3981450"/>
          <p14:tracePt t="84160" x="3213100" y="4019550"/>
          <p14:tracePt t="84174" x="3213100" y="4044950"/>
          <p14:tracePt t="84191" x="3200400" y="4108450"/>
          <p14:tracePt t="84207" x="3194050" y="4127500"/>
          <p14:tracePt t="84224" x="3194050" y="4140200"/>
          <p14:tracePt t="84240" x="3200400" y="4140200"/>
          <p14:tracePt t="84257" x="3219450" y="4146550"/>
          <p14:tracePt t="84274" x="3232150" y="4140200"/>
          <p14:tracePt t="84290" x="3270250" y="4089400"/>
          <p14:tracePt t="84307" x="3276600" y="4076700"/>
          <p14:tracePt t="84323" x="3289300" y="4032250"/>
          <p14:tracePt t="84340" x="3302000" y="4006850"/>
          <p14:tracePt t="84357" x="3302000" y="4000500"/>
          <p14:tracePt t="84424" x="3308350" y="4025900"/>
          <p14:tracePt t="84440" x="3308350" y="4044950"/>
          <p14:tracePt t="84448" x="3321050" y="4057650"/>
          <p14:tracePt t="84456" x="3327400" y="4070350"/>
          <p14:tracePt t="84474" x="3352800" y="4102100"/>
          <p14:tracePt t="84490" x="3371850" y="4108450"/>
          <p14:tracePt t="84507" x="3409950" y="4108450"/>
          <p14:tracePt t="84523" x="3422650" y="4108450"/>
          <p14:tracePt t="84540" x="3448050" y="4089400"/>
          <p14:tracePt t="84557" x="3492500" y="4019550"/>
          <p14:tracePt t="84573" x="3505200" y="3987800"/>
          <p14:tracePt t="84590" x="3511550" y="3962400"/>
          <p14:tracePt t="84607" x="3511550" y="3956050"/>
          <p14:tracePt t="84656" x="3511550" y="3962400"/>
          <p14:tracePt t="84664" x="3511550" y="3968750"/>
          <p14:tracePt t="84674" x="3511550" y="3987800"/>
          <p14:tracePt t="84690" x="3511550" y="4025900"/>
          <p14:tracePt t="84707" x="3517900" y="4076700"/>
          <p14:tracePt t="84723" x="3530600" y="4076700"/>
          <p14:tracePt t="84757" x="3549650" y="4070350"/>
          <p14:tracePt t="84773" x="3562350" y="4057650"/>
          <p14:tracePt t="84790" x="3581400" y="4019550"/>
          <p14:tracePt t="84807" x="3594100" y="3956050"/>
          <p14:tracePt t="84823" x="3594100" y="3937000"/>
          <p14:tracePt t="84888" x="3594100" y="3949700"/>
          <p14:tracePt t="84896" x="3600450" y="3975100"/>
          <p14:tracePt t="84907" x="3600450" y="3994150"/>
          <p14:tracePt t="84923" x="3600450" y="4032250"/>
          <p14:tracePt t="84940" x="3613150" y="4051300"/>
          <p14:tracePt t="84957" x="3619500" y="4064000"/>
          <p14:tracePt t="84990" x="3638550" y="4064000"/>
          <p14:tracePt t="84993" x="3638550" y="4057650"/>
          <p14:tracePt t="85009" x="3651250" y="4038600"/>
          <p14:tracePt t="85024" x="3657600" y="4019550"/>
          <p14:tracePt t="85040" x="3670300" y="3987800"/>
          <p14:tracePt t="85057" x="3670300" y="3981450"/>
          <p14:tracePt t="85090" x="3676650" y="3981450"/>
          <p14:tracePt t="85107" x="3676650" y="4013200"/>
          <p14:tracePt t="85124" x="3733800" y="4057650"/>
          <p14:tracePt t="85140" x="3765550" y="4095750"/>
          <p14:tracePt t="85157" x="3937000" y="4146550"/>
          <p14:tracePt t="85174" x="4025900" y="4146550"/>
          <p14:tracePt t="85190" x="4102100" y="4133850"/>
          <p14:tracePt t="85207" x="4159250" y="4076700"/>
          <p14:tracePt t="85223" x="4178300" y="4038600"/>
          <p14:tracePt t="85240" x="4191000" y="3994150"/>
          <p14:tracePt t="85257" x="4184650" y="3981450"/>
          <p14:tracePt t="85290" x="4178300" y="3981450"/>
          <p14:tracePt t="85320" x="4178300" y="4000500"/>
          <p14:tracePt t="85328" x="4178300" y="4019550"/>
          <p14:tracePt t="85340" x="4178300" y="4038600"/>
          <p14:tracePt t="85357" x="4178300" y="4044950"/>
          <p14:tracePt t="85373" x="4203700" y="4083050"/>
          <p14:tracePt t="85390" x="4216400" y="4095750"/>
          <p14:tracePt t="85407" x="4229100" y="4095750"/>
          <p14:tracePt t="85423" x="4267200" y="4083050"/>
          <p14:tracePt t="85440" x="4292600" y="4038600"/>
          <p14:tracePt t="85457" x="4311650" y="4013200"/>
          <p14:tracePt t="85473" x="4318000" y="3987800"/>
          <p14:tracePt t="85490" x="4292600" y="3987800"/>
          <p14:tracePt t="85527" x="4292600" y="3994150"/>
          <p14:tracePt t="85535" x="4292600" y="4000500"/>
          <p14:tracePt t="85543" x="4292600" y="4032250"/>
          <p14:tracePt t="85556" x="4292600" y="4038600"/>
          <p14:tracePt t="85573" x="4330700" y="4051300"/>
          <p14:tracePt t="85590" x="4349750" y="4070350"/>
          <p14:tracePt t="85607" x="4362450" y="4083050"/>
          <p14:tracePt t="85640" x="4375150" y="4083050"/>
          <p14:tracePt t="85657" x="4368800" y="4083050"/>
          <p14:tracePt t="85674" x="4368800" y="4064000"/>
          <p14:tracePt t="85707" x="4362450" y="4051300"/>
          <p14:tracePt t="85724" x="4356100" y="4051300"/>
          <p14:tracePt t="85744" x="4343400" y="4051300"/>
          <p14:tracePt t="85757" x="4324350" y="4064000"/>
          <p14:tracePt t="85773" x="4305300" y="4089400"/>
          <p14:tracePt t="85790" x="4292600" y="4108450"/>
          <p14:tracePt t="85807" x="4279900" y="4152900"/>
          <p14:tracePt t="85824" x="4279900" y="4159250"/>
          <p14:tracePt t="85888" x="4286250" y="4159250"/>
          <p14:tracePt t="85896" x="4292600" y="4140200"/>
          <p14:tracePt t="85907" x="4292600" y="4133850"/>
          <p14:tracePt t="85924" x="4305300" y="4102100"/>
          <p14:tracePt t="85940" x="4318000" y="4064000"/>
          <p14:tracePt t="85957" x="4318000" y="4038600"/>
          <p14:tracePt t="85974" x="4318000" y="4025900"/>
          <p14:tracePt t="85990" x="4311650" y="4019550"/>
          <p14:tracePt t="85993" x="4298950" y="4013200"/>
          <p14:tracePt t="86007" x="4273550" y="4013200"/>
          <p14:tracePt t="86023" x="4171950" y="4057650"/>
          <p14:tracePt t="86040" x="4089400" y="4114800"/>
          <p14:tracePt t="86057" x="4038600" y="4152900"/>
          <p14:tracePt t="86073" x="3930650" y="4229100"/>
          <p14:tracePt t="86090" x="3848100" y="4254500"/>
          <p14:tracePt t="86107" x="3784600" y="4260850"/>
          <p14:tracePt t="86123" x="3663950" y="4241800"/>
          <p14:tracePt t="86140" x="3600450" y="4216400"/>
          <p14:tracePt t="86157" x="3486150" y="4140200"/>
          <p14:tracePt t="86173" x="3136900" y="3956050"/>
          <p14:tracePt t="86190" x="2933700" y="3841750"/>
          <p14:tracePt t="86207" x="2622550" y="3708400"/>
          <p14:tracePt t="86224" x="2476500" y="3651250"/>
          <p14:tracePt t="86240" x="2362200" y="3625850"/>
          <p14:tracePt t="86257" x="2190750" y="3619500"/>
          <p14:tracePt t="86273" x="2139950" y="3625850"/>
          <p14:tracePt t="86290" x="2101850" y="3638550"/>
          <p14:tracePt t="86307" x="2089150" y="3644900"/>
          <p14:tracePt t="86323" x="2076450" y="3651250"/>
          <p14:tracePt t="86340" x="2070100" y="3651250"/>
          <p14:tracePt t="86357" x="2044700" y="3651250"/>
          <p14:tracePt t="86373" x="2038350" y="3651250"/>
          <p14:tracePt t="86390" x="2025650" y="3651250"/>
          <p14:tracePt t="86407" x="1968500" y="3625850"/>
          <p14:tracePt t="86423" x="1809750" y="3568700"/>
          <p14:tracePt t="86440" x="1797050" y="3549650"/>
          <p14:tracePt t="86457" x="1739900" y="3524250"/>
          <p14:tracePt t="86473" x="1708150" y="3511550"/>
          <p14:tracePt t="86536" x="1714500" y="3511550"/>
          <p14:tracePt t="86544" x="1714500" y="3517900"/>
          <p14:tracePt t="86557" x="1714500" y="3530600"/>
          <p14:tracePt t="86573" x="1714500" y="3536950"/>
          <p14:tracePt t="86590" x="1752600" y="3587750"/>
          <p14:tracePt t="86607" x="1797050" y="3600450"/>
          <p14:tracePt t="86623" x="1866900" y="3625850"/>
          <p14:tracePt t="86640" x="1905000" y="3632200"/>
          <p14:tracePt t="86657" x="1943100" y="3632200"/>
          <p14:tracePt t="86673" x="1955800" y="3632200"/>
          <p14:tracePt t="86690" x="1993900" y="3625850"/>
          <p14:tracePt t="86707" x="2006600" y="3625850"/>
          <p14:tracePt t="86723" x="2032000" y="3625850"/>
          <p14:tracePt t="86740" x="2038350" y="3625850"/>
          <p14:tracePt t="86757" x="2051050" y="3625850"/>
          <p14:tracePt t="86773" x="2063750" y="3625850"/>
          <p14:tracePt t="86790" x="2095500" y="3644900"/>
          <p14:tracePt t="86807" x="2152650" y="3670300"/>
          <p14:tracePt t="86823" x="2184400" y="3695700"/>
          <p14:tracePt t="86840" x="2241550" y="3721100"/>
          <p14:tracePt t="86857" x="2260600" y="3721100"/>
          <p14:tracePt t="86873" x="2292350" y="3733800"/>
          <p14:tracePt t="86890" x="2336800" y="3752850"/>
          <p14:tracePt t="86907" x="2349500" y="3752850"/>
          <p14:tracePt t="86924" x="2349500" y="3759200"/>
          <p14:tracePt t="86940" x="2362200" y="3765550"/>
          <p14:tracePt t="86974" x="2368550" y="3765550"/>
          <p14:tracePt t="86990" x="2374900" y="3771900"/>
          <p14:tracePt t="87007" x="2381250" y="3771900"/>
          <p14:tracePt t="87024" x="2400300" y="3784600"/>
          <p14:tracePt t="87040" x="2406650" y="3790950"/>
          <p14:tracePt t="87057" x="2425700" y="3797300"/>
          <p14:tracePt t="87073" x="2438400" y="3810000"/>
          <p14:tracePt t="87090" x="2463800" y="3810000"/>
          <p14:tracePt t="87107" x="2476500" y="3816350"/>
          <p14:tracePt t="87124" x="2520950" y="3835400"/>
          <p14:tracePt t="87140" x="2540000" y="3848100"/>
          <p14:tracePt t="87157" x="2565400" y="3854450"/>
          <p14:tracePt t="87174" x="2584450" y="3867150"/>
          <p14:tracePt t="87190" x="2590800" y="3873500"/>
          <p14:tracePt t="87207" x="2609850" y="3886200"/>
          <p14:tracePt t="87223" x="2628900" y="3905250"/>
          <p14:tracePt t="87240" x="2641600" y="3917950"/>
          <p14:tracePt t="87257" x="2673350" y="3924300"/>
          <p14:tracePt t="87273" x="2673350" y="3930650"/>
          <p14:tracePt t="87290" x="2686050" y="3937000"/>
          <p14:tracePt t="87307" x="2698750" y="3937000"/>
          <p14:tracePt t="87323" x="2705100" y="3937000"/>
          <p14:tracePt t="87368" x="2711450" y="3937000"/>
          <p14:tracePt t="87392" x="2724150" y="3937000"/>
          <p14:tracePt t="87400" x="2736850" y="3937000"/>
          <p14:tracePt t="87408" x="2743200" y="3943350"/>
          <p14:tracePt t="87423" x="2762250" y="3949700"/>
          <p14:tracePt t="87440" x="2774950" y="3949700"/>
          <p14:tracePt t="87456" x="2787650" y="3956050"/>
          <p14:tracePt t="87473" x="2806700" y="3956050"/>
          <p14:tracePt t="87490" x="2813050" y="3956050"/>
          <p14:tracePt t="87507" x="2825750" y="3962400"/>
          <p14:tracePt t="87523" x="2844800" y="3962400"/>
          <p14:tracePt t="87540" x="2863850" y="3962400"/>
          <p14:tracePt t="87556" x="2895600" y="3962400"/>
          <p14:tracePt t="87573" x="2914650" y="3962400"/>
          <p14:tracePt t="87590" x="2927350" y="3962400"/>
          <p14:tracePt t="87606" x="2971800" y="3962400"/>
          <p14:tracePt t="87623" x="3048000" y="3956050"/>
          <p14:tracePt t="87640" x="3092450" y="3956050"/>
          <p14:tracePt t="87657" x="3136900" y="3956050"/>
          <p14:tracePt t="87674" x="3149600" y="3956050"/>
          <p14:tracePt t="87690" x="3168650" y="3962400"/>
          <p14:tracePt t="87706" x="3194050" y="3962400"/>
          <p14:tracePt t="87723" x="3244850" y="3968750"/>
          <p14:tracePt t="87740" x="3282950" y="3968750"/>
          <p14:tracePt t="87756" x="3308350" y="3968750"/>
          <p14:tracePt t="87773" x="3327400" y="3968750"/>
          <p14:tracePt t="87790" x="3359150" y="3968750"/>
          <p14:tracePt t="87806" x="3422650" y="3968750"/>
          <p14:tracePt t="87823" x="3460750" y="3968750"/>
          <p14:tracePt t="87840" x="3524250" y="3968750"/>
          <p14:tracePt t="87857" x="3549650" y="3968750"/>
          <p14:tracePt t="87873" x="3613150" y="3968750"/>
          <p14:tracePt t="87890" x="3651250" y="3962400"/>
          <p14:tracePt t="87906" x="3733800" y="3962400"/>
          <p14:tracePt t="87923" x="3784600" y="3962400"/>
          <p14:tracePt t="87940" x="3829050" y="3962400"/>
          <p14:tracePt t="87957" x="3879850" y="3962400"/>
          <p14:tracePt t="87973" x="3924300" y="3962400"/>
          <p14:tracePt t="87991" x="3994150" y="3962400"/>
          <p14:tracePt t="88007" x="4013200" y="3962400"/>
          <p14:tracePt t="88024" x="4095750" y="3968750"/>
          <p14:tracePt t="88040" x="4114800" y="3968750"/>
          <p14:tracePt t="88057" x="4146550" y="3975100"/>
          <p14:tracePt t="88073" x="4235450" y="3987800"/>
          <p14:tracePt t="88090" x="4311650" y="3987800"/>
          <p14:tracePt t="88107" x="4349750" y="3987800"/>
          <p14:tracePt t="88123" x="4406900" y="4006850"/>
          <p14:tracePt t="88140" x="4476750" y="4006850"/>
          <p14:tracePt t="88157" x="4533900" y="4019550"/>
          <p14:tracePt t="88173" x="4648200" y="4038600"/>
          <p14:tracePt t="88190" x="4737100" y="4051300"/>
          <p14:tracePt t="88207" x="4826000" y="4064000"/>
          <p14:tracePt t="88223" x="4965700" y="4089400"/>
          <p14:tracePt t="88241" x="5041900" y="4095750"/>
          <p14:tracePt t="88257" x="5105400" y="4114800"/>
          <p14:tracePt t="88273" x="5245100" y="4121150"/>
          <p14:tracePt t="88290" x="5308600" y="4133850"/>
          <p14:tracePt t="88307" x="5340350" y="4140200"/>
          <p14:tracePt t="88323" x="5505450" y="4159250"/>
          <p14:tracePt t="88340" x="5588000" y="4171950"/>
          <p14:tracePt t="88357" x="5651500" y="4191000"/>
          <p14:tracePt t="88373" x="5784850" y="4197350"/>
          <p14:tracePt t="88390" x="5842000" y="4210050"/>
          <p14:tracePt t="88407" x="5873750" y="4210050"/>
          <p14:tracePt t="88424" x="5969000" y="4222750"/>
          <p14:tracePt t="88440" x="6007100" y="4222750"/>
          <p14:tracePt t="88457" x="6076950" y="4216400"/>
          <p14:tracePt t="88473" x="6153150" y="4216400"/>
          <p14:tracePt t="88490" x="6172200" y="4222750"/>
          <p14:tracePt t="88507" x="6235700" y="4229100"/>
          <p14:tracePt t="88523" x="6292850" y="4229100"/>
          <p14:tracePt t="88540" x="6369050" y="4235450"/>
          <p14:tracePt t="88557" x="6407150" y="4235450"/>
          <p14:tracePt t="88573" x="6470650" y="4241800"/>
          <p14:tracePt t="88590" x="6489700" y="4241800"/>
          <p14:tracePt t="88607" x="6527800" y="4248150"/>
          <p14:tracePt t="88623" x="6559550" y="4248150"/>
          <p14:tracePt t="88640" x="6578600" y="4254500"/>
          <p14:tracePt t="88657" x="6578600" y="4260850"/>
          <p14:tracePt t="88674" x="6591300" y="4267200"/>
          <p14:tracePt t="88690" x="6604000" y="4279900"/>
          <p14:tracePt t="88707" x="6648450" y="4311650"/>
          <p14:tracePt t="88723" x="6654800" y="4324350"/>
          <p14:tracePt t="88740" x="6692900" y="4349750"/>
          <p14:tracePt t="88757" x="6743700" y="4387850"/>
          <p14:tracePt t="88773" x="6807200" y="4425950"/>
          <p14:tracePt t="88790" x="6832600" y="4451350"/>
          <p14:tracePt t="88807" x="6877050" y="4502150"/>
          <p14:tracePt t="88823" x="6902450" y="4521200"/>
          <p14:tracePt t="88840" x="6915150" y="4546600"/>
          <p14:tracePt t="88857" x="6946900" y="4578350"/>
          <p14:tracePt t="88873" x="6946900" y="4591050"/>
          <p14:tracePt t="88890" x="6953250" y="4603750"/>
          <p14:tracePt t="88907" x="6965950" y="4616450"/>
          <p14:tracePt t="88923" x="6972300" y="4616450"/>
          <p14:tracePt t="88940" x="6978650" y="4629150"/>
          <p14:tracePt t="88957" x="6991350" y="4641850"/>
          <p14:tracePt t="88973" x="6997700" y="4641850"/>
          <p14:tracePt t="88990" x="7010400" y="4641850"/>
          <p14:tracePt t="89008" x="7010400" y="4648200"/>
          <p14:tracePt t="89023" x="7029450" y="4648200"/>
          <p14:tracePt t="89040" x="7035800" y="4660900"/>
          <p14:tracePt t="89056" x="7042150" y="4667250"/>
          <p14:tracePt t="89073" x="7054850" y="4673600"/>
          <p14:tracePt t="89090" x="7080250" y="4692650"/>
          <p14:tracePt t="89106" x="7092950" y="4699000"/>
          <p14:tracePt t="89140" x="7099300" y="4711700"/>
          <p14:tracePt t="89248" x="7092950" y="4699000"/>
          <p14:tracePt t="89256" x="7086600" y="4686300"/>
          <p14:tracePt t="89264" x="7054850" y="4660900"/>
          <p14:tracePt t="89273" x="7023100" y="4635500"/>
          <p14:tracePt t="89290" x="6940550" y="4597400"/>
          <p14:tracePt t="89307" x="6889750" y="4559300"/>
          <p14:tracePt t="89323" x="6838950" y="4527550"/>
          <p14:tracePt t="89340" x="6762750" y="4476750"/>
          <p14:tracePt t="89357" x="6686550" y="4445000"/>
          <p14:tracePt t="89373" x="6604000" y="4387850"/>
          <p14:tracePt t="89390" x="6572250" y="4375150"/>
          <p14:tracePt t="89407" x="6502400" y="4337050"/>
          <p14:tracePt t="89424" x="6280150" y="4286250"/>
          <p14:tracePt t="89441" x="6229350" y="4279900"/>
          <p14:tracePt t="89457" x="6134100" y="4260850"/>
          <p14:tracePt t="89474" x="6121400" y="4254500"/>
          <p14:tracePt t="89490" x="6096000" y="4248150"/>
          <p14:tracePt t="89507" x="6064250" y="4235450"/>
          <p14:tracePt t="89523" x="6045200" y="4229100"/>
          <p14:tracePt t="89540" x="6038850" y="4222750"/>
          <p14:tracePt t="89557" x="6032500" y="4222750"/>
          <p14:tracePt t="89573" x="5988050" y="4210050"/>
          <p14:tracePt t="89590" x="5956300" y="4203700"/>
          <p14:tracePt t="89606" x="5835650" y="4159250"/>
          <p14:tracePt t="89623" x="5607050" y="4108450"/>
          <p14:tracePt t="89640" x="5505450" y="4083050"/>
          <p14:tracePt t="89657" x="5054600" y="3994150"/>
          <p14:tracePt t="89674" x="4781550" y="3943350"/>
          <p14:tracePt t="89690" x="4279900" y="3848100"/>
          <p14:tracePt t="89707" x="4019550" y="3778250"/>
          <p14:tracePt t="89723" x="3848100" y="3733800"/>
          <p14:tracePt t="89740" x="3302000" y="3663950"/>
          <p14:tracePt t="89757" x="2990850" y="3587750"/>
          <p14:tracePt t="89773" x="2743200" y="3556000"/>
          <p14:tracePt t="89790" x="2324100" y="3479800"/>
          <p14:tracePt t="89807" x="2190750" y="3467100"/>
          <p14:tracePt t="89823" x="1962150" y="3429000"/>
          <p14:tracePt t="89840" x="1860550" y="3416300"/>
          <p14:tracePt t="89857" x="1765300" y="3403600"/>
          <p14:tracePt t="89873" x="1606550" y="3403600"/>
          <p14:tracePt t="89890" x="1479550" y="3403600"/>
          <p14:tracePt t="89907" x="1409700" y="3403600"/>
          <p14:tracePt t="89923" x="1200150" y="3403600"/>
          <p14:tracePt t="89940" x="1079500" y="3416300"/>
          <p14:tracePt t="89957" x="1028700" y="3416300"/>
          <p14:tracePt t="89974" x="946150" y="3416300"/>
          <p14:tracePt t="89990" x="939800" y="3416300"/>
          <p14:tracePt t="90007" x="908050" y="3416300"/>
          <p14:tracePt t="90023" x="800100" y="3409950"/>
          <p14:tracePt t="90040" x="768350" y="3397250"/>
          <p14:tracePt t="90057" x="730250" y="3371850"/>
          <p14:tracePt t="90073" x="717550" y="3365500"/>
          <p14:tracePt t="90090" x="717550" y="3359150"/>
          <p14:tracePt t="90107" x="704850" y="3352800"/>
          <p14:tracePt t="90124" x="704850" y="3346450"/>
          <p14:tracePt t="90140" x="704850" y="3340100"/>
          <p14:tracePt t="90157" x="704850" y="3333750"/>
          <p14:tracePt t="90174" x="704850" y="3327400"/>
          <p14:tracePt t="90190" x="704850" y="3314700"/>
          <p14:tracePt t="90207" x="711200" y="3308350"/>
          <p14:tracePt t="90223" x="723900" y="3289300"/>
          <p14:tracePt t="90240" x="736600" y="3276600"/>
          <p14:tracePt t="90257" x="742950" y="3263900"/>
          <p14:tracePt t="90274" x="755650" y="3263900"/>
          <p14:tracePt t="90290" x="762000" y="3251200"/>
          <p14:tracePt t="90307" x="781050" y="3244850"/>
          <p14:tracePt t="90323" x="831850" y="3225800"/>
          <p14:tracePt t="90340" x="863600" y="3213100"/>
          <p14:tracePt t="90357" x="914400" y="3206750"/>
          <p14:tracePt t="90374" x="958850" y="3194050"/>
          <p14:tracePt t="90390" x="990600" y="3194050"/>
          <p14:tracePt t="90407" x="1022350" y="3194050"/>
          <p14:tracePt t="90424" x="1054100" y="3194050"/>
          <p14:tracePt t="90440" x="1060450" y="3194050"/>
          <p14:tracePt t="90457" x="1092200" y="3194050"/>
          <p14:tracePt t="90473" x="1098550" y="3200400"/>
          <p14:tracePt t="90490" x="1117600" y="3200400"/>
          <p14:tracePt t="90512" x="1130300" y="3200400"/>
          <p14:tracePt t="90523" x="1136650" y="3206750"/>
          <p14:tracePt t="90540" x="1143000" y="3206750"/>
          <p14:tracePt t="90560" x="1155700" y="3213100"/>
          <p14:tracePt t="90577" x="1162050" y="3213100"/>
          <p14:tracePt t="90590" x="1168400" y="3213100"/>
          <p14:tracePt t="90607" x="1181100" y="3219450"/>
          <p14:tracePt t="90623" x="1200150" y="3225800"/>
          <p14:tracePt t="90640" x="1206500" y="3225800"/>
          <p14:tracePt t="90657" x="1219200" y="3232150"/>
          <p14:tracePt t="90674" x="1225550" y="3232150"/>
          <p14:tracePt t="90690" x="1244600" y="3244850"/>
          <p14:tracePt t="90707" x="1263650" y="3244850"/>
          <p14:tracePt t="90723" x="1276350" y="3257550"/>
          <p14:tracePt t="90740" x="1295400" y="3263900"/>
          <p14:tracePt t="90756" x="1308100" y="3270250"/>
          <p14:tracePt t="90773" x="1314450" y="3270250"/>
          <p14:tracePt t="90790" x="1333500" y="3276600"/>
          <p14:tracePt t="90807" x="1339850" y="3282950"/>
          <p14:tracePt t="90823" x="1352550" y="3289300"/>
          <p14:tracePt t="90840" x="1371600" y="3302000"/>
          <p14:tracePt t="90857" x="1397000" y="3314700"/>
          <p14:tracePt t="90874" x="1416050" y="3321050"/>
          <p14:tracePt t="90890" x="1428750" y="3333750"/>
          <p14:tracePt t="90907" x="1454150" y="3346450"/>
          <p14:tracePt t="90924" x="1511300" y="3371850"/>
          <p14:tracePt t="90940" x="1511300" y="3384550"/>
          <p14:tracePt t="90957" x="1562100" y="3397250"/>
          <p14:tracePt t="90974" x="1644650" y="3441700"/>
          <p14:tracePt t="90990" x="1708150" y="3460750"/>
          <p14:tracePt t="90993" x="1752600" y="3467100"/>
          <p14:tracePt t="91007" x="1828800" y="3486150"/>
          <p14:tracePt t="91023" x="1892300" y="3492500"/>
          <p14:tracePt t="91040" x="1911350" y="3505200"/>
          <p14:tracePt t="91057" x="1936750" y="3511550"/>
          <p14:tracePt t="91073" x="1955800" y="3524250"/>
          <p14:tracePt t="91090" x="1968500" y="3549650"/>
          <p14:tracePt t="91107" x="1993900" y="3600450"/>
          <p14:tracePt t="91123" x="2006600" y="3600450"/>
          <p14:tracePt t="91140" x="2025650" y="3638550"/>
          <p14:tracePt t="91157" x="2089150" y="3714750"/>
          <p14:tracePt t="91174" x="2108200" y="3752850"/>
          <p14:tracePt t="91190" x="2171700" y="3810000"/>
          <p14:tracePt t="91207" x="2184400" y="3822700"/>
          <p14:tracePt t="91223" x="2254250" y="3860800"/>
          <p14:tracePt t="91240" x="2324100" y="3879850"/>
          <p14:tracePt t="91256" x="2343150" y="3886200"/>
          <p14:tracePt t="91273" x="2368550" y="3892550"/>
          <p14:tracePt t="91336" x="2381250" y="3898900"/>
          <p14:tracePt t="91351" x="2406650" y="3898900"/>
          <p14:tracePt t="91360" x="2406650" y="3905250"/>
          <p14:tracePt t="91373" x="2419350" y="3911600"/>
          <p14:tracePt t="91390" x="2451100" y="3917950"/>
          <p14:tracePt t="91407" x="2470150" y="3924300"/>
          <p14:tracePt t="91423" x="2508250" y="3937000"/>
          <p14:tracePt t="91440" x="2540000" y="3943350"/>
          <p14:tracePt t="91457" x="2578100" y="3956050"/>
          <p14:tracePt t="91473" x="2597150" y="3956050"/>
          <p14:tracePt t="91490" x="2616200" y="3962400"/>
          <p14:tracePt t="91507" x="2673350" y="3962400"/>
          <p14:tracePt t="91523" x="2755900" y="3962400"/>
          <p14:tracePt t="91540" x="2813050" y="3962400"/>
          <p14:tracePt t="91557" x="2895600" y="3962400"/>
          <p14:tracePt t="91573" x="2965450" y="3962400"/>
          <p14:tracePt t="91590" x="2984500" y="3962400"/>
          <p14:tracePt t="91607" x="3009900" y="3956050"/>
          <p14:tracePt t="91623" x="3054350" y="3956050"/>
          <p14:tracePt t="91640" x="3067050" y="3956050"/>
          <p14:tracePt t="91656" x="3105150" y="3956050"/>
          <p14:tracePt t="91674" x="3124200" y="3956050"/>
          <p14:tracePt t="91690" x="3149600" y="3956050"/>
          <p14:tracePt t="91707" x="3181350" y="3949700"/>
          <p14:tracePt t="91723" x="3213100" y="3949700"/>
          <p14:tracePt t="91740" x="3289300" y="3949700"/>
          <p14:tracePt t="91757" x="3314700" y="3949700"/>
          <p14:tracePt t="91773" x="3346450" y="3943350"/>
          <p14:tracePt t="91790" x="3416300" y="3930650"/>
          <p14:tracePt t="91807" x="3454400" y="3930650"/>
          <p14:tracePt t="91823" x="3524250" y="3930650"/>
          <p14:tracePt t="91840" x="3568700" y="3930650"/>
          <p14:tracePt t="91857" x="3606800" y="3930650"/>
          <p14:tracePt t="91873" x="3663950" y="3930650"/>
          <p14:tracePt t="91890" x="3733800" y="3930650"/>
          <p14:tracePt t="91907" x="3765550" y="3937000"/>
          <p14:tracePt t="91924" x="3822700" y="3956050"/>
          <p14:tracePt t="91940" x="3917950" y="3981450"/>
          <p14:tracePt t="91957" x="3956050" y="3987800"/>
          <p14:tracePt t="91974" x="4013200" y="3994150"/>
          <p14:tracePt t="91990" x="4184650" y="4019550"/>
          <p14:tracePt t="91993" x="4210050" y="4025900"/>
          <p14:tracePt t="92007" x="4254500" y="4032250"/>
          <p14:tracePt t="92024" x="4387850" y="4064000"/>
          <p14:tracePt t="92040" x="4413250" y="4064000"/>
          <p14:tracePt t="92057" x="4476750" y="4089400"/>
          <p14:tracePt t="92073" x="4610100" y="4121150"/>
          <p14:tracePt t="92090" x="4699000" y="4140200"/>
          <p14:tracePt t="92107" x="4787900" y="4146550"/>
          <p14:tracePt t="92123" x="4895850" y="4159250"/>
          <p14:tracePt t="92140" x="4946650" y="4171950"/>
          <p14:tracePt t="92157" x="4991100" y="4184650"/>
          <p14:tracePt t="92174" x="5099050" y="4197350"/>
          <p14:tracePt t="92190" x="5162550" y="4210050"/>
          <p14:tracePt t="92207" x="5213350" y="4216400"/>
          <p14:tracePt t="92224" x="5264150" y="4216400"/>
          <p14:tracePt t="92240" x="5346700" y="4210050"/>
          <p14:tracePt t="92257" x="5378450" y="4203700"/>
          <p14:tracePt t="92274" x="5403850" y="4203700"/>
          <p14:tracePt t="92290" x="5461000" y="4191000"/>
          <p14:tracePt t="92307" x="5499100" y="4191000"/>
          <p14:tracePt t="92323" x="5530850" y="4178300"/>
          <p14:tracePt t="92340" x="5626100" y="4159250"/>
          <p14:tracePt t="92357" x="5689600" y="4140200"/>
          <p14:tracePt t="92373" x="5746750" y="4121150"/>
          <p14:tracePt t="92390" x="5797550" y="4089400"/>
          <p14:tracePt t="92407" x="5803900" y="4083050"/>
          <p14:tracePt t="92424" x="5842000" y="4070350"/>
          <p14:tracePt t="92440" x="5867400" y="4057650"/>
          <p14:tracePt t="92457" x="5880100" y="4051300"/>
          <p14:tracePt t="92473" x="5886450" y="4044950"/>
          <p14:tracePt t="92490" x="5905500" y="4044950"/>
          <p14:tracePt t="92507" x="5930900" y="4038600"/>
          <p14:tracePt t="92523" x="5949950" y="4038600"/>
          <p14:tracePt t="92540" x="5956300" y="4038600"/>
          <p14:tracePt t="92557" x="5969000" y="4038600"/>
          <p14:tracePt t="92573" x="6013450" y="4038600"/>
          <p14:tracePt t="92590" x="6045200" y="4038600"/>
          <p14:tracePt t="92607" x="6064250" y="4044950"/>
          <p14:tracePt t="92624" x="6089650" y="4051300"/>
          <p14:tracePt t="92640" x="6102350" y="4064000"/>
          <p14:tracePt t="92657" x="6115050" y="4076700"/>
          <p14:tracePt t="92674" x="6146800" y="4102100"/>
          <p14:tracePt t="92690" x="6178550" y="4127500"/>
          <p14:tracePt t="92707" x="6203950" y="4140200"/>
          <p14:tracePt t="92723" x="6330950" y="4248150"/>
          <p14:tracePt t="92740" x="6400800" y="4305300"/>
          <p14:tracePt t="92757" x="6470650" y="4375150"/>
          <p14:tracePt t="92773" x="6489700" y="4413250"/>
          <p14:tracePt t="92790" x="6521450" y="4432300"/>
          <p14:tracePt t="92807" x="6534150" y="4445000"/>
          <p14:tracePt t="92823" x="6578600" y="4495800"/>
          <p14:tracePt t="92840" x="6591300" y="4521200"/>
          <p14:tracePt t="92856" x="6623050" y="4533900"/>
          <p14:tracePt t="92873" x="6629400" y="4546600"/>
          <p14:tracePt t="92890" x="6642100" y="4546600"/>
          <p14:tracePt t="92907" x="6648450" y="4559300"/>
          <p14:tracePt t="92923" x="6680200" y="4584700"/>
          <p14:tracePt t="92940" x="6692900" y="4597400"/>
          <p14:tracePt t="92957" x="6756400" y="4616450"/>
          <p14:tracePt t="92973" x="6769100" y="4622800"/>
          <p14:tracePt t="92990" x="6781800" y="4629150"/>
          <p14:tracePt t="92993" x="6794500" y="4629150"/>
          <p14:tracePt t="93007" x="6800850" y="4635500"/>
          <p14:tracePt t="93023" x="6813550" y="4641850"/>
          <p14:tracePt t="93056" x="6819900" y="4635500"/>
          <p14:tracePt t="93096" x="6813550" y="4622800"/>
          <p14:tracePt t="93104" x="6788150" y="4603750"/>
          <p14:tracePt t="93120" x="6711950" y="4603750"/>
          <p14:tracePt t="93128" x="6597650" y="4629150"/>
          <p14:tracePt t="93140" x="6502400" y="4667250"/>
          <p14:tracePt t="93157" x="6432550" y="4692650"/>
          <p14:tracePt t="93376" x="6400800" y="4648200"/>
          <p14:tracePt t="93384" x="6305550" y="4629150"/>
          <p14:tracePt t="93392" x="6203950" y="4616450"/>
          <p14:tracePt t="93407" x="6134100" y="4591050"/>
          <p14:tracePt t="93424" x="5835650" y="4457700"/>
          <p14:tracePt t="93440" x="5753100" y="4413250"/>
          <p14:tracePt t="93457" x="5391150" y="4267200"/>
          <p14:tracePt t="93474" x="4749800" y="4006850"/>
          <p14:tracePt t="93490" x="4381500" y="3867150"/>
          <p14:tracePt t="93507" x="4032250" y="3765550"/>
          <p14:tracePt t="93523" x="3778250" y="3708400"/>
          <p14:tracePt t="93540" x="2984500" y="3594100"/>
          <p14:tracePt t="93557" x="2686050" y="3549650"/>
          <p14:tracePt t="93573" x="2127250" y="3505200"/>
          <p14:tracePt t="93590" x="1809750" y="3498850"/>
          <p14:tracePt t="93606" x="1574800" y="3492500"/>
          <p14:tracePt t="93623" x="1149350" y="3473450"/>
          <p14:tracePt t="93640" x="984250" y="3460750"/>
          <p14:tracePt t="93657" x="825500" y="3460750"/>
          <p14:tracePt t="93674" x="666750" y="3460750"/>
          <p14:tracePt t="93690" x="577850" y="3473450"/>
          <p14:tracePt t="93707" x="571500" y="3473450"/>
          <p14:tracePt t="93723" x="501650" y="3473450"/>
          <p14:tracePt t="93740" x="482600" y="3473450"/>
          <p14:tracePt t="93757" x="463550" y="3473450"/>
          <p14:tracePt t="93773" x="450850" y="3435350"/>
          <p14:tracePt t="93790" x="431800" y="3409950"/>
          <p14:tracePt t="93807" x="412750" y="3378200"/>
          <p14:tracePt t="93823" x="400050" y="3365500"/>
          <p14:tracePt t="93928" x="400050" y="3359150"/>
          <p14:tracePt t="93952" x="393700" y="3327400"/>
          <p14:tracePt t="93960" x="368300" y="3302000"/>
          <p14:tracePt t="93976" x="336550" y="3270250"/>
          <p14:tracePt t="93984" x="317500" y="3244850"/>
          <p14:tracePt t="93992" x="311150" y="3213100"/>
          <p14:tracePt t="94007" x="279400" y="3168650"/>
          <p14:tracePt t="94023" x="273050" y="3130550"/>
          <p14:tracePt t="94040" x="273050" y="3105150"/>
          <p14:tracePt t="94057" x="279400" y="3086100"/>
          <p14:tracePt t="94074" x="285750" y="3073400"/>
          <p14:tracePt t="94090" x="285750" y="3067050"/>
          <p14:tracePt t="94107" x="292100" y="3048000"/>
          <p14:tracePt t="94140" x="298450" y="3041650"/>
          <p14:tracePt t="94157" x="298450" y="3028950"/>
          <p14:tracePt t="94173" x="298450" y="3022600"/>
          <p14:tracePt t="94191" x="342900" y="2940050"/>
          <p14:tracePt t="94207" x="349250" y="2927350"/>
          <p14:tracePt t="94223" x="406400" y="2832100"/>
          <p14:tracePt t="94240" x="450850" y="2787650"/>
          <p14:tracePt t="94257" x="508000" y="2724150"/>
          <p14:tracePt t="94274" x="571500" y="2647950"/>
          <p14:tracePt t="94290" x="628650" y="2597150"/>
          <p14:tracePt t="94307" x="692150" y="2546350"/>
          <p14:tracePt t="94323" x="698500" y="2540000"/>
          <p14:tracePt t="94340" x="781050" y="2489200"/>
          <p14:tracePt t="94357" x="806450" y="2470150"/>
          <p14:tracePt t="94373" x="838200" y="2463800"/>
          <p14:tracePt t="94407" x="844550" y="2463800"/>
          <p14:tracePt t="94423" x="863600" y="2482850"/>
          <p14:tracePt t="94440" x="895350" y="2514600"/>
          <p14:tracePt t="94457" x="920750" y="2520950"/>
          <p14:tracePt t="94474" x="990600" y="2546350"/>
          <p14:tracePt t="94490" x="996950" y="2546350"/>
          <p14:tracePt t="94507" x="1009650" y="2546350"/>
          <p14:tracePt t="94592" x="1022350" y="2546350"/>
          <p14:tracePt t="94688" x="1028700" y="2552700"/>
          <p14:tracePt t="94696" x="1028700" y="2559050"/>
          <p14:tracePt t="94712" x="1028700" y="2565400"/>
          <p14:tracePt t="94723" x="1035050" y="2578100"/>
          <p14:tracePt t="94740" x="1054100" y="2654300"/>
          <p14:tracePt t="94757" x="1104900" y="2882900"/>
          <p14:tracePt t="94773" x="1143000" y="3003550"/>
          <p14:tracePt t="94790" x="1162050" y="3067050"/>
          <p14:tracePt t="94807" x="1219200" y="3200400"/>
          <p14:tracePt t="94823" x="1282700" y="3302000"/>
          <p14:tracePt t="94840" x="1339850" y="3359150"/>
          <p14:tracePt t="94857" x="1358900" y="3359150"/>
          <p14:tracePt t="94873" x="1365250" y="3371850"/>
          <p14:tracePt t="94890" x="1409700" y="3378200"/>
          <p14:tracePt t="94907" x="1416050" y="3384550"/>
          <p14:tracePt t="94923" x="1447800" y="3384550"/>
          <p14:tracePt t="94940" x="1473200" y="3384550"/>
          <p14:tracePt t="94957" x="1498600" y="3384550"/>
          <p14:tracePt t="94973" x="1524000" y="3384550"/>
          <p14:tracePt t="94990" x="1701800" y="3397250"/>
          <p14:tracePt t="94993" x="1765300" y="3403600"/>
          <p14:tracePt t="95007" x="1841500" y="3416300"/>
          <p14:tracePt t="95023" x="2146300" y="3473450"/>
          <p14:tracePt t="95040" x="2286000" y="3486150"/>
          <p14:tracePt t="95057" x="2349500" y="3486150"/>
          <p14:tracePt t="95073" x="2495550" y="3524250"/>
          <p14:tracePt t="95090" x="2571750" y="3543300"/>
          <p14:tracePt t="95107" x="2641600" y="3568700"/>
          <p14:tracePt t="95123" x="2806700" y="3606800"/>
          <p14:tracePt t="95140" x="2914650" y="3632200"/>
          <p14:tracePt t="95156" x="2933700" y="3632200"/>
          <p14:tracePt t="95173" x="3098800" y="3663950"/>
          <p14:tracePt t="95190" x="3206750" y="3683000"/>
          <p14:tracePt t="95207" x="3365500" y="3721100"/>
          <p14:tracePt t="95224" x="3530600" y="3746500"/>
          <p14:tracePt t="95240" x="3575050" y="3752850"/>
          <p14:tracePt t="95257" x="3676650" y="3778250"/>
          <p14:tracePt t="95273" x="3740150" y="3797300"/>
          <p14:tracePt t="95290" x="3778250" y="3803650"/>
          <p14:tracePt t="95306" x="3803650" y="3822700"/>
          <p14:tracePt t="95323" x="3810000" y="3822700"/>
          <p14:tracePt t="95340" x="3810000" y="3841750"/>
          <p14:tracePt t="95357" x="3816350" y="3867150"/>
          <p14:tracePt t="95373" x="3822700" y="3905250"/>
          <p14:tracePt t="95390" x="3822700" y="4006850"/>
          <p14:tracePt t="95407" x="3816350" y="4083050"/>
          <p14:tracePt t="95424" x="3810000" y="4216400"/>
          <p14:tracePt t="95440" x="3797300" y="4292600"/>
          <p14:tracePt t="95457" x="3790950" y="4349750"/>
          <p14:tracePt t="95474" x="3790950" y="4419600"/>
          <p14:tracePt t="95490" x="3797300" y="4432300"/>
          <p14:tracePt t="95568" x="3803650" y="4432300"/>
          <p14:tracePt t="95615" x="3810000" y="4432300"/>
          <p14:tracePt t="95856" x="3816350" y="4432300"/>
          <p14:tracePt t="96032" x="3816350" y="4419600"/>
          <p14:tracePt t="96048" x="3816350" y="4413250"/>
          <p14:tracePt t="96296" x="3816350" y="4406900"/>
          <p14:tracePt t="96464" x="3816350" y="4400550"/>
          <p14:tracePt t="96480" x="3816350" y="4381500"/>
          <p14:tracePt t="96488" x="3816350" y="4375150"/>
          <p14:tracePt t="96496" x="3816350" y="4368800"/>
          <p14:tracePt t="96560" x="3803650" y="4362450"/>
          <p14:tracePt t="96568" x="3803650" y="4356100"/>
          <p14:tracePt t="96576" x="3803650" y="4343400"/>
          <p14:tracePt t="96590" x="3790950" y="4311650"/>
          <p14:tracePt t="96607" x="3689350" y="4108450"/>
          <p14:tracePt t="96623" x="2997200" y="3187700"/>
          <p14:tracePt t="96640" x="2882900" y="3079750"/>
          <p14:tracePt t="96657" x="2679700" y="2946400"/>
          <p14:tracePt t="96674" x="2628900" y="2895600"/>
          <p14:tracePt t="96690" x="2571750" y="2832100"/>
          <p14:tracePt t="96707" x="2482850" y="2781300"/>
          <p14:tracePt t="96723" x="2457450" y="2774950"/>
          <p14:tracePt t="96740" x="2393950" y="2755900"/>
          <p14:tracePt t="96757" x="2324100" y="2755900"/>
          <p14:tracePt t="96774" x="2222500" y="2762250"/>
          <p14:tracePt t="96790" x="2165350" y="2768600"/>
          <p14:tracePt t="96807" x="2120900" y="2781300"/>
          <p14:tracePt t="96823" x="2019300" y="2787650"/>
          <p14:tracePt t="96840" x="1955800" y="2787650"/>
          <p14:tracePt t="96857" x="1879600" y="2787650"/>
          <p14:tracePt t="96873" x="1746250" y="2787650"/>
          <p14:tracePt t="96890" x="1657350" y="2787650"/>
          <p14:tracePt t="96907" x="1631950" y="2774950"/>
          <p14:tracePt t="96924" x="1524000" y="2755900"/>
          <p14:tracePt t="96940" x="1466850" y="2749550"/>
          <p14:tracePt t="96957" x="1397000" y="2730500"/>
          <p14:tracePt t="96973" x="1352550" y="2711450"/>
          <p14:tracePt t="96991" x="1314450" y="2686050"/>
          <p14:tracePt t="97007" x="1282700" y="2647950"/>
          <p14:tracePt t="97023" x="1244600" y="2628900"/>
          <p14:tracePt t="97040" x="1225550" y="2616200"/>
          <p14:tracePt t="97057" x="1219200" y="2609850"/>
          <p14:tracePt t="97112" x="1212850" y="2622550"/>
          <p14:tracePt t="97120" x="1206500" y="2647950"/>
          <p14:tracePt t="97128" x="1200150" y="2692400"/>
          <p14:tracePt t="97144" x="1200150" y="2724150"/>
          <p14:tracePt t="97157" x="1181100" y="2787650"/>
          <p14:tracePt t="97174" x="1174750" y="2946400"/>
          <p14:tracePt t="97190" x="1174750" y="3003550"/>
          <p14:tracePt t="97206" x="1174750" y="3048000"/>
          <p14:tracePt t="97224" x="1181100" y="3092450"/>
          <p14:tracePt t="97257" x="1181100" y="3105150"/>
          <p14:tracePt t="97544" x="1187450" y="3105150"/>
          <p14:tracePt t="97568" x="1187450" y="3111500"/>
          <p14:tracePt t="97616" x="1193800" y="3117850"/>
          <p14:tracePt t="99336" x="1193800" y="3124200"/>
          <p14:tracePt t="99344" x="1193800" y="3130550"/>
          <p14:tracePt t="99356" x="1193800" y="3136900"/>
          <p14:tracePt t="99373" x="1193800" y="3149600"/>
          <p14:tracePt t="99390" x="1193800" y="3155950"/>
          <p14:tracePt t="99407" x="1193800" y="3175000"/>
          <p14:tracePt t="99423" x="1193800" y="3194050"/>
          <p14:tracePt t="99440" x="1193800" y="3200400"/>
          <p14:tracePt t="99456" x="1193800" y="3206750"/>
          <p14:tracePt t="99473" x="1193800" y="3219450"/>
          <p14:tracePt t="99490" x="1206500" y="3225800"/>
          <p14:tracePt t="99520" x="1206500" y="3232150"/>
          <p14:tracePt t="99544" x="1212850" y="3232150"/>
          <p14:tracePt t="99568" x="1225550" y="3225800"/>
          <p14:tracePt t="99576" x="1225550" y="3219450"/>
          <p14:tracePt t="99583" x="1238250" y="3194050"/>
          <p14:tracePt t="99592" x="1250950" y="3181350"/>
          <p14:tracePt t="99607" x="1263650" y="3168650"/>
          <p14:tracePt t="99623" x="1289050" y="3117850"/>
          <p14:tracePt t="99640" x="1320800" y="3098800"/>
          <p14:tracePt t="99657" x="1333500" y="3079750"/>
          <p14:tracePt t="99674" x="1339850" y="3079750"/>
          <p14:tracePt t="99783" x="1339850" y="3073400"/>
          <p14:tracePt t="99792" x="1339850" y="3067050"/>
          <p14:tracePt t="99800" x="1333500" y="3060700"/>
          <p14:tracePt t="99808" x="1333500" y="3048000"/>
          <p14:tracePt t="99823" x="1314450" y="3003550"/>
          <p14:tracePt t="99840" x="1301750" y="2959100"/>
          <p14:tracePt t="99857" x="1295400" y="2933700"/>
          <p14:tracePt t="99873" x="1270000" y="2800350"/>
          <p14:tracePt t="99890" x="1263650" y="2724150"/>
          <p14:tracePt t="99907" x="1244600" y="2667000"/>
          <p14:tracePt t="99924" x="1212850" y="2584450"/>
          <p14:tracePt t="99940" x="1200150" y="2546350"/>
          <p14:tracePt t="99973" x="1193800" y="2533650"/>
          <p14:tracePt t="100144" x="1187450" y="2533650"/>
          <p14:tracePt t="100167" x="1168400" y="2527300"/>
          <p14:tracePt t="100176" x="1174750" y="2527300"/>
          <p14:tracePt t="100184" x="1200150" y="2508250"/>
          <p14:tracePt t="100192" x="1212850" y="2508250"/>
          <p14:tracePt t="100216" x="1206500" y="2508250"/>
          <p14:tracePt t="100224" x="1200150" y="2508250"/>
          <p14:tracePt t="100240" x="1181100" y="2508250"/>
          <p14:tracePt t="100256" x="1174750" y="2508250"/>
          <p14:tracePt t="100273" x="1162050" y="2508250"/>
          <p14:tracePt t="100290" x="1149350" y="2508250"/>
          <p14:tracePt t="100307" x="1092200" y="2508250"/>
          <p14:tracePt t="100323" x="1079500" y="2520950"/>
          <p14:tracePt t="100340" x="1054100" y="2520950"/>
          <p14:tracePt t="100356" x="1041400" y="2540000"/>
          <p14:tracePt t="100373" x="1035050" y="2546350"/>
          <p14:tracePt t="100776" x="1035050" y="2552700"/>
          <p14:tracePt t="100784" x="1035050" y="2559050"/>
          <p14:tracePt t="100792" x="1047750" y="2565400"/>
          <p14:tracePt t="100806" x="1073150" y="2571750"/>
          <p14:tracePt t="100823" x="1104900" y="2578100"/>
          <p14:tracePt t="100840" x="1206500" y="2603500"/>
          <p14:tracePt t="100857" x="1301750" y="2609850"/>
          <p14:tracePt t="100873" x="1371600" y="2616200"/>
          <p14:tracePt t="100890" x="1498600" y="2616200"/>
          <p14:tracePt t="100907" x="1517650" y="2616200"/>
          <p14:tracePt t="100924" x="1600200" y="2609850"/>
          <p14:tracePt t="100940" x="1682750" y="2603500"/>
          <p14:tracePt t="100957" x="1746250" y="2590800"/>
          <p14:tracePt t="100973" x="1816100" y="2571750"/>
          <p14:tracePt t="100990" x="1911350" y="2540000"/>
          <p14:tracePt t="101007" x="1943100" y="2527300"/>
          <p14:tracePt t="101023" x="2000250" y="2489200"/>
          <p14:tracePt t="101040" x="2019300" y="2470150"/>
          <p14:tracePt t="101057" x="2019300" y="2444750"/>
          <p14:tracePt t="101073" x="2012950" y="2400300"/>
          <p14:tracePt t="101090" x="2000250" y="2381250"/>
          <p14:tracePt t="101107" x="1987550" y="2349500"/>
          <p14:tracePt t="101123" x="1885950" y="2305050"/>
          <p14:tracePt t="101140" x="1746250" y="2260600"/>
          <p14:tracePt t="101157" x="1504950" y="2222500"/>
          <p14:tracePt t="101173" x="1143000" y="2209800"/>
          <p14:tracePt t="101190" x="863600" y="2209800"/>
          <p14:tracePt t="101207" x="730250" y="2209800"/>
          <p14:tracePt t="101223" x="603250" y="2254250"/>
          <p14:tracePt t="101240" x="596900" y="2273300"/>
          <p14:tracePt t="101257" x="584200" y="2286000"/>
          <p14:tracePt t="101273" x="571500" y="2305050"/>
          <p14:tracePt t="101290" x="571500" y="2317750"/>
          <p14:tracePt t="101307" x="565150" y="2343150"/>
          <p14:tracePt t="101323" x="552450" y="2355850"/>
          <p14:tracePt t="101340" x="552450" y="2368550"/>
          <p14:tracePt t="101357" x="546100" y="2381250"/>
          <p14:tracePt t="101373" x="546100" y="2393950"/>
          <p14:tracePt t="101390" x="539750" y="2413000"/>
          <p14:tracePt t="101407" x="539750" y="2419350"/>
          <p14:tracePt t="101423" x="533400" y="2463800"/>
          <p14:tracePt t="101440" x="533400" y="2482850"/>
          <p14:tracePt t="101457" x="533400" y="2489200"/>
          <p14:tracePt t="101474" x="546100" y="2501900"/>
          <p14:tracePt t="101490" x="565150" y="2514600"/>
          <p14:tracePt t="101507" x="571500" y="2514600"/>
          <p14:tracePt t="101523" x="584200" y="2514600"/>
          <p14:tracePt t="101540" x="622300" y="2520950"/>
          <p14:tracePt t="101557" x="692150" y="2520950"/>
          <p14:tracePt t="101573" x="717550" y="2520950"/>
          <p14:tracePt t="101590" x="838200" y="2533650"/>
          <p14:tracePt t="101607" x="958850" y="2546350"/>
          <p14:tracePt t="101623" x="1225550" y="2584450"/>
          <p14:tracePt t="101640" x="1346200" y="2597150"/>
          <p14:tracePt t="101657" x="1524000" y="2616200"/>
          <p14:tracePt t="101674" x="1619250" y="2628900"/>
          <p14:tracePt t="101690" x="1689100" y="2635250"/>
          <p14:tracePt t="101707" x="1866900" y="2635250"/>
          <p14:tracePt t="101723" x="1905000" y="2635250"/>
          <p14:tracePt t="101740" x="1993900" y="2635250"/>
          <p14:tracePt t="101757" x="2012950" y="2635250"/>
          <p14:tracePt t="101773" x="2133600" y="2622550"/>
          <p14:tracePt t="101790" x="2178050" y="2616200"/>
          <p14:tracePt t="101807" x="2228850" y="2603500"/>
          <p14:tracePt t="101823" x="2273300" y="2603500"/>
          <p14:tracePt t="101840" x="2292350" y="2603500"/>
          <p14:tracePt t="101857" x="2324100" y="2597150"/>
          <p14:tracePt t="101873" x="2330450" y="2597150"/>
          <p14:tracePt t="101890" x="2362200" y="2597150"/>
          <p14:tracePt t="101907" x="2438400" y="2584450"/>
          <p14:tracePt t="101923" x="2457450" y="2578100"/>
          <p14:tracePt t="101940" x="2501900" y="2571750"/>
          <p14:tracePt t="101957" x="2565400" y="2552700"/>
          <p14:tracePt t="101973" x="2590800" y="2540000"/>
          <p14:tracePt t="101990" x="2603500" y="2527300"/>
          <p14:tracePt t="102009" x="2603500" y="2514600"/>
          <p14:tracePt t="102023" x="2609850" y="2514600"/>
          <p14:tracePt t="102040" x="2609850" y="2508250"/>
          <p14:tracePt t="102056" x="2603500" y="2476500"/>
          <p14:tracePt t="102073" x="2584450" y="2476500"/>
          <p14:tracePt t="102090" x="2559050" y="2463800"/>
          <p14:tracePt t="102107" x="2451100" y="2451100"/>
          <p14:tracePt t="102123" x="2343150" y="2438400"/>
          <p14:tracePt t="102140" x="2228850" y="2438400"/>
          <p14:tracePt t="102157" x="2063750" y="2438400"/>
          <p14:tracePt t="102174" x="2044700" y="2438400"/>
          <p14:tracePt t="102190" x="2025650" y="2444750"/>
          <p14:tracePt t="102504" x="2025650" y="2457450"/>
          <p14:tracePt t="102511" x="2032000" y="2457450"/>
          <p14:tracePt t="102523" x="2044700" y="2463800"/>
          <p14:tracePt t="102540" x="2095500" y="2482850"/>
          <p14:tracePt t="102556" x="2216150" y="2501900"/>
          <p14:tracePt t="102573" x="2330450" y="2508250"/>
          <p14:tracePt t="102590" x="2457450" y="2508250"/>
          <p14:tracePt t="102607" x="2851150" y="2508250"/>
          <p14:tracePt t="102623" x="3187700" y="2438400"/>
          <p14:tracePt t="102640" x="3276600" y="2432050"/>
          <p14:tracePt t="102656" x="3486150" y="2393950"/>
          <p14:tracePt t="102673" x="3562350" y="2393950"/>
          <p14:tracePt t="102690" x="3606800" y="2393950"/>
          <p14:tracePt t="102706" x="3708400" y="2393950"/>
          <p14:tracePt t="102723" x="3759200" y="2393950"/>
          <p14:tracePt t="102740" x="3778250" y="2393950"/>
          <p14:tracePt t="102757" x="3829050" y="2393950"/>
          <p14:tracePt t="102773" x="3937000" y="2393950"/>
          <p14:tracePt t="102790" x="4006850" y="2393950"/>
          <p14:tracePt t="102807" x="4114800" y="2413000"/>
          <p14:tracePt t="102823" x="4184650" y="2419350"/>
          <p14:tracePt t="102840" x="4229100" y="2425700"/>
          <p14:tracePt t="102857" x="4273550" y="2425700"/>
          <p14:tracePt t="102873" x="4286250" y="2419350"/>
          <p14:tracePt t="103248" x="4286250" y="2425700"/>
          <p14:tracePt t="103255" x="4286250" y="2432050"/>
          <p14:tracePt t="103264" x="4279900" y="2457450"/>
          <p14:tracePt t="103273" x="4267200" y="2470150"/>
          <p14:tracePt t="103290" x="4260850" y="2489200"/>
          <p14:tracePt t="103306" x="4184650" y="2603500"/>
          <p14:tracePt t="103323" x="4165600" y="2654300"/>
          <p14:tracePt t="103340" x="4140200" y="2692400"/>
          <p14:tracePt t="103357" x="4121150" y="2724150"/>
          <p14:tracePt t="103440" x="4121150" y="2717800"/>
          <p14:tracePt t="103448" x="4127500" y="2711450"/>
          <p14:tracePt t="103457" x="4127500" y="2705100"/>
          <p14:tracePt t="103473" x="4127500" y="2698750"/>
          <p14:tracePt t="103490" x="4127500" y="2686050"/>
          <p14:tracePt t="103512" x="4133850" y="2679700"/>
          <p14:tracePt t="103768" x="4133850" y="2673350"/>
          <p14:tracePt t="103776" x="4133850" y="2667000"/>
          <p14:tracePt t="103783" x="4127500" y="2667000"/>
          <p14:tracePt t="103791" x="4127500" y="2660650"/>
          <p14:tracePt t="103806" x="4121150" y="2654300"/>
          <p14:tracePt t="103855" x="4114800" y="2654300"/>
          <p14:tracePt t="103863" x="4114800" y="2641600"/>
          <p14:tracePt t="103873" x="4108450" y="2641600"/>
          <p14:tracePt t="103889" x="4095750" y="2641600"/>
          <p14:tracePt t="103907" x="4006850" y="2641600"/>
          <p14:tracePt t="103923" x="3956050" y="2641600"/>
          <p14:tracePt t="103940" x="3835400" y="2673350"/>
          <p14:tracePt t="103956" x="3740150" y="2730500"/>
          <p14:tracePt t="103973" x="3638550" y="2768600"/>
          <p14:tracePt t="103990" x="3409950" y="2921000"/>
          <p14:tracePt t="103992" x="3371850" y="2959100"/>
          <p14:tracePt t="104007" x="3282950" y="3022600"/>
          <p14:tracePt t="104023" x="3067050" y="3244850"/>
          <p14:tracePt t="104040" x="3035300" y="3282950"/>
          <p14:tracePt t="104057" x="2965450" y="3359150"/>
          <p14:tracePt t="104073" x="2863850" y="3467100"/>
          <p14:tracePt t="104090" x="2787650" y="3511550"/>
          <p14:tracePt t="104107" x="2641600" y="3581400"/>
          <p14:tracePt t="104123" x="2603500" y="3606800"/>
          <p14:tracePt t="104140" x="2489200" y="3657600"/>
          <p14:tracePt t="104156" x="2184400" y="3721100"/>
          <p14:tracePt t="104173" x="1879600" y="3746500"/>
          <p14:tracePt t="104191" x="1200150" y="3816350"/>
          <p14:tracePt t="104223" x="717550" y="3841750"/>
          <p14:tracePt t="104240" x="438150" y="3860800"/>
          <p14:tracePt t="104257" x="368300" y="3867150"/>
          <p14:tracePt t="104273" x="355600" y="3867150"/>
          <p14:tracePt t="104290" x="349250" y="3867150"/>
          <p14:tracePt t="104307" x="330200" y="3860800"/>
          <p14:tracePt t="104323" x="311150" y="3829050"/>
          <p14:tracePt t="104340" x="260350" y="3759200"/>
          <p14:tracePt t="104357" x="152400" y="3524250"/>
          <p14:tracePt t="104373" x="107950" y="344805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32771" name="내용 개체 틀 2"/>
          <p:cNvSpPr>
            <a:spLocks noGrp="1"/>
          </p:cNvSpPr>
          <p:nvPr>
            <p:ph idx="1"/>
          </p:nvPr>
        </p:nvSpPr>
        <p:spPr>
          <a:xfrm>
            <a:off x="327025" y="717550"/>
            <a:ext cx="8429625" cy="56165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ko-KR" b="1" i="1" smtClean="0">
                <a:solidFill>
                  <a:srgbClr val="C00000"/>
                </a:solidFill>
                <a:latin typeface="Times New Roman" panose="02020603050405020304" pitchFamily="18" charset="0"/>
              </a:rPr>
              <a:t>Packet-Switched Network</a:t>
            </a:r>
          </a:p>
          <a:p>
            <a:pPr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85913"/>
            <a:ext cx="170973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1585913"/>
            <a:ext cx="167163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613" y="2287588"/>
            <a:ext cx="2328862" cy="6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0" y="2909888"/>
            <a:ext cx="1906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073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75" x="4387850" y="3695700"/>
          <p14:tracePt t="413" x="4387850" y="3702050"/>
          <p14:tracePt t="419" x="4387850" y="3714750"/>
          <p14:tracePt t="432" x="4387850" y="3721100"/>
          <p14:tracePt t="448" x="4362450" y="3778250"/>
          <p14:tracePt t="465" x="4343400" y="3810000"/>
          <p14:tracePt t="482" x="4337050" y="3829050"/>
          <p14:tracePt t="498" x="4273550" y="3898900"/>
          <p14:tracePt t="515" x="4152900" y="3981450"/>
          <p14:tracePt t="532" x="3968750" y="4070350"/>
          <p14:tracePt t="549" x="3803650" y="4114800"/>
          <p14:tracePt t="565" x="3721100" y="4127500"/>
          <p14:tracePt t="582" x="3378200" y="4165600"/>
          <p14:tracePt t="598" x="3143250" y="4171950"/>
          <p14:tracePt t="615" x="2787650" y="4133850"/>
          <p14:tracePt t="632" x="2628900" y="4108450"/>
          <p14:tracePt t="648" x="2565400" y="4095750"/>
          <p14:tracePt t="665" x="2330450" y="4013200"/>
          <p14:tracePt t="682" x="2273300" y="3975100"/>
          <p14:tracePt t="698" x="2190750" y="3911600"/>
          <p14:tracePt t="715" x="2114550" y="3810000"/>
          <p14:tracePt t="731" x="2095500" y="3759200"/>
          <p14:tracePt t="748" x="2051050" y="3638550"/>
          <p14:tracePt t="765" x="2032000" y="3556000"/>
          <p14:tracePt t="781" x="2025650" y="3486150"/>
          <p14:tracePt t="798" x="1993900" y="3365500"/>
          <p14:tracePt t="815" x="1993900" y="3327400"/>
          <p14:tracePt t="832" x="1993900" y="3289300"/>
          <p14:tracePt t="848" x="1993900" y="3244850"/>
          <p14:tracePt t="865" x="1993900" y="3225800"/>
          <p14:tracePt t="882" x="2032000" y="3187700"/>
          <p14:tracePt t="898" x="2101850" y="3155950"/>
          <p14:tracePt t="915" x="2197100" y="3111500"/>
          <p14:tracePt t="932" x="2355850" y="3048000"/>
          <p14:tracePt t="948" x="2514600" y="2997200"/>
          <p14:tracePt t="965" x="2660650" y="2984500"/>
          <p14:tracePt t="982" x="2889250" y="2940050"/>
          <p14:tracePt t="998" x="2940050" y="2933700"/>
          <p14:tracePt t="1015" x="3022600" y="2933700"/>
          <p14:tracePt t="1032" x="3213100" y="2933700"/>
          <p14:tracePt t="1048" x="3289300" y="2933700"/>
          <p14:tracePt t="1065" x="3346450" y="2927350"/>
          <p14:tracePt t="1082" x="3365500" y="2914650"/>
          <p14:tracePt t="1098" x="3378200" y="2914650"/>
          <p14:tracePt t="1115" x="3384550" y="2908300"/>
          <p14:tracePt t="1372" x="3378200" y="2908300"/>
          <p14:tracePt t="1395" x="3378200" y="2901950"/>
          <p14:tracePt t="1475" x="3371850" y="2901950"/>
          <p14:tracePt t="1539" x="3365500" y="2908300"/>
          <p14:tracePt t="1548" x="3365500" y="2914650"/>
          <p14:tracePt t="1755" x="3365500" y="2921000"/>
          <p14:tracePt t="1779" x="3365500" y="2927350"/>
          <p14:tracePt t="1787" x="3359150" y="2933700"/>
          <p14:tracePt t="1798" x="3359150" y="2940050"/>
          <p14:tracePt t="1820" x="3352800" y="2952750"/>
          <p14:tracePt t="1836" x="3352800" y="2959100"/>
          <p14:tracePt t="1851" x="3359150" y="2965450"/>
          <p14:tracePt t="1868" x="3359150" y="2971800"/>
          <p14:tracePt t="1882" x="3359150" y="2978150"/>
          <p14:tracePt t="1899" x="3365500" y="2990850"/>
          <p14:tracePt t="1915" x="3378200" y="3028950"/>
          <p14:tracePt t="1932" x="3384550" y="3028950"/>
          <p14:tracePt t="1948" x="3390900" y="3041650"/>
          <p14:tracePt t="1987" x="3397250" y="3041650"/>
          <p14:tracePt t="2140" x="3397250" y="3035300"/>
          <p14:tracePt t="2163" x="3397250" y="3028950"/>
          <p14:tracePt t="2187" x="3390900" y="3022600"/>
          <p14:tracePt t="2195" x="3390900" y="3016250"/>
          <p14:tracePt t="2227" x="3384550" y="3003550"/>
          <p14:tracePt t="2243" x="3384550" y="2997200"/>
          <p14:tracePt t="2251" x="3378200" y="2990850"/>
          <p14:tracePt t="2267" x="3378200" y="2984500"/>
          <p14:tracePt t="2300" x="3365500" y="2978150"/>
          <p14:tracePt t="2332" x="3365500" y="2965450"/>
          <p14:tracePt t="2347" x="3359150" y="2959100"/>
          <p14:tracePt t="2355" x="3359150" y="2940050"/>
          <p14:tracePt t="2365" x="3352800" y="2933700"/>
          <p14:tracePt t="2382" x="3346450" y="2908300"/>
          <p14:tracePt t="2398" x="3340100" y="2870200"/>
          <p14:tracePt t="2415" x="3333750" y="2844800"/>
          <p14:tracePt t="2431" x="3327400" y="2819400"/>
          <p14:tracePt t="2448" x="3257550" y="2800350"/>
          <p14:tracePt t="2465" x="3244850" y="2781300"/>
          <p14:tracePt t="2482" x="3238500" y="2781300"/>
          <p14:tracePt t="2499" x="3238500" y="2774950"/>
          <p14:tracePt t="2515" x="3225800" y="2768600"/>
          <p14:tracePt t="2548" x="3219450" y="2768600"/>
          <p14:tracePt t="2571" x="3213100" y="2768600"/>
          <p14:tracePt t="2582" x="3206750" y="2768600"/>
          <p14:tracePt t="2598" x="3187700" y="2774950"/>
          <p14:tracePt t="2615" x="3162300" y="2794000"/>
          <p14:tracePt t="2631" x="3054350" y="2857500"/>
          <p14:tracePt t="2648" x="3035300" y="2876550"/>
          <p14:tracePt t="2665" x="2965450" y="2914650"/>
          <p14:tracePt t="2682" x="2946400" y="2933700"/>
          <p14:tracePt t="2698" x="2921000" y="2952750"/>
          <p14:tracePt t="2715" x="2901950" y="2965450"/>
          <p14:tracePt t="2732" x="2889250" y="2978150"/>
          <p14:tracePt t="2748" x="2882900" y="2978150"/>
          <p14:tracePt t="2819" x="2876550" y="2984500"/>
          <p14:tracePt t="2924" x="2870200" y="2984500"/>
          <p14:tracePt t="2947" x="2863850" y="2984500"/>
          <p14:tracePt t="2963" x="2851150" y="2984500"/>
          <p14:tracePt t="2979" x="2844800" y="2978150"/>
          <p14:tracePt t="2987" x="2832100" y="2978150"/>
          <p14:tracePt t="3003" x="2825750" y="2978150"/>
          <p14:tracePt t="3015" x="2806700" y="2978150"/>
          <p14:tracePt t="3032" x="2774950" y="2971800"/>
          <p14:tracePt t="3048" x="2736850" y="2965450"/>
          <p14:tracePt t="3065" x="2673350" y="2952750"/>
          <p14:tracePt t="3082" x="2628900" y="2946400"/>
          <p14:tracePt t="3098" x="2616200" y="2946400"/>
          <p14:tracePt t="3115" x="2552700" y="2921000"/>
          <p14:tracePt t="3132" x="2514600" y="2921000"/>
          <p14:tracePt t="3148" x="2501900" y="2908300"/>
          <p14:tracePt t="3165" x="2482850" y="2895600"/>
          <p14:tracePt t="3182" x="2476500" y="2895600"/>
          <p14:tracePt t="3198" x="2470150" y="2889250"/>
          <p14:tracePt t="3215" x="2470150" y="2882900"/>
          <p14:tracePt t="3232" x="2457450" y="2882900"/>
          <p14:tracePt t="3248" x="2457450" y="2876550"/>
          <p14:tracePt t="3265" x="2451100" y="2876550"/>
          <p14:tracePt t="3282" x="2451100" y="2863850"/>
          <p14:tracePt t="3299" x="2444750" y="2857500"/>
          <p14:tracePt t="3315" x="2432050" y="2857500"/>
          <p14:tracePt t="3332" x="2425700" y="2851150"/>
          <p14:tracePt t="3348" x="2419350" y="2838450"/>
          <p14:tracePt t="3365" x="2413000" y="2838450"/>
          <p14:tracePt t="3382" x="2400300" y="2832100"/>
          <p14:tracePt t="3548" x="2406650" y="2832100"/>
          <p14:tracePt t="3635" x="2413000" y="2832100"/>
          <p14:tracePt t="3667" x="2425700" y="2832100"/>
          <p14:tracePt t="3676" x="2438400" y="2832100"/>
          <p14:tracePt t="3691" x="2463800" y="2813050"/>
          <p14:tracePt t="3700" x="2470150" y="2813050"/>
          <p14:tracePt t="3716" x="2501900" y="2806700"/>
          <p14:tracePt t="3732" x="2622550" y="2781300"/>
          <p14:tracePt t="3748" x="2717800" y="2762250"/>
          <p14:tracePt t="3765" x="2844800" y="2736850"/>
          <p14:tracePt t="3782" x="2990850" y="2705100"/>
          <p14:tracePt t="3798" x="3035300" y="2698750"/>
          <p14:tracePt t="3815" x="3124200" y="2679700"/>
          <p14:tracePt t="3832" x="3181350" y="2660650"/>
          <p14:tracePt t="3848" x="3225800" y="2641600"/>
          <p14:tracePt t="3865" x="3225800" y="2635250"/>
          <p14:tracePt t="3980" x="3225800" y="2628900"/>
          <p14:tracePt t="4011" x="3213100" y="2622550"/>
          <p14:tracePt t="4020" x="3213100" y="2616200"/>
          <p14:tracePt t="4027" x="3200400" y="2609850"/>
          <p14:tracePt t="4052" x="3194050" y="2609850"/>
          <p14:tracePt t="4059" x="3181350" y="2603500"/>
          <p14:tracePt t="4075" x="3155950" y="2584450"/>
          <p14:tracePt t="4084" x="3136900" y="2571750"/>
          <p14:tracePt t="4100" x="3092450" y="2533650"/>
          <p14:tracePt t="4115" x="2971800" y="2425700"/>
          <p14:tracePt t="4132" x="2711450" y="2209800"/>
          <p14:tracePt t="4148" x="2508250" y="2044700"/>
          <p14:tracePt t="4165" x="2120900" y="1758950"/>
          <p14:tracePt t="4182" x="2044700" y="1695450"/>
          <p14:tracePt t="4198" x="1892300" y="1581150"/>
          <p14:tracePt t="4215" x="1695450" y="1428750"/>
          <p14:tracePt t="4232" x="1574800" y="1346200"/>
          <p14:tracePt t="4248" x="1339850" y="1193800"/>
          <p14:tracePt t="4265" x="1270000" y="1149350"/>
          <p14:tracePt t="4282" x="1149350" y="1079500"/>
          <p14:tracePt t="4298" x="876300" y="939800"/>
          <p14:tracePt t="4315" x="641350" y="850900"/>
          <p14:tracePt t="4331" x="419100" y="812800"/>
          <p14:tracePt t="4348" x="349250" y="800100"/>
          <p14:tracePt t="4365" x="241300" y="787400"/>
          <p14:tracePt t="4382" x="19050" y="749300"/>
          <p14:tracePt t="7852" x="25400" y="2463800"/>
          <p14:tracePt t="7860" x="76200" y="2520950"/>
          <p14:tracePt t="7867" x="165100" y="2590800"/>
          <p14:tracePt t="7882" x="254000" y="2667000"/>
          <p14:tracePt t="7898" x="330200" y="2730500"/>
          <p14:tracePt t="7915" x="762000" y="3054350"/>
          <p14:tracePt t="7931" x="895350" y="3130550"/>
          <p14:tracePt t="7948" x="1117600" y="3263900"/>
          <p14:tracePt t="7965" x="1244600" y="3314700"/>
          <p14:tracePt t="7981" x="1282700" y="3327400"/>
          <p14:tracePt t="7998" x="1460500" y="3390900"/>
          <p14:tracePt t="8015" x="1568450" y="3416300"/>
          <p14:tracePt t="8032" x="1689100" y="3435350"/>
          <p14:tracePt t="8048" x="1828800" y="3454400"/>
          <p14:tracePt t="8065" x="1879600" y="3473450"/>
          <p14:tracePt t="8082" x="1993900" y="3492500"/>
          <p14:tracePt t="8098" x="2273300" y="3543300"/>
          <p14:tracePt t="8101" x="2324100" y="3549650"/>
          <p14:tracePt t="8115" x="2419350" y="3581400"/>
          <p14:tracePt t="8132" x="2654300" y="3651250"/>
          <p14:tracePt t="8148" x="2692400" y="3676650"/>
          <p14:tracePt t="8165" x="2813050" y="3708400"/>
          <p14:tracePt t="8182" x="2984500" y="3771900"/>
          <p14:tracePt t="8198" x="3073400" y="3797300"/>
          <p14:tracePt t="8215" x="3194050" y="3829050"/>
          <p14:tracePt t="8232" x="3251200" y="3835400"/>
          <p14:tracePt t="8248" x="3276600" y="3835400"/>
          <p14:tracePt t="8265" x="3333750" y="3829050"/>
          <p14:tracePt t="8282" x="3409950" y="3797300"/>
          <p14:tracePt t="8299" x="3448050" y="3771900"/>
          <p14:tracePt t="8315" x="3486150" y="3733800"/>
          <p14:tracePt t="8332" x="3511550" y="3708400"/>
          <p14:tracePt t="8348" x="3549650" y="3683000"/>
          <p14:tracePt t="8365" x="3575050" y="3663950"/>
          <p14:tracePt t="8382" x="3613150" y="3644900"/>
          <p14:tracePt t="8398" x="3619500" y="3632200"/>
          <p14:tracePt t="8415" x="3644900" y="3619500"/>
          <p14:tracePt t="8432" x="3644900" y="3613150"/>
          <p14:tracePt t="8448" x="3651250" y="3606800"/>
          <p14:tracePt t="8482" x="3651250" y="3600450"/>
          <p14:tracePt t="8499" x="3651250" y="3594100"/>
          <p14:tracePt t="8515" x="3651250" y="3581400"/>
          <p14:tracePt t="8532" x="3644900" y="3581400"/>
          <p14:tracePt t="8548" x="3644900" y="3575050"/>
          <p14:tracePt t="8565" x="3638550" y="3568700"/>
          <p14:tracePt t="8582" x="3632200" y="3562350"/>
          <p14:tracePt t="8598" x="3619500" y="3556000"/>
          <p14:tracePt t="8615" x="3619500" y="3549650"/>
          <p14:tracePt t="8632" x="3619500" y="3530600"/>
          <p14:tracePt t="8648" x="3606800" y="3511550"/>
          <p14:tracePt t="8665" x="3600450" y="3498850"/>
          <p14:tracePt t="8682" x="3594100" y="3486150"/>
          <p14:tracePt t="8763" x="3587750" y="3479800"/>
          <p14:tracePt t="8771" x="3581400" y="3473450"/>
          <p14:tracePt t="8781" x="3568700" y="3467100"/>
          <p14:tracePt t="8798" x="3556000" y="3441700"/>
          <p14:tracePt t="8815" x="3536950" y="3403600"/>
          <p14:tracePt t="8832" x="3511550" y="3359150"/>
          <p14:tracePt t="8849" x="3486150" y="3321050"/>
          <p14:tracePt t="8865" x="3460750" y="3302000"/>
          <p14:tracePt t="8882" x="3422650" y="3270250"/>
          <p14:tracePt t="8899" x="3390900" y="3244850"/>
          <p14:tracePt t="8915" x="3321050" y="3155950"/>
          <p14:tracePt t="8932" x="3295650" y="3130550"/>
          <p14:tracePt t="8949" x="3225800" y="3067050"/>
          <p14:tracePt t="8965" x="3155950" y="2978150"/>
          <p14:tracePt t="8982" x="3009900" y="2819400"/>
          <p14:tracePt t="8999" x="2940050" y="2724150"/>
          <p14:tracePt t="9015" x="2889250" y="2667000"/>
          <p14:tracePt t="9032" x="2711450" y="2432050"/>
          <p14:tracePt t="9049" x="2590800" y="2273300"/>
          <p14:tracePt t="9065" x="2279650" y="1981200"/>
          <p14:tracePt t="9082" x="2178050" y="1898650"/>
          <p14:tracePt t="9085" x="2108200" y="1841500"/>
          <p14:tracePt t="9100" x="2057400" y="1771650"/>
          <p14:tracePt t="9115" x="1841500" y="1600200"/>
          <p14:tracePt t="9132" x="1733550" y="1543050"/>
          <p14:tracePt t="9148" x="1612900" y="1498600"/>
          <p14:tracePt t="9165" x="1562100" y="1479550"/>
          <p14:tracePt t="9182" x="1543050" y="1473200"/>
          <p14:tracePt t="9198" x="1511300" y="1460500"/>
          <p14:tracePt t="9215" x="1479550" y="1460500"/>
          <p14:tracePt t="9232" x="1466850" y="1460500"/>
          <p14:tracePt t="9248" x="1454150" y="1454150"/>
          <p14:tracePt t="9282" x="1441450" y="1447800"/>
          <p14:tracePt t="9299" x="1422400" y="1441450"/>
          <p14:tracePt t="9315" x="1409700" y="1428750"/>
          <p14:tracePt t="9332" x="1397000" y="1409700"/>
          <p14:tracePt t="9348" x="1390650" y="1397000"/>
          <p14:tracePt t="9365" x="1371600" y="1365250"/>
          <p14:tracePt t="9381" x="1371600" y="1346200"/>
          <p14:tracePt t="9398" x="1365250" y="1320800"/>
          <p14:tracePt t="9415" x="1365250" y="1314450"/>
          <p14:tracePt t="9431" x="1346200" y="1244600"/>
          <p14:tracePt t="9448" x="1346200" y="1200150"/>
          <p14:tracePt t="9465" x="1339850" y="1168400"/>
          <p14:tracePt t="9481" x="1333500" y="1111250"/>
          <p14:tracePt t="9498" x="1333500" y="1085850"/>
          <p14:tracePt t="9515" x="1333500" y="1047750"/>
          <p14:tracePt t="9531" x="1333500" y="1041400"/>
          <p14:tracePt t="9667" x="1333500" y="1047750"/>
          <p14:tracePt t="9683" x="1333500" y="1054100"/>
          <p14:tracePt t="9692" x="1333500" y="1060450"/>
          <p14:tracePt t="9707" x="1333500" y="1079500"/>
          <p14:tracePt t="9715" x="1339850" y="1104900"/>
          <p14:tracePt t="9731" x="1339850" y="1136650"/>
          <p14:tracePt t="9748" x="1358900" y="1168400"/>
          <p14:tracePt t="9765" x="1390650" y="1219200"/>
          <p14:tracePt t="9782" x="1428750" y="1257300"/>
          <p14:tracePt t="9798" x="1441450" y="1263650"/>
          <p14:tracePt t="9815" x="1524000" y="1308100"/>
          <p14:tracePt t="9831" x="1581150" y="1327150"/>
          <p14:tracePt t="9848" x="1708150" y="1365250"/>
          <p14:tracePt t="9865" x="1797050" y="1377950"/>
          <p14:tracePt t="9881" x="1873250" y="1377950"/>
          <p14:tracePt t="9898" x="1974850" y="1384300"/>
          <p14:tracePt t="9915" x="2305050" y="1365250"/>
          <p14:tracePt t="9931" x="2393950" y="1365250"/>
          <p14:tracePt t="9948" x="2641600" y="1352550"/>
          <p14:tracePt t="9965" x="2698750" y="1352550"/>
          <p14:tracePt t="9981" x="2813050" y="1346200"/>
          <p14:tracePt t="9998" x="2914650" y="1346200"/>
          <p14:tracePt t="10015" x="3079750" y="1333500"/>
          <p14:tracePt t="10031" x="3117850" y="1333500"/>
          <p14:tracePt t="10048" x="3149600" y="1333500"/>
          <p14:tracePt t="10065" x="3168650" y="1333500"/>
          <p14:tracePt t="10115" x="3168650" y="1339850"/>
          <p14:tracePt t="10131" x="3168650" y="1346200"/>
          <p14:tracePt t="10139" x="3168650" y="1358900"/>
          <p14:tracePt t="10148" x="3168650" y="1384300"/>
          <p14:tracePt t="10165" x="3149600" y="1422400"/>
          <p14:tracePt t="10182" x="3060700" y="1574800"/>
          <p14:tracePt t="10198" x="3009900" y="1682750"/>
          <p14:tracePt t="10215" x="2971800" y="1733550"/>
          <p14:tracePt t="10232" x="2825750" y="1962150"/>
          <p14:tracePt t="10248" x="2774950" y="2063750"/>
          <p14:tracePt t="10265" x="2641600" y="2279650"/>
          <p14:tracePt t="10282" x="2578100" y="2387600"/>
          <p14:tracePt t="10298" x="2540000" y="2432050"/>
          <p14:tracePt t="10315" x="2482850" y="2571750"/>
          <p14:tracePt t="10332" x="2457450" y="2622550"/>
          <p14:tracePt t="10348" x="2438400" y="2698750"/>
          <p14:tracePt t="10365" x="2432050" y="2724150"/>
          <p14:tracePt t="10382" x="2419350" y="2762250"/>
          <p14:tracePt t="10398" x="2387600" y="2851150"/>
          <p14:tracePt t="10415" x="2381250" y="2876550"/>
          <p14:tracePt t="10432" x="2368550" y="2914650"/>
          <p14:tracePt t="10448" x="2343150" y="2952750"/>
          <p14:tracePt t="10465" x="2324100" y="2997200"/>
          <p14:tracePt t="10482" x="2305050" y="3028950"/>
          <p14:tracePt t="10499" x="2235200" y="3079750"/>
          <p14:tracePt t="10515" x="2184400" y="3136900"/>
          <p14:tracePt t="10532" x="2146300" y="3175000"/>
          <p14:tracePt t="10548" x="2127250" y="3187700"/>
          <p14:tracePt t="10627" x="2127250" y="3155950"/>
          <p14:tracePt t="10635" x="2127250" y="3130550"/>
          <p14:tracePt t="10648" x="2133600" y="3092450"/>
          <p14:tracePt t="10665" x="2139950" y="3073400"/>
          <p14:tracePt t="10682" x="2159000" y="3035300"/>
          <p14:tracePt t="10698" x="2184400" y="2971800"/>
          <p14:tracePt t="10715" x="2203450" y="2933700"/>
          <p14:tracePt t="10732" x="2216150" y="2901950"/>
          <p14:tracePt t="10748" x="2222500" y="2882900"/>
          <p14:tracePt t="10765" x="2228850" y="2851150"/>
          <p14:tracePt t="10782" x="2228850" y="2774950"/>
          <p14:tracePt t="10798" x="2228850" y="2724150"/>
          <p14:tracePt t="10815" x="2216150" y="2673350"/>
          <p14:tracePt t="10832" x="2203450" y="2635250"/>
          <p14:tracePt t="10848" x="2165350" y="2520950"/>
          <p14:tracePt t="10865" x="2133600" y="2463800"/>
          <p14:tracePt t="10882" x="2063750" y="2368550"/>
          <p14:tracePt t="10898" x="2006600" y="2311400"/>
          <p14:tracePt t="10915" x="1936750" y="2260600"/>
          <p14:tracePt t="10932" x="1841500" y="2190750"/>
          <p14:tracePt t="10948" x="1790700" y="2152650"/>
          <p14:tracePt t="10965" x="1752600" y="2127250"/>
          <p14:tracePt t="10982" x="1714500" y="2108200"/>
          <p14:tracePt t="10998" x="1689100" y="2089150"/>
          <p14:tracePt t="11015" x="1657350" y="2057400"/>
          <p14:tracePt t="11032" x="1644650" y="2038350"/>
          <p14:tracePt t="11048" x="1600200" y="2006600"/>
          <p14:tracePt t="11065" x="1549400" y="1955800"/>
          <p14:tracePt t="11082" x="1530350" y="1924050"/>
          <p14:tracePt t="11084" x="1530350" y="1917700"/>
          <p14:tracePt t="11100" x="1504950" y="1892300"/>
          <p14:tracePt t="11115" x="1498600" y="1885950"/>
          <p14:tracePt t="11132" x="1485900" y="1860550"/>
          <p14:tracePt t="11148" x="1479550" y="1847850"/>
          <p14:tracePt t="11243" x="1479550" y="1835150"/>
          <p14:tracePt t="11275" x="1479550" y="1828800"/>
          <p14:tracePt t="11283" x="1485900" y="1822450"/>
          <p14:tracePt t="11300" x="1485900" y="1816100"/>
          <p14:tracePt t="11308" x="1485900" y="1803400"/>
          <p14:tracePt t="11316" x="1492250" y="1803400"/>
          <p14:tracePt t="11332" x="1498600" y="1790700"/>
          <p14:tracePt t="11348" x="1504950" y="1784350"/>
          <p14:tracePt t="11365" x="1504950" y="1771650"/>
          <p14:tracePt t="11382" x="1517650" y="1771650"/>
          <p14:tracePt t="11398" x="1524000" y="1758950"/>
          <p14:tracePt t="11415" x="1543050" y="1752600"/>
          <p14:tracePt t="11431" x="1555750" y="1739900"/>
          <p14:tracePt t="11448" x="1574800" y="1727200"/>
          <p14:tracePt t="11465" x="1587500" y="1727200"/>
          <p14:tracePt t="11481" x="1593850" y="1720850"/>
          <p14:tracePt t="11498" x="1600200" y="1720850"/>
          <p14:tracePt t="11539" x="1606550" y="1720850"/>
          <p14:tracePt t="11563" x="1606550" y="1727200"/>
          <p14:tracePt t="11571" x="1606550" y="1733550"/>
          <p14:tracePt t="11587" x="1606550" y="1746250"/>
          <p14:tracePt t="11598" x="1606550" y="1752600"/>
          <p14:tracePt t="11615" x="1612900" y="1765300"/>
          <p14:tracePt t="11632" x="1612900" y="1790700"/>
          <p14:tracePt t="11648" x="1625600" y="1809750"/>
          <p14:tracePt t="11665" x="1619250" y="1854200"/>
          <p14:tracePt t="11682" x="1619250" y="1885950"/>
          <p14:tracePt t="11698" x="1619250" y="1898650"/>
          <p14:tracePt t="11715" x="1619250" y="1955800"/>
          <p14:tracePt t="11732" x="1619250" y="1974850"/>
          <p14:tracePt t="11748" x="1612900" y="2012950"/>
          <p14:tracePt t="11765" x="1612900" y="2025650"/>
          <p14:tracePt t="11782" x="1612900" y="2032000"/>
          <p14:tracePt t="11798" x="1606550" y="2051050"/>
          <p14:tracePt t="11815" x="1606550" y="2076450"/>
          <p14:tracePt t="11848" x="1606550" y="2095500"/>
          <p14:tracePt t="11865" x="1606550" y="2108200"/>
          <p14:tracePt t="11882" x="1606550" y="2114550"/>
          <p14:tracePt t="11899" x="1600200" y="2139950"/>
          <p14:tracePt t="11915" x="1600200" y="2165350"/>
          <p14:tracePt t="11932" x="1606550" y="2171700"/>
          <p14:tracePt t="12243" x="1606550" y="2178050"/>
          <p14:tracePt t="12251" x="1606550" y="2184400"/>
          <p14:tracePt t="12259" x="1606550" y="2209800"/>
          <p14:tracePt t="12267" x="1606550" y="2216150"/>
          <p14:tracePt t="12282" x="1606550" y="2247900"/>
          <p14:tracePt t="12298" x="1606550" y="2266950"/>
          <p14:tracePt t="12315" x="1606550" y="2400300"/>
          <p14:tracePt t="12331" x="1606550" y="2463800"/>
          <p14:tracePt t="12348" x="1587500" y="2540000"/>
          <p14:tracePt t="12365" x="1587500" y="2559050"/>
          <p14:tracePt t="12739" x="1587500" y="2565400"/>
          <p14:tracePt t="12755" x="1587500" y="2578100"/>
          <p14:tracePt t="12763" x="1587500" y="2584450"/>
          <p14:tracePt t="12779" x="1600200" y="2609850"/>
          <p14:tracePt t="12787" x="1600200" y="2635250"/>
          <p14:tracePt t="12798" x="1606550" y="2647950"/>
          <p14:tracePt t="12815" x="1612900" y="2717800"/>
          <p14:tracePt t="12832" x="1612900" y="2762250"/>
          <p14:tracePt t="12848" x="1612900" y="2787650"/>
          <p14:tracePt t="12865" x="1612900" y="2819400"/>
          <p14:tracePt t="12881" x="1612900" y="2832100"/>
          <p14:tracePt t="12898" x="1612900" y="2838450"/>
          <p14:tracePt t="13131" x="1619250" y="2825750"/>
          <p14:tracePt t="13139" x="1631950" y="2819400"/>
          <p14:tracePt t="13148" x="1657350" y="2794000"/>
          <p14:tracePt t="13165" x="1727200" y="2743200"/>
          <p14:tracePt t="13181" x="1816100" y="2679700"/>
          <p14:tracePt t="13198" x="1879600" y="2628900"/>
          <p14:tracePt t="13215" x="1930400" y="2584450"/>
          <p14:tracePt t="13231" x="1981200" y="2552700"/>
          <p14:tracePt t="13248" x="2108200" y="2470150"/>
          <p14:tracePt t="13265" x="2184400" y="2419350"/>
          <p14:tracePt t="13281" x="2260600" y="2362200"/>
          <p14:tracePt t="13298" x="2381250" y="2273300"/>
          <p14:tracePt t="13315" x="2457450" y="2228850"/>
          <p14:tracePt t="13332" x="2482850" y="2203450"/>
          <p14:tracePt t="13348" x="2508250" y="2184400"/>
          <p14:tracePt t="13382" x="2520950" y="2178050"/>
          <p14:tracePt t="13398" x="2527300" y="2171700"/>
          <p14:tracePt t="13415" x="2546350" y="2165350"/>
          <p14:tracePt t="13432" x="2552700" y="2159000"/>
          <p14:tracePt t="13448" x="2565400" y="2159000"/>
          <p14:tracePt t="13465" x="2590800" y="2152650"/>
          <p14:tracePt t="13482" x="2597150" y="2146300"/>
          <p14:tracePt t="13498" x="2609850" y="2146300"/>
          <p14:tracePt t="13515" x="2679700" y="2133600"/>
          <p14:tracePt t="13532" x="2800350" y="2114550"/>
          <p14:tracePt t="13548" x="2882900" y="2095500"/>
          <p14:tracePt t="13565" x="2914650" y="2089150"/>
          <p14:tracePt t="13582" x="2984500" y="2070100"/>
          <p14:tracePt t="13599" x="3022600" y="2063750"/>
          <p14:tracePt t="13615" x="3028950" y="2063750"/>
          <p14:tracePt t="13632" x="3035300" y="2057400"/>
          <p14:tracePt t="13779" x="3035300" y="2051050"/>
          <p14:tracePt t="13787" x="3028950" y="2051050"/>
          <p14:tracePt t="13799" x="3022600" y="2051050"/>
          <p14:tracePt t="13815" x="2965450" y="2038350"/>
          <p14:tracePt t="13832" x="2921000" y="2019300"/>
          <p14:tracePt t="13848" x="2857500" y="2006600"/>
          <p14:tracePt t="13865" x="2838450" y="2000250"/>
          <p14:tracePt t="13882" x="2755900" y="1981200"/>
          <p14:tracePt t="13898" x="2736850" y="1981200"/>
          <p14:tracePt t="13915" x="2692400" y="1981200"/>
          <p14:tracePt t="13931" x="2679700" y="1981200"/>
          <p14:tracePt t="13948" x="2673350" y="1987550"/>
          <p14:tracePt t="13965" x="2660650" y="2000250"/>
          <p14:tracePt t="13982" x="2654300" y="2006600"/>
          <p14:tracePt t="13998" x="2641600" y="2012950"/>
          <p14:tracePt t="14015" x="2590800" y="2057400"/>
          <p14:tracePt t="14032" x="2584450" y="2076450"/>
          <p14:tracePt t="14048" x="2578100" y="2082800"/>
          <p14:tracePt t="14065" x="2565400" y="2095500"/>
          <p14:tracePt t="14081" x="2565400" y="2101850"/>
          <p14:tracePt t="14098" x="2565400" y="2108200"/>
          <p14:tracePt t="14115" x="2559050" y="2120900"/>
          <p14:tracePt t="14284" x="2565400" y="2120900"/>
          <p14:tracePt t="14307" x="2571750" y="2120900"/>
          <p14:tracePt t="14315" x="2578100" y="2120900"/>
          <p14:tracePt t="14323" x="2597150" y="2114550"/>
          <p14:tracePt t="14339" x="2635250" y="2108200"/>
          <p14:tracePt t="14348" x="2641600" y="2108200"/>
          <p14:tracePt t="14365" x="2654300" y="2108200"/>
          <p14:tracePt t="14381" x="2673350" y="2108200"/>
          <p14:tracePt t="14398" x="2717800" y="2095500"/>
          <p14:tracePt t="14415" x="2724150" y="2095500"/>
          <p14:tracePt t="14431" x="2730500" y="2095500"/>
          <p14:tracePt t="14851" x="2730500" y="2101850"/>
          <p14:tracePt t="14899" x="2730500" y="2108200"/>
          <p14:tracePt t="15443" x="2717800" y="2108200"/>
          <p14:tracePt t="15452" x="2705100" y="2114550"/>
          <p14:tracePt t="15459" x="2698750" y="2114550"/>
          <p14:tracePt t="15563" x="2686050" y="2114550"/>
          <p14:tracePt t="15580" x="2679700" y="2114550"/>
          <p14:tracePt t="15603" x="2673350" y="2120900"/>
          <p14:tracePt t="15611" x="2667000" y="2120900"/>
          <p14:tracePt t="15636" x="2660650" y="2127250"/>
          <p14:tracePt t="15651" x="2654300" y="2127250"/>
          <p14:tracePt t="15747" x="2641600" y="2127250"/>
          <p14:tracePt t="15771" x="2622550" y="2127250"/>
          <p14:tracePt t="15779" x="2616200" y="2127250"/>
          <p14:tracePt t="15787" x="2609850" y="2127250"/>
          <p14:tracePt t="15798" x="2597150" y="2127250"/>
          <p14:tracePt t="15815" x="2578100" y="2127250"/>
          <p14:tracePt t="15832" x="2559050" y="2127250"/>
          <p14:tracePt t="16435" x="2571750" y="2127250"/>
          <p14:tracePt t="16452" x="2590800" y="2127250"/>
          <p14:tracePt t="16468" x="2603500" y="2127250"/>
          <p14:tracePt t="16484" x="2622550" y="2127250"/>
          <p14:tracePt t="16500" x="2628900" y="2127250"/>
          <p14:tracePt t="16507" x="2635250" y="2127250"/>
          <p14:tracePt t="16516" x="2641600" y="2127250"/>
          <p14:tracePt t="16532" x="2647950" y="2127250"/>
          <p14:tracePt t="16548" x="2654300" y="2127250"/>
          <p14:tracePt t="16565" x="2660650" y="2127250"/>
          <p14:tracePt t="16582" x="2667000" y="2127250"/>
          <p14:tracePt t="16598" x="2660650" y="2127250"/>
          <p14:tracePt t="16615" x="2647950" y="2146300"/>
          <p14:tracePt t="16648" x="2654300" y="2146300"/>
          <p14:tracePt t="16665" x="2667000" y="2146300"/>
          <p14:tracePt t="17091" x="2635250" y="2146300"/>
          <p14:tracePt t="17100" x="2609850" y="2146300"/>
          <p14:tracePt t="17108" x="2603500" y="2146300"/>
          <p14:tracePt t="17115" x="2590800" y="2146300"/>
          <p14:tracePt t="17131" x="2546350" y="2146300"/>
          <p14:tracePt t="17148" x="2520950" y="2146300"/>
          <p14:tracePt t="17165" x="2514600" y="2146300"/>
          <p14:tracePt t="17181" x="2501900" y="2146300"/>
          <p14:tracePt t="17459" x="2508250" y="2146300"/>
          <p14:tracePt t="17476" x="2501900" y="2152650"/>
          <p14:tracePt t="17499" x="2508250" y="2152650"/>
          <p14:tracePt t="17507" x="2527300" y="2152650"/>
          <p14:tracePt t="17515" x="2546350" y="2152650"/>
          <p14:tracePt t="17531" x="2590800" y="2152650"/>
          <p14:tracePt t="17548" x="2609850" y="2152650"/>
          <p14:tracePt t="17565" x="2654300" y="2152650"/>
          <p14:tracePt t="17581" x="2660650" y="2152650"/>
          <p14:tracePt t="17598" x="2673350" y="2152650"/>
          <p14:tracePt t="18147" x="2667000" y="2146300"/>
          <p14:tracePt t="18155" x="2647950" y="2139950"/>
          <p14:tracePt t="18165" x="2641600" y="2127250"/>
          <p14:tracePt t="18181" x="2641600" y="2114550"/>
          <p14:tracePt t="18198" x="2482850" y="1962150"/>
          <p14:tracePt t="18215" x="2368550" y="1835150"/>
          <p14:tracePt t="18231" x="2165350" y="1682750"/>
          <p14:tracePt t="18248" x="1714500" y="1320800"/>
          <p14:tracePt t="18265" x="1555750" y="1238250"/>
          <p14:tracePt t="18282" x="1282700" y="1022350"/>
          <p14:tracePt t="18298" x="787400" y="717550"/>
          <p14:tracePt t="18314" x="444500" y="539750"/>
          <p14:tracePt t="18331" x="19050" y="381000"/>
          <p14:tracePt t="21259" x="63500" y="1301750"/>
          <p14:tracePt t="21268" x="285750" y="1428750"/>
          <p14:tracePt t="21282" x="742950" y="1682750"/>
          <p14:tracePt t="21299" x="1200150" y="1930400"/>
          <p14:tracePt t="21315" x="1625600" y="2197100"/>
          <p14:tracePt t="21331" x="2051050" y="2451100"/>
          <p14:tracePt t="21348" x="2857500" y="2857500"/>
          <p14:tracePt t="21365" x="3282950" y="3028950"/>
          <p14:tracePt t="21381" x="3568700" y="3130550"/>
          <p14:tracePt t="21398" x="4032250" y="3282950"/>
          <p14:tracePt t="21415" x="4273550" y="3352800"/>
          <p14:tracePt t="21431" x="4521200" y="3397250"/>
          <p14:tracePt t="21448" x="4902200" y="3454400"/>
          <p14:tracePt t="21465" x="5080000" y="3492500"/>
          <p14:tracePt t="21482" x="5162550" y="3498850"/>
          <p14:tracePt t="21498" x="5499100" y="3549650"/>
          <p14:tracePt t="21515" x="5689600" y="3575050"/>
          <p14:tracePt t="21531" x="5943600" y="3606800"/>
          <p14:tracePt t="21548" x="6057900" y="3619500"/>
          <p14:tracePt t="21565" x="6134100" y="3638550"/>
          <p14:tracePt t="21581" x="6419850" y="3670300"/>
          <p14:tracePt t="21598" x="6572250" y="3695700"/>
          <p14:tracePt t="21615" x="6699250" y="3695700"/>
          <p14:tracePt t="21632" x="6915150" y="3702050"/>
          <p14:tracePt t="21648" x="6997700" y="3702050"/>
          <p14:tracePt t="21665" x="7080250" y="3689350"/>
          <p14:tracePt t="21681" x="7302500" y="3657600"/>
          <p14:tracePt t="21699" x="7448550" y="3632200"/>
          <p14:tracePt t="21715" x="7689850" y="3524250"/>
          <p14:tracePt t="21731" x="7778750" y="3467100"/>
          <p14:tracePt t="21748" x="7816850" y="3429000"/>
          <p14:tracePt t="21765" x="7880350" y="3340100"/>
          <p14:tracePt t="21782" x="8001000" y="3117850"/>
          <p14:tracePt t="21798" x="8039100" y="2984500"/>
          <p14:tracePt t="21815" x="8051800" y="2781300"/>
          <p14:tracePt t="21832" x="8045450" y="2711450"/>
          <p14:tracePt t="21848" x="8020050" y="2578100"/>
          <p14:tracePt t="21865" x="7931150" y="2406650"/>
          <p14:tracePt t="21881" x="7874000" y="2305050"/>
          <p14:tracePt t="21898" x="7791450" y="2203450"/>
          <p14:tracePt t="21915" x="7620000" y="2051050"/>
          <p14:tracePt t="21932" x="7531100" y="1981200"/>
          <p14:tracePt t="21948" x="7416800" y="1898650"/>
          <p14:tracePt t="21965" x="7061200" y="1752600"/>
          <p14:tracePt t="21981" x="6896100" y="1689100"/>
          <p14:tracePt t="21998" x="6826250" y="1663700"/>
          <p14:tracePt t="22015" x="6515100" y="1543050"/>
          <p14:tracePt t="22032" x="6438900" y="1479550"/>
          <p14:tracePt t="22048" x="6254750" y="1377950"/>
          <p14:tracePt t="22065" x="6165850" y="1346200"/>
          <p14:tracePt t="22082" x="6057900" y="1301750"/>
          <p14:tracePt t="22098" x="6000750" y="1282700"/>
          <p14:tracePt t="22115" x="5886450" y="1244600"/>
          <p14:tracePt t="22131" x="5803900" y="1231900"/>
          <p14:tracePt t="22148" x="5778500" y="1231900"/>
          <p14:tracePt t="22165" x="5753100" y="1231900"/>
          <p14:tracePt t="22182" x="5734050" y="1244600"/>
          <p14:tracePt t="22198" x="5676900" y="1282700"/>
          <p14:tracePt t="22215" x="5657850" y="1308100"/>
          <p14:tracePt t="22231" x="5619750" y="1397000"/>
          <p14:tracePt t="22248" x="5562600" y="1492250"/>
          <p14:tracePt t="22265" x="5537200" y="1549400"/>
          <p14:tracePt t="22281" x="5467350" y="1758950"/>
          <p14:tracePt t="22298" x="5454650" y="1866900"/>
          <p14:tracePt t="22315" x="5448300" y="2120900"/>
          <p14:tracePt t="22331" x="5448300" y="2184400"/>
          <p14:tracePt t="22348" x="5461000" y="2324100"/>
          <p14:tracePt t="22365" x="5511800" y="2559050"/>
          <p14:tracePt t="22382" x="5524500" y="2647950"/>
          <p14:tracePt t="22398" x="5537200" y="2762250"/>
          <p14:tracePt t="22415" x="5600700" y="2921000"/>
          <p14:tracePt t="22431" x="5619750" y="2959100"/>
          <p14:tracePt t="22448" x="5657850" y="3022600"/>
          <p14:tracePt t="22465" x="5734050" y="3105150"/>
          <p14:tracePt t="22481" x="5765800" y="3149600"/>
          <p14:tracePt t="22498" x="5822950" y="3187700"/>
          <p14:tracePt t="22515" x="5930900" y="3244850"/>
          <p14:tracePt t="22531" x="6000750" y="3276600"/>
          <p14:tracePt t="22548" x="6184900" y="3321050"/>
          <p14:tracePt t="22565" x="6299200" y="3327400"/>
          <p14:tracePt t="22582" x="6496050" y="3340100"/>
          <p14:tracePt t="22598" x="6578600" y="3333750"/>
          <p14:tracePt t="22615" x="6769100" y="3314700"/>
          <p14:tracePt t="22631" x="6870700" y="3282950"/>
          <p14:tracePt t="22648" x="7099300" y="3194050"/>
          <p14:tracePt t="22665" x="7162800" y="3155950"/>
          <p14:tracePt t="22682" x="7245350" y="3086100"/>
          <p14:tracePt t="22698" x="7264400" y="3054350"/>
          <p14:tracePt t="22715" x="7404100" y="2774950"/>
          <p14:tracePt t="22731" x="7467600" y="2578100"/>
          <p14:tracePt t="22748" x="7505700" y="2273300"/>
          <p14:tracePt t="22765" x="7518400" y="2101850"/>
          <p14:tracePt t="22782" x="7512050" y="2051050"/>
          <p14:tracePt t="22798" x="7473950" y="1822450"/>
          <p14:tracePt t="22815" x="7454900" y="1733550"/>
          <p14:tracePt t="22832" x="7391400" y="1644650"/>
          <p14:tracePt t="22848" x="7226300" y="1466850"/>
          <p14:tracePt t="22865" x="7156450" y="1416050"/>
          <p14:tracePt t="22882" x="7004050" y="1333500"/>
          <p14:tracePt t="22898" x="6610350" y="1193800"/>
          <p14:tracePt t="22915" x="6311900" y="1104900"/>
          <p14:tracePt t="22931" x="6242050" y="1085850"/>
          <p14:tracePt t="22948" x="6210300" y="1066800"/>
          <p14:tracePt t="22965" x="6172200" y="1047750"/>
          <p14:tracePt t="22982" x="6159500" y="1047750"/>
          <p14:tracePt t="23015" x="6159500" y="1054100"/>
          <p14:tracePt t="23032" x="6140450" y="1066800"/>
          <p14:tracePt t="23048" x="6140450" y="1085850"/>
          <p14:tracePt t="23065" x="6127750" y="1111250"/>
          <p14:tracePt t="23082" x="6089650" y="1206500"/>
          <p14:tracePt t="23085" x="6083300" y="1219200"/>
          <p14:tracePt t="23098" x="6076950" y="1238250"/>
          <p14:tracePt t="23115" x="6057900" y="1358900"/>
          <p14:tracePt t="23131" x="6057900" y="1377950"/>
          <p14:tracePt t="23148" x="6051550" y="1416050"/>
          <p14:tracePt t="23165" x="6051550" y="1447800"/>
          <p14:tracePt t="23181" x="6076950" y="1473200"/>
          <p14:tracePt t="23198" x="6083300" y="1485900"/>
          <p14:tracePt t="23231" x="6102350" y="1485900"/>
          <p14:tracePt t="23248" x="6102350" y="1498600"/>
          <p14:tracePt t="23265" x="6165850" y="1530350"/>
          <p14:tracePt t="23281" x="6203950" y="1574800"/>
          <p14:tracePt t="23298" x="6223000" y="1593850"/>
          <p14:tracePt t="23315" x="6280150" y="1663700"/>
          <p14:tracePt t="23332" x="6305550" y="1701800"/>
          <p14:tracePt t="23348" x="6330950" y="1727200"/>
          <p14:tracePt t="23365" x="6337300" y="1727200"/>
          <p14:tracePt t="23381" x="6337300" y="1733550"/>
          <p14:tracePt t="23675" x="6337300" y="1739900"/>
          <p14:tracePt t="23683" x="6337300" y="1746250"/>
          <p14:tracePt t="23691" x="6337300" y="1771650"/>
          <p14:tracePt t="23700" x="6337300" y="1797050"/>
          <p14:tracePt t="23715" x="6343650" y="1841500"/>
          <p14:tracePt t="23731" x="6343650" y="1911350"/>
          <p14:tracePt t="23748" x="6343650" y="1930400"/>
          <p14:tracePt t="23765" x="6343650" y="1955800"/>
          <p14:tracePt t="23781" x="6343650" y="1981200"/>
          <p14:tracePt t="23815" x="6343650" y="1993900"/>
          <p14:tracePt t="23867" x="6343650" y="2000250"/>
          <p14:tracePt t="23899" x="6343650" y="2006600"/>
          <p14:tracePt t="23907" x="6343650" y="2012950"/>
          <p14:tracePt t="23915" x="6343650" y="2019300"/>
          <p14:tracePt t="23931" x="6350000" y="2057400"/>
          <p14:tracePt t="23948" x="6350000" y="2082800"/>
          <p14:tracePt t="23965" x="6356350" y="2089150"/>
          <p14:tracePt t="23981" x="6356350" y="2127250"/>
          <p14:tracePt t="23998" x="6375400" y="2165350"/>
          <p14:tracePt t="24015" x="6375400" y="2184400"/>
          <p14:tracePt t="24187" x="6375400" y="2190750"/>
          <p14:tracePt t="24243" x="6375400" y="2197100"/>
          <p14:tracePt t="24267" x="6375400" y="2209800"/>
          <p14:tracePt t="24275" x="6375400" y="2222500"/>
          <p14:tracePt t="24283" x="6375400" y="2228850"/>
          <p14:tracePt t="24298" x="6375400" y="2266950"/>
          <p14:tracePt t="24315" x="6369050" y="2336800"/>
          <p14:tracePt t="24331" x="6362700" y="2374900"/>
          <p14:tracePt t="24348" x="6362700" y="2432050"/>
          <p14:tracePt t="24365" x="6356350" y="2470150"/>
          <p14:tracePt t="24381" x="6350000" y="2495550"/>
          <p14:tracePt t="24398" x="6343650" y="2514600"/>
          <p14:tracePt t="24415" x="6343650" y="2520950"/>
          <p14:tracePt t="24431" x="6343650" y="2527300"/>
          <p14:tracePt t="24465" x="6343650" y="2540000"/>
          <p14:tracePt t="24481" x="6343650" y="2559050"/>
          <p14:tracePt t="24498" x="6343650" y="2565400"/>
          <p14:tracePt t="24515" x="6343650" y="2609850"/>
          <p14:tracePt t="24532" x="6343650" y="2628900"/>
          <p14:tracePt t="24548" x="6350000" y="2635250"/>
          <p14:tracePt t="24581" x="6350000" y="2641600"/>
          <p14:tracePt t="24803" x="6356350" y="2679700"/>
          <p14:tracePt t="24812" x="6356350" y="2692400"/>
          <p14:tracePt t="24819" x="6356350" y="2724150"/>
          <p14:tracePt t="24836" x="6362700" y="2730500"/>
          <p14:tracePt t="24848" x="6362700" y="2749550"/>
          <p14:tracePt t="24864" x="6343650" y="2851150"/>
          <p14:tracePt t="24881" x="6330950" y="2876550"/>
          <p14:tracePt t="24898" x="6324600" y="2901950"/>
          <p14:tracePt t="24914" x="6324600" y="2914650"/>
          <p14:tracePt t="24939" x="6318250" y="2914650"/>
          <p14:tracePt t="24962" x="6299200" y="2882900"/>
          <p14:tracePt t="24971" x="6273800" y="2870200"/>
          <p14:tracePt t="24981" x="6229350" y="2825750"/>
          <p14:tracePt t="24998" x="6115050" y="2730500"/>
          <p14:tracePt t="25015" x="5905500" y="2552700"/>
          <p14:tracePt t="25031" x="5854700" y="2520950"/>
          <p14:tracePt t="25048" x="5759450" y="2406650"/>
          <p14:tracePt t="25065" x="5632450" y="2260600"/>
          <p14:tracePt t="25081" x="5588000" y="2216150"/>
          <p14:tracePt t="25084" x="5588000" y="2209800"/>
          <p14:tracePt t="25098" x="5562600" y="2197100"/>
          <p14:tracePt t="25178" x="5549900" y="2197100"/>
          <p14:tracePt t="25187" x="5549900" y="2203450"/>
          <p14:tracePt t="25203" x="5537200" y="2209800"/>
          <p14:tracePt t="25215" x="5524500" y="2216150"/>
          <p14:tracePt t="25231" x="5505450" y="2228850"/>
          <p14:tracePt t="25248" x="5499100" y="2228850"/>
          <p14:tracePt t="25265" x="5429250" y="2247900"/>
          <p14:tracePt t="25281" x="5403850" y="2247900"/>
          <p14:tracePt t="25298" x="5359400" y="2222500"/>
          <p14:tracePt t="25315" x="5308600" y="2184400"/>
          <p14:tracePt t="25332" x="5302250" y="2184400"/>
          <p14:tracePt t="25348" x="5295900" y="2171700"/>
          <p14:tracePt t="25365" x="5295900" y="2165350"/>
          <p14:tracePt t="25650" x="5302250" y="2165350"/>
          <p14:tracePt t="25659" x="5308600" y="2165350"/>
          <p14:tracePt t="25667" x="5321300" y="2165350"/>
          <p14:tracePt t="25681" x="5327650" y="2165350"/>
          <p14:tracePt t="25698" x="5340350" y="2165350"/>
          <p14:tracePt t="25714" x="5353050" y="2165350"/>
          <p14:tracePt t="25827" x="5353050" y="2159000"/>
          <p14:tracePt t="25931" x="5353050" y="2152650"/>
          <p14:tracePt t="26163" x="5359400" y="2152650"/>
          <p14:tracePt t="26187" x="5372100" y="2152650"/>
          <p14:tracePt t="26195" x="5397500" y="2152650"/>
          <p14:tracePt t="26204" x="5410200" y="2152650"/>
          <p14:tracePt t="26215" x="5416550" y="2152650"/>
          <p14:tracePt t="26232" x="5429250" y="2152650"/>
          <p14:tracePt t="26248" x="5441950" y="2152650"/>
          <p14:tracePt t="26265" x="5480050" y="2152650"/>
          <p14:tracePt t="26282" x="5486400" y="2152650"/>
          <p14:tracePt t="26354" x="5492750" y="2152650"/>
          <p14:tracePt t="26378" x="5499100" y="2152650"/>
          <p14:tracePt t="26395" x="5518150" y="2146300"/>
          <p14:tracePt t="26723" x="5524500" y="2146300"/>
          <p14:tracePt t="26739" x="5530850" y="2146300"/>
          <p14:tracePt t="26747" x="5537200" y="2146300"/>
          <p14:tracePt t="26755" x="5549900" y="2146300"/>
          <p14:tracePt t="26765" x="5562600" y="2146300"/>
          <p14:tracePt t="26781" x="5581650" y="2146300"/>
          <p14:tracePt t="26798" x="5600700" y="2152650"/>
          <p14:tracePt t="26815" x="5607050" y="2152650"/>
          <p14:tracePt t="26832" x="5613400" y="2152650"/>
          <p14:tracePt t="27194" x="5613400" y="2159000"/>
          <p14:tracePt t="27203" x="5619750" y="2159000"/>
          <p14:tracePt t="27211" x="5619750" y="2165350"/>
          <p14:tracePt t="27226" x="5626100" y="2165350"/>
          <p14:tracePt t="27242" x="5638800" y="2178050"/>
          <p14:tracePt t="27251" x="5651500" y="2190750"/>
          <p14:tracePt t="27267" x="5657850" y="2190750"/>
          <p14:tracePt t="27281" x="5657850" y="2216150"/>
          <p14:tracePt t="27298" x="5664200" y="2216150"/>
          <p14:tracePt t="27314" x="5695950" y="2266950"/>
          <p14:tracePt t="27331" x="5708650" y="2286000"/>
          <p14:tracePt t="27348" x="5721350" y="2292350"/>
          <p14:tracePt t="27365" x="5734050" y="2305050"/>
          <p14:tracePt t="27381" x="5746750" y="2324100"/>
          <p14:tracePt t="27467" x="5740400" y="2324100"/>
          <p14:tracePt t="27475" x="5727700" y="2311400"/>
          <p14:tracePt t="27484" x="5721350" y="2292350"/>
          <p14:tracePt t="27500" x="5689600" y="2254250"/>
          <p14:tracePt t="27515" x="5511800" y="1987550"/>
          <p14:tracePt t="27532" x="5289550" y="1752600"/>
          <p14:tracePt t="27548" x="5016500" y="1524000"/>
          <p14:tracePt t="27565" x="4489450" y="1079500"/>
          <p14:tracePt t="27581" x="4337050" y="990600"/>
          <p14:tracePt t="27598" x="3943350" y="755650"/>
          <p14:tracePt t="27615" x="3016250" y="279400"/>
          <p14:tracePt t="27631" x="2578100" y="120650"/>
          <p14:tracePt t="27648" x="1574800" y="31750"/>
          <p14:tracePt t="27665" x="1155700" y="50800"/>
          <p14:tracePt t="27682" x="774700" y="101600"/>
          <p14:tracePt t="27698" x="222250" y="165100"/>
          <p14:tracePt t="31003" x="6350" y="1689100"/>
          <p14:tracePt t="31019" x="323850" y="1847850"/>
          <p14:tracePt t="31027" x="438150" y="1898650"/>
          <p14:tracePt t="31035" x="546100" y="1936750"/>
          <p14:tracePt t="31048" x="622300" y="1968500"/>
          <p14:tracePt t="31065" x="895350" y="2063750"/>
          <p14:tracePt t="31081" x="1035050" y="2114550"/>
          <p14:tracePt t="31084" x="1104900" y="2133600"/>
          <p14:tracePt t="31098" x="1181100" y="2139950"/>
          <p14:tracePt t="31115" x="1397000" y="2184400"/>
          <p14:tracePt t="31131" x="1530350" y="2209800"/>
          <p14:tracePt t="31148" x="1790700" y="2241550"/>
          <p14:tracePt t="31165" x="1930400" y="2266950"/>
          <p14:tracePt t="31181" x="1987550" y="2266950"/>
          <p14:tracePt t="31198" x="2197100" y="2305050"/>
          <p14:tracePt t="31215" x="2292350" y="2324100"/>
          <p14:tracePt t="31231" x="2406650" y="2343150"/>
          <p14:tracePt t="31248" x="2578100" y="2451100"/>
          <p14:tracePt t="31265" x="2743200" y="2540000"/>
          <p14:tracePt t="31282" x="2952750" y="2673350"/>
          <p14:tracePt t="31298" x="3371850" y="2908300"/>
          <p14:tracePt t="31315" x="3867150" y="3143250"/>
          <p14:tracePt t="31331" x="4178300" y="3282950"/>
          <p14:tracePt t="31348" x="4559300" y="3384550"/>
          <p14:tracePt t="31365" x="4616450" y="3384550"/>
          <p14:tracePt t="31382" x="4673600" y="3378200"/>
          <p14:tracePt t="31398" x="4730750" y="3352800"/>
          <p14:tracePt t="31415" x="4737100" y="3340100"/>
          <p14:tracePt t="31432" x="4737100" y="3314700"/>
          <p14:tracePt t="31448" x="4743450" y="3289300"/>
          <p14:tracePt t="31465" x="4743450" y="3257550"/>
          <p14:tracePt t="31481" x="4737100" y="3225800"/>
          <p14:tracePt t="31498" x="4737100" y="3155950"/>
          <p14:tracePt t="31515" x="4749800" y="3105150"/>
          <p14:tracePt t="31531" x="4768850" y="3060700"/>
          <p14:tracePt t="31548" x="4819650" y="2990850"/>
          <p14:tracePt t="31565" x="4902200" y="2908300"/>
          <p14:tracePt t="31581" x="4991100" y="2819400"/>
          <p14:tracePt t="31598" x="5175250" y="2597150"/>
          <p14:tracePt t="31615" x="5251450" y="2463800"/>
          <p14:tracePt t="31631" x="5270500" y="2406650"/>
          <p14:tracePt t="31648" x="5321300" y="2146300"/>
          <p14:tracePt t="31665" x="5321300" y="2070100"/>
          <p14:tracePt t="31698" x="5321300" y="2057400"/>
          <p14:tracePt t="31715" x="5289550" y="1987550"/>
          <p14:tracePt t="31731" x="5003800" y="1631950"/>
          <p14:tracePt t="31748" x="4908550" y="1549400"/>
          <p14:tracePt t="31765" x="4851400" y="1530350"/>
          <p14:tracePt t="31782" x="4572000" y="1454150"/>
          <p14:tracePt t="31798" x="4419600" y="1454150"/>
          <p14:tracePt t="31815" x="4178300" y="1454150"/>
          <p14:tracePt t="31831" x="3575050" y="1517650"/>
          <p14:tracePt t="31848" x="3244850" y="1574800"/>
          <p14:tracePt t="31865" x="2895600" y="1625600"/>
          <p14:tracePt t="31881" x="2825750" y="1638300"/>
          <p14:tracePt t="31898" x="2705100" y="1657350"/>
          <p14:tracePt t="31915" x="2590800" y="1676400"/>
          <p14:tracePt t="31932" x="2571750" y="1682750"/>
          <p14:tracePt t="31948" x="2559050" y="1689100"/>
          <p14:tracePt t="31965" x="2546350" y="1695450"/>
          <p14:tracePt t="31981" x="2533650" y="1714500"/>
          <p14:tracePt t="31998" x="2495550" y="1752600"/>
          <p14:tracePt t="32015" x="2476500" y="1765300"/>
          <p14:tracePt t="32031" x="2444750" y="1797050"/>
          <p14:tracePt t="32048" x="2336800" y="1885950"/>
          <p14:tracePt t="32065" x="2286000" y="1936750"/>
          <p14:tracePt t="32081" x="2247900" y="1993900"/>
          <p14:tracePt t="32084" x="2247900" y="2006600"/>
          <p14:tracePt t="32098" x="2235200" y="2019300"/>
          <p14:tracePt t="32115" x="2228850" y="2038350"/>
          <p14:tracePt t="32131" x="2216150" y="2070100"/>
          <p14:tracePt t="32148" x="2216150" y="2076450"/>
          <p14:tracePt t="32165" x="2216150" y="2082800"/>
          <p14:tracePt t="32181" x="2222500" y="2089150"/>
          <p14:tracePt t="32198" x="2228850" y="2095500"/>
          <p14:tracePt t="32215" x="2235200" y="2101850"/>
          <p14:tracePt t="32232" x="2241550" y="2120900"/>
          <p14:tracePt t="32248" x="2247900" y="2152650"/>
          <p14:tracePt t="32265" x="2273300" y="2190750"/>
          <p14:tracePt t="32281" x="2292350" y="2235200"/>
          <p14:tracePt t="32298" x="2324100" y="2305050"/>
          <p14:tracePt t="32315" x="2432050" y="2438400"/>
          <p14:tracePt t="32331" x="2463800" y="2533650"/>
          <p14:tracePt t="32348" x="2501900" y="2597150"/>
          <p14:tracePt t="32364" x="2520950" y="2654300"/>
          <p14:tracePt t="32381" x="2552700" y="2705100"/>
          <p14:tracePt t="32398" x="2571750" y="2768600"/>
          <p14:tracePt t="32415" x="2578100" y="2774950"/>
          <p14:tracePt t="32431" x="2584450" y="2787650"/>
          <p14:tracePt t="32448" x="2590800" y="2794000"/>
          <p14:tracePt t="32555" x="2590800" y="2781300"/>
          <p14:tracePt t="32563" x="2590800" y="2768600"/>
          <p14:tracePt t="32571" x="2578100" y="2724150"/>
          <p14:tracePt t="32581" x="2559050" y="2692400"/>
          <p14:tracePt t="32598" x="2546350" y="2635250"/>
          <p14:tracePt t="32615" x="2425700" y="2482850"/>
          <p14:tracePt t="32631" x="2381250" y="2457450"/>
          <p14:tracePt t="32648" x="2305050" y="2406650"/>
          <p14:tracePt t="32665" x="2273300" y="2387600"/>
          <p14:tracePt t="32681" x="2260600" y="2368550"/>
          <p14:tracePt t="32698" x="2260600" y="2362200"/>
          <p14:tracePt t="32715" x="2247900" y="2355850"/>
          <p14:tracePt t="32748" x="2260600" y="2336800"/>
          <p14:tracePt t="32765" x="2298700" y="2311400"/>
          <p14:tracePt t="32782" x="2324100" y="2305050"/>
          <p14:tracePt t="32798" x="2330450" y="2298700"/>
          <p14:tracePt t="32815" x="2444750" y="2260600"/>
          <p14:tracePt t="32832" x="2508250" y="2235200"/>
          <p14:tracePt t="32848" x="2590800" y="2216150"/>
          <p14:tracePt t="32865" x="2705100" y="2178050"/>
          <p14:tracePt t="32881" x="2768600" y="2152650"/>
          <p14:tracePt t="32898" x="2806700" y="2152650"/>
          <p14:tracePt t="32915" x="2889250" y="2120900"/>
          <p14:tracePt t="32931" x="2901950" y="2114550"/>
          <p14:tracePt t="33252" x="2889250" y="2114550"/>
          <p14:tracePt t="33267" x="2870200" y="2114550"/>
          <p14:tracePt t="33275" x="2844800" y="2114550"/>
          <p14:tracePt t="33284" x="2819400" y="2120900"/>
          <p14:tracePt t="33298" x="2787650" y="2120900"/>
          <p14:tracePt t="33315" x="2743200" y="2127250"/>
          <p14:tracePt t="33331" x="2717800" y="2127250"/>
          <p14:tracePt t="33364" x="2705100" y="2127250"/>
          <p14:tracePt t="33395" x="2698750" y="2127250"/>
          <p14:tracePt t="33443" x="2698750" y="2120900"/>
          <p14:tracePt t="33555" x="2692400" y="2120900"/>
          <p14:tracePt t="33611" x="2686050" y="2120900"/>
          <p14:tracePt t="33627" x="2686050" y="2139950"/>
          <p14:tracePt t="33635" x="2686050" y="2165350"/>
          <p14:tracePt t="33651" x="2679700" y="2184400"/>
          <p14:tracePt t="33665" x="2679700" y="2203450"/>
          <p14:tracePt t="33681" x="2660650" y="2254250"/>
          <p14:tracePt t="33698" x="2647950" y="2292350"/>
          <p14:tracePt t="33715" x="2641600" y="2324100"/>
          <p14:tracePt t="33748" x="2641600" y="2349500"/>
          <p14:tracePt t="33782" x="2641600" y="2362200"/>
          <p14:tracePt t="33798" x="2641600" y="2368550"/>
          <p14:tracePt t="33815" x="2647950" y="2393950"/>
          <p14:tracePt t="33848" x="2667000" y="2425700"/>
          <p14:tracePt t="33865" x="2667000" y="2444750"/>
          <p14:tracePt t="33881" x="2679700" y="2463800"/>
          <p14:tracePt t="33898" x="2711450" y="2476500"/>
          <p14:tracePt t="33915" x="2736850" y="2489200"/>
          <p14:tracePt t="33932" x="2774950" y="2501900"/>
          <p14:tracePt t="33948" x="2806700" y="2508250"/>
          <p14:tracePt t="33965" x="2895600" y="2501900"/>
          <p14:tracePt t="33982" x="2908300" y="2501900"/>
          <p14:tracePt t="33998" x="2921000" y="2489200"/>
          <p14:tracePt t="34015" x="2933700" y="2476500"/>
          <p14:tracePt t="34032" x="2933700" y="2444750"/>
          <p14:tracePt t="34048" x="2940050" y="2432050"/>
          <p14:tracePt t="34065" x="2946400" y="2400300"/>
          <p14:tracePt t="34081" x="2946400" y="2368550"/>
          <p14:tracePt t="34098" x="2946400" y="2355850"/>
          <p14:tracePt t="34115" x="2940050" y="2336800"/>
          <p14:tracePt t="34131" x="2940050" y="2317750"/>
          <p14:tracePt t="34148" x="2940050" y="2305050"/>
          <p14:tracePt t="34165" x="2927350" y="2292350"/>
          <p14:tracePt t="34181" x="2908300" y="2279650"/>
          <p14:tracePt t="34198" x="2876550" y="2260600"/>
          <p14:tracePt t="34215" x="2851150" y="2241550"/>
          <p14:tracePt t="34231" x="2774950" y="2216150"/>
          <p14:tracePt t="34248" x="2755900" y="2216150"/>
          <p14:tracePt t="34265" x="2717800" y="2203450"/>
          <p14:tracePt t="34281" x="2660650" y="2190750"/>
          <p14:tracePt t="34298" x="2635250" y="2190750"/>
          <p14:tracePt t="34315" x="2590800" y="2190750"/>
          <p14:tracePt t="34348" x="2584450" y="2190750"/>
          <p14:tracePt t="34365" x="2571750" y="2190750"/>
          <p14:tracePt t="34398" x="2565400" y="2203450"/>
          <p14:tracePt t="34415" x="2565400" y="2209800"/>
          <p14:tracePt t="34431" x="2552700" y="2216150"/>
          <p14:tracePt t="34448" x="2546350" y="2222500"/>
          <p14:tracePt t="34465" x="2546350" y="2235200"/>
          <p14:tracePt t="34481" x="2540000" y="2247900"/>
          <p14:tracePt t="34498" x="2533650" y="2260600"/>
          <p14:tracePt t="34515" x="2527300" y="2292350"/>
          <p14:tracePt t="34532" x="2527300" y="2298700"/>
          <p14:tracePt t="34548" x="2527300" y="2305050"/>
          <p14:tracePt t="34565" x="2527300" y="2317750"/>
          <p14:tracePt t="34581" x="2527300" y="2330450"/>
          <p14:tracePt t="34598" x="2527300" y="2336800"/>
          <p14:tracePt t="34619" x="2527300" y="2343150"/>
          <p14:tracePt t="34631" x="2527300" y="2349500"/>
          <p14:tracePt t="34652" x="2527300" y="2355850"/>
          <p14:tracePt t="34665" x="2533650" y="2355850"/>
          <p14:tracePt t="34681" x="2540000" y="2355850"/>
          <p14:tracePt t="34698" x="2546350" y="2374900"/>
          <p14:tracePt t="34715" x="2559050" y="2387600"/>
          <p14:tracePt t="34731" x="2571750" y="2400300"/>
          <p14:tracePt t="34748" x="2597150" y="2413000"/>
          <p14:tracePt t="34765" x="2635250" y="2425700"/>
          <p14:tracePt t="34782" x="2686050" y="2438400"/>
          <p14:tracePt t="34798" x="2774950" y="2457450"/>
          <p14:tracePt t="34815" x="2838450" y="2463800"/>
          <p14:tracePt t="34831" x="2882900" y="2463800"/>
          <p14:tracePt t="34848" x="3098800" y="2463800"/>
          <p14:tracePt t="34865" x="3232150" y="2457450"/>
          <p14:tracePt t="34881" x="3352800" y="2451100"/>
          <p14:tracePt t="34898" x="3613150" y="2438400"/>
          <p14:tracePt t="34915" x="3740150" y="2432050"/>
          <p14:tracePt t="34931" x="3886200" y="2419350"/>
          <p14:tracePt t="34948" x="4127500" y="2425700"/>
          <p14:tracePt t="34965" x="4229100" y="2419350"/>
          <p14:tracePt t="34981" x="4356100" y="2419350"/>
          <p14:tracePt t="34998" x="4559300" y="2419350"/>
          <p14:tracePt t="35015" x="4641850" y="2419350"/>
          <p14:tracePt t="35032" x="4756150" y="2438400"/>
          <p14:tracePt t="35048" x="4921250" y="2451100"/>
          <p14:tracePt t="35065" x="5022850" y="2463800"/>
          <p14:tracePt t="35082" x="5111750" y="2463800"/>
          <p14:tracePt t="35085" x="5238750" y="2463800"/>
          <p14:tracePt t="35099" x="5283200" y="2470150"/>
          <p14:tracePt t="35114" x="5378450" y="2470150"/>
          <p14:tracePt t="35131" x="5441950" y="2457450"/>
          <p14:tracePt t="35148" x="5575300" y="2432050"/>
          <p14:tracePt t="35165" x="5632450" y="2419350"/>
          <p14:tracePt t="35181" x="5651500" y="2419350"/>
          <p14:tracePt t="35198" x="5759450" y="2374900"/>
          <p14:tracePt t="35215" x="5772150" y="2368550"/>
          <p14:tracePt t="35467" x="5772150" y="2362200"/>
          <p14:tracePt t="35475" x="5759450" y="2349500"/>
          <p14:tracePt t="35484" x="5734050" y="2324100"/>
          <p14:tracePt t="35498" x="5715000" y="2317750"/>
          <p14:tracePt t="35515" x="5670550" y="2260600"/>
          <p14:tracePt t="35531" x="5607050" y="2190750"/>
          <p14:tracePt t="35548" x="5581650" y="2159000"/>
          <p14:tracePt t="35565" x="5562600" y="2114550"/>
          <p14:tracePt t="35581" x="5543550" y="2101850"/>
          <p14:tracePt t="35598" x="5543550" y="2095500"/>
          <p14:tracePt t="35787" x="5537200" y="2095500"/>
          <p14:tracePt t="35795" x="5511800" y="2095500"/>
          <p14:tracePt t="35803" x="5486400" y="2108200"/>
          <p14:tracePt t="35815" x="5454650" y="2108200"/>
          <p14:tracePt t="35831" x="5162550" y="2159000"/>
          <p14:tracePt t="35848" x="4959350" y="2178050"/>
          <p14:tracePt t="35864" x="4743450" y="2203450"/>
          <p14:tracePt t="35881" x="4108450" y="2273300"/>
          <p14:tracePt t="35898" x="3689350" y="2292350"/>
          <p14:tracePt t="35915" x="3232150" y="2305050"/>
          <p14:tracePt t="35931" x="3181350" y="2305050"/>
          <p14:tracePt t="35948" x="3092450" y="2305050"/>
          <p14:tracePt t="35965" x="3079750" y="2305050"/>
          <p14:tracePt t="35981" x="3060700" y="2298700"/>
          <p14:tracePt t="35998" x="3054350" y="2298700"/>
          <p14:tracePt t="36031" x="3041650" y="2298700"/>
          <p14:tracePt t="36051" x="3009900" y="2292350"/>
          <p14:tracePt t="36065" x="2984500" y="2292350"/>
          <p14:tracePt t="36081" x="2908300" y="2292350"/>
          <p14:tracePt t="36084" x="2882900" y="2298700"/>
          <p14:tracePt t="36098" x="2825750" y="2298700"/>
          <p14:tracePt t="36115" x="2654300" y="2311400"/>
          <p14:tracePt t="36131" x="2590800" y="2311400"/>
          <p14:tracePt t="36148" x="2489200" y="2317750"/>
          <p14:tracePt t="36165" x="2476500" y="2317750"/>
          <p14:tracePt t="36219" x="2470150" y="2317750"/>
          <p14:tracePt t="36291" x="2476500" y="2311400"/>
          <p14:tracePt t="36300" x="2476500" y="2305050"/>
          <p14:tracePt t="36308" x="2495550" y="2292350"/>
          <p14:tracePt t="36323" x="2533650" y="2273300"/>
          <p14:tracePt t="36331" x="2559050" y="2254250"/>
          <p14:tracePt t="36348" x="2597150" y="2235200"/>
          <p14:tracePt t="36364" x="2628900" y="2209800"/>
          <p14:tracePt t="36381" x="2717800" y="2197100"/>
          <p14:tracePt t="36398" x="2800350" y="2178050"/>
          <p14:tracePt t="36414" x="2832100" y="2165350"/>
          <p14:tracePt t="36431" x="2959100" y="2159000"/>
          <p14:tracePt t="36448" x="3022600" y="2152650"/>
          <p14:tracePt t="36464" x="3079750" y="2146300"/>
          <p14:tracePt t="36481" x="3143250" y="2146300"/>
          <p14:tracePt t="36498" x="3194050" y="2146300"/>
          <p14:tracePt t="36514" x="3225800" y="2146300"/>
          <p14:tracePt t="36531" x="3244850" y="2146300"/>
          <p14:tracePt t="36548" x="3251200" y="2146300"/>
          <p14:tracePt t="36659" x="3263900" y="2146300"/>
          <p14:tracePt t="36683" x="3289300" y="2146300"/>
          <p14:tracePt t="36691" x="3295650" y="2146300"/>
          <p14:tracePt t="36700" x="3327400" y="2133600"/>
          <p14:tracePt t="36715" x="3384550" y="2120900"/>
          <p14:tracePt t="36731" x="3429000" y="2108200"/>
          <p14:tracePt t="36748" x="3575050" y="2082800"/>
          <p14:tracePt t="36765" x="3689350" y="2070100"/>
          <p14:tracePt t="36782" x="3790950" y="2051050"/>
          <p14:tracePt t="36798" x="3956050" y="2025650"/>
          <p14:tracePt t="36815" x="4051300" y="2019300"/>
          <p14:tracePt t="36831" x="4095750" y="2019300"/>
          <p14:tracePt t="36848" x="4197350" y="2019300"/>
          <p14:tracePt t="36865" x="4260850" y="2025650"/>
          <p14:tracePt t="36881" x="4273550" y="2038350"/>
          <p14:tracePt t="36898" x="4311650" y="2070100"/>
          <p14:tracePt t="36915" x="4311650" y="2095500"/>
          <p14:tracePt t="36931" x="4318000" y="2139950"/>
          <p14:tracePt t="36948" x="4254500" y="2266950"/>
          <p14:tracePt t="36965" x="4197350" y="2324100"/>
          <p14:tracePt t="36981" x="4076700" y="2413000"/>
          <p14:tracePt t="37315" x="4076700" y="2406650"/>
          <p14:tracePt t="37331" x="4076700" y="2400300"/>
          <p14:tracePt t="37339" x="4083050" y="2393950"/>
          <p14:tracePt t="37348" x="4095750" y="2355850"/>
          <p14:tracePt t="37365" x="4127500" y="2311400"/>
          <p14:tracePt t="37427" x="4127500" y="2324100"/>
          <p14:tracePt t="37435" x="4127500" y="2330450"/>
          <p14:tracePt t="37443" x="4127500" y="2349500"/>
          <p14:tracePt t="37451" x="4140200" y="2355850"/>
          <p14:tracePt t="37465" x="4140200" y="2362200"/>
          <p14:tracePt t="37482" x="4159250" y="2381250"/>
          <p14:tracePt t="37498" x="4159250" y="2393950"/>
          <p14:tracePt t="37515" x="4171950" y="2413000"/>
          <p14:tracePt t="37532" x="4184650" y="2419350"/>
          <p14:tracePt t="37548" x="4191000" y="2425700"/>
          <p14:tracePt t="37565" x="4203700" y="2425700"/>
          <p14:tracePt t="37581" x="4216400" y="2432050"/>
          <p14:tracePt t="37635" x="4229100" y="2432050"/>
          <p14:tracePt t="37715" x="4229100" y="2419350"/>
          <p14:tracePt t="37723" x="4203700" y="2400300"/>
          <p14:tracePt t="37731" x="4191000" y="2374900"/>
          <p14:tracePt t="37748" x="4171950" y="2343150"/>
          <p14:tracePt t="37765" x="4102100" y="2279650"/>
          <p14:tracePt t="37782" x="4095750" y="2266950"/>
          <p14:tracePt t="37798" x="4076700" y="2260600"/>
          <p14:tracePt t="37815" x="4032250" y="2235200"/>
          <p14:tracePt t="37831" x="3981450" y="2216150"/>
          <p14:tracePt t="37848" x="3867150" y="2209800"/>
          <p14:tracePt t="37865" x="3689350" y="2266950"/>
          <p14:tracePt t="37881" x="3530600" y="2317750"/>
          <p14:tracePt t="37898" x="3244850" y="2387600"/>
          <p14:tracePt t="37915" x="3009900" y="2419350"/>
          <p14:tracePt t="37932" x="2851150" y="2432050"/>
          <p14:tracePt t="37948" x="2825750" y="2432050"/>
          <p14:tracePt t="37965" x="2774950" y="2438400"/>
          <p14:tracePt t="37981" x="2768600" y="2438400"/>
          <p14:tracePt t="37998" x="2755900" y="2438400"/>
          <p14:tracePt t="38015" x="2736850" y="2438400"/>
          <p14:tracePt t="38048" x="2698750" y="2451100"/>
          <p14:tracePt t="38065" x="2686050" y="2457450"/>
          <p14:tracePt t="38081" x="2686050" y="2463800"/>
          <p14:tracePt t="38098" x="2673350" y="2463800"/>
          <p14:tracePt t="38115" x="2667000" y="2476500"/>
          <p14:tracePt t="38131" x="2647950" y="2489200"/>
          <p14:tracePt t="38148" x="2635250" y="2489200"/>
          <p14:tracePt t="38299" x="2635250" y="2482850"/>
          <p14:tracePt t="38307" x="2635250" y="2476500"/>
          <p14:tracePt t="38331" x="2635250" y="2470150"/>
          <p14:tracePt t="38339" x="2635250" y="2463800"/>
          <p14:tracePt t="38348" x="2635250" y="2457450"/>
          <p14:tracePt t="38364" x="2635250" y="2425700"/>
          <p14:tracePt t="38381" x="2635250" y="2400300"/>
          <p14:tracePt t="38398" x="2641600" y="2355850"/>
          <p14:tracePt t="38414" x="2641600" y="2336800"/>
          <p14:tracePt t="38431" x="2647950" y="2311400"/>
          <p14:tracePt t="38448" x="2654300" y="2286000"/>
          <p14:tracePt t="38465" x="2667000" y="2241550"/>
          <p14:tracePt t="38481" x="2673350" y="2228850"/>
          <p14:tracePt t="38498" x="2673350" y="2209800"/>
          <p14:tracePt t="38515" x="2679700" y="2178050"/>
          <p14:tracePt t="38531" x="2698750" y="2159000"/>
          <p14:tracePt t="38548" x="2711450" y="2139950"/>
          <p14:tracePt t="38565" x="2724150" y="2127250"/>
          <p14:tracePt t="38581" x="2743200" y="2108200"/>
          <p14:tracePt t="38598" x="2749550" y="2108200"/>
          <p14:tracePt t="38615" x="2774950" y="2095500"/>
          <p14:tracePt t="38631" x="2800350" y="2076450"/>
          <p14:tracePt t="38648" x="2806700" y="2070100"/>
          <p14:tracePt t="38665" x="2825750" y="2057400"/>
          <p14:tracePt t="38681" x="2838450" y="2051050"/>
          <p14:tracePt t="38698" x="2844800" y="2038350"/>
          <p14:tracePt t="38715" x="2876550" y="2038350"/>
          <p14:tracePt t="38731" x="2882900" y="2025650"/>
          <p14:tracePt t="38748" x="2901950" y="2025650"/>
          <p14:tracePt t="38765" x="2946400" y="2012950"/>
          <p14:tracePt t="38781" x="2952750" y="2012950"/>
          <p14:tracePt t="38798" x="2959100" y="2006600"/>
          <p14:tracePt t="39027" x="2959100" y="2000250"/>
          <p14:tracePt t="39035" x="2959100" y="1993900"/>
          <p14:tracePt t="39043" x="2959100" y="1987550"/>
          <p14:tracePt t="39067" x="2959100" y="1981200"/>
          <p14:tracePt t="39075" x="2959100" y="1974850"/>
          <p14:tracePt t="39083" x="2959100" y="1968500"/>
          <p14:tracePt t="39098" x="2959100" y="1955800"/>
          <p14:tracePt t="39115" x="2959100" y="1949450"/>
          <p14:tracePt t="39131" x="2946400" y="1930400"/>
          <p14:tracePt t="39148" x="2946400" y="1905000"/>
          <p14:tracePt t="39165" x="2927350" y="1879600"/>
          <p14:tracePt t="39181" x="2914650" y="1860550"/>
          <p14:tracePt t="39198" x="2889250" y="1828800"/>
          <p14:tracePt t="39214" x="2882900" y="1809750"/>
          <p14:tracePt t="39231" x="2870200" y="1803400"/>
          <p14:tracePt t="39248" x="2863850" y="1790700"/>
          <p14:tracePt t="39265" x="2844800" y="1790700"/>
          <p14:tracePt t="39282" x="2838450" y="1790700"/>
          <p14:tracePt t="39298" x="2819400" y="1790700"/>
          <p14:tracePt t="39314" x="2800350" y="1790700"/>
          <p14:tracePt t="39332" x="2787650" y="1790700"/>
          <p14:tracePt t="39348" x="2768600" y="1797050"/>
          <p14:tracePt t="39365" x="2736850" y="1797050"/>
          <p14:tracePt t="39381" x="2717800" y="1797050"/>
          <p14:tracePt t="39398" x="2711450" y="1797050"/>
          <p14:tracePt t="39415" x="2667000" y="1803400"/>
          <p14:tracePt t="39432" x="2660650" y="1809750"/>
          <p14:tracePt t="39448" x="2622550" y="1816100"/>
          <p14:tracePt t="39465" x="2609850" y="1816100"/>
          <p14:tracePt t="39481" x="2590800" y="1828800"/>
          <p14:tracePt t="39498" x="2578100" y="1835150"/>
          <p14:tracePt t="39515" x="2565400" y="1841500"/>
          <p14:tracePt t="39531" x="2546350" y="1860550"/>
          <p14:tracePt t="39548" x="2540000" y="1860550"/>
          <p14:tracePt t="39564" x="2527300" y="1873250"/>
          <p14:tracePt t="39581" x="2527300" y="1879600"/>
          <p14:tracePt t="39598" x="2514600" y="1885950"/>
          <p14:tracePt t="39614" x="2508250" y="1898650"/>
          <p14:tracePt t="39631" x="2501900" y="1905000"/>
          <p14:tracePt t="39659" x="2501900" y="1911350"/>
          <p14:tracePt t="39755" x="2501900" y="1917700"/>
          <p14:tracePt t="39779" x="2501900" y="1924050"/>
          <p14:tracePt t="39811" x="2501900" y="1930400"/>
          <p14:tracePt t="39819" x="2514600" y="1930400"/>
          <p14:tracePt t="39835" x="2520950" y="1930400"/>
          <p14:tracePt t="39848" x="2520950" y="1936750"/>
          <p14:tracePt t="39865" x="2540000" y="1943100"/>
          <p14:tracePt t="39881" x="2590800" y="1962150"/>
          <p14:tracePt t="39898" x="2609850" y="1968500"/>
          <p14:tracePt t="39915" x="2673350" y="1974850"/>
          <p14:tracePt t="39931" x="2749550" y="1987550"/>
          <p14:tracePt t="39948" x="2806700" y="1993900"/>
          <p14:tracePt t="39965" x="2844800" y="1993900"/>
          <p14:tracePt t="39981" x="2857500" y="1993900"/>
          <p14:tracePt t="40027" x="2857500" y="1987550"/>
          <p14:tracePt t="40035" x="2851150" y="1981200"/>
          <p14:tracePt t="40048" x="2844800" y="1981200"/>
          <p14:tracePt t="40065" x="2825750" y="1962150"/>
          <p14:tracePt t="40081" x="2794000" y="1955800"/>
          <p14:tracePt t="40098" x="2667000" y="1955800"/>
          <p14:tracePt t="40115" x="2305050" y="1943100"/>
          <p14:tracePt t="40131" x="1854200" y="1905000"/>
          <p14:tracePt t="40148" x="1352550" y="1828800"/>
          <p14:tracePt t="40165" x="1149350" y="1784350"/>
          <p14:tracePt t="40181" x="749300" y="1651000"/>
          <p14:tracePt t="40198" x="38100" y="1365250"/>
          <p14:tracePt t="43907" x="95250" y="1530350"/>
          <p14:tracePt t="43915" x="298450" y="1651000"/>
          <p14:tracePt t="43924" x="514350" y="1765300"/>
          <p14:tracePt t="43931" x="723900" y="1892300"/>
          <p14:tracePt t="43948" x="1028700" y="2032000"/>
          <p14:tracePt t="43964" x="1555750" y="2222500"/>
          <p14:tracePt t="43981" x="1625600" y="2254250"/>
          <p14:tracePt t="43998" x="1816100" y="2298700"/>
          <p14:tracePt t="44015" x="2101850" y="2343150"/>
          <p14:tracePt t="44032" x="2273300" y="2374900"/>
          <p14:tracePt t="44048" x="2432050" y="2374900"/>
          <p14:tracePt t="44065" x="2622550" y="2393950"/>
          <p14:tracePt t="44082" x="2692400" y="2400300"/>
          <p14:tracePt t="44098" x="2711450" y="2400300"/>
          <p14:tracePt t="44115" x="2743200" y="2393950"/>
          <p14:tracePt t="44148" x="2749550" y="2387600"/>
          <p14:tracePt t="44219" x="2755900" y="2387600"/>
          <p14:tracePt t="44235" x="2774950" y="2400300"/>
          <p14:tracePt t="44243" x="2794000" y="2400300"/>
          <p14:tracePt t="44251" x="2806700" y="2413000"/>
          <p14:tracePt t="44265" x="2825750" y="2425700"/>
          <p14:tracePt t="44282" x="2851150" y="2451100"/>
          <p14:tracePt t="44298" x="2959100" y="2540000"/>
          <p14:tracePt t="44315" x="3067050" y="2622550"/>
          <p14:tracePt t="44332" x="3340100" y="2813050"/>
          <p14:tracePt t="44348" x="3492500" y="2921000"/>
          <p14:tracePt t="44365" x="3613150" y="2997200"/>
          <p14:tracePt t="44381" x="3873500" y="3225800"/>
          <p14:tracePt t="44398" x="4000500" y="3333750"/>
          <p14:tracePt t="44415" x="4171950" y="3473450"/>
          <p14:tracePt t="44431" x="4438650" y="3708400"/>
          <p14:tracePt t="44448" x="4495800" y="3733800"/>
          <p14:tracePt t="44465" x="4552950" y="3784600"/>
          <p14:tracePt t="44481" x="4591050" y="3829050"/>
          <p14:tracePt t="44498" x="4603750" y="3829050"/>
          <p14:tracePt t="44515" x="4610100" y="3829050"/>
          <p14:tracePt t="44547" x="4610100" y="3835400"/>
          <p14:tracePt t="44571" x="4610100" y="3841750"/>
          <p14:tracePt t="44580" x="4610100" y="3848100"/>
          <p14:tracePt t="44587" x="4629150" y="3854450"/>
          <p14:tracePt t="44598" x="4629150" y="3860800"/>
          <p14:tracePt t="44615" x="4635500" y="3867150"/>
          <p14:tracePt t="44631" x="4673600" y="3898900"/>
          <p14:tracePt t="44648" x="4699000" y="3930650"/>
          <p14:tracePt t="44665" x="4762500" y="3975100"/>
          <p14:tracePt t="44681" x="4826000" y="4025900"/>
          <p14:tracePt t="44698" x="4902200" y="4070350"/>
          <p14:tracePt t="44715" x="5099050" y="4127500"/>
          <p14:tracePt t="44732" x="5251450" y="4140200"/>
          <p14:tracePt t="44748" x="5384800" y="4146550"/>
          <p14:tracePt t="44765" x="5829300" y="4044950"/>
          <p14:tracePt t="44782" x="6070600" y="3937000"/>
          <p14:tracePt t="44798" x="6165850" y="3848100"/>
          <p14:tracePt t="44815" x="6464300" y="3498850"/>
          <p14:tracePt t="44831" x="6565900" y="3289300"/>
          <p14:tracePt t="44848" x="6584950" y="2984500"/>
          <p14:tracePt t="44865" x="6521450" y="2730500"/>
          <p14:tracePt t="44881" x="6483350" y="2635250"/>
          <p14:tracePt t="44898" x="6191250" y="2216150"/>
          <p14:tracePt t="44915" x="5835650" y="2019300"/>
          <p14:tracePt t="44932" x="5492750" y="1917700"/>
          <p14:tracePt t="44948" x="4508500" y="1797050"/>
          <p14:tracePt t="44965" x="4197350" y="1784350"/>
          <p14:tracePt t="44981" x="3536950" y="1803400"/>
          <p14:tracePt t="44998" x="2559050" y="1911350"/>
          <p14:tracePt t="45015" x="2171700" y="1993900"/>
          <p14:tracePt t="45031" x="1803400" y="2120900"/>
          <p14:tracePt t="45048" x="1752600" y="2139950"/>
          <p14:tracePt t="45065" x="1714500" y="2159000"/>
          <p14:tracePt t="45082" x="1670050" y="2190750"/>
          <p14:tracePt t="45084" x="1670050" y="2197100"/>
          <p14:tracePt t="45107" x="1670050" y="2203450"/>
          <p14:tracePt t="45115" x="1670050" y="2209800"/>
          <p14:tracePt t="45131" x="1663700" y="2216150"/>
          <p14:tracePt t="45148" x="1663700" y="2228850"/>
          <p14:tracePt t="45165" x="1651000" y="2254250"/>
          <p14:tracePt t="45181" x="1651000" y="2266950"/>
          <p14:tracePt t="45198" x="1631950" y="2305050"/>
          <p14:tracePt t="45215" x="1625600" y="2336800"/>
          <p14:tracePt t="45231" x="1625600" y="2349500"/>
          <p14:tracePt t="45248" x="1625600" y="2393950"/>
          <p14:tracePt t="45265" x="1625600" y="2413000"/>
          <p14:tracePt t="45281" x="1625600" y="2432050"/>
          <p14:tracePt t="45298" x="1631950" y="2457450"/>
          <p14:tracePt t="45315" x="1651000" y="2476500"/>
          <p14:tracePt t="45331" x="1689100" y="2489200"/>
          <p14:tracePt t="45348" x="1758950" y="2514600"/>
          <p14:tracePt t="45364" x="1822450" y="2527300"/>
          <p14:tracePt t="45381" x="1905000" y="2533650"/>
          <p14:tracePt t="45398" x="1962150" y="2540000"/>
          <p14:tracePt t="45415" x="2038350" y="2540000"/>
          <p14:tracePt t="45431" x="2101850" y="2540000"/>
          <p14:tracePt t="45448" x="2146300" y="2540000"/>
          <p14:tracePt t="45465" x="2222500" y="2520950"/>
          <p14:tracePt t="45481" x="2247900" y="2514600"/>
          <p14:tracePt t="45498" x="2260600" y="2514600"/>
          <p14:tracePt t="45514" x="2292350" y="2495550"/>
          <p14:tracePt t="45531" x="2305050" y="2482850"/>
          <p14:tracePt t="45548" x="2330450" y="2482850"/>
          <p14:tracePt t="45565" x="2343150" y="2470150"/>
          <p14:tracePt t="45581" x="2355850" y="2463800"/>
          <p14:tracePt t="45598" x="2381250" y="2451100"/>
          <p14:tracePt t="45614" x="2393950" y="2444750"/>
          <p14:tracePt t="45631" x="2425700" y="2432050"/>
          <p14:tracePt t="45648" x="2438400" y="2432050"/>
          <p14:tracePt t="45664" x="2451100" y="2425700"/>
          <p14:tracePt t="45681" x="2463800" y="2419350"/>
          <p14:tracePt t="45698" x="2470150" y="2419350"/>
          <p14:tracePt t="45715" x="2501900" y="2419350"/>
          <p14:tracePt t="45731" x="2514600" y="2419350"/>
          <p14:tracePt t="45748" x="2578100" y="2425700"/>
          <p14:tracePt t="45765" x="2597150" y="2425700"/>
          <p14:tracePt t="45781" x="2654300" y="2438400"/>
          <p14:tracePt t="45798" x="2673350" y="2444750"/>
          <p14:tracePt t="45814" x="2686050" y="2444750"/>
          <p14:tracePt t="45831" x="2692400" y="2444750"/>
          <p14:tracePt t="45848" x="2698750" y="2444750"/>
          <p14:tracePt t="45971" x="2711450" y="2444750"/>
          <p14:tracePt t="46019" x="2711450" y="2438400"/>
          <p14:tracePt t="46027" x="2724150" y="2432050"/>
          <p14:tracePt t="46043" x="2724150" y="2425700"/>
          <p14:tracePt t="46051" x="2724150" y="2406650"/>
          <p14:tracePt t="46065" x="2730500" y="2393950"/>
          <p14:tracePt t="46081" x="2730500" y="2381250"/>
          <p14:tracePt t="46099" x="2724150" y="2343150"/>
          <p14:tracePt t="46115" x="2705100" y="2324100"/>
          <p14:tracePt t="46131" x="2705100" y="2317750"/>
          <p14:tracePt t="46148" x="2673350" y="2305050"/>
          <p14:tracePt t="46165" x="2654300" y="2305050"/>
          <p14:tracePt t="46181" x="2635250" y="2305050"/>
          <p14:tracePt t="46198" x="2609850" y="2311400"/>
          <p14:tracePt t="46231" x="2597150" y="2311400"/>
          <p14:tracePt t="46248" x="2578100" y="2311400"/>
          <p14:tracePt t="46323" x="2578100" y="2317750"/>
          <p14:tracePt t="46339" x="2578100" y="2330450"/>
          <p14:tracePt t="46347" x="2578100" y="2336800"/>
          <p14:tracePt t="46355" x="2578100" y="2349500"/>
          <p14:tracePt t="46365" x="2578100" y="2362200"/>
          <p14:tracePt t="46381" x="2590800" y="2400300"/>
          <p14:tracePt t="46398" x="2647950" y="2476500"/>
          <p14:tracePt t="46415" x="2654300" y="2489200"/>
          <p14:tracePt t="46431" x="2692400" y="2508250"/>
          <p14:tracePt t="46448" x="2743200" y="2540000"/>
          <p14:tracePt t="46464" x="2749550" y="2540000"/>
          <p14:tracePt t="46481" x="2768600" y="2540000"/>
          <p14:tracePt t="46498" x="2774950" y="2540000"/>
          <p14:tracePt t="46514" x="2781300" y="2533650"/>
          <p14:tracePt t="46531" x="2787650" y="2520950"/>
          <p14:tracePt t="46548" x="2787650" y="2501900"/>
          <p14:tracePt t="46565" x="2794000" y="2501900"/>
          <p14:tracePt t="46581" x="2794000" y="2489200"/>
          <p14:tracePt t="46598" x="2800350" y="2470150"/>
          <p14:tracePt t="46615" x="2806700" y="2444750"/>
          <p14:tracePt t="46631" x="2806700" y="2432050"/>
          <p14:tracePt t="46648" x="2806700" y="2425700"/>
          <p14:tracePt t="46665" x="2806700" y="2387600"/>
          <p14:tracePt t="46681" x="2806700" y="2381250"/>
          <p14:tracePt t="46698" x="2800350" y="2362200"/>
          <p14:tracePt t="46715" x="2768600" y="2324100"/>
          <p14:tracePt t="46731" x="2749550" y="2311400"/>
          <p14:tracePt t="46748" x="2743200" y="2305050"/>
          <p14:tracePt t="46765" x="2667000" y="2279650"/>
          <p14:tracePt t="46781" x="2647950" y="2266950"/>
          <p14:tracePt t="46798" x="2597150" y="2260600"/>
          <p14:tracePt t="46815" x="2590800" y="2260600"/>
          <p14:tracePt t="46832" x="2584450" y="2260600"/>
          <p14:tracePt t="46848" x="2571750" y="2260600"/>
          <p14:tracePt t="46882" x="2559050" y="2266950"/>
          <p14:tracePt t="46898" x="2540000" y="2273300"/>
          <p14:tracePt t="46955" x="2540000" y="2279650"/>
          <p14:tracePt t="47075" x="2540000" y="2273300"/>
          <p14:tracePt t="47091" x="2540000" y="2266950"/>
          <p14:tracePt t="47099" x="2552700" y="2254250"/>
          <p14:tracePt t="47107" x="2552700" y="2247900"/>
          <p14:tracePt t="47123" x="2565400" y="2228850"/>
          <p14:tracePt t="47131" x="2578100" y="2228850"/>
          <p14:tracePt t="47148" x="2597150" y="2203450"/>
          <p14:tracePt t="47165" x="2609850" y="2190750"/>
          <p14:tracePt t="47181" x="2616200" y="2184400"/>
          <p14:tracePt t="47198" x="2628900" y="2171700"/>
          <p14:tracePt t="47215" x="2647950" y="2152650"/>
          <p14:tracePt t="47231" x="2660650" y="2139950"/>
          <p14:tracePt t="47248" x="2673350" y="2139950"/>
          <p14:tracePt t="47265" x="2679700" y="2127250"/>
          <p14:tracePt t="47281" x="2698750" y="2120900"/>
          <p14:tracePt t="47298" x="2711450" y="2108200"/>
          <p14:tracePt t="47659" x="2711450" y="2101850"/>
          <p14:tracePt t="47675" x="2705100" y="2101850"/>
          <p14:tracePt t="47691" x="2698750" y="2101850"/>
          <p14:tracePt t="47715" x="2679700" y="2101850"/>
          <p14:tracePt t="47723" x="2660650" y="2101850"/>
          <p14:tracePt t="47731" x="2654300" y="2101850"/>
          <p14:tracePt t="47748" x="2628900" y="2108200"/>
          <p14:tracePt t="47765" x="2584450" y="2127250"/>
          <p14:tracePt t="47781" x="2578100" y="2133600"/>
          <p14:tracePt t="47798" x="2559050" y="2139950"/>
          <p14:tracePt t="47867" x="2559050" y="2146300"/>
          <p14:tracePt t="47939" x="2546350" y="2152650"/>
          <p14:tracePt t="48195" x="2546350" y="2159000"/>
          <p14:tracePt t="48259" x="2546350" y="2171700"/>
          <p14:tracePt t="48275" x="2546350" y="2178050"/>
          <p14:tracePt t="48283" x="2546350" y="2190750"/>
          <p14:tracePt t="48291" x="2552700" y="2203450"/>
          <p14:tracePt t="48307" x="2559050" y="2222500"/>
          <p14:tracePt t="48315" x="2584450" y="2254250"/>
          <p14:tracePt t="48331" x="2616200" y="2292350"/>
          <p14:tracePt t="48348" x="2635250" y="2336800"/>
          <p14:tracePt t="48365" x="2673350" y="2368550"/>
          <p14:tracePt t="48381" x="2679700" y="2374900"/>
          <p14:tracePt t="48398" x="2679700" y="2381250"/>
          <p14:tracePt t="48467" x="2686050" y="2381250"/>
          <p14:tracePt t="48547" x="2692400" y="2393950"/>
          <p14:tracePt t="48555" x="2698750" y="2393950"/>
          <p14:tracePt t="48572" x="2705100" y="2393950"/>
          <p14:tracePt t="48827" x="2705100" y="2400300"/>
          <p14:tracePt t="49179" x="2717800" y="2400300"/>
          <p14:tracePt t="49187" x="2724150" y="2400300"/>
          <p14:tracePt t="49198" x="2736850" y="2400300"/>
          <p14:tracePt t="49214" x="2762250" y="2400300"/>
          <p14:tracePt t="49231" x="2832100" y="2400300"/>
          <p14:tracePt t="49248" x="2870200" y="2393950"/>
          <p14:tracePt t="49265" x="2889250" y="2387600"/>
          <p14:tracePt t="49282" x="2952750" y="2374900"/>
          <p14:tracePt t="49298" x="3035300" y="2362200"/>
          <p14:tracePt t="49315" x="3111500" y="2355850"/>
          <p14:tracePt t="49331" x="3251200" y="2336800"/>
          <p14:tracePt t="49348" x="3257550" y="2336800"/>
          <p14:tracePt t="49365" x="3314700" y="2336800"/>
          <p14:tracePt t="49381" x="3371850" y="2330450"/>
          <p14:tracePt t="49398" x="3479800" y="2317750"/>
          <p14:tracePt t="49415" x="3530600" y="2317750"/>
          <p14:tracePt t="49431" x="3549650" y="2317750"/>
          <p14:tracePt t="49448" x="3581400" y="2317750"/>
          <p14:tracePt t="49464" x="3670300" y="2311400"/>
          <p14:tracePt t="49481" x="3708400" y="2311400"/>
          <p14:tracePt t="49498" x="3752850" y="2311400"/>
          <p14:tracePt t="49514" x="3854450" y="2311400"/>
          <p14:tracePt t="49531" x="3892550" y="2311400"/>
          <p14:tracePt t="49548" x="3956050" y="2311400"/>
          <p14:tracePt t="49565" x="4095750" y="2298700"/>
          <p14:tracePt t="49581" x="4178300" y="2292350"/>
          <p14:tracePt t="49598" x="4260850" y="2286000"/>
          <p14:tracePt t="49615" x="4419600" y="2279650"/>
          <p14:tracePt t="49631" x="4470400" y="2279650"/>
          <p14:tracePt t="49648" x="4546600" y="2279650"/>
          <p14:tracePt t="49665" x="4635500" y="2273300"/>
          <p14:tracePt t="49681" x="4737100" y="2266950"/>
          <p14:tracePt t="49698" x="4794250" y="2266950"/>
          <p14:tracePt t="49715" x="4876800" y="2254250"/>
          <p14:tracePt t="49731" x="4895850" y="2254250"/>
          <p14:tracePt t="49748" x="4921250" y="2247900"/>
          <p14:tracePt t="49765" x="4940300" y="2247900"/>
          <p14:tracePt t="49781" x="4953000" y="2241550"/>
          <p14:tracePt t="49827" x="4959350" y="2241550"/>
          <p14:tracePt t="49835" x="4972050" y="2235200"/>
          <p14:tracePt t="49859" x="4978400" y="2235200"/>
          <p14:tracePt t="49867" x="4991100" y="2235200"/>
          <p14:tracePt t="49881" x="5022850" y="2235200"/>
          <p14:tracePt t="49898" x="5035550" y="2235200"/>
          <p14:tracePt t="49915" x="5073650" y="2235200"/>
          <p14:tracePt t="49931" x="5124450" y="2235200"/>
          <p14:tracePt t="49948" x="5200650" y="2235200"/>
          <p14:tracePt t="49965" x="5232400" y="2235200"/>
          <p14:tracePt t="49981" x="5257800" y="2235200"/>
          <p14:tracePt t="49998" x="5283200" y="2235200"/>
          <p14:tracePt t="50015" x="5302250" y="2241550"/>
          <p14:tracePt t="50031" x="5334000" y="2247900"/>
          <p14:tracePt t="50048" x="5372100" y="2247900"/>
          <p14:tracePt t="50065" x="5397500" y="2254250"/>
          <p14:tracePt t="50081" x="5416550" y="2254250"/>
          <p14:tracePt t="50084" x="5429250" y="2260600"/>
          <p14:tracePt t="50107" x="5441950" y="2260600"/>
          <p14:tracePt t="50123" x="5448300" y="2260600"/>
          <p14:tracePt t="50131" x="5461000" y="2260600"/>
          <p14:tracePt t="50156" x="5473700" y="2260600"/>
          <p14:tracePt t="50164" x="5480050" y="2266950"/>
          <p14:tracePt t="50181" x="5486400" y="2266950"/>
          <p14:tracePt t="50203" x="5499100" y="2266950"/>
          <p14:tracePt t="50611" x="5499100" y="2273300"/>
          <p14:tracePt t="50619" x="5499100" y="2279650"/>
          <p14:tracePt t="50635" x="5499100" y="2286000"/>
          <p14:tracePt t="50659" x="5499100" y="2292350"/>
          <p14:tracePt t="50667" x="5505450" y="2298700"/>
          <p14:tracePt t="50691" x="5505450" y="2305050"/>
          <p14:tracePt t="50700" x="5511800" y="2305050"/>
          <p14:tracePt t="50715" x="5511800" y="2324100"/>
          <p14:tracePt t="50731" x="5518150" y="2336800"/>
          <p14:tracePt t="50748" x="5518150" y="2343150"/>
          <p14:tracePt t="50781" x="5524500" y="2349500"/>
          <p14:tracePt t="50798" x="5524500" y="2355850"/>
          <p14:tracePt t="50815" x="5530850" y="2362200"/>
          <p14:tracePt t="50831" x="5530850" y="2368550"/>
          <p14:tracePt t="50848" x="5537200" y="2381250"/>
          <p14:tracePt t="50955" x="5530850" y="2374900"/>
          <p14:tracePt t="50971" x="5530850" y="2368550"/>
          <p14:tracePt t="50979" x="5530850" y="2362200"/>
          <p14:tracePt t="50987" x="5518150" y="2362200"/>
          <p14:tracePt t="50998" x="5518150" y="2355850"/>
          <p14:tracePt t="51015" x="5511800" y="2343150"/>
          <p14:tracePt t="51032" x="5499100" y="2336800"/>
          <p14:tracePt t="51048" x="5486400" y="2330450"/>
          <p14:tracePt t="51065" x="5422900" y="2311400"/>
          <p14:tracePt t="51081" x="5384800" y="2305050"/>
          <p14:tracePt t="51084" x="5372100" y="2305050"/>
          <p14:tracePt t="51098" x="5359400" y="2298700"/>
          <p14:tracePt t="51115" x="5283200" y="2292350"/>
          <p14:tracePt t="51131" x="5257800" y="2292350"/>
          <p14:tracePt t="51148" x="5238750" y="2292350"/>
          <p14:tracePt t="51165" x="5207000" y="2305050"/>
          <p14:tracePt t="51181" x="5181600" y="2317750"/>
          <p14:tracePt t="51198" x="5175250" y="2324100"/>
          <p14:tracePt t="51215" x="5156200" y="2355850"/>
          <p14:tracePt t="51231" x="5143500" y="2381250"/>
          <p14:tracePt t="51248" x="5137150" y="2406650"/>
          <p14:tracePt t="51265" x="5137150" y="2419350"/>
          <p14:tracePt t="51282" x="5130800" y="2432050"/>
          <p14:tracePt t="51298" x="5130800" y="2457450"/>
          <p14:tracePt t="51315" x="5143500" y="2476500"/>
          <p14:tracePt t="51331" x="5149850" y="2482850"/>
          <p14:tracePt t="51348" x="5156200" y="2495550"/>
          <p14:tracePt t="51365" x="5168900" y="2495550"/>
          <p14:tracePt t="51381" x="5181600" y="2495550"/>
          <p14:tracePt t="51398" x="5200650" y="2495550"/>
          <p14:tracePt t="51415" x="5219700" y="2495550"/>
          <p14:tracePt t="51431" x="5270500" y="2495550"/>
          <p14:tracePt t="51448" x="5314950" y="2482850"/>
          <p14:tracePt t="51464" x="5346700" y="2476500"/>
          <p14:tracePt t="51481" x="5372100" y="2463800"/>
          <p14:tracePt t="51498" x="5384800" y="2457450"/>
          <p14:tracePt t="51515" x="5384800" y="2438400"/>
          <p14:tracePt t="51531" x="5391150" y="2432050"/>
          <p14:tracePt t="51548" x="5391150" y="2425700"/>
          <p14:tracePt t="51667" x="5397500" y="2425700"/>
          <p14:tracePt t="51683" x="5410200" y="2438400"/>
          <p14:tracePt t="51691" x="5435600" y="2444750"/>
          <p14:tracePt t="51700" x="5454650" y="2463800"/>
          <p14:tracePt t="51715" x="5543550" y="2495550"/>
          <p14:tracePt t="51731" x="5581650" y="2508250"/>
          <p14:tracePt t="51748" x="5600700" y="2514600"/>
          <p14:tracePt t="51764" x="5651500" y="2514600"/>
          <p14:tracePt t="51781" x="5695950" y="2495550"/>
          <p14:tracePt t="51798" x="5715000" y="2470150"/>
          <p14:tracePt t="51814" x="5721350" y="2463800"/>
          <p14:tracePt t="51831" x="5734050" y="2362200"/>
          <p14:tracePt t="51848" x="5727700" y="2273300"/>
          <p14:tracePt t="51864" x="5702300" y="2184400"/>
          <p14:tracePt t="51881" x="5645150" y="2101850"/>
          <p14:tracePt t="51898" x="5638800" y="2076450"/>
          <p14:tracePt t="51914" x="5600700" y="2051050"/>
          <p14:tracePt t="51931" x="5575300" y="2032000"/>
          <p14:tracePt t="51965" x="5568950" y="2032000"/>
          <p14:tracePt t="52035" x="5562600" y="2032000"/>
          <p14:tracePt t="52075" x="5562600" y="2025650"/>
          <p14:tracePt t="52083" x="5556250" y="2025650"/>
          <p14:tracePt t="52091" x="5543550" y="2019300"/>
          <p14:tracePt t="52107" x="5543550" y="2012950"/>
          <p14:tracePt t="52115" x="5530850" y="2006600"/>
          <p14:tracePt t="52131" x="5499100" y="1981200"/>
          <p14:tracePt t="52148" x="5461000" y="1968500"/>
          <p14:tracePt t="52165" x="5441950" y="1962150"/>
          <p14:tracePt t="52181" x="5384800" y="1955800"/>
          <p14:tracePt t="52198" x="5353050" y="1962150"/>
          <p14:tracePt t="52215" x="5334000" y="1962150"/>
          <p14:tracePt t="52231" x="5308600" y="1974850"/>
          <p14:tracePt t="52248" x="5302250" y="1993900"/>
          <p14:tracePt t="52265" x="5289550" y="2000250"/>
          <p14:tracePt t="52281" x="5283200" y="2019300"/>
          <p14:tracePt t="52298" x="5270500" y="2051050"/>
          <p14:tracePt t="52315" x="5264150" y="2076450"/>
          <p14:tracePt t="52331" x="5264150" y="2108200"/>
          <p14:tracePt t="52348" x="5270500" y="2120900"/>
          <p14:tracePt t="52365" x="5276850" y="2139950"/>
          <p14:tracePt t="52381" x="5302250" y="2165350"/>
          <p14:tracePt t="52398" x="5321300" y="2171700"/>
          <p14:tracePt t="52415" x="5346700" y="2171700"/>
          <p14:tracePt t="52431" x="5353050" y="2178050"/>
          <p14:tracePt t="52448" x="5429250" y="2184400"/>
          <p14:tracePt t="52464" x="5461000" y="2184400"/>
          <p14:tracePt t="52481" x="5505450" y="2184400"/>
          <p14:tracePt t="52523" x="5505450" y="2197100"/>
          <p14:tracePt t="52547" x="5505450" y="2203450"/>
          <p14:tracePt t="52554" x="5505450" y="2209800"/>
          <p14:tracePt t="52564" x="5505450" y="2241550"/>
          <p14:tracePt t="52581" x="5467350" y="2355850"/>
          <p14:tracePt t="52598" x="5435600" y="2425700"/>
          <p14:tracePt t="52614" x="5422900" y="2463800"/>
          <p14:tracePt t="52631" x="5378450" y="2540000"/>
          <p14:tracePt t="52648" x="5378450" y="2552700"/>
          <p14:tracePt t="52699" x="5365750" y="2552700"/>
          <p14:tracePt t="52819" x="5365750" y="2546350"/>
          <p14:tracePt t="52875" x="5372100" y="2540000"/>
          <p14:tracePt t="52899" x="5372100" y="2533650"/>
          <p14:tracePt t="52907" x="5372100" y="2527300"/>
          <p14:tracePt t="52931" x="5372100" y="2520950"/>
          <p14:tracePt t="52955" x="5378450" y="2508250"/>
          <p14:tracePt t="53003" x="5378450" y="2501900"/>
          <p14:tracePt t="53027" x="5372100" y="2501900"/>
          <p14:tracePt t="53035" x="5372100" y="2495550"/>
          <p14:tracePt t="53043" x="5365750" y="2495550"/>
          <p14:tracePt t="53051" x="5359400" y="2489200"/>
          <p14:tracePt t="53065" x="5314950" y="2476500"/>
          <p14:tracePt t="53081" x="5295900" y="2470150"/>
          <p14:tracePt t="53098" x="5130800" y="2432050"/>
          <p14:tracePt t="53114" x="4965700" y="2413000"/>
          <p14:tracePt t="53131" x="4559300" y="2406650"/>
          <p14:tracePt t="53148" x="4432300" y="2406650"/>
          <p14:tracePt t="53164" x="4337050" y="2406650"/>
          <p14:tracePt t="53181" x="4197350" y="2406650"/>
          <p14:tracePt t="53198" x="4051300" y="2406650"/>
          <p14:tracePt t="53215" x="3949700" y="2406650"/>
          <p14:tracePt t="53231" x="3867150" y="2406650"/>
          <p14:tracePt t="53248" x="3816350" y="2406650"/>
          <p14:tracePt t="53265" x="3759200" y="2406650"/>
          <p14:tracePt t="53282" x="3708400" y="2406650"/>
          <p14:tracePt t="53298" x="3600450" y="2406650"/>
          <p14:tracePt t="53314" x="3486150" y="2406650"/>
          <p14:tracePt t="53332" x="3378200" y="2400300"/>
          <p14:tracePt t="53348" x="3346450" y="2393950"/>
          <p14:tracePt t="53365" x="3302000" y="2393950"/>
          <p14:tracePt t="53381" x="3219450" y="2381250"/>
          <p14:tracePt t="53398" x="3181350" y="2381250"/>
          <p14:tracePt t="53415" x="3136900" y="2381250"/>
          <p14:tracePt t="53431" x="3117850" y="2381250"/>
          <p14:tracePt t="53448" x="3060700" y="2374900"/>
          <p14:tracePt t="53465" x="3048000" y="2374900"/>
          <p14:tracePt t="53481" x="3022600" y="2374900"/>
          <p14:tracePt t="53498" x="2997200" y="2368550"/>
          <p14:tracePt t="53514" x="2984500" y="2368550"/>
          <p14:tracePt t="53531" x="2952750" y="2368550"/>
          <p14:tracePt t="53548" x="2946400" y="2368550"/>
          <p14:tracePt t="53565" x="2940050" y="2368550"/>
          <p14:tracePt t="53581" x="2933700" y="2368550"/>
          <p14:tracePt t="53915" x="2933700" y="2374900"/>
          <p14:tracePt t="55851" x="2921000" y="2374900"/>
          <p14:tracePt t="55859" x="2895600" y="2368550"/>
          <p14:tracePt t="55867" x="2882900" y="2362200"/>
          <p14:tracePt t="55881" x="2851150" y="2355850"/>
          <p14:tracePt t="55898" x="2787650" y="2343150"/>
          <p14:tracePt t="55915" x="2654300" y="2298700"/>
          <p14:tracePt t="55931" x="2609850" y="2286000"/>
          <p14:tracePt t="55948" x="2476500" y="2209800"/>
          <p14:tracePt t="55965" x="2374900" y="2159000"/>
          <p14:tracePt t="55981" x="2279650" y="2095500"/>
          <p14:tracePt t="55998" x="2133600" y="2012950"/>
          <p14:tracePt t="56014" x="2057400" y="1968500"/>
          <p14:tracePt t="56031" x="2019300" y="1949450"/>
          <p14:tracePt t="56048" x="1955800" y="1905000"/>
          <p14:tracePt t="56064" x="1936750" y="1898650"/>
          <p14:tracePt t="56081" x="1905000" y="1885950"/>
          <p14:tracePt t="56084" x="1885950" y="1873250"/>
          <p14:tracePt t="56098" x="1866900" y="1860550"/>
          <p14:tracePt t="56115" x="1847850" y="1854200"/>
          <p14:tracePt t="56131" x="1816100" y="1841500"/>
          <p14:tracePt t="56148" x="1790700" y="1828800"/>
          <p14:tracePt t="56164" x="1758950" y="1822450"/>
          <p14:tracePt t="56181" x="1733550" y="1816100"/>
          <p14:tracePt t="56198" x="1727200" y="1816100"/>
          <p14:tracePt t="56215" x="1708150" y="1809750"/>
          <p14:tracePt t="56231" x="1689100" y="1809750"/>
          <p14:tracePt t="56248" x="1670050" y="1816100"/>
          <p14:tracePt t="56523" x="1676400" y="1816100"/>
          <p14:tracePt t="56547" x="1676400" y="1822450"/>
          <p14:tracePt t="56555" x="1689100" y="1822450"/>
          <p14:tracePt t="56571" x="1701800" y="1822450"/>
          <p14:tracePt t="56581" x="1720850" y="1828800"/>
          <p14:tracePt t="56598" x="1778000" y="1841500"/>
          <p14:tracePt t="56615" x="1847850" y="1873250"/>
          <p14:tracePt t="56631" x="1936750" y="1911350"/>
          <p14:tracePt t="56648" x="2165350" y="1987550"/>
          <p14:tracePt t="56664" x="2222500" y="2006600"/>
          <p14:tracePt t="56681" x="2330450" y="2044700"/>
          <p14:tracePt t="56698" x="2438400" y="2082800"/>
          <p14:tracePt t="56715" x="2495550" y="2114550"/>
          <p14:tracePt t="56731" x="2533650" y="2146300"/>
          <p14:tracePt t="56748" x="2533650" y="2152650"/>
          <p14:tracePt t="56764" x="2552700" y="2165350"/>
          <p14:tracePt t="56781" x="2597150" y="2222500"/>
          <p14:tracePt t="56798" x="2628900" y="2286000"/>
          <p14:tracePt t="56815" x="2679700" y="2362200"/>
          <p14:tracePt t="56831" x="2730500" y="2501900"/>
          <p14:tracePt t="56848" x="2787650" y="2578100"/>
          <p14:tracePt t="56865" x="2863850" y="2679700"/>
          <p14:tracePt t="56881" x="3016250" y="2844800"/>
          <p14:tracePt t="56898" x="3111500" y="2889250"/>
          <p14:tracePt t="56915" x="3187700" y="2921000"/>
          <p14:tracePt t="56931" x="3257550" y="2946400"/>
          <p14:tracePt t="56948" x="3282950" y="2946400"/>
          <p14:tracePt t="57043" x="3282950" y="2940050"/>
          <p14:tracePt t="57059" x="3263900" y="2933700"/>
          <p14:tracePt t="57067" x="3263900" y="2927350"/>
          <p14:tracePt t="57081" x="3263900" y="2921000"/>
          <p14:tracePt t="58651" x="3257550" y="2921000"/>
          <p14:tracePt t="58667" x="3244850" y="2914650"/>
          <p14:tracePt t="58675" x="3238500" y="2914650"/>
          <p14:tracePt t="58699" x="3232150" y="2908300"/>
          <p14:tracePt t="58731" x="3219450" y="2901950"/>
          <p14:tracePt t="58739" x="3213100" y="2901950"/>
          <p14:tracePt t="58779" x="3200400" y="2901950"/>
          <p14:tracePt t="58811" x="3194050" y="2895600"/>
          <p14:tracePt t="58827" x="3181350" y="2895600"/>
          <p14:tracePt t="58955" x="3175000" y="2895600"/>
          <p14:tracePt t="58979" x="3175000" y="2882900"/>
          <p14:tracePt t="59059" x="3168650" y="2882900"/>
          <p14:tracePt t="59084" x="3162300" y="2876550"/>
          <p14:tracePt t="59107" x="3162300" y="2870200"/>
          <p14:tracePt t="59115" x="3155950" y="2870200"/>
          <p14:tracePt t="59139" x="3143250" y="2863850"/>
          <p14:tracePt t="59155" x="3143250" y="2857500"/>
          <p14:tracePt t="59875" x="3136900" y="2857500"/>
          <p14:tracePt t="59923" x="3130550" y="2857500"/>
          <p14:tracePt t="59939" x="3117850" y="2857500"/>
          <p14:tracePt t="59955" x="3117850" y="2851150"/>
          <p14:tracePt t="59963" x="3105150" y="2851150"/>
          <p14:tracePt t="59971" x="3098800" y="2851150"/>
          <p14:tracePt t="59995" x="3086100" y="2851150"/>
          <p14:tracePt t="60003" x="3079750" y="2851150"/>
          <p14:tracePt t="60014" x="3067050" y="2851150"/>
          <p14:tracePt t="60035" x="3054350" y="2851150"/>
          <p14:tracePt t="60048" x="3048000" y="2851150"/>
          <p14:tracePt t="60065" x="3035300" y="2857500"/>
          <p14:tracePt t="60081" x="3028950" y="2857500"/>
          <p14:tracePt t="60084" x="3022600" y="2857500"/>
          <p14:tracePt t="61587" x="3022600" y="2844800"/>
          <p14:tracePt t="61595" x="3009900" y="2825750"/>
          <p14:tracePt t="61603" x="3003550" y="2813050"/>
          <p14:tracePt t="61614" x="3003550" y="2781300"/>
          <p14:tracePt t="61631" x="3003550" y="2628900"/>
          <p14:tracePt t="61648" x="3003550" y="2508250"/>
          <p14:tracePt t="61664" x="3016250" y="2349500"/>
          <p14:tracePt t="61681" x="3054350" y="2127250"/>
          <p14:tracePt t="61698" x="3060700" y="1993900"/>
          <p14:tracePt t="61714" x="3041650" y="1663700"/>
          <p14:tracePt t="61731" x="3016250" y="1543050"/>
          <p14:tracePt t="61748" x="2990850" y="1473200"/>
          <p14:tracePt t="61764" x="2946400" y="1371600"/>
          <p14:tracePt t="61781" x="2908300" y="1314450"/>
          <p14:tracePt t="61798" x="2857500" y="1276350"/>
          <p14:tracePt t="61814" x="2724150" y="1219200"/>
          <p14:tracePt t="61831" x="2641600" y="1200150"/>
          <p14:tracePt t="61848" x="2597150" y="1193800"/>
          <p14:tracePt t="61864" x="2419350" y="1187450"/>
          <p14:tracePt t="61881" x="2362200" y="1193800"/>
          <p14:tracePt t="61898" x="2336800" y="1206500"/>
          <p14:tracePt t="61915" x="2311400" y="1219200"/>
          <p14:tracePt t="61931" x="2298700" y="1219200"/>
          <p14:tracePt t="61948" x="2279650" y="1231900"/>
          <p14:tracePt t="61965" x="2266950" y="1244600"/>
          <p14:tracePt t="61981" x="2266950" y="1257300"/>
          <p14:tracePt t="61998" x="2266950" y="1263650"/>
          <p14:tracePt t="62014" x="2266950" y="1270000"/>
          <p14:tracePt t="62031" x="2273300" y="1270000"/>
          <p14:tracePt t="62048" x="2279650" y="1282700"/>
          <p14:tracePt t="62065" x="2279650" y="1289050"/>
          <p14:tracePt t="62081" x="2286000" y="1301750"/>
          <p14:tracePt t="62084" x="2286000" y="1314450"/>
          <p14:tracePt t="62098" x="2286000" y="1352550"/>
          <p14:tracePt t="62114" x="2292350" y="1390650"/>
          <p14:tracePt t="62131" x="2298700" y="1428750"/>
          <p14:tracePt t="62148" x="2298700" y="1473200"/>
          <p14:tracePt t="62164" x="2298700" y="1517650"/>
          <p14:tracePt t="62181" x="2298700" y="1581150"/>
          <p14:tracePt t="62198" x="2286000" y="1695450"/>
          <p14:tracePt t="62214" x="2266950" y="1778000"/>
          <p14:tracePt t="62231" x="2247900" y="1816100"/>
          <p14:tracePt t="62248" x="2184400" y="1917700"/>
          <p14:tracePt t="62265" x="2159000" y="1974850"/>
          <p14:tracePt t="62281" x="2095500" y="2019300"/>
          <p14:tracePt t="62298" x="2032000" y="2044700"/>
          <p14:tracePt t="62315" x="2000250" y="2057400"/>
          <p14:tracePt t="62331" x="1955800" y="2057400"/>
          <p14:tracePt t="62348" x="1936750" y="2063750"/>
          <p14:tracePt t="62364" x="1860550" y="2057400"/>
          <p14:tracePt t="62381" x="1809750" y="2044700"/>
          <p14:tracePt t="62398" x="1765300" y="2044700"/>
          <p14:tracePt t="62415" x="1600200" y="2044700"/>
          <p14:tracePt t="62431" x="1536700" y="2044700"/>
          <p14:tracePt t="62448" x="1504950" y="2044700"/>
          <p14:tracePt t="62464" x="1466850" y="2038350"/>
          <p14:tracePt t="62481" x="1460500" y="2038350"/>
          <p14:tracePt t="62498" x="1454150" y="2038350"/>
          <p14:tracePt t="62515" x="1454150" y="2032000"/>
          <p14:tracePt t="62531" x="1447800" y="2032000"/>
          <p14:tracePt t="62579" x="1447800" y="2025650"/>
          <p14:tracePt t="62611" x="1447800" y="2019300"/>
          <p14:tracePt t="62643" x="1447800" y="2012950"/>
          <p14:tracePt t="62659" x="1447800" y="2006600"/>
          <p14:tracePt t="62667" x="1447800" y="2000250"/>
          <p14:tracePt t="62675" x="1441450" y="1993900"/>
          <p14:tracePt t="62683" x="1441450" y="1981200"/>
          <p14:tracePt t="62699" x="1441450" y="1955800"/>
          <p14:tracePt t="62714" x="1447800" y="1936750"/>
          <p14:tracePt t="62731" x="1454150" y="1905000"/>
          <p14:tracePt t="62748" x="1454150" y="1879600"/>
          <p14:tracePt t="62765" x="1466850" y="1860550"/>
          <p14:tracePt t="62781" x="1492250" y="1828800"/>
          <p14:tracePt t="62798" x="1492250" y="1822450"/>
          <p14:tracePt t="62814" x="1504950" y="1816100"/>
          <p14:tracePt t="62831" x="1504950" y="1809750"/>
          <p14:tracePt t="62864" x="1517650" y="1809750"/>
          <p14:tracePt t="62881" x="1517650" y="1803400"/>
          <p14:tracePt t="62898" x="1524000" y="1803400"/>
          <p14:tracePt t="62923" x="1530350" y="1803400"/>
          <p14:tracePt t="62971" x="1536700" y="1803400"/>
          <p14:tracePt t="62987" x="1543050" y="1797050"/>
          <p14:tracePt t="63011" x="1562100" y="1790700"/>
          <p14:tracePt t="63035" x="1568450" y="1790700"/>
          <p14:tracePt t="63043" x="1581150" y="1784350"/>
          <p14:tracePt t="63051" x="1587500" y="1784350"/>
          <p14:tracePt t="63067" x="1593850" y="1784350"/>
          <p14:tracePt t="63081" x="1600200" y="1784350"/>
          <p14:tracePt t="63098" x="1612900" y="1784350"/>
          <p14:tracePt t="63115" x="1619250" y="1784350"/>
          <p14:tracePt t="63132" x="1625600" y="1784350"/>
          <p14:tracePt t="63155" x="1638300" y="1784350"/>
          <p14:tracePt t="63219" x="1638300" y="1778000"/>
          <p14:tracePt t="63659" x="1638300" y="1771650"/>
          <p14:tracePt t="63683" x="1631950" y="1771650"/>
          <p14:tracePt t="63691" x="1631950" y="1765300"/>
          <p14:tracePt t="63738" x="1631950" y="1758950"/>
          <p14:tracePt t="65659" x="1638300" y="1758950"/>
          <p14:tracePt t="65675" x="1651000" y="1765300"/>
          <p14:tracePt t="65699" x="1651000" y="1771650"/>
          <p14:tracePt t="65715" x="1657350" y="1771650"/>
          <p14:tracePt t="65723" x="1657350" y="1778000"/>
          <p14:tracePt t="65771" x="1663700" y="1784350"/>
          <p14:tracePt t="65787" x="1670050" y="1790700"/>
          <p14:tracePt t="65819" x="1682750" y="1790700"/>
          <p14:tracePt t="65827" x="1689100" y="1790700"/>
          <p14:tracePt t="65851" x="1689100" y="1803400"/>
          <p14:tracePt t="65867" x="1701800" y="1803400"/>
          <p14:tracePt t="65899" x="1708150" y="1803400"/>
          <p14:tracePt t="65915" x="1720850" y="1803400"/>
          <p14:tracePt t="65939" x="1727200" y="1809750"/>
          <p14:tracePt t="65947" x="1727200" y="1816100"/>
          <p14:tracePt t="65956" x="1733550" y="1816100"/>
          <p14:tracePt t="65964" x="1746250" y="1822450"/>
          <p14:tracePt t="65981" x="1752600" y="1822450"/>
          <p14:tracePt t="65998" x="1771650" y="1828800"/>
          <p14:tracePt t="66015" x="1784350" y="1841500"/>
          <p14:tracePt t="66031" x="1797050" y="1847850"/>
          <p14:tracePt t="66048" x="1803400" y="1847850"/>
          <p14:tracePt t="66064" x="1816100" y="1860550"/>
          <p14:tracePt t="66081" x="1854200" y="1873250"/>
          <p14:tracePt t="66098" x="1866900" y="1885950"/>
          <p14:tracePt t="66114" x="1898650" y="1898650"/>
          <p14:tracePt t="66131" x="1930400" y="1917700"/>
          <p14:tracePt t="66148" x="1962150" y="1936750"/>
          <p14:tracePt t="66164" x="1968500" y="1936750"/>
          <p14:tracePt t="66181" x="1974850" y="1943100"/>
          <p14:tracePt t="66198" x="2000250" y="1949450"/>
          <p14:tracePt t="66214" x="2032000" y="1974850"/>
          <p14:tracePt t="66231" x="2070100" y="1993900"/>
          <p14:tracePt t="66248" x="2108200" y="2025650"/>
          <p14:tracePt t="66265" x="2139950" y="2032000"/>
          <p14:tracePt t="66282" x="2184400" y="2070100"/>
          <p14:tracePt t="66298" x="2222500" y="2089150"/>
          <p14:tracePt t="66315" x="2292350" y="2127250"/>
          <p14:tracePt t="66331" x="2317750" y="2139950"/>
          <p14:tracePt t="66348" x="2336800" y="2146300"/>
          <p14:tracePt t="66364" x="2362200" y="2171700"/>
          <p14:tracePt t="66381" x="2381250" y="2184400"/>
          <p14:tracePt t="66398" x="2393950" y="2184400"/>
          <p14:tracePt t="66414" x="2400300" y="2184400"/>
          <p14:tracePt t="66431" x="2413000" y="2197100"/>
          <p14:tracePt t="66448" x="2419350" y="2209800"/>
          <p14:tracePt t="66464" x="2438400" y="2209800"/>
          <p14:tracePt t="66481" x="2451100" y="2228850"/>
          <p14:tracePt t="66498" x="2457450" y="2228850"/>
          <p14:tracePt t="66514" x="2482850" y="2247900"/>
          <p14:tracePt t="66531" x="2495550" y="2260600"/>
          <p14:tracePt t="66548" x="2501900" y="2266950"/>
          <p14:tracePt t="66565" x="2508250" y="2266950"/>
          <p14:tracePt t="66581" x="2514600" y="2279650"/>
          <p14:tracePt t="66598" x="2533650" y="2279650"/>
          <p14:tracePt t="66614" x="2533650" y="2292350"/>
          <p14:tracePt t="66631" x="2540000" y="2298700"/>
          <p14:tracePt t="66648" x="2546350" y="2298700"/>
          <p14:tracePt t="66664" x="2552700" y="2311400"/>
          <p14:tracePt t="66681" x="2565400" y="2324100"/>
          <p14:tracePt t="66698" x="2584450" y="2343150"/>
          <p14:tracePt t="66714" x="2603500" y="2362200"/>
          <p14:tracePt t="66731" x="2603500" y="2368550"/>
          <p14:tracePt t="66747" x="2609850" y="2381250"/>
          <p14:tracePt t="66764" x="2622550" y="2381250"/>
          <p14:tracePt t="66827" x="2628900" y="2381250"/>
          <p14:tracePt t="66867" x="2641600" y="2381250"/>
          <p14:tracePt t="66899" x="2660650" y="2381250"/>
          <p14:tracePt t="66907" x="2673350" y="2381250"/>
          <p14:tracePt t="66915" x="2679700" y="2381250"/>
          <p14:tracePt t="66931" x="2686050" y="2374900"/>
          <p14:tracePt t="66947" x="2717800" y="2374900"/>
          <p14:tracePt t="66964" x="2743200" y="2368550"/>
          <p14:tracePt t="66981" x="2768600" y="2368550"/>
          <p14:tracePt t="66998" x="2794000" y="2368550"/>
          <p14:tracePt t="67015" x="2825750" y="2368550"/>
          <p14:tracePt t="67031" x="2838450" y="2368550"/>
          <p14:tracePt t="67048" x="2844800" y="2368550"/>
          <p14:tracePt t="67065" x="2857500" y="2368550"/>
          <p14:tracePt t="67081" x="2876550" y="2368550"/>
          <p14:tracePt t="67107" x="2889250" y="2368550"/>
          <p14:tracePt t="67115" x="2895600" y="2368550"/>
          <p14:tracePt t="67139" x="2901950" y="2374900"/>
          <p14:tracePt t="67148" x="2908300" y="2381250"/>
          <p14:tracePt t="67164" x="2927350" y="2381250"/>
          <p14:tracePt t="67181" x="2940050" y="2393950"/>
          <p14:tracePt t="67198" x="2965450" y="2393950"/>
          <p14:tracePt t="67215" x="2990850" y="2400300"/>
          <p14:tracePt t="67231" x="3035300" y="2400300"/>
          <p14:tracePt t="67248" x="3067050" y="2400300"/>
          <p14:tracePt t="67265" x="3092450" y="2393950"/>
          <p14:tracePt t="67282" x="3124200" y="2381250"/>
          <p14:tracePt t="67298" x="3136900" y="2374900"/>
          <p14:tracePt t="67315" x="3143250" y="2362200"/>
          <p14:tracePt t="67331" x="3149600" y="2355850"/>
          <p14:tracePt t="67348" x="3149600" y="2343150"/>
          <p14:tracePt t="67365" x="3149600" y="2336800"/>
          <p14:tracePt t="67381" x="3149600" y="2324100"/>
          <p14:tracePt t="67398" x="3143250" y="2324100"/>
          <p14:tracePt t="67414" x="3136900" y="2324100"/>
          <p14:tracePt t="67448" x="3130550" y="2317750"/>
          <p14:tracePt t="67464" x="3124200" y="2317750"/>
          <p14:tracePt t="67515" x="3117850" y="2317750"/>
          <p14:tracePt t="67563" x="3117850" y="2330450"/>
          <p14:tracePt t="67667" x="3124200" y="2330450"/>
          <p14:tracePt t="67674" x="3130550" y="2324100"/>
          <p14:tracePt t="67683" x="3136900" y="2317750"/>
          <p14:tracePt t="67706" x="3143250" y="2311400"/>
          <p14:tracePt t="67715" x="3149600" y="2298700"/>
          <p14:tracePt t="67731" x="3149600" y="2292350"/>
          <p14:tracePt t="67795" x="3168650" y="2286000"/>
          <p14:tracePt t="67826" x="3168650" y="2292350"/>
          <p14:tracePt t="67850" x="3175000" y="2311400"/>
          <p14:tracePt t="67858" x="3175000" y="2324100"/>
          <p14:tracePt t="67866" x="3181350" y="2336800"/>
          <p14:tracePt t="67881" x="3200400" y="2343150"/>
          <p14:tracePt t="67898" x="3270250" y="2387600"/>
          <p14:tracePt t="67914" x="3346450" y="2406650"/>
          <p14:tracePt t="67931" x="3435350" y="2406650"/>
          <p14:tracePt t="67948" x="3498850" y="2387600"/>
          <p14:tracePt t="67965" x="3581400" y="2349500"/>
          <p14:tracePt t="67981" x="3676650" y="2273300"/>
          <p14:tracePt t="67998" x="3695700" y="2247900"/>
          <p14:tracePt t="68014" x="3708400" y="2228850"/>
          <p14:tracePt t="68048" x="3708400" y="2222500"/>
          <p14:tracePt t="68091" x="3714750" y="2228850"/>
          <p14:tracePt t="68099" x="3721100" y="2241550"/>
          <p14:tracePt t="68107" x="3721100" y="2260600"/>
          <p14:tracePt t="68115" x="3727450" y="2279650"/>
          <p14:tracePt t="68131" x="3733800" y="2292350"/>
          <p14:tracePt t="68148" x="3771900" y="2343150"/>
          <p14:tracePt t="68164" x="3797300" y="2355850"/>
          <p14:tracePt t="68181" x="3835400" y="2368550"/>
          <p14:tracePt t="68198" x="3924300" y="2387600"/>
          <p14:tracePt t="68214" x="4006850" y="2387600"/>
          <p14:tracePt t="68231" x="4025900" y="2387600"/>
          <p14:tracePt t="68248" x="4102100" y="2362200"/>
          <p14:tracePt t="68264" x="4121150" y="2343150"/>
          <p14:tracePt t="68331" x="4121150" y="2349500"/>
          <p14:tracePt t="68347" x="4133850" y="2374900"/>
          <p14:tracePt t="68355" x="4140200" y="2393950"/>
          <p14:tracePt t="68364" x="4140200" y="2413000"/>
          <p14:tracePt t="68381" x="4146550" y="2425700"/>
          <p14:tracePt t="68398" x="4165600" y="2444750"/>
          <p14:tracePt t="68414" x="4184650" y="2457450"/>
          <p14:tracePt t="68431" x="4191000" y="2457450"/>
          <p14:tracePt t="68467" x="4191000" y="2451100"/>
          <p14:tracePt t="68481" x="4191000" y="2438400"/>
          <p14:tracePt t="68498" x="4178300" y="2393950"/>
          <p14:tracePt t="68514" x="4076700" y="2203450"/>
          <p14:tracePt t="68531" x="4057650" y="2171700"/>
          <p14:tracePt t="68548" x="3911600" y="2082800"/>
          <p14:tracePt t="68565" x="3632200" y="2044700"/>
          <p14:tracePt t="68581" x="3409950" y="2019300"/>
          <p14:tracePt t="68598" x="3244850" y="2019300"/>
          <p14:tracePt t="68614" x="3086100" y="2019300"/>
          <p14:tracePt t="68631" x="3041650" y="2019300"/>
          <p14:tracePt t="68648" x="3028950" y="2025650"/>
          <p14:tracePt t="68681" x="3016250" y="2032000"/>
          <p14:tracePt t="68707" x="3003550" y="2044700"/>
          <p14:tracePt t="68723" x="2997200" y="2044700"/>
          <p14:tracePt t="68731" x="2997200" y="2057400"/>
          <p14:tracePt t="68748" x="2984500" y="2057400"/>
          <p14:tracePt t="68765" x="2978150" y="2063750"/>
          <p14:tracePt t="68781" x="2971800" y="2063750"/>
          <p14:tracePt t="68797" x="2965450" y="2070100"/>
          <p14:tracePt t="68814" x="2952750" y="2076450"/>
          <p14:tracePt t="68847" x="2946400" y="2076450"/>
          <p14:tracePt t="68864" x="2933700" y="2076450"/>
          <p14:tracePt t="68882" x="2927350" y="2076450"/>
          <p14:tracePt t="68963" x="2921000" y="2076450"/>
          <p14:tracePt t="68987" x="2921000" y="2070100"/>
          <p14:tracePt t="68995" x="2914650" y="2063750"/>
          <p14:tracePt t="69003" x="2901950" y="2057400"/>
          <p14:tracePt t="69014" x="2895600" y="2057400"/>
          <p14:tracePt t="69031" x="2882900" y="2038350"/>
          <p14:tracePt t="69048" x="2863850" y="2025650"/>
          <p14:tracePt t="69065" x="2851150" y="2019300"/>
          <p14:tracePt t="69081" x="2838450" y="2006600"/>
          <p14:tracePt t="69084" x="2819400" y="2006600"/>
          <p14:tracePt t="69098" x="2806700" y="2000250"/>
          <p14:tracePt t="69114" x="2730500" y="1974850"/>
          <p14:tracePt t="69131" x="2717800" y="1968500"/>
          <p14:tracePt t="69148" x="2705100" y="1962150"/>
          <p14:tracePt t="69164" x="2660650" y="1949450"/>
          <p14:tracePt t="69181" x="2635250" y="1943100"/>
          <p14:tracePt t="69198" x="2622550" y="1936750"/>
          <p14:tracePt t="69214" x="2616200" y="1936750"/>
          <p14:tracePt t="69231" x="2597150" y="1930400"/>
          <p14:tracePt t="69248" x="2578100" y="1930400"/>
          <p14:tracePt t="69265" x="2552700" y="1930400"/>
          <p14:tracePt t="69281" x="2533650" y="1930400"/>
          <p14:tracePt t="69298" x="2495550" y="1930400"/>
          <p14:tracePt t="69314" x="2482850" y="1930400"/>
          <p14:tracePt t="69331" x="2463800" y="1930400"/>
          <p14:tracePt t="69348" x="2451100" y="1930400"/>
          <p14:tracePt t="69364" x="2438400" y="1930400"/>
          <p14:tracePt t="69381" x="2419350" y="1930400"/>
          <p14:tracePt t="69398" x="2413000" y="1936750"/>
          <p14:tracePt t="69414" x="2406650" y="1936750"/>
          <p14:tracePt t="69431" x="2387600" y="1949450"/>
          <p14:tracePt t="69448" x="2362200" y="1968500"/>
          <p14:tracePt t="69464" x="2355850" y="1974850"/>
          <p14:tracePt t="69481" x="2349500" y="1981200"/>
          <p14:tracePt t="69498" x="2343150" y="1993900"/>
          <p14:tracePt t="69515" x="2324100" y="2006600"/>
          <p14:tracePt t="69548" x="2324100" y="2019300"/>
          <p14:tracePt t="69564" x="2317750" y="2038350"/>
          <p14:tracePt t="69581" x="2317750" y="2044700"/>
          <p14:tracePt t="69598" x="2311400" y="2063750"/>
          <p14:tracePt t="69614" x="2311400" y="2076450"/>
          <p14:tracePt t="69631" x="2305050" y="2089150"/>
          <p14:tracePt t="69648" x="2311400" y="2101850"/>
          <p14:tracePt t="69664" x="2311400" y="2108200"/>
          <p14:tracePt t="69681" x="2311400" y="2114550"/>
          <p14:tracePt t="69698" x="2311400" y="2120900"/>
          <p14:tracePt t="69714" x="2311400" y="2139950"/>
          <p14:tracePt t="69747" x="2311400" y="2146300"/>
          <p14:tracePt t="69764" x="2317750" y="2159000"/>
          <p14:tracePt t="69781" x="2317750" y="2165350"/>
          <p14:tracePt t="69798" x="2330450" y="2184400"/>
          <p14:tracePt t="69814" x="2336800" y="2209800"/>
          <p14:tracePt t="69831" x="2349500" y="2216150"/>
          <p14:tracePt t="69848" x="2374900" y="2247900"/>
          <p14:tracePt t="69865" x="2381250" y="2254250"/>
          <p14:tracePt t="69881" x="2400300" y="2273300"/>
          <p14:tracePt t="69898" x="2444750" y="2298700"/>
          <p14:tracePt t="69914" x="2489200" y="2324100"/>
          <p14:tracePt t="69931" x="2533650" y="2336800"/>
          <p14:tracePt t="69948" x="2546350" y="2343150"/>
          <p14:tracePt t="69964" x="2584450" y="2349500"/>
          <p14:tracePt t="69981" x="2622550" y="2355850"/>
          <p14:tracePt t="69998" x="2660650" y="2362200"/>
          <p14:tracePt t="70014" x="2705100" y="2362200"/>
          <p14:tracePt t="70031" x="2749550" y="2362200"/>
          <p14:tracePt t="70048" x="2832100" y="2355850"/>
          <p14:tracePt t="70065" x="2863850" y="2355850"/>
          <p14:tracePt t="70081" x="2914650" y="2349500"/>
          <p14:tracePt t="70098" x="2984500" y="2343150"/>
          <p14:tracePt t="70114" x="3028950" y="2324100"/>
          <p14:tracePt t="70131" x="3067050" y="2317750"/>
          <p14:tracePt t="70148" x="3086100" y="2305050"/>
          <p14:tracePt t="70164" x="3098800" y="2292350"/>
          <p14:tracePt t="70181" x="3117850" y="2260600"/>
          <p14:tracePt t="70198" x="3124200" y="2260600"/>
          <p14:tracePt t="70215" x="3136900" y="2228850"/>
          <p14:tracePt t="70231" x="3149600" y="2184400"/>
          <p14:tracePt t="70247" x="3162300" y="2152650"/>
          <p14:tracePt t="70264" x="3162300" y="2127250"/>
          <p14:tracePt t="70281" x="3162300" y="2076450"/>
          <p14:tracePt t="70298" x="3162300" y="2063750"/>
          <p14:tracePt t="70314" x="3162300" y="2012950"/>
          <p14:tracePt t="70331" x="3136900" y="1943100"/>
          <p14:tracePt t="70347" x="3130550" y="1911350"/>
          <p14:tracePt t="70364" x="3105150" y="1879600"/>
          <p14:tracePt t="70381" x="3105150" y="1860550"/>
          <p14:tracePt t="70397" x="3086100" y="1847850"/>
          <p14:tracePt t="70414" x="3067050" y="1822450"/>
          <p14:tracePt t="70431" x="3028950" y="1797050"/>
          <p14:tracePt t="70447" x="2997200" y="1784350"/>
          <p14:tracePt t="70464" x="2990850" y="1778000"/>
          <p14:tracePt t="70481" x="2908300" y="1758950"/>
          <p14:tracePt t="70497" x="2857500" y="1752600"/>
          <p14:tracePt t="70514" x="2717800" y="1733550"/>
          <p14:tracePt t="70531" x="2673350" y="1733550"/>
          <p14:tracePt t="70548" x="2628900" y="1727200"/>
          <p14:tracePt t="70565" x="2565400" y="1720850"/>
          <p14:tracePt t="70581" x="2457450" y="1720850"/>
          <p14:tracePt t="70598" x="2406650" y="1733550"/>
          <p14:tracePt t="70614" x="2336800" y="1758950"/>
          <p14:tracePt t="70631" x="2317750" y="1758950"/>
          <p14:tracePt t="70648" x="2286000" y="1778000"/>
          <p14:tracePt t="70664" x="2254250" y="1809750"/>
          <p14:tracePt t="70681" x="2235200" y="1822450"/>
          <p14:tracePt t="70698" x="2203450" y="1866900"/>
          <p14:tracePt t="70715" x="2178050" y="1892300"/>
          <p14:tracePt t="70731" x="2159000" y="1917700"/>
          <p14:tracePt t="70748" x="2139950" y="1987550"/>
          <p14:tracePt t="70765" x="2127250" y="2019300"/>
          <p14:tracePt t="70781" x="2127250" y="2044700"/>
          <p14:tracePt t="70798" x="2114550" y="2101850"/>
          <p14:tracePt t="70814" x="2108200" y="2139950"/>
          <p14:tracePt t="70831" x="2108200" y="2178050"/>
          <p14:tracePt t="70848" x="2114550" y="2235200"/>
          <p14:tracePt t="70864" x="2114550" y="2260600"/>
          <p14:tracePt t="70881" x="2114550" y="2286000"/>
          <p14:tracePt t="70898" x="2127250" y="2305050"/>
          <p14:tracePt t="70914" x="2139950" y="2317750"/>
          <p14:tracePt t="70931" x="2139950" y="2324100"/>
          <p14:tracePt t="70948" x="2146300" y="2330450"/>
          <p14:tracePt t="70964" x="2152650" y="2330450"/>
          <p14:tracePt t="70981" x="2159000" y="2343150"/>
          <p14:tracePt t="70998" x="2171700" y="2368550"/>
          <p14:tracePt t="71015" x="2190750" y="2368550"/>
          <p14:tracePt t="71031" x="2216150" y="2393950"/>
          <p14:tracePt t="71048" x="2260600" y="2432050"/>
          <p14:tracePt t="71064" x="2286000" y="2438400"/>
          <p14:tracePt t="71081" x="2324100" y="2451100"/>
          <p14:tracePt t="71084" x="2381250" y="2457450"/>
          <p14:tracePt t="71098" x="2406650" y="2463800"/>
          <p14:tracePt t="71115" x="2470150" y="2463800"/>
          <p14:tracePt t="71131" x="2514600" y="2457450"/>
          <p14:tracePt t="71148" x="2673350" y="2413000"/>
          <p14:tracePt t="71164" x="2749550" y="2387600"/>
          <p14:tracePt t="71181" x="2806700" y="2343150"/>
          <p14:tracePt t="71198" x="2851150" y="2311400"/>
          <p14:tracePt t="71214" x="2876550" y="2273300"/>
          <p14:tracePt t="71231" x="2901950" y="2241550"/>
          <p14:tracePt t="71248" x="2901950" y="2190750"/>
          <p14:tracePt t="71264" x="2901950" y="2178050"/>
          <p14:tracePt t="71282" x="2895600" y="2165350"/>
          <p14:tracePt t="71298" x="2876550" y="2120900"/>
          <p14:tracePt t="71314" x="2844800" y="2089150"/>
          <p14:tracePt t="71331" x="2774950" y="2044700"/>
          <p14:tracePt t="71348" x="2743200" y="2038350"/>
          <p14:tracePt t="71365" x="2730500" y="2038350"/>
          <p14:tracePt t="71381" x="2717800" y="2032000"/>
          <p14:tracePt t="71427" x="2711450" y="2032000"/>
          <p14:tracePt t="71443" x="2698750" y="2038350"/>
          <p14:tracePt t="71451" x="2692400" y="2044700"/>
          <p14:tracePt t="71475" x="2673350" y="2063750"/>
          <p14:tracePt t="71484" x="2660650" y="2076450"/>
          <p14:tracePt t="71498" x="2641600" y="2089150"/>
          <p14:tracePt t="71514" x="2540000" y="2190750"/>
          <p14:tracePt t="71531" x="2501900" y="2235200"/>
          <p14:tracePt t="71548" x="2470150" y="2292350"/>
          <p14:tracePt t="71565" x="2457450" y="2317750"/>
          <p14:tracePt t="71581" x="2444750" y="2343150"/>
          <p14:tracePt t="71598" x="2444750" y="2374900"/>
          <p14:tracePt t="71615" x="2444750" y="2393950"/>
          <p14:tracePt t="71648" x="2451100" y="2419350"/>
          <p14:tracePt t="71664" x="2457450" y="2432050"/>
          <p14:tracePt t="71681" x="2457450" y="2444750"/>
          <p14:tracePt t="71698" x="2470150" y="2470150"/>
          <p14:tracePt t="71715" x="2482850" y="2482850"/>
          <p14:tracePt t="71731" x="2489200" y="2501900"/>
          <p14:tracePt t="71748" x="2501900" y="2520950"/>
          <p14:tracePt t="71764" x="2533650" y="2533650"/>
          <p14:tracePt t="71781" x="2546350" y="2546350"/>
          <p14:tracePt t="71798" x="2616200" y="2565400"/>
          <p14:tracePt t="71814" x="2622550" y="2565400"/>
          <p14:tracePt t="71831" x="2679700" y="2571750"/>
          <p14:tracePt t="71848" x="2813050" y="2578100"/>
          <p14:tracePt t="71864" x="2895600" y="2578100"/>
          <p14:tracePt t="71881" x="2984500" y="2571750"/>
          <p14:tracePt t="71898" x="3092450" y="2546350"/>
          <p14:tracePt t="71914" x="3263900" y="2514600"/>
          <p14:tracePt t="71931" x="3359150" y="2501900"/>
          <p14:tracePt t="71947" x="3467100" y="2476500"/>
          <p14:tracePt t="71964" x="3606800" y="2457450"/>
          <p14:tracePt t="71981" x="3683000" y="2457450"/>
          <p14:tracePt t="71998" x="3733800" y="2451100"/>
          <p14:tracePt t="72015" x="3835400" y="2451100"/>
          <p14:tracePt t="72031" x="3924300" y="2451100"/>
          <p14:tracePt t="72048" x="3994150" y="2451100"/>
          <p14:tracePt t="72064" x="4146550" y="2444750"/>
          <p14:tracePt t="72081" x="4197350" y="2444750"/>
          <p14:tracePt t="72098" x="4241800" y="2438400"/>
          <p14:tracePt t="72114" x="4375150" y="2432050"/>
          <p14:tracePt t="72131" x="4445000" y="2425700"/>
          <p14:tracePt t="72148" x="4527550" y="2419350"/>
          <p14:tracePt t="72164" x="4654550" y="2419350"/>
          <p14:tracePt t="72181" x="4679950" y="2419350"/>
          <p14:tracePt t="72198" x="4756150" y="2413000"/>
          <p14:tracePt t="72214" x="4813300" y="2406650"/>
          <p14:tracePt t="72231" x="4965700" y="2381250"/>
          <p14:tracePt t="72248" x="5054600" y="2362200"/>
          <p14:tracePt t="72265" x="5073650" y="2355850"/>
          <p14:tracePt t="72282" x="5238750" y="2324100"/>
          <p14:tracePt t="72298" x="5264150" y="2317750"/>
          <p14:tracePt t="72314" x="5353050" y="2311400"/>
          <p14:tracePt t="72331" x="5391150" y="2311400"/>
          <p14:tracePt t="72348" x="5467350" y="2311400"/>
          <p14:tracePt t="72365" x="5524500" y="2311400"/>
          <p14:tracePt t="72381" x="5575300" y="2311400"/>
          <p14:tracePt t="72398" x="5645150" y="2311400"/>
          <p14:tracePt t="72414" x="5676900" y="2311400"/>
          <p14:tracePt t="72431" x="5689600" y="2311400"/>
          <p14:tracePt t="72707" x="5689600" y="2317750"/>
          <p14:tracePt t="72715" x="5683250" y="2317750"/>
          <p14:tracePt t="72723" x="5670550" y="2317750"/>
          <p14:tracePt t="72731" x="5670550" y="2324100"/>
          <p14:tracePt t="72748" x="5632450" y="2343150"/>
          <p14:tracePt t="72764" x="5600700" y="2355850"/>
          <p14:tracePt t="72781" x="5581650" y="2362200"/>
          <p14:tracePt t="72798" x="5556250" y="2374900"/>
          <p14:tracePt t="72814" x="5537200" y="2387600"/>
          <p14:tracePt t="72831" x="5511800" y="2400300"/>
          <p14:tracePt t="72847" x="5511800" y="2406650"/>
          <p14:tracePt t="72864" x="5492750" y="2419350"/>
          <p14:tracePt t="72881" x="5480050" y="2438400"/>
          <p14:tracePt t="72897" x="5467350" y="2470150"/>
          <p14:tracePt t="72914" x="5441950" y="2508250"/>
          <p14:tracePt t="72931" x="5441950" y="2514600"/>
          <p14:tracePt t="72948" x="5441950" y="2520950"/>
          <p14:tracePt t="72964" x="5429250" y="2533650"/>
          <p14:tracePt t="73100" x="5429250" y="2527300"/>
          <p14:tracePt t="73115" x="5429250" y="2514600"/>
          <p14:tracePt t="73123" x="5429250" y="2508250"/>
          <p14:tracePt t="73131" x="5429250" y="2501900"/>
          <p14:tracePt t="73148" x="5422900" y="2501900"/>
          <p14:tracePt t="73164" x="5403850" y="2482850"/>
          <p14:tracePt t="73181" x="5403850" y="2463800"/>
          <p14:tracePt t="73198" x="5384800" y="2451100"/>
          <p14:tracePt t="73215" x="5334000" y="2419350"/>
          <p14:tracePt t="73231" x="5048250" y="2349500"/>
          <p14:tracePt t="73248" x="4991100" y="2343150"/>
          <p14:tracePt t="73264" x="4584700" y="2336800"/>
          <p14:tracePt t="73281" x="3575050" y="2336800"/>
          <p14:tracePt t="73298" x="2965450" y="2349500"/>
          <p14:tracePt t="73314" x="1924050" y="2413000"/>
          <p14:tracePt t="73331" x="1778000" y="2419350"/>
          <p14:tracePt t="73348" x="1466850" y="2457450"/>
          <p14:tracePt t="73364" x="1403350" y="2463800"/>
          <p14:tracePt t="73381" x="1377950" y="2470150"/>
          <p14:tracePt t="73531" x="1377950" y="2476500"/>
          <p14:tracePt t="73547" x="1377950" y="2482850"/>
          <p14:tracePt t="73563" x="1377950" y="2489200"/>
          <p14:tracePt t="73571" x="1390650" y="2489200"/>
          <p14:tracePt t="73581" x="1403350" y="2495550"/>
          <p14:tracePt t="73598" x="1536700" y="2533650"/>
          <p14:tracePt t="73614" x="1682750" y="2552700"/>
          <p14:tracePt t="73631" x="1879600" y="2559050"/>
          <p14:tracePt t="73648" x="1930400" y="2571750"/>
          <p14:tracePt t="73664" x="2559050" y="2603500"/>
          <p14:tracePt t="73681" x="3041650" y="2590800"/>
          <p14:tracePt t="73698" x="4095750" y="2520950"/>
          <p14:tracePt t="73714" x="4692650" y="2451100"/>
          <p14:tracePt t="73731" x="4908550" y="2419350"/>
          <p14:tracePt t="73748" x="5397500" y="2343150"/>
          <p14:tracePt t="73765" x="5549900" y="2298700"/>
          <p14:tracePt t="73781" x="5689600" y="2286000"/>
          <p14:tracePt t="73798" x="5727700" y="2279650"/>
          <p14:tracePt t="73814" x="5746750" y="2279650"/>
          <p14:tracePt t="73831" x="5759450" y="2273300"/>
          <p14:tracePt t="73891" x="5772150" y="2266950"/>
          <p14:tracePt t="73955" x="5784850" y="2254250"/>
          <p14:tracePt t="73970" x="5797550" y="2254250"/>
          <p14:tracePt t="73978" x="5803900" y="2254250"/>
          <p14:tracePt t="73986" x="5816600" y="2247900"/>
          <p14:tracePt t="73997" x="5822950" y="2247900"/>
          <p14:tracePt t="74014" x="5829300" y="2235200"/>
          <p14:tracePt t="74048" x="5829300" y="2228850"/>
          <p14:tracePt t="74065" x="5829300" y="2222500"/>
          <p14:tracePt t="74081" x="5822950" y="2197100"/>
          <p14:tracePt t="74084" x="5803900" y="2178050"/>
          <p14:tracePt t="74098" x="5772150" y="2165350"/>
          <p14:tracePt t="74115" x="5676900" y="2120900"/>
          <p14:tracePt t="74131" x="5600700" y="2101850"/>
          <p14:tracePt t="74147" x="5543550" y="2089150"/>
          <p14:tracePt t="74164" x="5429250" y="2076450"/>
          <p14:tracePt t="74181" x="5365750" y="2063750"/>
          <p14:tracePt t="74198" x="5353050" y="2057400"/>
          <p14:tracePt t="74214" x="5283200" y="2044700"/>
          <p14:tracePt t="74231" x="5245100" y="2044700"/>
          <p14:tracePt t="74247" x="5232400" y="2044700"/>
          <p14:tracePt t="74264" x="5207000" y="2051050"/>
          <p14:tracePt t="74281" x="5194300" y="2057400"/>
          <p14:tracePt t="74298" x="5175250" y="2070100"/>
          <p14:tracePt t="74314" x="5156200" y="2108200"/>
          <p14:tracePt t="74331" x="5130800" y="2159000"/>
          <p14:tracePt t="74348" x="5124450" y="2171700"/>
          <p14:tracePt t="74364" x="5124450" y="2184400"/>
          <p14:tracePt t="74381" x="5105400" y="2216150"/>
          <p14:tracePt t="74398" x="5105400" y="2235200"/>
          <p14:tracePt t="74414" x="5092700" y="2266950"/>
          <p14:tracePt t="74431" x="5092700" y="2279650"/>
          <p14:tracePt t="74448" x="5099050" y="2298700"/>
          <p14:tracePt t="74464" x="5099050" y="2305050"/>
          <p14:tracePt t="74481" x="5111750" y="2336800"/>
          <p14:tracePt t="74498" x="5124450" y="2362200"/>
          <p14:tracePt t="74515" x="5143500" y="2413000"/>
          <p14:tracePt t="74531" x="5162550" y="2438400"/>
          <p14:tracePt t="74548" x="5162550" y="2444750"/>
          <p14:tracePt t="74565" x="5207000" y="2470150"/>
          <p14:tracePt t="74581" x="5219700" y="2482850"/>
          <p14:tracePt t="74598" x="5264150" y="2514600"/>
          <p14:tracePt t="74614" x="5289550" y="2520950"/>
          <p14:tracePt t="74631" x="5302250" y="2527300"/>
          <p14:tracePt t="74648" x="5353050" y="2546350"/>
          <p14:tracePt t="74664" x="5378450" y="2546350"/>
          <p14:tracePt t="74681" x="5422900" y="2540000"/>
          <p14:tracePt t="74698" x="5429250" y="2527300"/>
          <p14:tracePt t="74714" x="5511800" y="2444750"/>
          <p14:tracePt t="74731" x="5556250" y="2381250"/>
          <p14:tracePt t="74748" x="5613400" y="2266950"/>
          <p14:tracePt t="74764" x="5651500" y="2216150"/>
          <p14:tracePt t="74781" x="5651500" y="2197100"/>
          <p14:tracePt t="74798" x="5651500" y="2190750"/>
          <p14:tracePt t="74814" x="5651500" y="2184400"/>
          <p14:tracePt t="74831" x="5645150" y="2178050"/>
          <p14:tracePt t="74848" x="5613400" y="2165350"/>
          <p14:tracePt t="74865" x="5575300" y="2165350"/>
          <p14:tracePt t="74898" x="5556250" y="2171700"/>
          <p14:tracePt t="74914" x="5524500" y="2197100"/>
          <p14:tracePt t="74931" x="5511800" y="2203450"/>
          <p14:tracePt t="74948" x="5499100" y="2228850"/>
          <p14:tracePt t="74964" x="5492750" y="2247900"/>
          <p14:tracePt t="74981" x="5480050" y="2324100"/>
          <p14:tracePt t="74998" x="5480050" y="2349500"/>
          <p14:tracePt t="75015" x="5480050" y="2355850"/>
          <p14:tracePt t="75115" x="5473700" y="2343150"/>
          <p14:tracePt t="75139" x="5448300" y="2317750"/>
          <p14:tracePt t="75147" x="5441950" y="2298700"/>
          <p14:tracePt t="75155" x="5435600" y="2298700"/>
          <p14:tracePt t="75164" x="5403850" y="2292350"/>
          <p14:tracePt t="75181" x="5365750" y="2279650"/>
          <p14:tracePt t="75198" x="5321300" y="2273300"/>
          <p14:tracePt t="75214" x="5302250" y="2273300"/>
          <p14:tracePt t="75231" x="5289550" y="2279650"/>
          <p14:tracePt t="75248" x="5283200" y="2279650"/>
          <p14:tracePt t="75282" x="5276850" y="2298700"/>
          <p14:tracePt t="75315" x="5276850" y="2305050"/>
          <p14:tracePt t="75387" x="5283200" y="2305050"/>
          <p14:tracePt t="75435" x="5295900" y="2305050"/>
          <p14:tracePt t="75499" x="5302250" y="2305050"/>
          <p14:tracePt t="75522" x="5308600" y="2311400"/>
          <p14:tracePt t="75539" x="5321300" y="2324100"/>
          <p14:tracePt t="75547" x="5321300" y="2330450"/>
          <p14:tracePt t="75555" x="5334000" y="2349500"/>
          <p14:tracePt t="75571" x="5334000" y="2362200"/>
          <p14:tracePt t="75581" x="5340350" y="2362200"/>
          <p14:tracePt t="75610" x="5340350" y="2368550"/>
          <p14:tracePt t="75626" x="5346700" y="2368550"/>
          <p14:tracePt t="75643" x="5346700" y="2374900"/>
          <p14:tracePt t="75675" x="5353050" y="2374900"/>
          <p14:tracePt t="75722" x="5353050" y="2368550"/>
          <p14:tracePt t="75739" x="5359400" y="2362200"/>
          <p14:tracePt t="75747" x="5359400" y="2349500"/>
          <p14:tracePt t="75787" x="5365750" y="2349500"/>
          <p14:tracePt t="75851" x="5378450" y="2349500"/>
          <p14:tracePt t="75874" x="5397500" y="2349500"/>
          <p14:tracePt t="75891" x="5416550" y="2336800"/>
          <p14:tracePt t="75899" x="5429250" y="2330450"/>
          <p14:tracePt t="75907" x="5467350" y="2292350"/>
          <p14:tracePt t="75915" x="5486400" y="2266950"/>
          <p14:tracePt t="75931" x="5524500" y="2197100"/>
          <p14:tracePt t="75947" x="5549900" y="2127250"/>
          <p14:tracePt t="75964" x="5549900" y="2089150"/>
          <p14:tracePt t="75981" x="5549900" y="2025650"/>
          <p14:tracePt t="75997" x="5530850" y="1968500"/>
          <p14:tracePt t="76014" x="5429250" y="1885950"/>
          <p14:tracePt t="76031" x="5353050" y="1860550"/>
          <p14:tracePt t="76047" x="5327650" y="1860550"/>
          <p14:tracePt t="76064" x="5270500" y="1860550"/>
          <p14:tracePt t="76081" x="5232400" y="1879600"/>
          <p14:tracePt t="76084" x="5219700" y="1892300"/>
          <p14:tracePt t="76098" x="5156200" y="1936750"/>
          <p14:tracePt t="76114" x="5099050" y="1987550"/>
          <p14:tracePt t="76131" x="5086350" y="2000250"/>
          <p14:tracePt t="76148" x="5080000" y="2012950"/>
          <p14:tracePt t="76164" x="5073650" y="2032000"/>
          <p14:tracePt t="76181" x="5073650" y="2051050"/>
          <p14:tracePt t="76198" x="5073650" y="2089150"/>
          <p14:tracePt t="76214" x="5073650" y="2108200"/>
          <p14:tracePt t="76231" x="5067300" y="2197100"/>
          <p14:tracePt t="76248" x="5067300" y="2254250"/>
          <p14:tracePt t="76264" x="5092700" y="2311400"/>
          <p14:tracePt t="76281" x="5130800" y="2393950"/>
          <p14:tracePt t="76298" x="5156200" y="2419350"/>
          <p14:tracePt t="76314" x="5175250" y="2470150"/>
          <p14:tracePt t="76331" x="5194300" y="2482850"/>
          <p14:tracePt t="76347" x="5213350" y="2495550"/>
          <p14:tracePt t="76364" x="5226050" y="2508250"/>
          <p14:tracePt t="76381" x="5245100" y="2520950"/>
          <p14:tracePt t="76398" x="5257800" y="2527300"/>
          <p14:tracePt t="76414" x="5276850" y="2533650"/>
          <p14:tracePt t="76431" x="5289550" y="2540000"/>
          <p14:tracePt t="76447" x="5302250" y="2552700"/>
          <p14:tracePt t="76464" x="5314950" y="2552700"/>
          <p14:tracePt t="76481" x="5327650" y="2559050"/>
          <p14:tracePt t="76498" x="5365750" y="2578100"/>
          <p14:tracePt t="76514" x="5435600" y="2603500"/>
          <p14:tracePt t="76531" x="5505450" y="2628900"/>
          <p14:tracePt t="76548" x="5537200" y="2635250"/>
          <p14:tracePt t="76565" x="5549900" y="2641600"/>
          <p14:tracePt t="76619" x="5556250" y="2641600"/>
          <p14:tracePt t="76699" x="5556250" y="2628900"/>
          <p14:tracePt t="76706" x="5556250" y="2622550"/>
          <p14:tracePt t="76715" x="5543550" y="2616200"/>
          <p14:tracePt t="76731" x="5530850" y="2603500"/>
          <p14:tracePt t="76748" x="5505450" y="2590800"/>
          <p14:tracePt t="76764" x="5499100" y="2584450"/>
          <p14:tracePt t="76781" x="5480050" y="2571750"/>
          <p14:tracePt t="76798" x="5441950" y="2559050"/>
          <p14:tracePt t="76815" x="5397500" y="2540000"/>
          <p14:tracePt t="76831" x="5289550" y="2482850"/>
          <p14:tracePt t="76848" x="5207000" y="2451100"/>
          <p14:tracePt t="76865" x="5162550" y="2432050"/>
          <p14:tracePt t="76881" x="4984750" y="2381250"/>
          <p14:tracePt t="76898" x="4953000" y="2381250"/>
          <p14:tracePt t="76931" x="4940300" y="2374900"/>
          <p14:tracePt t="77059" x="4940300" y="2368550"/>
          <p14:tracePt t="77091" x="4946650" y="2362200"/>
          <p14:tracePt t="77099" x="4959350" y="2355850"/>
          <p14:tracePt t="77107" x="4959350" y="2349500"/>
          <p14:tracePt t="77115" x="4978400" y="2330450"/>
          <p14:tracePt t="77131" x="4984750" y="2330450"/>
          <p14:tracePt t="77148" x="5003800" y="2317750"/>
          <p14:tracePt t="77164" x="5016500" y="2311400"/>
          <p14:tracePt t="77181" x="5029200" y="2305050"/>
          <p14:tracePt t="77198" x="5041900" y="2298700"/>
          <p14:tracePt t="77214" x="5105400" y="2292350"/>
          <p14:tracePt t="77231" x="5200650" y="2273300"/>
          <p14:tracePt t="77248" x="5232400" y="2266950"/>
          <p14:tracePt t="77265" x="5264150" y="2266950"/>
          <p14:tracePt t="77371" x="5264150" y="2273300"/>
          <p14:tracePt t="77379" x="5264150" y="2279650"/>
          <p14:tracePt t="77387" x="5264150" y="2298700"/>
          <p14:tracePt t="77398" x="5264150" y="2311400"/>
          <p14:tracePt t="77414" x="5264150" y="2336800"/>
          <p14:tracePt t="77431" x="5264150" y="2349500"/>
          <p14:tracePt t="77547" x="5270500" y="2349500"/>
          <p14:tracePt t="77563" x="5289550" y="2349500"/>
          <p14:tracePt t="77571" x="5302250" y="2349500"/>
          <p14:tracePt t="77587" x="5308600" y="2349500"/>
          <p14:tracePt t="77598" x="5321300" y="2343150"/>
          <p14:tracePt t="77614" x="5346700" y="2324100"/>
          <p14:tracePt t="77631" x="5372100" y="2311400"/>
          <p14:tracePt t="77648" x="5429250" y="2286000"/>
          <p14:tracePt t="77664" x="5448300" y="2279650"/>
          <p14:tracePt t="77681" x="5461000" y="2273300"/>
          <p14:tracePt t="77698" x="5486400" y="2260600"/>
          <p14:tracePt t="77714" x="5511800" y="2247900"/>
          <p14:tracePt t="77731" x="5518150" y="2241550"/>
          <p14:tracePt t="77748" x="5530850" y="2241550"/>
          <p14:tracePt t="77764" x="5543550" y="2235200"/>
          <p14:tracePt t="77939" x="5543550" y="2241550"/>
          <p14:tracePt t="77963" x="5537200" y="2247900"/>
          <p14:tracePt t="77971" x="5524500" y="2247900"/>
          <p14:tracePt t="77981" x="5505450" y="2254250"/>
          <p14:tracePt t="77998" x="5429250" y="2254250"/>
          <p14:tracePt t="78014" x="5416550" y="2254250"/>
          <p14:tracePt t="78031" x="5397500" y="2235200"/>
          <p14:tracePt t="78048" x="5372100" y="2209800"/>
          <p14:tracePt t="78065" x="5372100" y="2197100"/>
          <p14:tracePt t="78081" x="5372100" y="2184400"/>
          <p14:tracePt t="78083" x="5365750" y="2178050"/>
          <p14:tracePt t="78147" x="5359400" y="2171700"/>
          <p14:tracePt t="78155" x="5346700" y="2171700"/>
          <p14:tracePt t="78171" x="5321300" y="2165350"/>
          <p14:tracePt t="78181" x="5283200" y="2159000"/>
          <p14:tracePt t="78198" x="5200650" y="2146300"/>
          <p14:tracePt t="78214" x="4972050" y="2127250"/>
          <p14:tracePt t="78231" x="4743450" y="2114550"/>
          <p14:tracePt t="78248" x="4051300" y="2146300"/>
          <p14:tracePt t="78264" x="3784600" y="2178050"/>
          <p14:tracePt t="78281" x="3486150" y="2228850"/>
          <p14:tracePt t="78298" x="3016250" y="2292350"/>
          <p14:tracePt t="78315" x="2870200" y="2317750"/>
          <p14:tracePt t="78331" x="2825750" y="2324100"/>
          <p14:tracePt t="78451" x="2813050" y="2330450"/>
          <p14:tracePt t="78482" x="2806700" y="2343150"/>
          <p14:tracePt t="78507" x="2800350" y="2343150"/>
          <p14:tracePt t="78522" x="2794000" y="2343150"/>
          <p14:tracePt t="78539" x="2787650" y="2343150"/>
          <p14:tracePt t="78546" x="2762250" y="2343150"/>
          <p14:tracePt t="78555" x="2749550" y="2343150"/>
          <p14:tracePt t="78571" x="2711450" y="2343150"/>
          <p14:tracePt t="78581" x="2692400" y="2343150"/>
          <p14:tracePt t="78598" x="2641600" y="2336800"/>
          <p14:tracePt t="78614" x="2584450" y="2311400"/>
          <p14:tracePt t="78631" x="2584450" y="2305050"/>
          <p14:tracePt t="78648" x="2584450" y="2298700"/>
          <p14:tracePt t="78714" x="2584450" y="2292350"/>
          <p14:tracePt t="78723" x="2584450" y="2286000"/>
          <p14:tracePt t="78746" x="2584450" y="2279650"/>
          <p14:tracePt t="78755" x="2590800" y="2279650"/>
          <p14:tracePt t="78765" x="2597150" y="2273300"/>
          <p14:tracePt t="78781" x="2603500" y="2241550"/>
          <p14:tracePt t="78798" x="2616200" y="2241550"/>
          <p14:tracePt t="78814" x="2641600" y="2222500"/>
          <p14:tracePt t="78831" x="2641600" y="2216150"/>
          <p14:tracePt t="78848" x="2641600" y="2209800"/>
          <p14:tracePt t="78864" x="2641600" y="2197100"/>
          <p14:tracePt t="78883" x="2647950" y="2190750"/>
          <p14:tracePt t="78898" x="2647950" y="2184400"/>
          <p14:tracePt t="78915" x="2647950" y="2178050"/>
          <p14:tracePt t="78939" x="2654300" y="2171700"/>
          <p14:tracePt t="79011" x="2667000" y="2165350"/>
          <p14:tracePt t="79042" x="2679700" y="2159000"/>
          <p14:tracePt t="79066" x="2692400" y="2152650"/>
          <p14:tracePt t="79107" x="2698750" y="2146300"/>
          <p14:tracePt t="79211" x="2711450" y="2146300"/>
          <p14:tracePt t="79883" x="2736850" y="2159000"/>
          <p14:tracePt t="79891" x="2806700" y="2184400"/>
          <p14:tracePt t="79899" x="2870200" y="2216150"/>
          <p14:tracePt t="79914" x="3378200" y="2324100"/>
          <p14:tracePt t="79931" x="3505200" y="2343150"/>
          <p14:tracePt t="79947" x="3771900" y="2368550"/>
          <p14:tracePt t="79964" x="3949700" y="2387600"/>
          <p14:tracePt t="79981" x="4318000" y="2393950"/>
          <p14:tracePt t="79997" x="4445000" y="2393950"/>
          <p14:tracePt t="80014" x="4572000" y="2393950"/>
          <p14:tracePt t="80031" x="4648200" y="2387600"/>
          <p14:tracePt t="80047" x="4699000" y="2381250"/>
          <p14:tracePt t="80065" x="4724400" y="2381250"/>
          <p14:tracePt t="80082" x="4749800" y="2374900"/>
          <p14:tracePt t="80099" x="4756150" y="2374900"/>
          <p14:tracePt t="80114" x="4775200" y="2368550"/>
          <p14:tracePt t="80131" x="4845050" y="2362200"/>
          <p14:tracePt t="80147" x="4914900" y="2349500"/>
          <p14:tracePt t="80164" x="5016500" y="2343150"/>
          <p14:tracePt t="80181" x="5092700" y="2336800"/>
          <p14:tracePt t="80197" x="5238750" y="2330450"/>
          <p14:tracePt t="80214" x="5321300" y="2324100"/>
          <p14:tracePt t="80231" x="5346700" y="2311400"/>
          <p14:tracePt t="80274" x="5346700" y="2305050"/>
          <p14:tracePt t="80299" x="5346700" y="2298700"/>
          <p14:tracePt t="80307" x="5359400" y="2292350"/>
          <p14:tracePt t="80379" x="5365750" y="2286000"/>
          <p14:tracePt t="80402" x="5378450" y="2279650"/>
          <p14:tracePt t="80411" x="5384800" y="2273300"/>
          <p14:tracePt t="80419" x="5416550" y="2260600"/>
          <p14:tracePt t="80431" x="5454650" y="2241550"/>
          <p14:tracePt t="80448" x="5486400" y="2235200"/>
          <p14:tracePt t="80464" x="5568950" y="2190750"/>
          <p14:tracePt t="80481" x="5588000" y="2184400"/>
          <p14:tracePt t="80498" x="5664200" y="2146300"/>
          <p14:tracePt t="80514" x="5816600" y="2076450"/>
          <p14:tracePt t="80531" x="5918200" y="2025650"/>
          <p14:tracePt t="80548" x="6108700" y="1936750"/>
          <p14:tracePt t="80565" x="6159500" y="1911350"/>
          <p14:tracePt t="80581" x="6229350" y="1879600"/>
          <p14:tracePt t="80598" x="6356350" y="1822450"/>
          <p14:tracePt t="80614" x="6413500" y="1809750"/>
          <p14:tracePt t="80631" x="6445250" y="1797050"/>
          <p14:tracePt t="80648" x="6457950" y="1797050"/>
          <p14:tracePt t="80664" x="6477000" y="1790700"/>
          <p14:tracePt t="80681" x="6477000" y="1784350"/>
          <p14:tracePt t="80699" x="6477000" y="1778000"/>
          <p14:tracePt t="80923" x="6470650" y="1778000"/>
          <p14:tracePt t="80931" x="6464300" y="1778000"/>
          <p14:tracePt t="80939" x="6394450" y="1790700"/>
          <p14:tracePt t="80947" x="6286500" y="1816100"/>
          <p14:tracePt t="80964" x="5461000" y="1962150"/>
          <p14:tracePt t="80981" x="5264150" y="1981200"/>
          <p14:tracePt t="80997" x="4527550" y="2070100"/>
          <p14:tracePt t="81014" x="3498850" y="2178050"/>
          <p14:tracePt t="81031" x="3086100" y="2235200"/>
          <p14:tracePt t="81047" x="2749550" y="2266950"/>
          <p14:tracePt t="81064" x="2698750" y="2266950"/>
          <p14:tracePt t="81081" x="2654300" y="2273300"/>
          <p14:tracePt t="81083" x="2616200" y="2279650"/>
          <p14:tracePt t="81098" x="2597150" y="2286000"/>
          <p14:tracePt t="81114" x="2552700" y="2305050"/>
          <p14:tracePt t="81147" x="2540000" y="2311400"/>
          <p14:tracePt t="81354" x="2540000" y="2298700"/>
          <p14:tracePt t="81378" x="2540000" y="2292350"/>
          <p14:tracePt t="81387" x="2540000" y="2286000"/>
          <p14:tracePt t="81397" x="2540000" y="2279650"/>
          <p14:tracePt t="81414" x="2540000" y="2266950"/>
          <p14:tracePt t="81431" x="2540000" y="2254250"/>
          <p14:tracePt t="81447" x="2540000" y="2228850"/>
          <p14:tracePt t="81464" x="2540000" y="2178050"/>
          <p14:tracePt t="81481" x="2533650" y="2159000"/>
          <p14:tracePt t="81498" x="2533650" y="2146300"/>
          <p14:tracePt t="81514" x="2533650" y="2133600"/>
          <p14:tracePt t="81747" x="2552700" y="2133600"/>
          <p14:tracePt t="81754" x="2616200" y="2146300"/>
          <p14:tracePt t="81764" x="2654300" y="2159000"/>
          <p14:tracePt t="81781" x="2984500" y="2305050"/>
          <p14:tracePt t="81798" x="3302000" y="2413000"/>
          <p14:tracePt t="81814" x="3632200" y="2527300"/>
          <p14:tracePt t="81831" x="3816350" y="2552700"/>
          <p14:tracePt t="81848" x="4489450" y="2654300"/>
          <p14:tracePt t="81864" x="4711700" y="2679700"/>
          <p14:tracePt t="81881" x="4876800" y="2673350"/>
          <p14:tracePt t="81898" x="5010150" y="2654300"/>
          <p14:tracePt t="81915" x="5029200" y="2635250"/>
          <p14:tracePt t="81931" x="5041900" y="2628900"/>
          <p14:tracePt t="81964" x="5086350" y="2597150"/>
          <p14:tracePt t="81981" x="5111750" y="2578100"/>
          <p14:tracePt t="81998" x="5156200" y="2546350"/>
          <p14:tracePt t="82015" x="5226050" y="2514600"/>
          <p14:tracePt t="82031" x="5238750" y="2501900"/>
          <p14:tracePt t="82048" x="5283200" y="2476500"/>
          <p14:tracePt t="82065" x="5384800" y="2432050"/>
          <p14:tracePt t="82081" x="5441950" y="2413000"/>
          <p14:tracePt t="82084" x="5454650" y="2400300"/>
          <p14:tracePt t="82098" x="5467350" y="2400300"/>
          <p14:tracePt t="82115" x="5473700" y="2393950"/>
          <p14:tracePt t="82146" x="5480050" y="2387600"/>
          <p14:tracePt t="82162" x="5492750" y="2381250"/>
          <p14:tracePt t="82171" x="5499100" y="2374900"/>
          <p14:tracePt t="82194" x="5524500" y="2368550"/>
          <p14:tracePt t="82202" x="5537200" y="2362200"/>
          <p14:tracePt t="82214" x="5549900" y="2355850"/>
          <p14:tracePt t="82231" x="5568950" y="2343150"/>
          <p14:tracePt t="82247" x="5600700" y="2330450"/>
          <p14:tracePt t="82264" x="5632450" y="2317750"/>
          <p14:tracePt t="82281" x="5645150" y="2311400"/>
          <p14:tracePt t="82297" x="5670550" y="2298700"/>
          <p14:tracePt t="82467" x="5676900" y="2305050"/>
          <p14:tracePt t="82483" x="5689600" y="2311400"/>
          <p14:tracePt t="82490" x="5695950" y="2324100"/>
          <p14:tracePt t="82499" x="5695950" y="2330450"/>
          <p14:tracePt t="82514" x="5727700" y="2336800"/>
          <p14:tracePt t="82531" x="5797550" y="2374900"/>
          <p14:tracePt t="82547" x="5848350" y="2393950"/>
          <p14:tracePt t="82564" x="5924550" y="2425700"/>
          <p14:tracePt t="82581" x="6051550" y="2463800"/>
          <p14:tracePt t="82597" x="6197600" y="2501900"/>
          <p14:tracePt t="82614" x="6324600" y="2520950"/>
          <p14:tracePt t="82631" x="6489700" y="2527300"/>
          <p14:tracePt t="82647" x="6553200" y="2540000"/>
          <p14:tracePt t="82664" x="6597650" y="2540000"/>
          <p14:tracePt t="82681" x="6642100" y="2540000"/>
          <p14:tracePt t="82698" x="6654800" y="2527300"/>
          <p14:tracePt t="82714" x="6667500" y="2520950"/>
          <p14:tracePt t="83123" x="6661150" y="2520950"/>
          <p14:tracePt t="83138" x="6635750" y="2520950"/>
          <p14:tracePt t="83154" x="6559550" y="2520950"/>
          <p14:tracePt t="83162" x="6464300" y="2527300"/>
          <p14:tracePt t="83170" x="6261100" y="2584450"/>
          <p14:tracePt t="83181" x="5715000" y="2705100"/>
          <p14:tracePt t="83197" x="5645150" y="2711450"/>
          <p14:tracePt t="83395" x="5645150" y="2717800"/>
          <p14:tracePt t="83410" x="5645150" y="2686050"/>
          <p14:tracePt t="83419" x="5645150" y="2667000"/>
          <p14:tracePt t="83431" x="5626100" y="2667000"/>
          <p14:tracePt t="83447" x="5619750" y="2667000"/>
          <p14:tracePt t="83464" x="5607050" y="2679700"/>
          <p14:tracePt t="83481" x="5607050" y="2698750"/>
          <p14:tracePt t="83514" x="5613400" y="2717800"/>
          <p14:tracePt t="83915" x="5613400" y="2705100"/>
          <p14:tracePt t="83931" x="5607050" y="2692400"/>
          <p14:tracePt t="83939" x="5575300" y="2660650"/>
          <p14:tracePt t="83947" x="5543550" y="2641600"/>
          <p14:tracePt t="83964" x="5422900" y="2603500"/>
          <p14:tracePt t="83981" x="5334000" y="2590800"/>
          <p14:tracePt t="83997" x="5283200" y="2578100"/>
          <p14:tracePt t="84014" x="5207000" y="2578100"/>
          <p14:tracePt t="84031" x="5175250" y="2578100"/>
          <p14:tracePt t="84047" x="5156200" y="2578100"/>
          <p14:tracePt t="84064" x="5149850" y="2578100"/>
          <p14:tracePt t="84081" x="5143500" y="2578100"/>
          <p14:tracePt t="84146" x="5137150" y="2578100"/>
          <p14:tracePt t="84211" x="5143500" y="2571750"/>
          <p14:tracePt t="84219" x="5149850" y="2565400"/>
          <p14:tracePt t="84235" x="5156200" y="2552700"/>
          <p14:tracePt t="84247" x="5187950" y="2520950"/>
          <p14:tracePt t="84264" x="5207000" y="2482850"/>
          <p14:tracePt t="84281" x="5219700" y="2476500"/>
          <p14:tracePt t="84297" x="5232400" y="2444750"/>
          <p14:tracePt t="84314" x="5289550" y="2381250"/>
          <p14:tracePt t="84331" x="5327650" y="2355850"/>
          <p14:tracePt t="84348" x="5410200" y="2273300"/>
          <p14:tracePt t="84364" x="5454650" y="2235200"/>
          <p14:tracePt t="84381" x="5461000" y="2235200"/>
          <p14:tracePt t="84397" x="5473700" y="2209800"/>
          <p14:tracePt t="84414" x="5473700" y="2203450"/>
          <p14:tracePt t="84431" x="5480050" y="2197100"/>
          <p14:tracePt t="84448" x="5480050" y="2190750"/>
          <p14:tracePt t="84464" x="5480050" y="2178050"/>
          <p14:tracePt t="84481" x="5473700" y="2165350"/>
          <p14:tracePt t="84498" x="5441950" y="2139950"/>
          <p14:tracePt t="84514" x="5365750" y="2108200"/>
          <p14:tracePt t="84531" x="5353050" y="2095500"/>
          <p14:tracePt t="84548" x="5295900" y="2082800"/>
          <p14:tracePt t="84565" x="5283200" y="2082800"/>
          <p14:tracePt t="84581" x="5270500" y="2082800"/>
          <p14:tracePt t="84598" x="5251450" y="2095500"/>
          <p14:tracePt t="84614" x="5245100" y="2114550"/>
          <p14:tracePt t="84631" x="5226050" y="2139950"/>
          <p14:tracePt t="84648" x="5200650" y="2203450"/>
          <p14:tracePt t="84664" x="5200650" y="2241550"/>
          <p14:tracePt t="84681" x="5200650" y="2273300"/>
          <p14:tracePt t="84698" x="5194300" y="2292350"/>
          <p14:tracePt t="84714" x="5187950" y="2336800"/>
          <p14:tracePt t="84731" x="5187950" y="2362200"/>
          <p14:tracePt t="84747" x="5194300" y="2393950"/>
          <p14:tracePt t="84764" x="5213350" y="2413000"/>
          <p14:tracePt t="84781" x="5219700" y="2419350"/>
          <p14:tracePt t="84797" x="5251450" y="2451100"/>
          <p14:tracePt t="84814" x="5276850" y="2470150"/>
          <p14:tracePt t="84831" x="5295900" y="2482850"/>
          <p14:tracePt t="84848" x="5302250" y="2482850"/>
          <p14:tracePt t="84864" x="5340350" y="2501900"/>
          <p14:tracePt t="84881" x="5353050" y="2508250"/>
          <p14:tracePt t="84898" x="5378450" y="2514600"/>
          <p14:tracePt t="84914" x="5403850" y="2501900"/>
          <p14:tracePt t="84931" x="5410200" y="2489200"/>
          <p14:tracePt t="84948" x="5429250" y="2457450"/>
          <p14:tracePt t="84965" x="5454650" y="2393950"/>
          <p14:tracePt t="84981" x="5492750" y="2330450"/>
          <p14:tracePt t="84998" x="5499100" y="2311400"/>
          <p14:tracePt t="85014" x="5530850" y="2216150"/>
          <p14:tracePt t="85031" x="5537200" y="2178050"/>
          <p14:tracePt t="85047" x="5530850" y="2139950"/>
          <p14:tracePt t="85064" x="5511800" y="2127250"/>
          <p14:tracePt t="85081" x="5486400" y="2114550"/>
          <p14:tracePt t="85098" x="5473700" y="2108200"/>
          <p14:tracePt t="85114" x="5365750" y="2101850"/>
          <p14:tracePt t="85131" x="5334000" y="2114550"/>
          <p14:tracePt t="85148" x="5251450" y="2178050"/>
          <p14:tracePt t="85164" x="5213350" y="2209800"/>
          <p14:tracePt t="85181" x="5162550" y="2298700"/>
          <p14:tracePt t="85198" x="5143500" y="2349500"/>
          <p14:tracePt t="85214" x="5137150" y="2406650"/>
          <p14:tracePt t="85231" x="5137150" y="2527300"/>
          <p14:tracePt t="85248" x="5149850" y="2578100"/>
          <p14:tracePt t="85265" x="5149850" y="2603500"/>
          <p14:tracePt t="85281" x="5200650" y="2686050"/>
          <p14:tracePt t="85298" x="5238750" y="2724150"/>
          <p14:tracePt t="85314" x="5264150" y="2743200"/>
          <p14:tracePt t="85331" x="5302250" y="2755900"/>
          <p14:tracePt t="85348" x="5321300" y="2755900"/>
          <p14:tracePt t="85364" x="5378450" y="2736850"/>
          <p14:tracePt t="85381" x="5429250" y="2717800"/>
          <p14:tracePt t="85398" x="5537200" y="2654300"/>
          <p14:tracePt t="85414" x="5568950" y="2628900"/>
          <p14:tracePt t="85431" x="5607050" y="2590800"/>
          <p14:tracePt t="85448" x="5651500" y="2540000"/>
          <p14:tracePt t="85464" x="5664200" y="2508250"/>
          <p14:tracePt t="85481" x="5657850" y="2489200"/>
          <p14:tracePt t="85498" x="5645150" y="2463800"/>
          <p14:tracePt t="85514" x="5613400" y="2413000"/>
          <p14:tracePt t="85531" x="5543550" y="2374900"/>
          <p14:tracePt t="85548" x="5441950" y="2349500"/>
          <p14:tracePt t="85564" x="5308600" y="2343150"/>
          <p14:tracePt t="85581" x="5130800" y="2343150"/>
          <p14:tracePt t="85598" x="4991100" y="2381250"/>
          <p14:tracePt t="85614" x="4933950" y="2400300"/>
          <p14:tracePt t="85631" x="4921250" y="2413000"/>
          <p14:tracePt t="85648" x="4921250" y="2425700"/>
          <p14:tracePt t="85664" x="4921250" y="2432050"/>
          <p14:tracePt t="85681" x="4927600" y="2444750"/>
          <p14:tracePt t="85698" x="4953000" y="2482850"/>
          <p14:tracePt t="85714" x="5016500" y="2520950"/>
          <p14:tracePt t="85731" x="5137150" y="2540000"/>
          <p14:tracePt t="85748" x="5257800" y="2527300"/>
          <p14:tracePt t="85764" x="5308600" y="2508250"/>
          <p14:tracePt t="85781" x="5518150" y="2355850"/>
          <p14:tracePt t="85798" x="5607050" y="2260600"/>
          <p14:tracePt t="85814" x="5664200" y="2171700"/>
          <p14:tracePt t="85831" x="5664200" y="2000250"/>
          <p14:tracePt t="85848" x="5664200" y="1968500"/>
          <p14:tracePt t="85864" x="5632450" y="1885950"/>
          <p14:tracePt t="85881" x="5549900" y="1784350"/>
          <p14:tracePt t="85898" x="5473700" y="1758950"/>
          <p14:tracePt t="85914" x="5194300" y="1860550"/>
          <p14:tracePt t="85931" x="5118100" y="1905000"/>
          <p14:tracePt t="85948" x="5029200" y="1987550"/>
          <p14:tracePt t="85964" x="4940300" y="2165350"/>
          <p14:tracePt t="85981" x="4921250" y="2247900"/>
          <p14:tracePt t="85998" x="4921250" y="2311400"/>
          <p14:tracePt t="86014" x="4940300" y="2368550"/>
          <p14:tracePt t="86031" x="4959350" y="2406650"/>
          <p14:tracePt t="86048" x="5003800" y="2419350"/>
          <p14:tracePt t="86064" x="5054600" y="2432050"/>
          <p14:tracePt t="86081" x="5067300" y="2425700"/>
          <p14:tracePt t="86107" x="5067300" y="2419350"/>
          <p14:tracePt t="86115" x="5067300" y="2413000"/>
          <p14:tracePt t="86235" x="5073650" y="2419350"/>
          <p14:tracePt t="86242" x="5073650" y="2425700"/>
          <p14:tracePt t="86251" x="5080000" y="2432050"/>
          <p14:tracePt t="86264" x="5080000" y="2444750"/>
          <p14:tracePt t="86281" x="5099050" y="2495550"/>
          <p14:tracePt t="86298" x="5111750" y="2508250"/>
          <p14:tracePt t="86314" x="5124450" y="2527300"/>
          <p14:tracePt t="86331" x="5143500" y="2546350"/>
          <p14:tracePt t="86483" x="5143500" y="2552700"/>
          <p14:tracePt t="86531" x="5149850" y="2552700"/>
          <p14:tracePt t="86555" x="5162550" y="2552700"/>
          <p14:tracePt t="86587" x="5168900" y="2552700"/>
          <p14:tracePt t="86619" x="5175250" y="2552700"/>
          <p14:tracePt t="86643" x="5187950" y="2552700"/>
          <p14:tracePt t="86651" x="5194300" y="2559050"/>
          <p14:tracePt t="86659" x="5200650" y="2559050"/>
          <p14:tracePt t="86667" x="5219700" y="2565400"/>
          <p14:tracePt t="86681" x="5238750" y="2571750"/>
          <p14:tracePt t="86698" x="5270500" y="2584450"/>
          <p14:tracePt t="86714" x="5295900" y="2590800"/>
          <p14:tracePt t="86731" x="5314950" y="2616200"/>
          <p14:tracePt t="86748" x="5334000" y="2616200"/>
          <p14:tracePt t="86765" x="5346700" y="2616200"/>
          <p14:tracePt t="86781" x="5359400" y="2622550"/>
          <p14:tracePt t="86814" x="5378450" y="2622550"/>
          <p14:tracePt t="86831" x="5397500" y="2622550"/>
          <p14:tracePt t="86848" x="5448300" y="2616200"/>
          <p14:tracePt t="86864" x="5467350" y="2609850"/>
          <p14:tracePt t="86881" x="5524500" y="2597150"/>
          <p14:tracePt t="86898" x="5556250" y="2584450"/>
          <p14:tracePt t="86914" x="5607050" y="2559050"/>
          <p14:tracePt t="86931" x="5632450" y="2540000"/>
          <p14:tracePt t="86948" x="5683250" y="2508250"/>
          <p14:tracePt t="86964" x="5708650" y="2482850"/>
          <p14:tracePt t="86981" x="5721350" y="2463800"/>
          <p14:tracePt t="86997" x="5759450" y="2413000"/>
          <p14:tracePt t="87014" x="5778500" y="2374900"/>
          <p14:tracePt t="87031" x="5778500" y="2362200"/>
          <p14:tracePt t="87048" x="5765800" y="2286000"/>
          <p14:tracePt t="87064" x="5759450" y="2241550"/>
          <p14:tracePt t="87081" x="5759450" y="2228850"/>
          <p14:tracePt t="87084" x="5734050" y="2203450"/>
          <p14:tracePt t="87098" x="5727700" y="2178050"/>
          <p14:tracePt t="87114" x="5708650" y="2146300"/>
          <p14:tracePt t="87131" x="5657850" y="2120900"/>
          <p14:tracePt t="87148" x="5626100" y="2114550"/>
          <p14:tracePt t="87164" x="5588000" y="2108200"/>
          <p14:tracePt t="87181" x="5467350" y="2095500"/>
          <p14:tracePt t="87197" x="5397500" y="2101850"/>
          <p14:tracePt t="87214" x="5308600" y="2120900"/>
          <p14:tracePt t="87231" x="5175250" y="2171700"/>
          <p14:tracePt t="87248" x="5130800" y="2184400"/>
          <p14:tracePt t="87264" x="5080000" y="2216150"/>
          <p14:tracePt t="87281" x="5054600" y="2260600"/>
          <p14:tracePt t="87298" x="5054600" y="2273300"/>
          <p14:tracePt t="87314" x="5073650" y="2349500"/>
          <p14:tracePt t="87331" x="5080000" y="2362200"/>
          <p14:tracePt t="87348" x="5086350" y="2381250"/>
          <p14:tracePt t="87364" x="5099050" y="2393950"/>
          <p14:tracePt t="87381" x="5111750" y="2406650"/>
          <p14:tracePt t="87427" x="5118100" y="2406650"/>
          <p14:tracePt t="87483" x="5124450" y="2406650"/>
          <p14:tracePt t="87491" x="5130800" y="2406650"/>
          <p14:tracePt t="87500" x="5143500" y="2413000"/>
          <p14:tracePt t="87514" x="5143500" y="2419350"/>
          <p14:tracePt t="87531" x="5168900" y="2432050"/>
          <p14:tracePt t="87548" x="5194300" y="2457450"/>
          <p14:tracePt t="87565" x="5207000" y="2482850"/>
          <p14:tracePt t="87581" x="5213350" y="2514600"/>
          <p14:tracePt t="87598" x="5219700" y="2546350"/>
          <p14:tracePt t="87614" x="5226050" y="2578100"/>
          <p14:tracePt t="87631" x="5232400" y="2597150"/>
          <p14:tracePt t="87648" x="5232400" y="2622550"/>
          <p14:tracePt t="87664" x="5238750" y="2641600"/>
          <p14:tracePt t="87681" x="5245100" y="2647950"/>
          <p14:tracePt t="87697" x="5245100" y="2654300"/>
          <p14:tracePt t="87731" x="5251450" y="2654300"/>
          <p14:tracePt t="87762" x="5257800" y="2654300"/>
          <p14:tracePt t="87770" x="5270500" y="2654300"/>
          <p14:tracePt t="87781" x="5270500" y="2635250"/>
          <p14:tracePt t="87798" x="5276850" y="2635250"/>
          <p14:tracePt t="87814" x="5289550" y="2609850"/>
          <p14:tracePt t="88187" x="5289550" y="2597150"/>
          <p14:tracePt t="88194" x="5283200" y="2597150"/>
          <p14:tracePt t="88211" x="5264150" y="2584450"/>
          <p14:tracePt t="88219" x="5245100" y="2571750"/>
          <p14:tracePt t="88231" x="5219700" y="2559050"/>
          <p14:tracePt t="88247" x="5130800" y="2508250"/>
          <p14:tracePt t="88264" x="5067300" y="2482850"/>
          <p14:tracePt t="88281" x="4940300" y="2438400"/>
          <p14:tracePt t="88298" x="4914900" y="2419350"/>
          <p14:tracePt t="88314" x="4806950" y="2400300"/>
          <p14:tracePt t="88331" x="4654550" y="2368550"/>
          <p14:tracePt t="88347" x="4591050" y="2355850"/>
          <p14:tracePt t="88364" x="4527550" y="2349500"/>
          <p14:tracePt t="88381" x="4476750" y="2330450"/>
          <p14:tracePt t="88397" x="4470400" y="2330450"/>
          <p14:tracePt t="88414" x="4451350" y="2330450"/>
          <p14:tracePt t="88431" x="4413250" y="2324100"/>
          <p14:tracePt t="88447" x="4381500" y="2324100"/>
          <p14:tracePt t="88464" x="4349750" y="2330450"/>
          <p14:tracePt t="88481" x="4305300" y="2349500"/>
          <p14:tracePt t="88497" x="4286250" y="2355850"/>
          <p14:tracePt t="88514" x="4260850" y="2362200"/>
          <p14:tracePt t="88531" x="4254500" y="2362200"/>
          <p14:tracePt t="88571" x="4254500" y="2368550"/>
          <p14:tracePt t="88594" x="4254500" y="2374900"/>
          <p14:tracePt t="88602" x="4254500" y="2387600"/>
          <p14:tracePt t="88614" x="4260850" y="2400300"/>
          <p14:tracePt t="88631" x="4305300" y="2413000"/>
          <p14:tracePt t="88647" x="4425950" y="2444750"/>
          <p14:tracePt t="88664" x="4521200" y="2451100"/>
          <p14:tracePt t="88681" x="4578350" y="2451100"/>
          <p14:tracePt t="88698" x="4864100" y="2438400"/>
          <p14:tracePt t="88714" x="5111750" y="2400300"/>
          <p14:tracePt t="88731" x="5327650" y="2368550"/>
          <p14:tracePt t="88747" x="5588000" y="2324100"/>
          <p14:tracePt t="88764" x="5632450" y="2317750"/>
          <p14:tracePt t="88781" x="5689600" y="2305050"/>
          <p14:tracePt t="88797" x="5727700" y="2298700"/>
          <p14:tracePt t="88882" x="5727700" y="2286000"/>
          <p14:tracePt t="88907" x="5708650" y="2286000"/>
          <p14:tracePt t="88914" x="5702300" y="2286000"/>
          <p14:tracePt t="88923" x="5664200" y="2279650"/>
          <p14:tracePt t="88931" x="5619750" y="2273300"/>
          <p14:tracePt t="88947" x="5467350" y="2260600"/>
          <p14:tracePt t="88964" x="5194300" y="2222500"/>
          <p14:tracePt t="88981" x="5003800" y="2184400"/>
          <p14:tracePt t="88998" x="4502150" y="2108200"/>
          <p14:tracePt t="89014" x="4222750" y="2063750"/>
          <p14:tracePt t="89031" x="3975100" y="2057400"/>
          <p14:tracePt t="89048" x="3911600" y="2051050"/>
          <p14:tracePt t="89064" x="3702050" y="2057400"/>
          <p14:tracePt t="89081" x="3670300" y="2063750"/>
          <p14:tracePt t="89084" x="3651250" y="2070100"/>
          <p14:tracePt t="89098" x="3638550" y="2076450"/>
          <p14:tracePt t="89114" x="3632200" y="2095500"/>
          <p14:tracePt t="89131" x="3619500" y="2095500"/>
          <p14:tracePt t="89164" x="3600450" y="2101850"/>
          <p14:tracePt t="89198" x="3594100" y="2114550"/>
          <p14:tracePt t="89214" x="3581400" y="2120900"/>
          <p14:tracePt t="89235" x="3568700" y="2127250"/>
          <p14:tracePt t="89258" x="3562350" y="2133600"/>
          <p14:tracePt t="89267" x="3562350" y="2146300"/>
          <p14:tracePt t="89281" x="3536950" y="2152650"/>
          <p14:tracePt t="89298" x="3536950" y="2165350"/>
          <p14:tracePt t="89314" x="3536950" y="2190750"/>
          <p14:tracePt t="89331" x="3530600" y="2241550"/>
          <p14:tracePt t="89348" x="3530600" y="2273300"/>
          <p14:tracePt t="89364" x="3530600" y="2286000"/>
          <p14:tracePt t="89381" x="3530600" y="2305050"/>
          <p14:tracePt t="89398" x="3556000" y="2343150"/>
          <p14:tracePt t="89414" x="3562350" y="2374900"/>
          <p14:tracePt t="89431" x="3606800" y="2425700"/>
          <p14:tracePt t="89448" x="3689350" y="2463800"/>
          <p14:tracePt t="89464" x="3714750" y="2476500"/>
          <p14:tracePt t="89481" x="3790950" y="2489200"/>
          <p14:tracePt t="89498" x="3841750" y="2495550"/>
          <p14:tracePt t="89514" x="3949700" y="2495550"/>
          <p14:tracePt t="89531" x="3962400" y="2489200"/>
          <p14:tracePt t="89548" x="3975100" y="2489200"/>
          <p14:tracePt t="89564" x="3994150" y="2476500"/>
          <p14:tracePt t="89581" x="4019550" y="2444750"/>
          <p14:tracePt t="89598" x="4044950" y="2419350"/>
          <p14:tracePt t="89614" x="4051300" y="2400300"/>
          <p14:tracePt t="89631" x="4095750" y="2374900"/>
          <p14:tracePt t="89648" x="4095750" y="2368550"/>
          <p14:tracePt t="89664" x="4095750" y="2349500"/>
          <p14:tracePt t="89681" x="4102100" y="2343150"/>
          <p14:tracePt t="89698" x="4102100" y="2317750"/>
          <p14:tracePt t="89714" x="4095750" y="2286000"/>
          <p14:tracePt t="89731" x="4070350" y="2247900"/>
          <p14:tracePt t="89748" x="4025900" y="2222500"/>
          <p14:tracePt t="89764" x="4000500" y="2209800"/>
          <p14:tracePt t="89781" x="3937000" y="2184400"/>
          <p14:tracePt t="89798" x="3911600" y="2178050"/>
          <p14:tracePt t="89814" x="3873500" y="2178050"/>
          <p14:tracePt t="89831" x="3803650" y="2190750"/>
          <p14:tracePt t="89848" x="3784600" y="2203450"/>
          <p14:tracePt t="89864" x="3771900" y="2203450"/>
          <p14:tracePt t="89881" x="3759200" y="2222500"/>
          <p14:tracePt t="89898" x="3740150" y="2241550"/>
          <p14:tracePt t="89914" x="3727450" y="2273300"/>
          <p14:tracePt t="89931" x="3727450" y="2286000"/>
          <p14:tracePt t="89948" x="3727450" y="2292350"/>
          <p14:tracePt t="89964" x="3727450" y="2311400"/>
          <p14:tracePt t="89981" x="3733800" y="2343150"/>
          <p14:tracePt t="89998" x="3746500" y="2349500"/>
          <p14:tracePt t="90014" x="3771900" y="2355850"/>
          <p14:tracePt t="90031" x="3790950" y="2362200"/>
          <p14:tracePt t="90048" x="3803650" y="2368550"/>
          <p14:tracePt t="90064" x="3835400" y="2368550"/>
          <p14:tracePt t="90081" x="3854450" y="2368550"/>
          <p14:tracePt t="90084" x="3860800" y="2362200"/>
          <p14:tracePt t="90098" x="3867150" y="2355850"/>
          <p14:tracePt t="90114" x="3905250" y="2324100"/>
          <p14:tracePt t="90131" x="3905250" y="2317750"/>
          <p14:tracePt t="90148" x="3911600" y="2286000"/>
          <p14:tracePt t="90164" x="3911600" y="2273300"/>
          <p14:tracePt t="90181" x="3911600" y="2266950"/>
          <p14:tracePt t="90198" x="3911600" y="2260600"/>
          <p14:tracePt t="90231" x="3898900" y="2260600"/>
          <p14:tracePt t="90247" x="3886200" y="2260600"/>
          <p14:tracePt t="90264" x="3835400" y="2286000"/>
          <p14:tracePt t="90298" x="3790950" y="2324100"/>
          <p14:tracePt t="90314" x="3752850" y="2387600"/>
          <p14:tracePt t="90332" x="3740150" y="2432050"/>
          <p14:tracePt t="90348" x="3740150" y="2482850"/>
          <p14:tracePt t="90364" x="3740150" y="2489200"/>
          <p14:tracePt t="90381" x="3759200" y="2508250"/>
          <p14:tracePt t="90397" x="3784600" y="2527300"/>
          <p14:tracePt t="90414" x="3816350" y="2533650"/>
          <p14:tracePt t="90431" x="3867150" y="2533650"/>
          <p14:tracePt t="90447" x="3937000" y="2501900"/>
          <p14:tracePt t="90464" x="4013200" y="2444750"/>
          <p14:tracePt t="90481" x="4038600" y="2400300"/>
          <p14:tracePt t="90497" x="4089400" y="2311400"/>
          <p14:tracePt t="90514" x="4102100" y="2247900"/>
          <p14:tracePt t="90531" x="4102100" y="2228850"/>
          <p14:tracePt t="90548" x="4089400" y="2203450"/>
          <p14:tracePt t="90564" x="4083050" y="2197100"/>
          <p14:tracePt t="90581" x="4070350" y="2190750"/>
          <p14:tracePt t="90597" x="4044950" y="2190750"/>
          <p14:tracePt t="90614" x="3975100" y="2241550"/>
          <p14:tracePt t="90631" x="3930650" y="2273300"/>
          <p14:tracePt t="90648" x="3803650" y="2400300"/>
          <p14:tracePt t="90664" x="3765550" y="2457450"/>
          <p14:tracePt t="90681" x="3752850" y="2489200"/>
          <p14:tracePt t="90698" x="3740150" y="2520950"/>
          <p14:tracePt t="90714" x="3746500" y="2520950"/>
          <p14:tracePt t="90731" x="3752850" y="2527300"/>
          <p14:tracePt t="90748" x="3778250" y="2527300"/>
          <p14:tracePt t="90764" x="3810000" y="2527300"/>
          <p14:tracePt t="90781" x="3822700" y="2514600"/>
          <p14:tracePt t="90798" x="3848100" y="2495550"/>
          <p14:tracePt t="90814" x="3873500" y="2470150"/>
          <p14:tracePt t="90831" x="3879850" y="2438400"/>
          <p14:tracePt t="90847" x="3879850" y="2406650"/>
          <p14:tracePt t="90864" x="3879850" y="2400300"/>
          <p14:tracePt t="90881" x="3879850" y="2393950"/>
          <p14:tracePt t="90906" x="3867150" y="2393950"/>
          <p14:tracePt t="90915" x="3854450" y="2413000"/>
          <p14:tracePt t="90931" x="3822700" y="2444750"/>
          <p14:tracePt t="90948" x="3759200" y="2552700"/>
          <p14:tracePt t="90964" x="3689350" y="2673350"/>
          <p14:tracePt t="90981" x="3638550" y="2800350"/>
          <p14:tracePt t="90998" x="3587750" y="3009900"/>
          <p14:tracePt t="91014" x="3575050" y="3092450"/>
          <p14:tracePt t="91031" x="3562350" y="3276600"/>
          <p14:tracePt t="91048" x="3587750" y="3613150"/>
          <p14:tracePt t="91064" x="3606800" y="3695700"/>
          <p14:tracePt t="91081" x="3663950" y="3752850"/>
          <p14:tracePt t="91084" x="3676650" y="3759200"/>
          <p14:tracePt t="91099" x="3689350" y="3759200"/>
          <p14:tracePt t="91114" x="3695700" y="3759200"/>
          <p14:tracePt t="91130" x="3708400" y="3752850"/>
          <p14:tracePt t="91147" x="3721100" y="3721100"/>
          <p14:tracePt t="91164" x="3740150" y="3651250"/>
          <p14:tracePt t="91181" x="3746500" y="3613150"/>
          <p14:tracePt t="91198" x="3752850" y="3594100"/>
          <p14:tracePt t="91214" x="3752850" y="3562350"/>
          <p14:tracePt t="91231" x="3752850" y="3536950"/>
          <p14:tracePt t="91264" x="3752850" y="3524250"/>
          <p14:tracePt t="91281" x="3752850" y="3517900"/>
          <p14:tracePt t="91298" x="3733800" y="3511550"/>
          <p14:tracePt t="91314" x="3689350" y="3498850"/>
          <p14:tracePt t="91331" x="3632200" y="3479800"/>
          <p14:tracePt t="91348" x="3587750" y="3460750"/>
          <p14:tracePt t="91364" x="3562350" y="3454400"/>
          <p14:tracePt t="91381" x="3435350" y="3422650"/>
          <p14:tracePt t="91398" x="3346450" y="3416300"/>
          <p14:tracePt t="91414" x="3282950" y="3403600"/>
          <p14:tracePt t="91431" x="3225800" y="3403600"/>
          <p14:tracePt t="91448" x="3194050" y="3397250"/>
          <p14:tracePt t="91481" x="3187700" y="3397250"/>
          <p14:tracePt t="91500" x="3175000" y="3390900"/>
          <p14:tracePt t="91515" x="3168650" y="3390900"/>
          <p14:tracePt t="91531" x="3162300" y="3384550"/>
          <p14:tracePt t="91555" x="3155950" y="3384550"/>
          <p14:tracePt t="91762" x="3162300" y="3384550"/>
          <p14:tracePt t="91770" x="3168650" y="3384550"/>
          <p14:tracePt t="91781" x="3200400" y="3378200"/>
          <p14:tracePt t="91797" x="3251200" y="3378200"/>
          <p14:tracePt t="91814" x="3371850" y="3365500"/>
          <p14:tracePt t="91831" x="3479800" y="3346450"/>
          <p14:tracePt t="91848" x="3517900" y="3346450"/>
          <p14:tracePt t="91864" x="3676650" y="3321050"/>
          <p14:tracePt t="91881" x="3765550" y="3302000"/>
          <p14:tracePt t="91898" x="3816350" y="3295650"/>
          <p14:tracePt t="91914" x="3968750" y="3276600"/>
          <p14:tracePt t="91931" x="3994150" y="3276600"/>
          <p14:tracePt t="91947" x="4038600" y="3282950"/>
          <p14:tracePt t="91964" x="4127500" y="3282950"/>
          <p14:tracePt t="91981" x="4178300" y="3282950"/>
          <p14:tracePt t="91998" x="4222750" y="3282950"/>
          <p14:tracePt t="92014" x="4286250" y="3276600"/>
          <p14:tracePt t="92031" x="4305300" y="3276600"/>
          <p14:tracePt t="92048" x="4349750" y="3276600"/>
          <p14:tracePt t="92064" x="4400550" y="3270250"/>
          <p14:tracePt t="92081" x="4495800" y="3270250"/>
          <p14:tracePt t="92083" x="4540250" y="3270250"/>
          <p14:tracePt t="92098" x="4591050" y="3270250"/>
          <p14:tracePt t="92114" x="4667250" y="3270250"/>
          <p14:tracePt t="92131" x="4787900" y="3270250"/>
          <p14:tracePt t="92148" x="4826000" y="3263900"/>
          <p14:tracePt t="92164" x="4851400" y="3257550"/>
          <p14:tracePt t="92181" x="4876800" y="3257550"/>
          <p14:tracePt t="92198" x="4889500" y="3257550"/>
          <p14:tracePt t="92214" x="4914900" y="3257550"/>
          <p14:tracePt t="92231" x="4927600" y="3257550"/>
          <p14:tracePt t="92248" x="4953000" y="3257550"/>
          <p14:tracePt t="92281" x="4972050" y="3257550"/>
          <p14:tracePt t="92298" x="4978400" y="3257550"/>
          <p14:tracePt t="92314" x="4984750" y="3263900"/>
          <p14:tracePt t="92346" x="4984750" y="3270250"/>
          <p14:tracePt t="92412" x="4997450" y="3270250"/>
          <p14:tracePt t="92466" x="4978400" y="3263900"/>
          <p14:tracePt t="92475" x="4965700" y="3238500"/>
          <p14:tracePt t="92483" x="4908550" y="3219450"/>
          <p14:tracePt t="92497" x="4699000" y="3098800"/>
          <p14:tracePt t="92514" x="4552950" y="3022600"/>
          <p14:tracePt t="92531" x="4457700" y="2940050"/>
          <p14:tracePt t="92548" x="4324350" y="2698750"/>
          <p14:tracePt t="92564" x="4273550" y="2584450"/>
          <p14:tracePt t="92581" x="4241800" y="2470150"/>
          <p14:tracePt t="92597" x="4235450" y="2444750"/>
          <p14:tracePt t="92614" x="4229100" y="2387600"/>
          <p14:tracePt t="92631" x="4222750" y="2368550"/>
          <p14:tracePt t="92648" x="4210050" y="2362200"/>
          <p14:tracePt t="92664" x="4197350" y="2362200"/>
          <p14:tracePt t="92681" x="4191000" y="2362200"/>
          <p14:tracePt t="92698" x="4171950" y="2362200"/>
          <p14:tracePt t="92714" x="4102100" y="2381250"/>
          <p14:tracePt t="92731" x="4076700" y="2381250"/>
          <p14:tracePt t="92748" x="4057650" y="2387600"/>
          <p14:tracePt t="92764" x="4038600" y="2387600"/>
          <p14:tracePt t="92781" x="3975100" y="2387600"/>
          <p14:tracePt t="92798" x="3860800" y="2387600"/>
          <p14:tracePt t="92814" x="3752850" y="2387600"/>
          <p14:tracePt t="92831" x="3657600" y="2387600"/>
          <p14:tracePt t="92848" x="3556000" y="2387600"/>
          <p14:tracePt t="92864" x="3505200" y="2387600"/>
          <p14:tracePt t="92881" x="3441700" y="2387600"/>
          <p14:tracePt t="92898" x="3416300" y="2387600"/>
          <p14:tracePt t="92914" x="3397250" y="2387600"/>
          <p14:tracePt t="92971" x="3390900" y="2387600"/>
          <p14:tracePt t="93035" x="3384550" y="2387600"/>
          <p14:tracePt t="93043" x="3371850" y="2387600"/>
          <p14:tracePt t="93051" x="3365500" y="2387600"/>
          <p14:tracePt t="93064" x="3359150" y="2387600"/>
          <p14:tracePt t="93081" x="3340100" y="2381250"/>
          <p14:tracePt t="93098" x="3321050" y="2374900"/>
          <p14:tracePt t="93114" x="3282950" y="2368550"/>
          <p14:tracePt t="93131" x="3257550" y="2362200"/>
          <p14:tracePt t="93147" x="3200400" y="2355850"/>
          <p14:tracePt t="93164" x="3162300" y="2355850"/>
          <p14:tracePt t="93181" x="3105150" y="2355850"/>
          <p14:tracePt t="93197" x="3041650" y="2355850"/>
          <p14:tracePt t="93214" x="2997200" y="2355850"/>
          <p14:tracePt t="93231" x="2978150" y="2355850"/>
          <p14:tracePt t="93247" x="2965450" y="2355850"/>
          <p14:tracePt t="93264" x="2946400" y="2355850"/>
          <p14:tracePt t="93281" x="2921000" y="2355850"/>
          <p14:tracePt t="93298" x="2914650" y="2355850"/>
          <p14:tracePt t="93314" x="2889250" y="2355850"/>
          <p14:tracePt t="93331" x="2876550" y="2355850"/>
          <p14:tracePt t="93347" x="2857500" y="2355850"/>
          <p14:tracePt t="93381" x="2851150" y="2355850"/>
          <p14:tracePt t="93642" x="2857500" y="2355850"/>
          <p14:tracePt t="93659" x="2863850" y="2355850"/>
          <p14:tracePt t="93667" x="2870200" y="2355850"/>
          <p14:tracePt t="93674" x="2876550" y="2355850"/>
          <p14:tracePt t="93683" x="2882900" y="2355850"/>
          <p14:tracePt t="93698" x="2901950" y="2355850"/>
          <p14:tracePt t="93714" x="2984500" y="2355850"/>
          <p14:tracePt t="93731" x="3035300" y="2355850"/>
          <p14:tracePt t="93748" x="3054350" y="2355850"/>
          <p14:tracePt t="93765" x="3111500" y="2355850"/>
          <p14:tracePt t="93781" x="3213100" y="2355850"/>
          <p14:tracePt t="93798" x="3270250" y="2349500"/>
          <p14:tracePt t="93814" x="3416300" y="2349500"/>
          <p14:tracePt t="93831" x="3473450" y="2349500"/>
          <p14:tracePt t="93848" x="3524250" y="2349500"/>
          <p14:tracePt t="93864" x="3600450" y="2349500"/>
          <p14:tracePt t="93881" x="3733800" y="2343150"/>
          <p14:tracePt t="93898" x="3810000" y="2343150"/>
          <p14:tracePt t="93914" x="3956050" y="2343150"/>
          <p14:tracePt t="93931" x="3987800" y="2343150"/>
          <p14:tracePt t="93948" x="4064000" y="2349500"/>
          <p14:tracePt t="93964" x="4127500" y="2349500"/>
          <p14:tracePt t="93981" x="4254500" y="2355850"/>
          <p14:tracePt t="93998" x="4337050" y="2362200"/>
          <p14:tracePt t="94014" x="4413250" y="2362200"/>
          <p14:tracePt t="94031" x="4514850" y="2362200"/>
          <p14:tracePt t="94047" x="4584700" y="2362200"/>
          <p14:tracePt t="94064" x="4660900" y="2362200"/>
          <p14:tracePt t="94081" x="4762500" y="2355850"/>
          <p14:tracePt t="94084" x="4800600" y="2355850"/>
          <p14:tracePt t="94098" x="4832350" y="2355850"/>
          <p14:tracePt t="94114" x="4870450" y="2355850"/>
          <p14:tracePt t="94131" x="4978400" y="2355850"/>
          <p14:tracePt t="94147" x="5041900" y="2355850"/>
          <p14:tracePt t="94164" x="5124450" y="2349500"/>
          <p14:tracePt t="94181" x="5238750" y="2336800"/>
          <p14:tracePt t="94197" x="5283200" y="2336800"/>
          <p14:tracePt t="94214" x="5314950" y="2336800"/>
          <p14:tracePt t="94231" x="5378450" y="2336800"/>
          <p14:tracePt t="94248" x="5441950" y="2336800"/>
          <p14:tracePt t="94264" x="5473700" y="2336800"/>
          <p14:tracePt t="94281" x="5486400" y="2336800"/>
          <p14:tracePt t="94298" x="5511800" y="2336800"/>
          <p14:tracePt t="94523" x="5511800" y="2330450"/>
          <p14:tracePt t="94603" x="5505450" y="2324100"/>
          <p14:tracePt t="94611" x="5492750" y="2324100"/>
          <p14:tracePt t="94619" x="5486400" y="2324100"/>
          <p14:tracePt t="94635" x="5461000" y="2324100"/>
          <p14:tracePt t="94647" x="5416550" y="2330450"/>
          <p14:tracePt t="94664" x="5346700" y="2336800"/>
          <p14:tracePt t="94680" x="5175250" y="2336800"/>
          <p14:tracePt t="94697" x="5067300" y="2336800"/>
          <p14:tracePt t="94714" x="4984750" y="2349500"/>
          <p14:tracePt t="94731" x="4876800" y="2349500"/>
          <p14:tracePt t="94747" x="4838700" y="2349500"/>
          <p14:tracePt t="94764" x="4800600" y="2349500"/>
          <p14:tracePt t="94781" x="4711700" y="2355850"/>
          <p14:tracePt t="94797" x="4654550" y="2355850"/>
          <p14:tracePt t="94814" x="4622800" y="2362200"/>
          <p14:tracePt t="94831" x="4476750" y="2362200"/>
          <p14:tracePt t="94848" x="4375150" y="2368550"/>
          <p14:tracePt t="94864" x="4286250" y="2368550"/>
          <p14:tracePt t="94881" x="4044950" y="2368550"/>
          <p14:tracePt t="94897" x="3892550" y="2368550"/>
          <p14:tracePt t="94914" x="3632200" y="2368550"/>
          <p14:tracePt t="94931" x="3486150" y="2374900"/>
          <p14:tracePt t="94947" x="3365500" y="2374900"/>
          <p14:tracePt t="94964" x="3168650" y="2381250"/>
          <p14:tracePt t="94981" x="3079750" y="2381250"/>
          <p14:tracePt t="94997" x="3054350" y="2381250"/>
          <p14:tracePt t="95014" x="2895600" y="2406650"/>
          <p14:tracePt t="95031" x="2857500" y="2406650"/>
          <p14:tracePt t="95047" x="2825750" y="2406650"/>
          <p14:tracePt t="95064" x="2787650" y="2406650"/>
          <p14:tracePt t="95082" x="2768600" y="2406650"/>
          <p14:tracePt t="95098" x="2755900" y="2406650"/>
          <p14:tracePt t="95114" x="2749550" y="2406650"/>
          <p14:tracePt t="95131" x="2736850" y="2406650"/>
          <p14:tracePt t="95274" x="2730500" y="2406650"/>
          <p14:tracePt t="95283" x="2724150" y="2400300"/>
          <p14:tracePt t="95290" x="2705100" y="2387600"/>
          <p14:tracePt t="96762" x="2711450" y="2387600"/>
          <p14:tracePt t="96771" x="2730500" y="2387600"/>
          <p14:tracePt t="96781" x="2774950" y="2387600"/>
          <p14:tracePt t="96798" x="2813050" y="2387600"/>
          <p14:tracePt t="96814" x="2882900" y="2387600"/>
          <p14:tracePt t="96831" x="2914650" y="2381250"/>
          <p14:tracePt t="96847" x="2927350" y="2374900"/>
          <p14:tracePt t="96864" x="2997200" y="2368550"/>
          <p14:tracePt t="96881" x="3003550" y="2368550"/>
          <p14:tracePt t="96898" x="3028950" y="2368550"/>
          <p14:tracePt t="96914" x="3079750" y="2362200"/>
          <p14:tracePt t="96931" x="3098800" y="2355850"/>
          <p14:tracePt t="96947" x="3111500" y="2355850"/>
          <p14:tracePt t="96964" x="3117850" y="2355850"/>
          <p14:tracePt t="96981" x="3130550" y="2349500"/>
          <p14:tracePt t="97171" x="3143250" y="2343150"/>
          <p14:tracePt t="97194" x="3155950" y="2336800"/>
          <p14:tracePt t="97203" x="3162300" y="2336800"/>
          <p14:tracePt t="97214" x="3181350" y="2336800"/>
          <p14:tracePt t="97231" x="3213100" y="2324100"/>
          <p14:tracePt t="97247" x="3257550" y="2324100"/>
          <p14:tracePt t="97264" x="3308350" y="2317750"/>
          <p14:tracePt t="97281" x="3352800" y="2317750"/>
          <p14:tracePt t="97298" x="3397250" y="2324100"/>
          <p14:tracePt t="97314" x="3429000" y="2330450"/>
          <p14:tracePt t="97331" x="3460750" y="2336800"/>
          <p14:tracePt t="97347" x="3492500" y="2343150"/>
          <p14:tracePt t="97364" x="3498850" y="2343150"/>
          <p14:tracePt t="97381" x="3549650" y="2349500"/>
          <p14:tracePt t="97397" x="3600450" y="2349500"/>
          <p14:tracePt t="97414" x="3651250" y="2349500"/>
          <p14:tracePt t="97431" x="3721100" y="2349500"/>
          <p14:tracePt t="97447" x="3778250" y="2343150"/>
          <p14:tracePt t="97464" x="3797300" y="2343150"/>
          <p14:tracePt t="97481" x="3841750" y="2343150"/>
          <p14:tracePt t="97498" x="3937000" y="2355850"/>
          <p14:tracePt t="97514" x="4032250" y="2368550"/>
          <p14:tracePt t="97531" x="4140200" y="2381250"/>
          <p14:tracePt t="97548" x="4159250" y="2381250"/>
          <p14:tracePt t="97564" x="4216400" y="2393950"/>
          <p14:tracePt t="97581" x="4260850" y="2400300"/>
          <p14:tracePt t="97597" x="4330700" y="2400300"/>
          <p14:tracePt t="97614" x="4349750" y="2406650"/>
          <p14:tracePt t="97631" x="4375150" y="2406650"/>
          <p14:tracePt t="97647" x="4394200" y="2406650"/>
          <p14:tracePt t="97681" x="4394200" y="2393950"/>
          <p14:tracePt t="97698" x="4394200" y="2387600"/>
          <p14:tracePt t="97714" x="4394200" y="2362200"/>
          <p14:tracePt t="97731" x="4381500" y="2349500"/>
          <p14:tracePt t="97748" x="4368800" y="2343150"/>
          <p14:tracePt t="97764" x="4337050" y="2317750"/>
          <p14:tracePt t="97781" x="4330700" y="2311400"/>
          <p14:tracePt t="97797" x="4292600" y="2286000"/>
          <p14:tracePt t="97814" x="4184650" y="2254250"/>
          <p14:tracePt t="97831" x="4089400" y="2247900"/>
          <p14:tracePt t="97847" x="3892550" y="2247900"/>
          <p14:tracePt t="97864" x="3810000" y="2247900"/>
          <p14:tracePt t="97881" x="3765550" y="2247900"/>
          <p14:tracePt t="97898" x="3695700" y="2266950"/>
          <p14:tracePt t="97914" x="3632200" y="2292350"/>
          <p14:tracePt t="97931" x="3632200" y="2298700"/>
          <p14:tracePt t="97947" x="3619500" y="2324100"/>
          <p14:tracePt t="97964" x="3619500" y="2343150"/>
          <p14:tracePt t="97981" x="3619500" y="2362200"/>
          <p14:tracePt t="97998" x="3613150" y="2413000"/>
          <p14:tracePt t="98014" x="3606800" y="2425700"/>
          <p14:tracePt t="98031" x="3606800" y="2438400"/>
          <p14:tracePt t="98064" x="3619500" y="2444750"/>
          <p14:tracePt t="98081" x="3619500" y="2451100"/>
          <p14:tracePt t="98098" x="3625850" y="2457450"/>
          <p14:tracePt t="98115" x="3638550" y="2463800"/>
          <p14:tracePt t="98131" x="3644900" y="2463800"/>
          <p14:tracePt t="98148" x="3689350" y="2463800"/>
          <p14:tracePt t="98164" x="3740150" y="2463800"/>
          <p14:tracePt t="98181" x="3790950" y="2463800"/>
          <p14:tracePt t="98198" x="3860800" y="2463800"/>
          <p14:tracePt t="98214" x="3905250" y="2463800"/>
          <p14:tracePt t="98231" x="3930650" y="2463800"/>
          <p14:tracePt t="98247" x="3962400" y="2463800"/>
          <p14:tracePt t="98264" x="3975100" y="2457450"/>
          <p14:tracePt t="98306" x="3975100" y="2451100"/>
          <p14:tracePt t="98331" x="3975100" y="2444750"/>
          <p14:tracePt t="98339" x="3975100" y="2438400"/>
          <p14:tracePt t="98355" x="3975100" y="2432050"/>
          <p14:tracePt t="98371" x="3975100" y="2425700"/>
          <p14:tracePt t="98381" x="3968750" y="2413000"/>
          <p14:tracePt t="98397" x="3956050" y="2406650"/>
          <p14:tracePt t="98415" x="3943350" y="2393950"/>
          <p14:tracePt t="98431" x="3917950" y="2381250"/>
          <p14:tracePt t="98448" x="3911600" y="2374900"/>
          <p14:tracePt t="98464" x="3898900" y="2374900"/>
          <p14:tracePt t="98602" x="3905250" y="2381250"/>
          <p14:tracePt t="98634" x="3911600" y="2381250"/>
          <p14:tracePt t="98642" x="3924300" y="2387600"/>
          <p14:tracePt t="98658" x="3930650" y="2393950"/>
          <p14:tracePt t="98674" x="3937000" y="2393950"/>
          <p14:tracePt t="98795" x="3943350" y="2387600"/>
          <p14:tracePt t="98819" x="3949700" y="2387600"/>
          <p14:tracePt t="98826" x="3962400" y="2374900"/>
          <p14:tracePt t="98851" x="3968750" y="2368550"/>
          <p14:tracePt t="98858" x="3975100" y="2368550"/>
          <p14:tracePt t="98867" x="3981450" y="2362200"/>
          <p14:tracePt t="98881" x="3987800" y="2362200"/>
          <p14:tracePt t="98897" x="4000500" y="2355850"/>
          <p14:tracePt t="99131" x="4000500" y="2362200"/>
          <p14:tracePt t="99138" x="3981450" y="2368550"/>
          <p14:tracePt t="99147" x="3981450" y="2381250"/>
          <p14:tracePt t="99164" x="3968750" y="2413000"/>
          <p14:tracePt t="99181" x="3956050" y="2451100"/>
          <p14:tracePt t="99198" x="3937000" y="2501900"/>
          <p14:tracePt t="99214" x="3924300" y="2540000"/>
          <p14:tracePt t="99231" x="3911600" y="2597150"/>
          <p14:tracePt t="99247" x="3898900" y="2622550"/>
          <p14:tracePt t="99264" x="3892550" y="2667000"/>
          <p14:tracePt t="99386" x="3898900" y="2667000"/>
          <p14:tracePt t="99403" x="3905250" y="2673350"/>
          <p14:tracePt t="99427" x="3911600" y="2673350"/>
          <p14:tracePt t="99442" x="3917950" y="2673350"/>
          <p14:tracePt t="99458" x="3930650" y="2667000"/>
          <p14:tracePt t="99467" x="3930650" y="2660650"/>
          <p14:tracePt t="99483" x="3943350" y="2647950"/>
          <p14:tracePt t="99490" x="3949700" y="2635250"/>
          <p14:tracePt t="99499" x="3956050" y="2635250"/>
          <p14:tracePt t="99514" x="3968750" y="2597150"/>
          <p14:tracePt t="99531" x="3981450" y="2584450"/>
          <p14:tracePt t="99547" x="3981450" y="2578100"/>
          <p14:tracePt t="99627" x="3981450" y="2584450"/>
          <p14:tracePt t="99635" x="3981450" y="2590800"/>
          <p14:tracePt t="99651" x="3975100" y="2616200"/>
          <p14:tracePt t="99667" x="3968750" y="2622550"/>
          <p14:tracePt t="99675" x="3968750" y="2628900"/>
          <p14:tracePt t="99690" x="3956050" y="2635250"/>
          <p14:tracePt t="99955" x="3943350" y="2641600"/>
          <p14:tracePt t="100091" x="3949700" y="2641600"/>
          <p14:tracePt t="100106" x="3956050" y="2647950"/>
          <p14:tracePt t="100114" x="3956050" y="2654300"/>
          <p14:tracePt t="100203" x="3956050" y="2660650"/>
          <p14:tracePt t="100251" x="3962400" y="2667000"/>
          <p14:tracePt t="100290" x="3962400" y="2679700"/>
          <p14:tracePt t="100394" x="3968750" y="2679700"/>
          <p14:tracePt t="100506" x="3975100" y="2679700"/>
          <p14:tracePt t="100531" x="3981450" y="2679700"/>
          <p14:tracePt t="100547" x="3994150" y="2667000"/>
          <p14:tracePt t="100563" x="4000500" y="2660650"/>
          <p14:tracePt t="100571" x="4006850" y="2660650"/>
          <p14:tracePt t="100581" x="4019550" y="2647950"/>
          <p14:tracePt t="100597" x="4083050" y="2616200"/>
          <p14:tracePt t="100614" x="4133850" y="2578100"/>
          <p14:tracePt t="100630" x="4159250" y="2552700"/>
          <p14:tracePt t="100648" x="4197350" y="2527300"/>
          <p14:tracePt t="100664" x="4210050" y="2508250"/>
          <p14:tracePt t="100681" x="4222750" y="2476500"/>
          <p14:tracePt t="100698" x="4229100" y="2463800"/>
          <p14:tracePt t="100714" x="4248150" y="2387600"/>
          <p14:tracePt t="100731" x="4254500" y="2368550"/>
          <p14:tracePt t="100748" x="4260850" y="2343150"/>
          <p14:tracePt t="100764" x="4267200" y="2292350"/>
          <p14:tracePt t="100781" x="4267200" y="2273300"/>
          <p14:tracePt t="100798" x="4267200" y="2247900"/>
          <p14:tracePt t="100814" x="4260850" y="2184400"/>
          <p14:tracePt t="100831" x="4254500" y="2178050"/>
          <p14:tracePt t="100847" x="4248150" y="2133600"/>
          <p14:tracePt t="100864" x="4222750" y="2082800"/>
          <p14:tracePt t="100881" x="4216400" y="2051050"/>
          <p14:tracePt t="100898" x="4184650" y="2032000"/>
          <p14:tracePt t="100914" x="4152900" y="2012950"/>
          <p14:tracePt t="100931" x="4121150" y="2000250"/>
          <p14:tracePt t="100948" x="4032250" y="1962150"/>
          <p14:tracePt t="100964" x="3994150" y="1955800"/>
          <p14:tracePt t="100981" x="3943350" y="1949450"/>
          <p14:tracePt t="100997" x="3905250" y="1936750"/>
          <p14:tracePt t="101014" x="3854450" y="1924050"/>
          <p14:tracePt t="101030" x="3803650" y="1924050"/>
          <p14:tracePt t="101047" x="3752850" y="1924050"/>
          <p14:tracePt t="101064" x="3733800" y="1924050"/>
          <p14:tracePt t="101081" x="3657600" y="1936750"/>
          <p14:tracePt t="101083" x="3644900" y="1943100"/>
          <p14:tracePt t="101097" x="3619500" y="1955800"/>
          <p14:tracePt t="101114" x="3498850" y="2000250"/>
          <p14:tracePt t="101131" x="3473450" y="2012950"/>
          <p14:tracePt t="101147" x="3460750" y="2019300"/>
          <p14:tracePt t="101164" x="3390900" y="2076450"/>
          <p14:tracePt t="101181" x="3365500" y="2114550"/>
          <p14:tracePt t="101197" x="3327400" y="2184400"/>
          <p14:tracePt t="101214" x="3314700" y="2228850"/>
          <p14:tracePt t="101231" x="3308350" y="2241550"/>
          <p14:tracePt t="101248" x="3308350" y="2260600"/>
          <p14:tracePt t="101264" x="3308350" y="2292350"/>
          <p14:tracePt t="101281" x="3302000" y="2324100"/>
          <p14:tracePt t="101298" x="3295650" y="2355850"/>
          <p14:tracePt t="101314" x="3295650" y="2387600"/>
          <p14:tracePt t="101331" x="3295650" y="2470150"/>
          <p14:tracePt t="101347" x="3295650" y="2520950"/>
          <p14:tracePt t="101364" x="3327400" y="2584450"/>
          <p14:tracePt t="101381" x="3333750" y="2597150"/>
          <p14:tracePt t="101397" x="3333750" y="2603500"/>
          <p14:tracePt t="101414" x="3346450" y="2609850"/>
          <p14:tracePt t="101431" x="3359150" y="2622550"/>
          <p14:tracePt t="101447" x="3371850" y="2628900"/>
          <p14:tracePt t="101464" x="3371850" y="2641600"/>
          <p14:tracePt t="101481" x="3390900" y="2660650"/>
          <p14:tracePt t="101497" x="3397250" y="2667000"/>
          <p14:tracePt t="101514" x="3429000" y="2686050"/>
          <p14:tracePt t="101531" x="3441700" y="2698750"/>
          <p14:tracePt t="101547" x="3448050" y="2698750"/>
          <p14:tracePt t="101565" x="3467100" y="2705100"/>
          <p14:tracePt t="101581" x="3473450" y="2711450"/>
          <p14:tracePt t="101597" x="3498850" y="2717800"/>
          <p14:tracePt t="101614" x="3562350" y="2724150"/>
          <p14:tracePt t="101631" x="3594100" y="2724150"/>
          <p14:tracePt t="101647" x="3657600" y="2724150"/>
          <p14:tracePt t="101664" x="3790950" y="2698750"/>
          <p14:tracePt t="101681" x="3810000" y="2692400"/>
          <p14:tracePt t="101697" x="3860800" y="2679700"/>
          <p14:tracePt t="101714" x="3975100" y="2622550"/>
          <p14:tracePt t="101731" x="4038600" y="2552700"/>
          <p14:tracePt t="101747" x="4114800" y="2451100"/>
          <p14:tracePt t="101764" x="4133850" y="2413000"/>
          <p14:tracePt t="101781" x="4159250" y="2336800"/>
          <p14:tracePt t="101797" x="4184650" y="2235200"/>
          <p14:tracePt t="101814" x="4203700" y="2114550"/>
          <p14:tracePt t="101831" x="4210050" y="2044700"/>
          <p14:tracePt t="101848" x="4210050" y="2006600"/>
          <p14:tracePt t="101864" x="4216400" y="1943100"/>
          <p14:tracePt t="101881" x="4210050" y="1930400"/>
          <p14:tracePt t="101898" x="4197350" y="1911350"/>
          <p14:tracePt t="101914" x="4178300" y="1885950"/>
          <p14:tracePt t="101931" x="4171950" y="1879600"/>
          <p14:tracePt t="101947" x="4159250" y="1866900"/>
          <p14:tracePt t="101964" x="4127500" y="1866900"/>
          <p14:tracePt t="101981" x="4108450" y="1860550"/>
          <p14:tracePt t="101997" x="4076700" y="1854200"/>
          <p14:tracePt t="102014" x="4013200" y="1841500"/>
          <p14:tracePt t="102031" x="3994150" y="1841500"/>
          <p14:tracePt t="102047" x="3943350" y="1828800"/>
          <p14:tracePt t="102064" x="3911600" y="1822450"/>
          <p14:tracePt t="102081" x="3841750" y="1809750"/>
          <p14:tracePt t="102098" x="3835400" y="1809750"/>
          <p14:tracePt t="102115" x="3816350" y="1809750"/>
          <p14:tracePt t="102131" x="3803650" y="1809750"/>
          <p14:tracePt t="102147" x="3797300" y="1816100"/>
          <p14:tracePt t="102164" x="3778250" y="1828800"/>
          <p14:tracePt t="102181" x="3765550" y="1841500"/>
          <p14:tracePt t="102198" x="3765550" y="1854200"/>
          <p14:tracePt t="102214" x="3752850" y="1879600"/>
          <p14:tracePt t="102231" x="3752850" y="1892300"/>
          <p14:tracePt t="102247" x="3740150" y="1962150"/>
          <p14:tracePt t="102264" x="3740150" y="2051050"/>
          <p14:tracePt t="102281" x="3727450" y="2095500"/>
          <p14:tracePt t="102297" x="3714750" y="2159000"/>
          <p14:tracePt t="102314" x="3708400" y="2286000"/>
          <p14:tracePt t="102330" x="3708400" y="2349500"/>
          <p14:tracePt t="102347" x="3702050" y="2413000"/>
          <p14:tracePt t="102364" x="3702050" y="2438400"/>
          <p14:tracePt t="102381" x="3702050" y="2470150"/>
          <p14:tracePt t="102397" x="3708400" y="2508250"/>
          <p14:tracePt t="102414" x="3708400" y="2533650"/>
          <p14:tracePt t="102431" x="3714750" y="2559050"/>
          <p14:tracePt t="102447" x="3721100" y="2578100"/>
          <p14:tracePt t="102464" x="3727450" y="2590800"/>
          <p14:tracePt t="102481" x="3746500" y="2609850"/>
          <p14:tracePt t="102498" x="3778250" y="2654300"/>
          <p14:tracePt t="102514" x="3816350" y="2686050"/>
          <p14:tracePt t="102531" x="3930650" y="2806700"/>
          <p14:tracePt t="102547" x="3994150" y="2851150"/>
          <p14:tracePt t="102564" x="4019550" y="2863850"/>
          <p14:tracePt t="102581" x="4108450" y="2901950"/>
          <p14:tracePt t="102597" x="4146550" y="2914650"/>
          <p14:tracePt t="102614" x="4178300" y="2914650"/>
          <p14:tracePt t="102631" x="4197350" y="2914650"/>
          <p14:tracePt t="102648" x="4235450" y="2889250"/>
          <p14:tracePt t="102664" x="4279900" y="2838450"/>
          <p14:tracePt t="102681" x="4356100" y="2698750"/>
          <p14:tracePt t="102697" x="4432300" y="2584450"/>
          <p14:tracePt t="102714" x="4476750" y="2495550"/>
          <p14:tracePt t="102731" x="4565650" y="2298700"/>
          <p14:tracePt t="102747" x="4603750" y="2209800"/>
          <p14:tracePt t="102764" x="4610100" y="2146300"/>
          <p14:tracePt t="102781" x="4616450" y="2057400"/>
          <p14:tracePt t="102798" x="4616450" y="2032000"/>
          <p14:tracePt t="102814" x="4597400" y="2006600"/>
          <p14:tracePt t="102831" x="4565650" y="1974850"/>
          <p14:tracePt t="102848" x="4533900" y="1949450"/>
          <p14:tracePt t="102864" x="4445000" y="1930400"/>
          <p14:tracePt t="102881" x="4356100" y="1924050"/>
          <p14:tracePt t="102898" x="4330700" y="1924050"/>
          <p14:tracePt t="102914" x="4044950" y="1962150"/>
          <p14:tracePt t="102931" x="3949700" y="1981200"/>
          <p14:tracePt t="102947" x="3714750" y="2057400"/>
          <p14:tracePt t="102964" x="3670300" y="2070100"/>
          <p14:tracePt t="102981" x="3556000" y="2120900"/>
          <p14:tracePt t="102997" x="3448050" y="2178050"/>
          <p14:tracePt t="103014" x="3384550" y="2228850"/>
          <p14:tracePt t="103031" x="3327400" y="2279650"/>
          <p14:tracePt t="103047" x="3282950" y="2362200"/>
          <p14:tracePt t="103064" x="3244850" y="2419350"/>
          <p14:tracePt t="103081" x="3225800" y="2501900"/>
          <p14:tracePt t="103084" x="3213100" y="2578100"/>
          <p14:tracePt t="103098" x="3206750" y="2622550"/>
          <p14:tracePt t="103114" x="3194050" y="2743200"/>
          <p14:tracePt t="103131" x="3200400" y="2819400"/>
          <p14:tracePt t="103147" x="3213100" y="2882900"/>
          <p14:tracePt t="103164" x="3213100" y="2933700"/>
          <p14:tracePt t="103181" x="3225800" y="3003550"/>
          <p14:tracePt t="103197" x="3238500" y="3016250"/>
          <p14:tracePt t="103214" x="3244850" y="3022600"/>
          <p14:tracePt t="103231" x="3263900" y="3035300"/>
          <p14:tracePt t="103247" x="3270250" y="3035300"/>
          <p14:tracePt t="103264" x="3308350" y="3048000"/>
          <p14:tracePt t="103281" x="3333750" y="3048000"/>
          <p14:tracePt t="103298" x="3397250" y="3048000"/>
          <p14:tracePt t="103314" x="3549650" y="3003550"/>
          <p14:tracePt t="103331" x="3676650" y="2965450"/>
          <p14:tracePt t="103347" x="3790950" y="2921000"/>
          <p14:tracePt t="103364" x="3994150" y="2838450"/>
          <p14:tracePt t="103380" x="4102100" y="2794000"/>
          <p14:tracePt t="103397" x="4159250" y="2768600"/>
          <p14:tracePt t="103414" x="4343400" y="2641600"/>
          <p14:tracePt t="103431" x="4406900" y="2597150"/>
          <p14:tracePt t="103447" x="4470400" y="2508250"/>
          <p14:tracePt t="103464" x="4521200" y="2413000"/>
          <p14:tracePt t="103481" x="4527550" y="2381250"/>
          <p14:tracePt t="103498" x="4540250" y="2298700"/>
          <p14:tracePt t="103514" x="4521200" y="2133600"/>
          <p14:tracePt t="103531" x="4508500" y="2032000"/>
          <p14:tracePt t="103547" x="4489450" y="1968500"/>
          <p14:tracePt t="103564" x="4457700" y="1905000"/>
          <p14:tracePt t="103581" x="4432300" y="1854200"/>
          <p14:tracePt t="103597" x="4400550" y="1828800"/>
          <p14:tracePt t="103614" x="4337050" y="1778000"/>
          <p14:tracePt t="103631" x="4279900" y="1765300"/>
          <p14:tracePt t="103647" x="4197350" y="1739900"/>
          <p14:tracePt t="103664" x="4171950" y="1739900"/>
          <p14:tracePt t="103681" x="4095750" y="1739900"/>
          <p14:tracePt t="103698" x="3981450" y="1758950"/>
          <p14:tracePt t="103714" x="3886200" y="1797050"/>
          <p14:tracePt t="103731" x="3784600" y="1885950"/>
          <p14:tracePt t="103747" x="3778250" y="1917700"/>
          <p14:tracePt t="103764" x="3740150" y="1974850"/>
          <p14:tracePt t="103781" x="3714750" y="2082800"/>
          <p14:tracePt t="103797" x="3702050" y="2127250"/>
          <p14:tracePt t="103814" x="3714750" y="2178050"/>
          <p14:tracePt t="103831" x="3733800" y="2228850"/>
          <p14:tracePt t="103848" x="3746500" y="2260600"/>
          <p14:tracePt t="103864" x="3746500" y="2292350"/>
          <p14:tracePt t="103881" x="3784600" y="2336800"/>
          <p14:tracePt t="103898" x="3860800" y="2362200"/>
          <p14:tracePt t="103914" x="3886200" y="2381250"/>
          <p14:tracePt t="103931" x="3949700" y="2406650"/>
          <p14:tracePt t="103948" x="3981450" y="2413000"/>
          <p14:tracePt t="103964" x="4044950" y="2419350"/>
          <p14:tracePt t="103981" x="4070350" y="2413000"/>
          <p14:tracePt t="103998" x="4083050" y="2413000"/>
          <p14:tracePt t="104014" x="4095750" y="2413000"/>
          <p14:tracePt t="104194" x="4102100" y="2419350"/>
          <p14:tracePt t="104202" x="4102100" y="2432050"/>
          <p14:tracePt t="104214" x="4108450" y="2451100"/>
          <p14:tracePt t="104231" x="4121150" y="2457450"/>
          <p14:tracePt t="104248" x="4127500" y="2476500"/>
          <p14:tracePt t="104264" x="4140200" y="2501900"/>
          <p14:tracePt t="104281" x="4159250" y="2514600"/>
          <p14:tracePt t="104297" x="4171950" y="2533650"/>
          <p14:tracePt t="104314" x="4197350" y="2540000"/>
          <p14:tracePt t="104330" x="4216400" y="2540000"/>
          <p14:tracePt t="104347" x="4235450" y="2552700"/>
          <p14:tracePt t="104364" x="4254500" y="2552700"/>
          <p14:tracePt t="104381" x="4279900" y="2552700"/>
          <p14:tracePt t="104397" x="4292600" y="2552700"/>
          <p14:tracePt t="104414" x="4298950" y="2552700"/>
          <p14:tracePt t="104475" x="4298950" y="2546350"/>
          <p14:tracePt t="104499" x="4298950" y="2540000"/>
          <p14:tracePt t="104626" x="4298950" y="2546350"/>
          <p14:tracePt t="104635" x="4305300" y="2559050"/>
          <p14:tracePt t="104651" x="4318000" y="2578100"/>
          <p14:tracePt t="104658" x="4318000" y="2609850"/>
          <p14:tracePt t="104667" x="4343400" y="2641600"/>
          <p14:tracePt t="104681" x="4356100" y="2667000"/>
          <p14:tracePt t="104697" x="4387850" y="2755900"/>
          <p14:tracePt t="104714" x="4425950" y="2813050"/>
          <p14:tracePt t="104730" x="4445000" y="2863850"/>
          <p14:tracePt t="104747" x="4457700" y="2895600"/>
          <p14:tracePt t="104764" x="4470400" y="2914650"/>
          <p14:tracePt t="104781" x="4476750" y="2927350"/>
          <p14:tracePt t="104797" x="4476750" y="2933700"/>
          <p14:tracePt t="105106" x="4476750" y="2927350"/>
          <p14:tracePt t="105122" x="4470400" y="2908300"/>
          <p14:tracePt t="105138" x="4457700" y="2908300"/>
          <p14:tracePt t="105146" x="4451350" y="2889250"/>
          <p14:tracePt t="105154" x="4438650" y="2876550"/>
          <p14:tracePt t="105164" x="4419600" y="2857500"/>
          <p14:tracePt t="105181" x="4356100" y="2749550"/>
          <p14:tracePt t="105197" x="4108450" y="2451100"/>
          <p14:tracePt t="105214" x="3930650" y="2279650"/>
          <p14:tracePt t="105231" x="3746500" y="2165350"/>
          <p14:tracePt t="105247" x="2971800" y="1879600"/>
          <p14:tracePt t="105264" x="2552700" y="1816100"/>
          <p14:tracePt t="105282" x="2247900" y="1790700"/>
          <p14:tracePt t="105297" x="1854200" y="1739900"/>
          <p14:tracePt t="105314" x="1758950" y="1727200"/>
          <p14:tracePt t="105331" x="1695450" y="1727200"/>
          <p14:tracePt t="105347" x="1676400" y="1727200"/>
          <p14:tracePt t="105380" x="1676400" y="1733550"/>
          <p14:tracePt t="105418" x="1676400" y="1746250"/>
          <p14:tracePt t="105435" x="1676400" y="1752600"/>
          <p14:tracePt t="105451" x="1676400" y="1765300"/>
          <p14:tracePt t="105467" x="1676400" y="1771650"/>
          <p14:tracePt t="105474" x="1682750" y="1771650"/>
          <p14:tracePt t="105483" x="1689100" y="1771650"/>
          <p14:tracePt t="105498" x="1689100" y="1784350"/>
          <p14:tracePt t="105514" x="1695450" y="1790700"/>
          <p14:tracePt t="105531" x="1714500" y="1809750"/>
          <p14:tracePt t="105547" x="1720850" y="1822450"/>
          <p14:tracePt t="105564" x="1720850" y="1835150"/>
          <p14:tracePt t="105581" x="1739900" y="1854200"/>
          <p14:tracePt t="105597" x="1739900" y="1866900"/>
          <p14:tracePt t="105614" x="1752600" y="1866900"/>
          <p14:tracePt t="105631" x="1752600" y="1873250"/>
          <p14:tracePt t="105690" x="1746250" y="1873250"/>
          <p14:tracePt t="105699" x="1733550" y="1841500"/>
          <p14:tracePt t="105707" x="1689100" y="1809750"/>
          <p14:tracePt t="105715" x="1644650" y="1765300"/>
          <p14:tracePt t="105731" x="1409700" y="1574800"/>
          <p14:tracePt t="105747" x="1257300" y="1473200"/>
          <p14:tracePt t="105764" x="939800" y="1289050"/>
          <p14:tracePt t="105781" x="838200" y="1225550"/>
          <p14:tracePt t="105798" x="628650" y="1092200"/>
          <p14:tracePt t="105814" x="171450" y="8382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55588" y="630238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1.3.4 The Internet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550" y="3254375"/>
            <a:ext cx="4994275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35263"/>
            <a:ext cx="3554413" cy="112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4165600"/>
            <a:ext cx="5813425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4778375"/>
            <a:ext cx="8215312" cy="143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8" y="1404938"/>
            <a:ext cx="5991225" cy="139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2416175"/>
            <a:ext cx="32766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3254375"/>
            <a:ext cx="2201862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 spd="med" advTm="1588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3196" x="1790700" y="2305050"/>
          <p14:tracePt t="3427" x="1790700" y="2292350"/>
          <p14:tracePt t="3451" x="1790700" y="2279650"/>
          <p14:tracePt t="3459" x="1778000" y="2273300"/>
          <p14:tracePt t="3467" x="1771650" y="2266950"/>
          <p14:tracePt t="3479" x="1765300" y="2260600"/>
          <p14:tracePt t="3495" x="1752600" y="2254250"/>
          <p14:tracePt t="3512" x="1739900" y="2235200"/>
          <p14:tracePt t="3529" x="1720850" y="2216150"/>
          <p14:tracePt t="3545" x="1714500" y="2203450"/>
          <p14:tracePt t="3563" x="1682750" y="2152650"/>
          <p14:tracePt t="3579" x="1657350" y="2101850"/>
          <p14:tracePt t="3596" x="1587500" y="2012950"/>
          <p14:tracePt t="3612" x="1549400" y="1955800"/>
          <p14:tracePt t="3629" x="1524000" y="1924050"/>
          <p14:tracePt t="3645" x="1466850" y="1847850"/>
          <p14:tracePt t="3662" x="1435100" y="1797050"/>
          <p14:tracePt t="3679" x="1416050" y="1765300"/>
          <p14:tracePt t="3683" x="1390650" y="1689100"/>
          <p14:tracePt t="3695" x="1377950" y="1651000"/>
          <p14:tracePt t="3712" x="1333500" y="1562100"/>
          <p14:tracePt t="3729" x="1263650" y="1339850"/>
          <p14:tracePt t="3746" x="1219200" y="1250950"/>
          <p14:tracePt t="3763" x="1200150" y="1187450"/>
          <p14:tracePt t="3779" x="1111250" y="1009650"/>
          <p14:tracePt t="3796" x="1079500" y="965200"/>
          <p14:tracePt t="3812" x="1028700" y="927100"/>
          <p14:tracePt t="3829" x="1016000" y="908050"/>
          <p14:tracePt t="3846" x="996950" y="901700"/>
          <p14:tracePt t="3862" x="958850" y="876300"/>
          <p14:tracePt t="3879" x="920750" y="869950"/>
          <p14:tracePt t="3896" x="863600" y="863600"/>
          <p14:tracePt t="3912" x="755650" y="844550"/>
          <p14:tracePt t="3929" x="711200" y="844550"/>
          <p14:tracePt t="3946" x="673100" y="838200"/>
          <p14:tracePt t="3963" x="603250" y="831850"/>
          <p14:tracePt t="3979" x="520700" y="831850"/>
          <p14:tracePt t="3996" x="469900" y="831850"/>
          <p14:tracePt t="4013" x="444500" y="831850"/>
          <p14:tracePt t="4029" x="419100" y="838200"/>
          <p14:tracePt t="4046" x="387350" y="850900"/>
          <p14:tracePt t="4062" x="349250" y="869950"/>
          <p14:tracePt t="4079" x="330200" y="882650"/>
          <p14:tracePt t="4095" x="298450" y="914400"/>
          <p14:tracePt t="4112" x="279400" y="933450"/>
          <p14:tracePt t="4129" x="247650" y="946150"/>
          <p14:tracePt t="4146" x="234950" y="958850"/>
          <p14:tracePt t="4436" x="247650" y="952500"/>
          <p14:tracePt t="4452" x="260350" y="946150"/>
          <p14:tracePt t="4459" x="273050" y="946150"/>
          <p14:tracePt t="4468" x="279400" y="939800"/>
          <p14:tracePt t="4483" x="317500" y="927100"/>
          <p14:tracePt t="4500" x="323850" y="927100"/>
          <p14:tracePt t="4512" x="336550" y="914400"/>
          <p14:tracePt t="4529" x="349250" y="914400"/>
          <p14:tracePt t="4545" x="361950" y="914400"/>
          <p14:tracePt t="4563" x="387350" y="908050"/>
          <p14:tracePt t="4579" x="450850" y="914400"/>
          <p14:tracePt t="4595" x="482600" y="914400"/>
          <p14:tracePt t="4612" x="520700" y="920750"/>
          <p14:tracePt t="4629" x="584200" y="939800"/>
          <p14:tracePt t="4646" x="622300" y="946150"/>
          <p14:tracePt t="4662" x="673100" y="958850"/>
          <p14:tracePt t="4679" x="717550" y="971550"/>
          <p14:tracePt t="4696" x="781050" y="984250"/>
          <p14:tracePt t="4712" x="844550" y="984250"/>
          <p14:tracePt t="4729" x="1003300" y="977900"/>
          <p14:tracePt t="4746" x="1073150" y="977900"/>
          <p14:tracePt t="4762" x="1136650" y="971550"/>
          <p14:tracePt t="4779" x="1250950" y="958850"/>
          <p14:tracePt t="4796" x="1295400" y="946150"/>
          <p14:tracePt t="4812" x="1352550" y="939800"/>
          <p14:tracePt t="4829" x="1460500" y="933450"/>
          <p14:tracePt t="4846" x="1536700" y="939800"/>
          <p14:tracePt t="4862" x="1549400" y="939800"/>
          <p14:tracePt t="4879" x="1670050" y="958850"/>
          <p14:tracePt t="4896" x="1714500" y="958850"/>
          <p14:tracePt t="4912" x="1752600" y="958850"/>
          <p14:tracePt t="4929" x="1828800" y="971550"/>
          <p14:tracePt t="4946" x="1860550" y="977900"/>
          <p14:tracePt t="4963" x="1879600" y="984250"/>
          <p14:tracePt t="4979" x="1930400" y="996950"/>
          <p14:tracePt t="4996" x="1974850" y="1009650"/>
          <p14:tracePt t="5012" x="1993900" y="1016000"/>
          <p14:tracePt t="5045" x="2000250" y="1016000"/>
          <p14:tracePt t="5195" x="1974850" y="1016000"/>
          <p14:tracePt t="5203" x="1949450" y="1003300"/>
          <p14:tracePt t="5212" x="1936750" y="1003300"/>
          <p14:tracePt t="5229" x="1905000" y="990600"/>
          <p14:tracePt t="5246" x="1797050" y="965200"/>
          <p14:tracePt t="5262" x="1727200" y="946150"/>
          <p14:tracePt t="5279" x="1651000" y="908050"/>
          <p14:tracePt t="5295" x="1492250" y="869950"/>
          <p14:tracePt t="5312" x="1447800" y="869950"/>
          <p14:tracePt t="5329" x="1435100" y="863600"/>
          <p14:tracePt t="5345" x="1409700" y="857250"/>
          <p14:tracePt t="5362" x="1403350" y="857250"/>
          <p14:tracePt t="5379" x="1377950" y="869950"/>
          <p14:tracePt t="5395" x="1371600" y="869950"/>
          <p14:tracePt t="5412" x="1327150" y="908050"/>
          <p14:tracePt t="5429" x="1282700" y="933450"/>
          <p14:tracePt t="5446" x="1225550" y="971550"/>
          <p14:tracePt t="5462" x="1212850" y="984250"/>
          <p14:tracePt t="5479" x="1200150" y="990600"/>
          <p14:tracePt t="5496" x="1193800" y="1016000"/>
          <p14:tracePt t="5512" x="1181100" y="1028700"/>
          <p14:tracePt t="5529" x="1168400" y="1054100"/>
          <p14:tracePt t="5546" x="1168400" y="1060450"/>
          <p14:tracePt t="5563" x="1168400" y="1066800"/>
          <p14:tracePt t="5579" x="1168400" y="1079500"/>
          <p14:tracePt t="5596" x="1168400" y="1092200"/>
          <p14:tracePt t="5612" x="1181100" y="1098550"/>
          <p14:tracePt t="5629" x="1193800" y="1111250"/>
          <p14:tracePt t="5646" x="1200150" y="1111250"/>
          <p14:tracePt t="5662" x="1231900" y="1123950"/>
          <p14:tracePt t="5679" x="1250950" y="1130300"/>
          <p14:tracePt t="5697" x="1257300" y="1130300"/>
          <p14:tracePt t="5712" x="1301750" y="1143000"/>
          <p14:tracePt t="5729" x="1333500" y="1143000"/>
          <p14:tracePt t="5746" x="1352550" y="1149350"/>
          <p14:tracePt t="5762" x="1428750" y="1162050"/>
          <p14:tracePt t="5779" x="1466850" y="1162050"/>
          <p14:tracePt t="5796" x="1543050" y="1174750"/>
          <p14:tracePt t="5813" x="1676400" y="1187450"/>
          <p14:tracePt t="5829" x="1746250" y="1187450"/>
          <p14:tracePt t="5846" x="1809750" y="1187450"/>
          <p14:tracePt t="5862" x="1892300" y="1168400"/>
          <p14:tracePt t="5879" x="1936750" y="1149350"/>
          <p14:tracePt t="5896" x="1981200" y="1123950"/>
          <p14:tracePt t="5912" x="2038350" y="1066800"/>
          <p14:tracePt t="5929" x="2070100" y="1041400"/>
          <p14:tracePt t="5946" x="2101850" y="1009650"/>
          <p14:tracePt t="5962" x="2127250" y="977900"/>
          <p14:tracePt t="5979" x="2146300" y="965200"/>
          <p14:tracePt t="5996" x="2152650" y="958850"/>
          <p14:tracePt t="6115" x="2152650" y="952500"/>
          <p14:tracePt t="6131" x="2152650" y="933450"/>
          <p14:tracePt t="6147" x="2146300" y="920750"/>
          <p14:tracePt t="6164" x="2139950" y="908050"/>
          <p14:tracePt t="6171" x="2139950" y="895350"/>
          <p14:tracePt t="6179" x="2120900" y="857250"/>
          <p14:tracePt t="6196" x="2114550" y="844550"/>
          <p14:tracePt t="6212" x="2101850" y="825500"/>
          <p14:tracePt t="6229" x="2101850" y="812800"/>
          <p14:tracePt t="6246" x="2089150" y="781050"/>
          <p14:tracePt t="6262" x="2089150" y="774700"/>
          <p14:tracePt t="6279" x="2082800" y="755650"/>
          <p14:tracePt t="6296" x="2070100" y="730250"/>
          <p14:tracePt t="6312" x="2063750" y="730250"/>
          <p14:tracePt t="6329" x="2057400" y="711200"/>
          <p14:tracePt t="6346" x="2044700" y="698500"/>
          <p14:tracePt t="6362" x="2044700" y="692150"/>
          <p14:tracePt t="6379" x="2025650" y="685800"/>
          <p14:tracePt t="6396" x="2019300" y="685800"/>
          <p14:tracePt t="6412" x="2000250" y="685800"/>
          <p14:tracePt t="6429" x="1968500" y="685800"/>
          <p14:tracePt t="6446" x="1955800" y="685800"/>
          <p14:tracePt t="6462" x="1936750" y="685800"/>
          <p14:tracePt t="6479" x="1924050" y="692150"/>
          <p14:tracePt t="6496" x="1905000" y="698500"/>
          <p14:tracePt t="6512" x="1892300" y="704850"/>
          <p14:tracePt t="6529" x="1860550" y="717550"/>
          <p14:tracePt t="6546" x="1847850" y="730250"/>
          <p14:tracePt t="6562" x="1835150" y="742950"/>
          <p14:tracePt t="6579" x="1790700" y="768350"/>
          <p14:tracePt t="6596" x="1778000" y="774700"/>
          <p14:tracePt t="6612" x="1758950" y="787400"/>
          <p14:tracePt t="6629" x="1727200" y="812800"/>
          <p14:tracePt t="6646" x="1714500" y="831850"/>
          <p14:tracePt t="6662" x="1708150" y="838200"/>
          <p14:tracePt t="6679" x="1708150" y="857250"/>
          <p14:tracePt t="6682" x="1708150" y="863600"/>
          <p14:tracePt t="6695" x="1701800" y="863600"/>
          <p14:tracePt t="6712" x="1695450" y="869950"/>
          <p14:tracePt t="6729" x="1695450" y="882650"/>
          <p14:tracePt t="6746" x="1695450" y="889000"/>
          <p14:tracePt t="6762" x="1695450" y="908050"/>
          <p14:tracePt t="6779" x="1695450" y="920750"/>
          <p14:tracePt t="6796" x="1695450" y="933450"/>
          <p14:tracePt t="6812" x="1701800" y="939800"/>
          <p14:tracePt t="6829" x="1701800" y="946150"/>
          <p14:tracePt t="6846" x="1701800" y="952500"/>
          <p14:tracePt t="6862" x="1701800" y="965200"/>
          <p14:tracePt t="6879" x="1701800" y="977900"/>
          <p14:tracePt t="6896" x="1714500" y="984250"/>
          <p14:tracePt t="6912" x="1720850" y="1009650"/>
          <p14:tracePt t="6929" x="1727200" y="1028700"/>
          <p14:tracePt t="6946" x="1733550" y="1035050"/>
          <p14:tracePt t="6962" x="1733550" y="1041400"/>
          <p14:tracePt t="6979" x="1739900" y="1060450"/>
          <p14:tracePt t="6996" x="1746250" y="1060450"/>
          <p14:tracePt t="7012" x="1746250" y="1066800"/>
          <p14:tracePt t="7029" x="1752600" y="1073150"/>
          <p14:tracePt t="7046" x="1765300" y="1073150"/>
          <p14:tracePt t="7062" x="1765300" y="1079500"/>
          <p14:tracePt t="7079" x="1771650" y="1079500"/>
          <p14:tracePt t="7096" x="1778000" y="1085850"/>
          <p14:tracePt t="7112" x="1790700" y="1092200"/>
          <p14:tracePt t="7129" x="1797050" y="1092200"/>
          <p14:tracePt t="7146" x="1809750" y="1098550"/>
          <p14:tracePt t="7162" x="1816100" y="1098550"/>
          <p14:tracePt t="7179" x="1854200" y="1098550"/>
          <p14:tracePt t="7195" x="1860550" y="1092200"/>
          <p14:tracePt t="7212" x="1873250" y="1085850"/>
          <p14:tracePt t="7229" x="1898650" y="1066800"/>
          <p14:tracePt t="7245" x="1905000" y="1054100"/>
          <p14:tracePt t="7262" x="1917700" y="1041400"/>
          <p14:tracePt t="7279" x="1943100" y="1022350"/>
          <p14:tracePt t="7296" x="1955800" y="1016000"/>
          <p14:tracePt t="7312" x="1968500" y="1009650"/>
          <p14:tracePt t="7329" x="1968500" y="1003300"/>
          <p14:tracePt t="7346" x="1974850" y="990600"/>
          <p14:tracePt t="7362" x="1981200" y="984250"/>
          <p14:tracePt t="7379" x="2000250" y="952500"/>
          <p14:tracePt t="7396" x="2000250" y="933450"/>
          <p14:tracePt t="7412" x="2000250" y="927100"/>
          <p14:tracePt t="7429" x="2006600" y="914400"/>
          <p14:tracePt t="7446" x="2006600" y="882650"/>
          <p14:tracePt t="7462" x="2006600" y="857250"/>
          <p14:tracePt t="7479" x="2006600" y="825500"/>
          <p14:tracePt t="7496" x="2006600" y="800100"/>
          <p14:tracePt t="7512" x="2006600" y="793750"/>
          <p14:tracePt t="7529" x="2000250" y="781050"/>
          <p14:tracePt t="7546" x="2000250" y="774700"/>
          <p14:tracePt t="7563" x="2000250" y="768350"/>
          <p14:tracePt t="7579" x="2000250" y="755650"/>
          <p14:tracePt t="7596" x="2000250" y="749300"/>
          <p14:tracePt t="7629" x="1987550" y="742950"/>
          <p14:tracePt t="7646" x="1987550" y="736600"/>
          <p14:tracePt t="7662" x="1987550" y="730250"/>
          <p14:tracePt t="7679" x="1974850" y="723900"/>
          <p14:tracePt t="7696" x="1968500" y="717550"/>
          <p14:tracePt t="7712" x="1962150" y="711200"/>
          <p14:tracePt t="7729" x="1949450" y="711200"/>
          <p14:tracePt t="7745" x="1943100" y="704850"/>
          <p14:tracePt t="7763" x="1936750" y="704850"/>
          <p14:tracePt t="7779" x="1930400" y="698500"/>
          <p14:tracePt t="7795" x="1924050" y="698500"/>
          <p14:tracePt t="7812" x="1917700" y="698500"/>
          <p14:tracePt t="7829" x="1898650" y="704850"/>
          <p14:tracePt t="7859" x="1885950" y="711200"/>
          <p14:tracePt t="7867" x="1885950" y="717550"/>
          <p14:tracePt t="7879" x="1873250" y="723900"/>
          <p14:tracePt t="7907" x="1866900" y="736600"/>
          <p14:tracePt t="7923" x="1860550" y="742950"/>
          <p14:tracePt t="7939" x="1860550" y="749300"/>
          <p14:tracePt t="7948" x="1854200" y="749300"/>
          <p14:tracePt t="7962" x="1854200" y="755650"/>
          <p14:tracePt t="7979" x="1854200" y="781050"/>
          <p14:tracePt t="7996" x="1841500" y="793750"/>
          <p14:tracePt t="8012" x="1841500" y="812800"/>
          <p14:tracePt t="8029" x="1828800" y="831850"/>
          <p14:tracePt t="8046" x="1828800" y="844550"/>
          <p14:tracePt t="8062" x="1822450" y="869950"/>
          <p14:tracePt t="8079" x="1822450" y="889000"/>
          <p14:tracePt t="8096" x="1816100" y="901700"/>
          <p14:tracePt t="8112" x="1816100" y="927100"/>
          <p14:tracePt t="8129" x="1809750" y="958850"/>
          <p14:tracePt t="8146" x="1809750" y="977900"/>
          <p14:tracePt t="8162" x="1809750" y="996950"/>
          <p14:tracePt t="8179" x="1809750" y="1022350"/>
          <p14:tracePt t="8196" x="1809750" y="1035050"/>
          <p14:tracePt t="8212" x="1816100" y="1060450"/>
          <p14:tracePt t="8229" x="1816100" y="1073150"/>
          <p14:tracePt t="8246" x="1822450" y="1079500"/>
          <p14:tracePt t="8262" x="1822450" y="1085850"/>
          <p14:tracePt t="8279" x="1835150" y="1098550"/>
          <p14:tracePt t="8312" x="1835150" y="1104900"/>
          <p14:tracePt t="8329" x="1835150" y="1117600"/>
          <p14:tracePt t="8347" x="1841500" y="1117600"/>
          <p14:tracePt t="8395" x="1854200" y="1123950"/>
          <p14:tracePt t="8411" x="1854200" y="1130300"/>
          <p14:tracePt t="8427" x="1860550" y="1130300"/>
          <p14:tracePt t="8435" x="1873250" y="1130300"/>
          <p14:tracePt t="8459" x="1879600" y="1130300"/>
          <p14:tracePt t="8467" x="1885950" y="1130300"/>
          <p14:tracePt t="8479" x="1892300" y="1130300"/>
          <p14:tracePt t="8496" x="1905000" y="1130300"/>
          <p14:tracePt t="8516" x="1917700" y="1130300"/>
          <p14:tracePt t="8529" x="1930400" y="1117600"/>
          <p14:tracePt t="8546" x="1943100" y="1117600"/>
          <p14:tracePt t="8562" x="1962150" y="1104900"/>
          <p14:tracePt t="8579" x="1987550" y="1079500"/>
          <p14:tracePt t="8596" x="2006600" y="1073150"/>
          <p14:tracePt t="8612" x="2032000" y="1047750"/>
          <p14:tracePt t="8629" x="2044700" y="1041400"/>
          <p14:tracePt t="8646" x="2057400" y="1022350"/>
          <p14:tracePt t="8662" x="2063750" y="1016000"/>
          <p14:tracePt t="8679" x="2063750" y="1003300"/>
          <p14:tracePt t="8695" x="2070100" y="990600"/>
          <p14:tracePt t="8712" x="2076450" y="965200"/>
          <p14:tracePt t="8729" x="2076450" y="927100"/>
          <p14:tracePt t="8746" x="2076450" y="901700"/>
          <p14:tracePt t="8762" x="2076450" y="882650"/>
          <p14:tracePt t="8779" x="2051050" y="825500"/>
          <p14:tracePt t="8796" x="2051050" y="800100"/>
          <p14:tracePt t="8812" x="2044700" y="787400"/>
          <p14:tracePt t="8829" x="2032000" y="755650"/>
          <p14:tracePt t="8846" x="2025650" y="736600"/>
          <p14:tracePt t="8862" x="2012950" y="717550"/>
          <p14:tracePt t="8879" x="1987550" y="704850"/>
          <p14:tracePt t="8896" x="1981200" y="692150"/>
          <p14:tracePt t="8912" x="1981200" y="685800"/>
          <p14:tracePt t="8929" x="1968500" y="679450"/>
          <p14:tracePt t="8946" x="1955800" y="673100"/>
          <p14:tracePt t="8963" x="1917700" y="666750"/>
          <p14:tracePt t="8979" x="1879600" y="654050"/>
          <p14:tracePt t="8996" x="1866900" y="654050"/>
          <p14:tracePt t="9012" x="1835150" y="647700"/>
          <p14:tracePt t="9029" x="1816100" y="647700"/>
          <p14:tracePt t="9046" x="1797050" y="647700"/>
          <p14:tracePt t="9062" x="1790700" y="647700"/>
          <p14:tracePt t="9080" x="1778000" y="654050"/>
          <p14:tracePt t="9096" x="1771650" y="660400"/>
          <p14:tracePt t="9112" x="1758950" y="673100"/>
          <p14:tracePt t="9129" x="1746250" y="692150"/>
          <p14:tracePt t="9146" x="1739900" y="704850"/>
          <p14:tracePt t="9162" x="1727200" y="717550"/>
          <p14:tracePt t="9179" x="1695450" y="774700"/>
          <p14:tracePt t="9196" x="1682750" y="812800"/>
          <p14:tracePt t="9212" x="1670050" y="876300"/>
          <p14:tracePt t="9229" x="1670050" y="882650"/>
          <p14:tracePt t="9245" x="1670050" y="920750"/>
          <p14:tracePt t="9262" x="1670050" y="965200"/>
          <p14:tracePt t="9279" x="1670050" y="977900"/>
          <p14:tracePt t="9295" x="1670050" y="996950"/>
          <p14:tracePt t="9312" x="1676400" y="1022350"/>
          <p14:tracePt t="9346" x="1682750" y="1041400"/>
          <p14:tracePt t="9362" x="1689100" y="1047750"/>
          <p14:tracePt t="9379" x="1689100" y="1066800"/>
          <p14:tracePt t="9396" x="1701800" y="1073150"/>
          <p14:tracePt t="9412" x="1701800" y="1092200"/>
          <p14:tracePt t="9429" x="1733550" y="1104900"/>
          <p14:tracePt t="9446" x="1739900" y="1111250"/>
          <p14:tracePt t="9462" x="1739900" y="1117600"/>
          <p14:tracePt t="9479" x="1746250" y="1123950"/>
          <p14:tracePt t="9496" x="1758950" y="1130300"/>
          <p14:tracePt t="9512" x="1778000" y="1136650"/>
          <p14:tracePt t="9529" x="1797050" y="1143000"/>
          <p14:tracePt t="9546" x="1803400" y="1149350"/>
          <p14:tracePt t="9562" x="1809750" y="1149350"/>
          <p14:tracePt t="9579" x="1835150" y="1149350"/>
          <p14:tracePt t="9596" x="1873250" y="1149350"/>
          <p14:tracePt t="9612" x="1905000" y="1143000"/>
          <p14:tracePt t="9629" x="1930400" y="1136650"/>
          <p14:tracePt t="9646" x="1949450" y="1123950"/>
          <p14:tracePt t="9662" x="1981200" y="1104900"/>
          <p14:tracePt t="9679" x="2012950" y="1092200"/>
          <p14:tracePt t="9682" x="2019300" y="1079500"/>
          <p14:tracePt t="9695" x="2051050" y="1060450"/>
          <p14:tracePt t="9712" x="2076450" y="1016000"/>
          <p14:tracePt t="9729" x="2108200" y="984250"/>
          <p14:tracePt t="9746" x="2139950" y="952500"/>
          <p14:tracePt t="9762" x="2152650" y="901700"/>
          <p14:tracePt t="9779" x="2178050" y="800100"/>
          <p14:tracePt t="9796" x="2178050" y="781050"/>
          <p14:tracePt t="9812" x="2178050" y="755650"/>
          <p14:tracePt t="9829" x="2178050" y="742950"/>
          <p14:tracePt t="9846" x="2171700" y="730250"/>
          <p14:tracePt t="9862" x="2165350" y="730250"/>
          <p14:tracePt t="9879" x="2159000" y="723900"/>
          <p14:tracePt t="9896" x="2133600" y="723900"/>
          <p14:tracePt t="9912" x="2127250" y="717550"/>
          <p14:tracePt t="9929" x="2076450" y="704850"/>
          <p14:tracePt t="9946" x="2044700" y="692150"/>
          <p14:tracePt t="9963" x="2006600" y="679450"/>
          <p14:tracePt t="9979" x="1968500" y="660400"/>
          <p14:tracePt t="9996" x="1955800" y="660400"/>
          <p14:tracePt t="10012" x="1930400" y="654050"/>
          <p14:tracePt t="10060" x="1924050" y="647700"/>
          <p14:tracePt t="10075" x="1911350" y="647700"/>
          <p14:tracePt t="10083" x="1892300" y="647700"/>
          <p14:tracePt t="10095" x="1885950" y="654050"/>
          <p14:tracePt t="10112" x="1873250" y="660400"/>
          <p14:tracePt t="10129" x="1847850" y="679450"/>
          <p14:tracePt t="10146" x="1784350" y="730250"/>
          <p14:tracePt t="10162" x="1752600" y="755650"/>
          <p14:tracePt t="10179" x="1727200" y="768350"/>
          <p14:tracePt t="10195" x="1695450" y="793750"/>
          <p14:tracePt t="10212" x="1695450" y="800100"/>
          <p14:tracePt t="10229" x="1695450" y="806450"/>
          <p14:tracePt t="10246" x="1689100" y="825500"/>
          <p14:tracePt t="10262" x="1689100" y="838200"/>
          <p14:tracePt t="10279" x="1682750" y="850900"/>
          <p14:tracePt t="10296" x="1682750" y="869950"/>
          <p14:tracePt t="10312" x="1682750" y="882650"/>
          <p14:tracePt t="10329" x="1682750" y="914400"/>
          <p14:tracePt t="10346" x="1689100" y="914400"/>
          <p14:tracePt t="10362" x="1689100" y="920750"/>
          <p14:tracePt t="10379" x="1695450" y="946150"/>
          <p14:tracePt t="10396" x="1695450" y="952500"/>
          <p14:tracePt t="10412" x="1695450" y="958850"/>
          <p14:tracePt t="10429" x="1695450" y="965200"/>
          <p14:tracePt t="10445" x="1701800" y="977900"/>
          <p14:tracePt t="10462" x="1708150" y="996950"/>
          <p14:tracePt t="10479" x="1720850" y="1003300"/>
          <p14:tracePt t="10496" x="1733550" y="1022350"/>
          <p14:tracePt t="10512" x="1752600" y="1028700"/>
          <p14:tracePt t="10529" x="1758950" y="1035050"/>
          <p14:tracePt t="10546" x="1778000" y="1041400"/>
          <p14:tracePt t="10562" x="1784350" y="1047750"/>
          <p14:tracePt t="10579" x="1828800" y="1054100"/>
          <p14:tracePt t="10596" x="1847850" y="1066800"/>
          <p14:tracePt t="10612" x="1854200" y="1066800"/>
          <p14:tracePt t="10629" x="1898650" y="1066800"/>
          <p14:tracePt t="10646" x="1905000" y="1066800"/>
          <p14:tracePt t="10662" x="1924050" y="1066800"/>
          <p14:tracePt t="10696" x="1930400" y="1066800"/>
          <p14:tracePt t="10712" x="1949450" y="1054100"/>
          <p14:tracePt t="10739" x="1955800" y="1054100"/>
          <p14:tracePt t="10747" x="1962150" y="1054100"/>
          <p14:tracePt t="10764" x="1974850" y="1041400"/>
          <p14:tracePt t="10795" x="1987550" y="1035050"/>
          <p14:tracePt t="10811" x="1987550" y="1028700"/>
          <p14:tracePt t="10820" x="1987550" y="1022350"/>
          <p14:tracePt t="10835" x="1993900" y="1022350"/>
          <p14:tracePt t="10845" x="1993900" y="1016000"/>
          <p14:tracePt t="10862" x="2000250" y="1003300"/>
          <p14:tracePt t="10879" x="2000250" y="971550"/>
          <p14:tracePt t="10896" x="2000250" y="965200"/>
          <p14:tracePt t="10912" x="2000250" y="939800"/>
          <p14:tracePt t="10929" x="2000250" y="933450"/>
          <p14:tracePt t="10946" x="1993900" y="920750"/>
          <p14:tracePt t="10962" x="1993900" y="908050"/>
          <p14:tracePt t="10979" x="1987550" y="895350"/>
          <p14:tracePt t="10996" x="1987550" y="889000"/>
          <p14:tracePt t="11029" x="1987550" y="882650"/>
          <p14:tracePt t="11052" x="1987550" y="876300"/>
          <p14:tracePt t="11140" x="1981200" y="876300"/>
          <p14:tracePt t="11147" x="1981200" y="869950"/>
          <p14:tracePt t="11164" x="1981200" y="863600"/>
          <p14:tracePt t="11179" x="1981200" y="857250"/>
          <p14:tracePt t="11195" x="1981200" y="850900"/>
          <p14:tracePt t="11219" x="1981200" y="844550"/>
          <p14:tracePt t="11243" x="1968500" y="844550"/>
          <p14:tracePt t="11259" x="1968500" y="838200"/>
          <p14:tracePt t="11395" x="1949450" y="850900"/>
          <p14:tracePt t="11403" x="1943100" y="850900"/>
          <p14:tracePt t="11412" x="1936750" y="857250"/>
          <p14:tracePt t="11429" x="1898650" y="869950"/>
          <p14:tracePt t="11446" x="1892300" y="882650"/>
          <p14:tracePt t="11462" x="1866900" y="895350"/>
          <p14:tracePt t="11531" x="1866900" y="901700"/>
          <p14:tracePt t="11539" x="1860550" y="908050"/>
          <p14:tracePt t="11564" x="1860550" y="914400"/>
          <p14:tracePt t="11571" x="1860550" y="920750"/>
          <p14:tracePt t="11579" x="1860550" y="927100"/>
          <p14:tracePt t="11596" x="1854200" y="939800"/>
          <p14:tracePt t="11612" x="1854200" y="946150"/>
          <p14:tracePt t="11635" x="1854200" y="958850"/>
          <p14:tracePt t="11652" x="1860550" y="958850"/>
          <p14:tracePt t="11755" x="1866900" y="958850"/>
          <p14:tracePt t="11771" x="1873250" y="958850"/>
          <p14:tracePt t="11779" x="1879600" y="958850"/>
          <p14:tracePt t="11787" x="1879600" y="952500"/>
          <p14:tracePt t="11796" x="1885950" y="952500"/>
          <p14:tracePt t="11812" x="1898650" y="939800"/>
          <p14:tracePt t="11836" x="1911350" y="927100"/>
          <p14:tracePt t="11845" x="1911350" y="920750"/>
          <p14:tracePt t="11862" x="1917700" y="914400"/>
          <p14:tracePt t="11879" x="1924050" y="908050"/>
          <p14:tracePt t="11895" x="1930400" y="889000"/>
          <p14:tracePt t="11912" x="1943100" y="857250"/>
          <p14:tracePt t="11929" x="1943100" y="831850"/>
          <p14:tracePt t="11946" x="1943100" y="825500"/>
          <p14:tracePt t="11963" x="1943100" y="787400"/>
          <p14:tracePt t="11979" x="1943100" y="768350"/>
          <p14:tracePt t="11996" x="1943100" y="762000"/>
          <p14:tracePt t="12013" x="1936750" y="762000"/>
          <p14:tracePt t="12059" x="1930400" y="755650"/>
          <p14:tracePt t="12091" x="1917700" y="755650"/>
          <p14:tracePt t="12100" x="1911350" y="755650"/>
          <p14:tracePt t="12115" x="1905000" y="755650"/>
          <p14:tracePt t="12123" x="1898650" y="755650"/>
          <p14:tracePt t="12148" x="1885950" y="755650"/>
          <p14:tracePt t="12163" x="1879600" y="755650"/>
          <p14:tracePt t="12172" x="1873250" y="755650"/>
          <p14:tracePt t="12187" x="1860550" y="762000"/>
          <p14:tracePt t="12203" x="1847850" y="762000"/>
          <p14:tracePt t="12227" x="1841500" y="774700"/>
          <p14:tracePt t="12235" x="1828800" y="781050"/>
          <p14:tracePt t="12251" x="1822450" y="787400"/>
          <p14:tracePt t="12262" x="1816100" y="793750"/>
          <p14:tracePt t="12279" x="1809750" y="800100"/>
          <p14:tracePt t="12299" x="1809750" y="812800"/>
          <p14:tracePt t="12312" x="1809750" y="819150"/>
          <p14:tracePt t="12329" x="1809750" y="831850"/>
          <p14:tracePt t="12345" x="1809750" y="844550"/>
          <p14:tracePt t="12362" x="1809750" y="850900"/>
          <p14:tracePt t="12379" x="1809750" y="869950"/>
          <p14:tracePt t="12396" x="1809750" y="876300"/>
          <p14:tracePt t="12429" x="1809750" y="895350"/>
          <p14:tracePt t="12445" x="1803400" y="927100"/>
          <p14:tracePt t="12462" x="1803400" y="946150"/>
          <p14:tracePt t="12479" x="1803400" y="977900"/>
          <p14:tracePt t="12496" x="1803400" y="990600"/>
          <p14:tracePt t="12512" x="1803400" y="996950"/>
          <p14:tracePt t="12587" x="1809750" y="1003300"/>
          <p14:tracePt t="12611" x="1816100" y="1009650"/>
          <p14:tracePt t="12636" x="1822450" y="1009650"/>
          <p14:tracePt t="12643" x="1822450" y="1016000"/>
          <p14:tracePt t="12659" x="1828800" y="1016000"/>
          <p14:tracePt t="12669" x="1835150" y="1016000"/>
          <p14:tracePt t="12679" x="1847850" y="1022350"/>
          <p14:tracePt t="12699" x="1847850" y="1035050"/>
          <p14:tracePt t="12712" x="1854200" y="1041400"/>
          <p14:tracePt t="12729" x="1873250" y="1047750"/>
          <p14:tracePt t="12745" x="1879600" y="1047750"/>
          <p14:tracePt t="12779" x="1892300" y="1060450"/>
          <p14:tracePt t="12796" x="1905000" y="1060450"/>
          <p14:tracePt t="12812" x="1911350" y="1060450"/>
          <p14:tracePt t="12829" x="1917700" y="1060450"/>
          <p14:tracePt t="12846" x="1924050" y="1060450"/>
          <p14:tracePt t="12879" x="1930400" y="1066800"/>
          <p14:tracePt t="12895" x="1943100" y="1066800"/>
          <p14:tracePt t="12912" x="1949450" y="1066800"/>
          <p14:tracePt t="12932" x="1949450" y="1060450"/>
          <p14:tracePt t="12947" x="1962150" y="1054100"/>
          <p14:tracePt t="12962" x="1962150" y="1047750"/>
          <p14:tracePt t="12980" x="1974850" y="1028700"/>
          <p14:tracePt t="12996" x="1993900" y="1009650"/>
          <p14:tracePt t="13012" x="2000250" y="990600"/>
          <p14:tracePt t="13029" x="2000250" y="958850"/>
          <p14:tracePt t="13046" x="2006600" y="939800"/>
          <p14:tracePt t="13062" x="2012950" y="933450"/>
          <p14:tracePt t="13079" x="2012950" y="908050"/>
          <p14:tracePt t="13096" x="2012950" y="895350"/>
          <p14:tracePt t="13112" x="2012950" y="876300"/>
          <p14:tracePt t="13129" x="2012950" y="857250"/>
          <p14:tracePt t="13146" x="2012950" y="844550"/>
          <p14:tracePt t="13162" x="2012950" y="831850"/>
          <p14:tracePt t="13179" x="2012950" y="819150"/>
          <p14:tracePt t="13196" x="2012950" y="812800"/>
          <p14:tracePt t="13212" x="2006600" y="806450"/>
          <p14:tracePt t="13229" x="2006600" y="800100"/>
          <p14:tracePt t="13251" x="2000250" y="800100"/>
          <p14:tracePt t="13262" x="2000250" y="787400"/>
          <p14:tracePt t="13283" x="2000250" y="781050"/>
          <p14:tracePt t="13296" x="1993900" y="781050"/>
          <p14:tracePt t="13312" x="1987550" y="781050"/>
          <p14:tracePt t="13329" x="1981200" y="768350"/>
          <p14:tracePt t="13345" x="1981200" y="762000"/>
          <p14:tracePt t="13362" x="1974850" y="762000"/>
          <p14:tracePt t="13379" x="1974850" y="755650"/>
          <p14:tracePt t="13395" x="1962150" y="755650"/>
          <p14:tracePt t="13412" x="1955800" y="755650"/>
          <p14:tracePt t="13451" x="1949450" y="755650"/>
          <p14:tracePt t="13475" x="1943100" y="755650"/>
          <p14:tracePt t="13539" x="1936750" y="755650"/>
          <p14:tracePt t="13555" x="1936750" y="762000"/>
          <p14:tracePt t="13580" x="1924050" y="768350"/>
          <p14:tracePt t="13595" x="1924050" y="774700"/>
          <p14:tracePt t="13603" x="1917700" y="787400"/>
          <p14:tracePt t="13620" x="1917700" y="793750"/>
          <p14:tracePt t="13629" x="1911350" y="800100"/>
          <p14:tracePt t="13645" x="1905000" y="812800"/>
          <p14:tracePt t="13662" x="1885950" y="857250"/>
          <p14:tracePt t="13679" x="1885950" y="863600"/>
          <p14:tracePt t="13695" x="1873250" y="895350"/>
          <p14:tracePt t="13712" x="1860550" y="908050"/>
          <p14:tracePt t="13729" x="1847850" y="939800"/>
          <p14:tracePt t="13746" x="1841500" y="946150"/>
          <p14:tracePt t="13762" x="1841500" y="965200"/>
          <p14:tracePt t="13779" x="1835150" y="984250"/>
          <p14:tracePt t="13796" x="1835150" y="990600"/>
          <p14:tracePt t="13812" x="1828800" y="996950"/>
          <p14:tracePt t="13829" x="1828800" y="1009650"/>
          <p14:tracePt t="13846" x="1828800" y="1016000"/>
          <p14:tracePt t="13862" x="1828800" y="1028700"/>
          <p14:tracePt t="13879" x="1828800" y="1041400"/>
          <p14:tracePt t="13896" x="1828800" y="1060450"/>
          <p14:tracePt t="13912" x="1828800" y="1073150"/>
          <p14:tracePt t="13929" x="1828800" y="1098550"/>
          <p14:tracePt t="13946" x="1828800" y="1104900"/>
          <p14:tracePt t="13962" x="1828800" y="1111250"/>
          <p14:tracePt t="13979" x="1828800" y="1117600"/>
          <p14:tracePt t="14123" x="1835150" y="1123950"/>
          <p14:tracePt t="14172" x="1841500" y="1123950"/>
          <p14:tracePt t="14195" x="1847850" y="1123950"/>
          <p14:tracePt t="14211" x="1854200" y="1123950"/>
          <p14:tracePt t="14235" x="1860550" y="1123950"/>
          <p14:tracePt t="14251" x="1873250" y="1123950"/>
          <p14:tracePt t="14259" x="1879600" y="1123950"/>
          <p14:tracePt t="14284" x="1885950" y="1111250"/>
          <p14:tracePt t="14299" x="1898650" y="1104900"/>
          <p14:tracePt t="14307" x="1917700" y="1098550"/>
          <p14:tracePt t="14332" x="1924050" y="1092200"/>
          <p14:tracePt t="14340" x="1924050" y="1085850"/>
          <p14:tracePt t="14355" x="1955800" y="1066800"/>
          <p14:tracePt t="14371" x="1968500" y="1060450"/>
          <p14:tracePt t="14387" x="1981200" y="1054100"/>
          <p14:tracePt t="14411" x="1987550" y="1047750"/>
          <p14:tracePt t="14420" x="1993900" y="1047750"/>
          <p14:tracePt t="14429" x="1993900" y="1041400"/>
          <p14:tracePt t="14446" x="1993900" y="1028700"/>
          <p14:tracePt t="14462" x="1949450" y="1028700"/>
          <p14:tracePt t="14479" x="1943100" y="1003300"/>
          <p14:tracePt t="14495" x="1943100" y="952500"/>
          <p14:tracePt t="14512" x="1943100" y="876300"/>
          <p14:tracePt t="14529" x="1943100" y="857250"/>
          <p14:tracePt t="14545" x="1943100" y="831850"/>
          <p14:tracePt t="14562" x="1936750" y="812800"/>
          <p14:tracePt t="14579" x="1924050" y="793750"/>
          <p14:tracePt t="14595" x="1911350" y="781050"/>
          <p14:tracePt t="14612" x="1905000" y="774700"/>
          <p14:tracePt t="14628" x="1892300" y="768350"/>
          <p14:tracePt t="14645" x="1879600" y="762000"/>
          <p14:tracePt t="14662" x="1873250" y="755650"/>
          <p14:tracePt t="14679" x="1854200" y="749300"/>
          <p14:tracePt t="14696" x="1847850" y="742950"/>
          <p14:tracePt t="14712" x="1841500" y="742950"/>
          <p14:tracePt t="14811" x="1835150" y="742950"/>
          <p14:tracePt t="14851" x="1835150" y="749300"/>
          <p14:tracePt t="14867" x="1828800" y="762000"/>
          <p14:tracePt t="14875" x="1822450" y="787400"/>
          <p14:tracePt t="14883" x="1822450" y="793750"/>
          <p14:tracePt t="14895" x="1822450" y="800100"/>
          <p14:tracePt t="14912" x="1822450" y="819150"/>
          <p14:tracePt t="14929" x="1822450" y="850900"/>
          <p14:tracePt t="14945" x="1822450" y="863600"/>
          <p14:tracePt t="14962" x="1822450" y="869950"/>
          <p14:tracePt t="14979" x="1809750" y="914400"/>
          <p14:tracePt t="14995" x="1803400" y="933450"/>
          <p14:tracePt t="15012" x="1803400" y="965200"/>
          <p14:tracePt t="15029" x="1803400" y="977900"/>
          <p14:tracePt t="15045" x="1803400" y="1003300"/>
          <p14:tracePt t="15062" x="1803400" y="1035050"/>
          <p14:tracePt t="15080" x="1803400" y="1060450"/>
          <p14:tracePt t="15096" x="1803400" y="1073150"/>
          <p14:tracePt t="15129" x="1803400" y="1085850"/>
          <p14:tracePt t="15146" x="1803400" y="1098550"/>
          <p14:tracePt t="15179" x="1809750" y="1104900"/>
          <p14:tracePt t="15196" x="1816100" y="1104900"/>
          <p14:tracePt t="15212" x="1816100" y="1111250"/>
          <p14:tracePt t="15236" x="1822450" y="1111250"/>
          <p14:tracePt t="15246" x="1828800" y="1111250"/>
          <p14:tracePt t="15262" x="1835150" y="1111250"/>
          <p14:tracePt t="15279" x="1847850" y="1123950"/>
          <p14:tracePt t="15296" x="1854200" y="1123950"/>
          <p14:tracePt t="15312" x="1860550" y="1123950"/>
          <p14:tracePt t="15329" x="1879600" y="1123950"/>
          <p14:tracePt t="15346" x="1885950" y="1123950"/>
          <p14:tracePt t="15362" x="1905000" y="1123950"/>
          <p14:tracePt t="15379" x="1943100" y="1111250"/>
          <p14:tracePt t="15395" x="1955800" y="1098550"/>
          <p14:tracePt t="15412" x="1993900" y="1073150"/>
          <p14:tracePt t="15429" x="2000250" y="1066800"/>
          <p14:tracePt t="15446" x="2012950" y="1047750"/>
          <p14:tracePt t="15462" x="2025650" y="1028700"/>
          <p14:tracePt t="15479" x="2038350" y="996950"/>
          <p14:tracePt t="15495" x="2044700" y="958850"/>
          <p14:tracePt t="15512" x="2044700" y="952500"/>
          <p14:tracePt t="15529" x="2044700" y="939800"/>
          <p14:tracePt t="15546" x="2044700" y="920750"/>
          <p14:tracePt t="15563" x="2057400" y="889000"/>
          <p14:tracePt t="15579" x="2051050" y="869950"/>
          <p14:tracePt t="15596" x="2051050" y="850900"/>
          <p14:tracePt t="15612" x="2044700" y="825500"/>
          <p14:tracePt t="15629" x="2038350" y="806450"/>
          <p14:tracePt t="15645" x="2019300" y="768350"/>
          <p14:tracePt t="15662" x="2000250" y="762000"/>
          <p14:tracePt t="15679" x="1974850" y="755650"/>
          <p14:tracePt t="15696" x="1955800" y="749300"/>
          <p14:tracePt t="15712" x="1943100" y="749300"/>
          <p14:tracePt t="15729" x="1911350" y="736600"/>
          <p14:tracePt t="15746" x="1885950" y="736600"/>
          <p14:tracePt t="15762" x="1873250" y="736600"/>
          <p14:tracePt t="15779" x="1847850" y="736600"/>
          <p14:tracePt t="15796" x="1822450" y="742950"/>
          <p14:tracePt t="15812" x="1803400" y="749300"/>
          <p14:tracePt t="15829" x="1784350" y="762000"/>
          <p14:tracePt t="15846" x="1771650" y="768350"/>
          <p14:tracePt t="15862" x="1752600" y="787400"/>
          <p14:tracePt t="15879" x="1733550" y="806450"/>
          <p14:tracePt t="15895" x="1720850" y="819150"/>
          <p14:tracePt t="15912" x="1720850" y="825500"/>
          <p14:tracePt t="15929" x="1708150" y="844550"/>
          <p14:tracePt t="15946" x="1708150" y="857250"/>
          <p14:tracePt t="15962" x="1701800" y="876300"/>
          <p14:tracePt t="15979" x="1701800" y="895350"/>
          <p14:tracePt t="15996" x="1701800" y="920750"/>
          <p14:tracePt t="16012" x="1714500" y="946150"/>
          <p14:tracePt t="16029" x="1720850" y="971550"/>
          <p14:tracePt t="16046" x="1720850" y="1003300"/>
          <p14:tracePt t="16062" x="1733550" y="1022350"/>
          <p14:tracePt t="16079" x="1746250" y="1047750"/>
          <p14:tracePt t="16096" x="1758950" y="1060450"/>
          <p14:tracePt t="16112" x="1758950" y="1079500"/>
          <p14:tracePt t="16129" x="1771650" y="1098550"/>
          <p14:tracePt t="16145" x="1771650" y="1104900"/>
          <p14:tracePt t="16162" x="1784350" y="1111250"/>
          <p14:tracePt t="16179" x="1797050" y="1111250"/>
          <p14:tracePt t="16195" x="1816100" y="1117600"/>
          <p14:tracePt t="16212" x="1835150" y="1123950"/>
          <p14:tracePt t="16229" x="1866900" y="1123950"/>
          <p14:tracePt t="16246" x="1885950" y="1130300"/>
          <p14:tracePt t="16262" x="1968500" y="1143000"/>
          <p14:tracePt t="16279" x="2025650" y="1143000"/>
          <p14:tracePt t="16295" x="2114550" y="1143000"/>
          <p14:tracePt t="16312" x="2298700" y="1143000"/>
          <p14:tracePt t="16329" x="2413000" y="1136650"/>
          <p14:tracePt t="16345" x="2482850" y="1123950"/>
          <p14:tracePt t="16362" x="2711450" y="1104900"/>
          <p14:tracePt t="16379" x="2876550" y="1104900"/>
          <p14:tracePt t="16396" x="2997200" y="1098550"/>
          <p14:tracePt t="16412" x="3155950" y="1092200"/>
          <p14:tracePt t="16429" x="3187700" y="1085850"/>
          <p14:tracePt t="16445" x="3238500" y="1085850"/>
          <p14:tracePt t="16462" x="3321050" y="1085850"/>
          <p14:tracePt t="16479" x="3327400" y="1085850"/>
          <p14:tracePt t="16496" x="3346450" y="1085850"/>
          <p14:tracePt t="16512" x="3359150" y="1085850"/>
          <p14:tracePt t="16529" x="3365500" y="1085850"/>
          <p14:tracePt t="16546" x="3378200" y="1085850"/>
          <p14:tracePt t="16562" x="3390900" y="1079500"/>
          <p14:tracePt t="16579" x="3409950" y="1079500"/>
          <p14:tracePt t="16596" x="3429000" y="1079500"/>
          <p14:tracePt t="16629" x="3441700" y="1079500"/>
          <p14:tracePt t="16646" x="3454400" y="1079500"/>
          <p14:tracePt t="16662" x="3460750" y="1079500"/>
          <p14:tracePt t="16679" x="3467100" y="1079500"/>
          <p14:tracePt t="16695" x="3473450" y="1079500"/>
          <p14:tracePt t="16875" x="3473450" y="1073150"/>
          <p14:tracePt t="16883" x="3467100" y="1041400"/>
          <p14:tracePt t="16891" x="3454400" y="1022350"/>
          <p14:tracePt t="16899" x="3454400" y="1016000"/>
          <p14:tracePt t="16939" x="3454400" y="1009650"/>
          <p14:tracePt t="21579" x="3441700" y="1009650"/>
          <p14:tracePt t="21595" x="3441700" y="1003300"/>
          <p14:tracePt t="21603" x="3435350" y="996950"/>
          <p14:tracePt t="21627" x="3429000" y="996950"/>
          <p14:tracePt t="21636" x="3422650" y="990600"/>
          <p14:tracePt t="21645" x="3422650" y="984250"/>
          <p14:tracePt t="21662" x="3403600" y="971550"/>
          <p14:tracePt t="21679" x="3314700" y="844550"/>
          <p14:tracePt t="21695" x="3251200" y="781050"/>
          <p14:tracePt t="21712" x="3162300" y="673100"/>
          <p14:tracePt t="21729" x="2959100" y="520700"/>
          <p14:tracePt t="21745" x="2870200" y="476250"/>
          <p14:tracePt t="21762" x="2711450" y="438150"/>
          <p14:tracePt t="21779" x="2590800" y="438150"/>
          <p14:tracePt t="21795" x="2463800" y="457200"/>
          <p14:tracePt t="21812" x="2241550" y="520700"/>
          <p14:tracePt t="21829" x="2165350" y="546100"/>
          <p14:tracePt t="21845" x="2101850" y="558800"/>
          <p14:tracePt t="21862" x="2095500" y="558800"/>
          <p14:tracePt t="21879" x="2076450" y="565150"/>
          <p14:tracePt t="21896" x="2070100" y="565150"/>
          <p14:tracePt t="21912" x="2063750" y="565150"/>
          <p14:tracePt t="21929" x="2051050" y="565150"/>
          <p14:tracePt t="21946" x="2044700" y="565150"/>
          <p14:tracePt t="21962" x="2038350" y="565150"/>
          <p14:tracePt t="21980" x="2032000" y="571500"/>
          <p14:tracePt t="22003" x="2032000" y="584200"/>
          <p14:tracePt t="22019" x="2025650" y="596900"/>
          <p14:tracePt t="22029" x="2025650" y="603250"/>
          <p14:tracePt t="22046" x="2012950" y="615950"/>
          <p14:tracePt t="22062" x="2006600" y="635000"/>
          <p14:tracePt t="22079" x="2006600" y="641350"/>
          <p14:tracePt t="22095" x="2012950" y="679450"/>
          <p14:tracePt t="22112" x="2006600" y="698500"/>
          <p14:tracePt t="22129" x="2000250" y="749300"/>
          <p14:tracePt t="22146" x="1993900" y="774700"/>
          <p14:tracePt t="22162" x="1981200" y="793750"/>
          <p14:tracePt t="22179" x="1962150" y="863600"/>
          <p14:tracePt t="22195" x="1949450" y="895350"/>
          <p14:tracePt t="22212" x="1936750" y="939800"/>
          <p14:tracePt t="22229" x="1917700" y="971550"/>
          <p14:tracePt t="22246" x="1911350" y="996950"/>
          <p14:tracePt t="22262" x="1898650" y="1009650"/>
          <p14:tracePt t="22279" x="1892300" y="1016000"/>
          <p14:tracePt t="22316" x="1892300" y="1022350"/>
          <p14:tracePt t="22499" x="1892300" y="1016000"/>
          <p14:tracePt t="22531" x="1905000" y="1003300"/>
          <p14:tracePt t="22539" x="1917700" y="990600"/>
          <p14:tracePt t="22555" x="1936750" y="977900"/>
          <p14:tracePt t="22564" x="1943100" y="977900"/>
          <p14:tracePt t="22580" x="1943100" y="965200"/>
          <p14:tracePt t="22595" x="1962150" y="958850"/>
          <p14:tracePt t="22612" x="1974850" y="946150"/>
          <p14:tracePt t="22629" x="1981200" y="946150"/>
          <p14:tracePt t="22645" x="1981200" y="939800"/>
          <p14:tracePt t="22662" x="1981200" y="927100"/>
          <p14:tracePt t="22679" x="1987550" y="920750"/>
          <p14:tracePt t="22695" x="1987550" y="914400"/>
          <p14:tracePt t="22712" x="1993900" y="901700"/>
          <p14:tracePt t="22729" x="1993900" y="895350"/>
          <p14:tracePt t="22745" x="1993900" y="882650"/>
          <p14:tracePt t="22779" x="1993900" y="863600"/>
          <p14:tracePt t="22795" x="1987550" y="857250"/>
          <p14:tracePt t="22812" x="1981200" y="831850"/>
          <p14:tracePt t="22829" x="1968500" y="806450"/>
          <p14:tracePt t="22845" x="1962150" y="806450"/>
          <p14:tracePt t="22862" x="1955800" y="781050"/>
          <p14:tracePt t="22879" x="1930400" y="762000"/>
          <p14:tracePt t="22895" x="1917700" y="749300"/>
          <p14:tracePt t="22912" x="1911350" y="736600"/>
          <p14:tracePt t="22929" x="1879600" y="730250"/>
          <p14:tracePt t="22962" x="1866900" y="730250"/>
          <p14:tracePt t="23003" x="1860550" y="730250"/>
          <p14:tracePt t="23027" x="1847850" y="730250"/>
          <p14:tracePt t="23035" x="1841500" y="742950"/>
          <p14:tracePt t="23051" x="1835150" y="749300"/>
          <p14:tracePt t="23062" x="1828800" y="755650"/>
          <p14:tracePt t="23079" x="1809750" y="774700"/>
          <p14:tracePt t="23095" x="1809750" y="781050"/>
          <p14:tracePt t="23112" x="1790700" y="812800"/>
          <p14:tracePt t="23129" x="1790700" y="825500"/>
          <p14:tracePt t="23145" x="1784350" y="838200"/>
          <p14:tracePt t="23162" x="1778000" y="857250"/>
          <p14:tracePt t="23179" x="1778000" y="889000"/>
          <p14:tracePt t="23195" x="1771650" y="908050"/>
          <p14:tracePt t="23212" x="1771650" y="946150"/>
          <p14:tracePt t="23229" x="1790700" y="965200"/>
          <p14:tracePt t="23245" x="1816100" y="990600"/>
          <p14:tracePt t="23262" x="1828800" y="1016000"/>
          <p14:tracePt t="23279" x="1835150" y="1028700"/>
          <p14:tracePt t="23295" x="1854200" y="1066800"/>
          <p14:tracePt t="23312" x="1860550" y="1079500"/>
          <p14:tracePt t="23329" x="1873250" y="1079500"/>
          <p14:tracePt t="23346" x="1898650" y="1104900"/>
          <p14:tracePt t="23362" x="1911350" y="1117600"/>
          <p14:tracePt t="23379" x="1936750" y="1130300"/>
          <p14:tracePt t="23396" x="1943100" y="1136650"/>
          <p14:tracePt t="23412" x="1955800" y="1143000"/>
          <p14:tracePt t="23445" x="1962150" y="1143000"/>
          <p14:tracePt t="23699" x="1962150" y="1136650"/>
          <p14:tracePt t="23716" x="1962150" y="1130300"/>
          <p14:tracePt t="23723" x="1955800" y="1117600"/>
          <p14:tracePt t="23731" x="1955800" y="1111250"/>
          <p14:tracePt t="23755" x="1955800" y="1092200"/>
          <p14:tracePt t="23764" x="1949450" y="1085850"/>
          <p14:tracePt t="23779" x="1943100" y="1073150"/>
          <p14:tracePt t="23795" x="1936750" y="1054100"/>
          <p14:tracePt t="23812" x="1936750" y="1035050"/>
          <p14:tracePt t="23829" x="1936750" y="1028700"/>
          <p14:tracePt t="23845" x="1924050" y="1022350"/>
          <p14:tracePt t="23862" x="1924050" y="1016000"/>
          <p14:tracePt t="24363" x="1936750" y="1003300"/>
          <p14:tracePt t="24379" x="1943100" y="996950"/>
          <p14:tracePt t="24395" x="1943100" y="990600"/>
          <p14:tracePt t="24404" x="1949450" y="984250"/>
          <p14:tracePt t="24412" x="1955800" y="984250"/>
          <p14:tracePt t="24428" x="1962150" y="971550"/>
          <p14:tracePt t="24445" x="1981200" y="958850"/>
          <p14:tracePt t="24462" x="1981200" y="946150"/>
          <p14:tracePt t="24479" x="1987550" y="946150"/>
          <p14:tracePt t="24495" x="1981200" y="927100"/>
          <p14:tracePt t="24512" x="1981200" y="920750"/>
          <p14:tracePt t="24545" x="1981200" y="908050"/>
          <p14:tracePt t="24564" x="1981200" y="901700"/>
          <p14:tracePt t="24579" x="1981200" y="889000"/>
          <p14:tracePt t="24595" x="1981200" y="882650"/>
          <p14:tracePt t="24619" x="1981200" y="869950"/>
          <p14:tracePt t="24629" x="1974850" y="869950"/>
          <p14:tracePt t="24646" x="1974850" y="863600"/>
          <p14:tracePt t="24662" x="1968500" y="850900"/>
          <p14:tracePt t="24679" x="1968500" y="838200"/>
          <p14:tracePt t="24696" x="1968500" y="825500"/>
          <p14:tracePt t="24712" x="1962150" y="806450"/>
          <p14:tracePt t="24729" x="1962150" y="793750"/>
          <p14:tracePt t="24746" x="1962150" y="781050"/>
          <p14:tracePt t="24762" x="1949450" y="762000"/>
          <p14:tracePt t="24779" x="1943100" y="742950"/>
          <p14:tracePt t="24796" x="1930400" y="736600"/>
          <p14:tracePt t="24812" x="1924050" y="736600"/>
          <p14:tracePt t="24883" x="1917700" y="736600"/>
          <p14:tracePt t="24907" x="1911350" y="736600"/>
          <p14:tracePt t="24915" x="1911350" y="730250"/>
          <p14:tracePt t="24939" x="1905000" y="730250"/>
          <p14:tracePt t="24963" x="1892300" y="730250"/>
          <p14:tracePt t="25003" x="1879600" y="736600"/>
          <p14:tracePt t="25011" x="1873250" y="742950"/>
          <p14:tracePt t="25027" x="1866900" y="749300"/>
          <p14:tracePt t="25035" x="1854200" y="749300"/>
          <p14:tracePt t="25046" x="1854200" y="755650"/>
          <p14:tracePt t="25062" x="1841500" y="774700"/>
          <p14:tracePt t="25079" x="1835150" y="781050"/>
          <p14:tracePt t="25096" x="1822450" y="806450"/>
          <p14:tracePt t="25112" x="1803400" y="819150"/>
          <p14:tracePt t="25129" x="1803400" y="825500"/>
          <p14:tracePt t="25145" x="1797050" y="838200"/>
          <p14:tracePt t="25162" x="1790700" y="850900"/>
          <p14:tracePt t="25179" x="1778000" y="889000"/>
          <p14:tracePt t="25195" x="1778000" y="908050"/>
          <p14:tracePt t="25213" x="1778000" y="914400"/>
          <p14:tracePt t="25229" x="1765300" y="958850"/>
          <p14:tracePt t="25246" x="1765300" y="977900"/>
          <p14:tracePt t="25262" x="1758950" y="996950"/>
          <p14:tracePt t="25279" x="1758950" y="1028700"/>
          <p14:tracePt t="25296" x="1758950" y="1041400"/>
          <p14:tracePt t="25312" x="1758950" y="1066800"/>
          <p14:tracePt t="25329" x="1758950" y="1079500"/>
          <p14:tracePt t="25346" x="1758950" y="1085850"/>
          <p14:tracePt t="25362" x="1758950" y="1098550"/>
          <p14:tracePt t="25436" x="1758950" y="1104900"/>
          <p14:tracePt t="25515" x="1758950" y="1111250"/>
          <p14:tracePt t="25531" x="1771650" y="1111250"/>
          <p14:tracePt t="25547" x="1778000" y="1111250"/>
          <p14:tracePt t="25555" x="1790700" y="1117600"/>
          <p14:tracePt t="25571" x="1797050" y="1117600"/>
          <p14:tracePt t="25579" x="1809750" y="1123950"/>
          <p14:tracePt t="25596" x="1828800" y="1123950"/>
          <p14:tracePt t="25612" x="1847850" y="1123950"/>
          <p14:tracePt t="25629" x="1860550" y="1123950"/>
          <p14:tracePt t="25645" x="1905000" y="1123950"/>
          <p14:tracePt t="25662" x="1911350" y="1123950"/>
          <p14:tracePt t="25679" x="1936750" y="1117600"/>
          <p14:tracePt t="25755" x="1936750" y="1104900"/>
          <p14:tracePt t="25771" x="1943100" y="1098550"/>
          <p14:tracePt t="25795" x="1943100" y="1085850"/>
          <p14:tracePt t="25803" x="1943100" y="1079500"/>
          <p14:tracePt t="25812" x="1943100" y="1073150"/>
          <p14:tracePt t="25829" x="1949450" y="1060450"/>
          <p14:tracePt t="25862" x="1949450" y="1041400"/>
          <p14:tracePt t="25879" x="1949450" y="1028700"/>
          <p14:tracePt t="25896" x="1949450" y="1016000"/>
          <p14:tracePt t="25912" x="1949450" y="984250"/>
          <p14:tracePt t="25929" x="1949450" y="965200"/>
          <p14:tracePt t="25946" x="1949450" y="958850"/>
          <p14:tracePt t="25962" x="1949450" y="914400"/>
          <p14:tracePt t="25979" x="1949450" y="882650"/>
          <p14:tracePt t="25996" x="1949450" y="844550"/>
          <p14:tracePt t="26012" x="1949450" y="838200"/>
          <p14:tracePt t="26029" x="1949450" y="806450"/>
          <p14:tracePt t="26062" x="1949450" y="793750"/>
          <p14:tracePt t="26079" x="1924050" y="781050"/>
          <p14:tracePt t="26096" x="1924050" y="774700"/>
          <p14:tracePt t="26112" x="1917700" y="768350"/>
          <p14:tracePt t="26129" x="1917700" y="762000"/>
          <p14:tracePt t="26162" x="1911350" y="762000"/>
          <p14:tracePt t="26179" x="1898650" y="762000"/>
          <p14:tracePt t="26195" x="1892300" y="762000"/>
          <p14:tracePt t="26227" x="1879600" y="755650"/>
          <p14:tracePt t="26275" x="1873250" y="755650"/>
          <p14:tracePt t="26299" x="1866900" y="755650"/>
          <p14:tracePt t="26307" x="1866900" y="762000"/>
          <p14:tracePt t="26315" x="1866900" y="774700"/>
          <p14:tracePt t="26329" x="1866900" y="787400"/>
          <p14:tracePt t="26345" x="1854200" y="787400"/>
          <p14:tracePt t="26362" x="1841500" y="825500"/>
          <p14:tracePt t="26379" x="1835150" y="850900"/>
          <p14:tracePt t="26396" x="1835150" y="882650"/>
          <p14:tracePt t="26412" x="1828800" y="908050"/>
          <p14:tracePt t="26429" x="1828800" y="914400"/>
          <p14:tracePt t="26445" x="1828800" y="933450"/>
          <p14:tracePt t="26462" x="1828800" y="946150"/>
          <p14:tracePt t="26479" x="1828800" y="952500"/>
          <p14:tracePt t="26495" x="1828800" y="965200"/>
          <p14:tracePt t="26512" x="1828800" y="977900"/>
          <p14:tracePt t="26529" x="1828800" y="984250"/>
          <p14:tracePt t="26546" x="1828800" y="990600"/>
          <p14:tracePt t="26562" x="1828800" y="996950"/>
          <p14:tracePt t="26587" x="1828800" y="1003300"/>
          <p14:tracePt t="26635" x="1828800" y="1009650"/>
          <p14:tracePt t="26891" x="1828800" y="1016000"/>
          <p14:tracePt t="26900" x="1847850" y="1028700"/>
          <p14:tracePt t="26915" x="1847850" y="1041400"/>
          <p14:tracePt t="26922" x="1854200" y="1041400"/>
          <p14:tracePt t="26931" x="1860550" y="1047750"/>
          <p14:tracePt t="26945" x="1866900" y="1054100"/>
          <p14:tracePt t="26962" x="1873250" y="1054100"/>
          <p14:tracePt t="26987" x="1885950" y="1060450"/>
          <p14:tracePt t="32907" x="1892300" y="1060450"/>
          <p14:tracePt t="32923" x="1905000" y="1060450"/>
          <p14:tracePt t="32947" x="1905000" y="1066800"/>
          <p14:tracePt t="32955" x="1917700" y="1066800"/>
          <p14:tracePt t="32971" x="1930400" y="1079500"/>
          <p14:tracePt t="32995" x="1930400" y="1085850"/>
          <p14:tracePt t="33235" x="1943100" y="1079500"/>
          <p14:tracePt t="33243" x="1949450" y="1066800"/>
          <p14:tracePt t="33251" x="1968500" y="1035050"/>
          <p14:tracePt t="33262" x="1987550" y="1022350"/>
          <p14:tracePt t="33279" x="2012950" y="977900"/>
          <p14:tracePt t="33295" x="2012950" y="965200"/>
          <p14:tracePt t="33312" x="2032000" y="939800"/>
          <p14:tracePt t="33329" x="2044700" y="920750"/>
          <p14:tracePt t="33346" x="2044700" y="908050"/>
          <p14:tracePt t="33362" x="2044700" y="882650"/>
          <p14:tracePt t="33379" x="2057400" y="869950"/>
          <p14:tracePt t="33395" x="2057400" y="857250"/>
          <p14:tracePt t="33412" x="2057400" y="850900"/>
          <p14:tracePt t="33429" x="2051050" y="850900"/>
          <p14:tracePt t="33462" x="2051050" y="838200"/>
          <p14:tracePt t="33491" x="2051050" y="831850"/>
          <p14:tracePt t="33499" x="2044700" y="812800"/>
          <p14:tracePt t="33512" x="2032000" y="812800"/>
          <p14:tracePt t="33529" x="2025650" y="812800"/>
          <p14:tracePt t="33545" x="2012950" y="800100"/>
          <p14:tracePt t="33562" x="2000250" y="793750"/>
          <p14:tracePt t="33579" x="1993900" y="774700"/>
          <p14:tracePt t="33595" x="1974850" y="749300"/>
          <p14:tracePt t="33628" x="1962150" y="736600"/>
          <p14:tracePt t="33645" x="1949450" y="730250"/>
          <p14:tracePt t="33679" x="1949450" y="723900"/>
          <p14:tracePt t="33747" x="1943100" y="723900"/>
          <p14:tracePt t="33795" x="1930400" y="730250"/>
          <p14:tracePt t="33810" x="1917700" y="742950"/>
          <p14:tracePt t="33827" x="1911350" y="749300"/>
          <p14:tracePt t="33835" x="1898650" y="762000"/>
          <p14:tracePt t="33845" x="1879600" y="781050"/>
          <p14:tracePt t="33862" x="1860550" y="800100"/>
          <p14:tracePt t="33878" x="1828800" y="831850"/>
          <p14:tracePt t="33896" x="1822450" y="838200"/>
          <p14:tracePt t="33912" x="1797050" y="882650"/>
          <p14:tracePt t="33929" x="1790700" y="895350"/>
          <p14:tracePt t="33945" x="1778000" y="901700"/>
          <p14:tracePt t="33962" x="1778000" y="908050"/>
          <p14:tracePt t="33979" x="1765300" y="920750"/>
          <p14:tracePt t="34012" x="1765300" y="933450"/>
          <p14:tracePt t="34043" x="1765300" y="939800"/>
          <p14:tracePt t="34059" x="1765300" y="946150"/>
          <p14:tracePt t="34067" x="1765300" y="952500"/>
          <p14:tracePt t="34079" x="1771650" y="952500"/>
          <p14:tracePt t="34095" x="1778000" y="965200"/>
          <p14:tracePt t="34112" x="1784350" y="977900"/>
          <p14:tracePt t="34129" x="1790700" y="984250"/>
          <p14:tracePt t="34145" x="1790700" y="1009650"/>
          <p14:tracePt t="34162" x="1797050" y="1016000"/>
          <p14:tracePt t="34179" x="1803400" y="1028700"/>
          <p14:tracePt t="34195" x="1809750" y="1028700"/>
          <p14:tracePt t="34212" x="1828800" y="1041400"/>
          <p14:tracePt t="34229" x="1847850" y="1054100"/>
          <p14:tracePt t="34246" x="1866900" y="1060450"/>
          <p14:tracePt t="34262" x="1873250" y="1060450"/>
          <p14:tracePt t="34279" x="1879600" y="1066800"/>
          <p14:tracePt t="34295" x="1892300" y="1066800"/>
          <p14:tracePt t="34312" x="1898650" y="1066800"/>
          <p14:tracePt t="34329" x="1905000" y="1066800"/>
          <p14:tracePt t="34345" x="1924050" y="1066800"/>
          <p14:tracePt t="34362" x="1936750" y="1066800"/>
          <p14:tracePt t="34379" x="1968500" y="1066800"/>
          <p14:tracePt t="34395" x="1974850" y="1066800"/>
          <p14:tracePt t="34412" x="2006600" y="1060450"/>
          <p14:tracePt t="34429" x="2019300" y="1047750"/>
          <p14:tracePt t="34445" x="2019300" y="1035050"/>
          <p14:tracePt t="34462" x="2025650" y="1022350"/>
          <p14:tracePt t="34479" x="2032000" y="990600"/>
          <p14:tracePt t="34495" x="2032000" y="965200"/>
          <p14:tracePt t="34512" x="2032000" y="939800"/>
          <p14:tracePt t="34529" x="2019300" y="889000"/>
          <p14:tracePt t="34545" x="2000250" y="869950"/>
          <p14:tracePt t="34562" x="1993900" y="857250"/>
          <p14:tracePt t="34579" x="1955800" y="812800"/>
          <p14:tracePt t="34595" x="1943100" y="800100"/>
          <p14:tracePt t="34612" x="1930400" y="793750"/>
          <p14:tracePt t="34629" x="1905000" y="781050"/>
          <p14:tracePt t="34645" x="1892300" y="781050"/>
          <p14:tracePt t="34662" x="1885950" y="768350"/>
          <p14:tracePt t="34679" x="1866900" y="768350"/>
          <p14:tracePt t="34695" x="1847850" y="768350"/>
          <p14:tracePt t="34712" x="1822450" y="762000"/>
          <p14:tracePt t="34729" x="1809750" y="755650"/>
          <p14:tracePt t="34746" x="1790700" y="749300"/>
          <p14:tracePt t="34762" x="1771650" y="749300"/>
          <p14:tracePt t="34779" x="1758950" y="749300"/>
          <p14:tracePt t="34795" x="1739900" y="749300"/>
          <p14:tracePt t="34828" x="1727200" y="749300"/>
          <p14:tracePt t="34845" x="1727200" y="755650"/>
          <p14:tracePt t="34862" x="1727200" y="768350"/>
          <p14:tracePt t="34879" x="1720850" y="774700"/>
          <p14:tracePt t="34895" x="1720850" y="787400"/>
          <p14:tracePt t="34912" x="1714500" y="831850"/>
          <p14:tracePt t="34929" x="1714500" y="863600"/>
          <p14:tracePt t="34945" x="1708150" y="895350"/>
          <p14:tracePt t="34962" x="1708150" y="971550"/>
          <p14:tracePt t="34979" x="1746250" y="996950"/>
          <p14:tracePt t="34996" x="1797050" y="1035050"/>
          <p14:tracePt t="35012" x="1790700" y="1085850"/>
          <p14:tracePt t="35029" x="1790700" y="1104900"/>
          <p14:tracePt t="35046" x="1809750" y="1130300"/>
          <p14:tracePt t="35062" x="1809750" y="1143000"/>
          <p14:tracePt t="35079" x="1822450" y="1155700"/>
          <p14:tracePt t="35095" x="1828800" y="1181100"/>
          <p14:tracePt t="35112" x="1841500" y="1193800"/>
          <p14:tracePt t="35129" x="1847850" y="1193800"/>
          <p14:tracePt t="35145" x="1847850" y="1200150"/>
          <p14:tracePt t="35162" x="1860550" y="1206500"/>
          <p14:tracePt t="35179" x="1879600" y="1212850"/>
          <p14:tracePt t="35195" x="1885950" y="1212850"/>
          <p14:tracePt t="35212" x="1898650" y="1225550"/>
          <p14:tracePt t="35229" x="1911350" y="1225550"/>
          <p14:tracePt t="35246" x="1924050" y="1225550"/>
          <p14:tracePt t="35279" x="1936750" y="1212850"/>
          <p14:tracePt t="35295" x="1943100" y="1200150"/>
          <p14:tracePt t="35312" x="1943100" y="1168400"/>
          <p14:tracePt t="35329" x="1955800" y="1136650"/>
          <p14:tracePt t="35345" x="1974850" y="1104900"/>
          <p14:tracePt t="35362" x="1993900" y="1079500"/>
          <p14:tracePt t="35379" x="2000250" y="1041400"/>
          <p14:tracePt t="35395" x="2006600" y="1003300"/>
          <p14:tracePt t="35412" x="2006600" y="965200"/>
          <p14:tracePt t="35429" x="2006600" y="939800"/>
          <p14:tracePt t="35445" x="2000250" y="927100"/>
          <p14:tracePt t="35462" x="1993900" y="895350"/>
          <p14:tracePt t="35479" x="1987550" y="876300"/>
          <p14:tracePt t="35496" x="1981200" y="863600"/>
          <p14:tracePt t="35512" x="1968500" y="838200"/>
          <p14:tracePt t="35529" x="1936750" y="825500"/>
          <p14:tracePt t="35545" x="1924050" y="806450"/>
          <p14:tracePt t="35562" x="1905000" y="787400"/>
          <p14:tracePt t="35579" x="1816100" y="755650"/>
          <p14:tracePt t="35595" x="1797050" y="749300"/>
          <p14:tracePt t="35612" x="1784350" y="749300"/>
          <p14:tracePt t="35629" x="1752600" y="742950"/>
          <p14:tracePt t="35646" x="1739900" y="742950"/>
          <p14:tracePt t="35662" x="1727200" y="742950"/>
          <p14:tracePt t="35679" x="1727200" y="749300"/>
          <p14:tracePt t="35695" x="1720850" y="749300"/>
          <p14:tracePt t="35712" x="1720850" y="762000"/>
          <p14:tracePt t="35729" x="1714500" y="768350"/>
          <p14:tracePt t="35746" x="1708150" y="768350"/>
          <p14:tracePt t="35762" x="1708150" y="774700"/>
          <p14:tracePt t="35779" x="1701800" y="781050"/>
          <p14:tracePt t="35795" x="1701800" y="787400"/>
          <p14:tracePt t="35829" x="1695450" y="793750"/>
          <p14:tracePt t="35845" x="1695450" y="800100"/>
          <p14:tracePt t="35862" x="1689100" y="812800"/>
          <p14:tracePt t="35879" x="1689100" y="825500"/>
          <p14:tracePt t="35895" x="1689100" y="831850"/>
          <p14:tracePt t="35912" x="1682750" y="863600"/>
          <p14:tracePt t="35929" x="1682750" y="901700"/>
          <p14:tracePt t="35945" x="1682750" y="939800"/>
          <p14:tracePt t="35962" x="1695450" y="977900"/>
          <p14:tracePt t="35979" x="1695450" y="1028700"/>
          <p14:tracePt t="35995" x="1708150" y="1073150"/>
          <p14:tracePt t="36012" x="1708150" y="1085850"/>
          <p14:tracePt t="36029" x="1714500" y="1111250"/>
          <p14:tracePt t="36045" x="1727200" y="1136650"/>
          <p14:tracePt t="36062" x="1727200" y="1143000"/>
          <p14:tracePt t="36079" x="1733550" y="1162050"/>
          <p14:tracePt t="36095" x="1746250" y="1168400"/>
          <p14:tracePt t="36112" x="1746250" y="1181100"/>
          <p14:tracePt t="36129" x="1758950" y="1181100"/>
          <p14:tracePt t="36162" x="1771650" y="1187450"/>
          <p14:tracePt t="36179" x="1778000" y="1187450"/>
          <p14:tracePt t="36195" x="1790700" y="1187450"/>
          <p14:tracePt t="36212" x="1803400" y="1187450"/>
          <p14:tracePt t="36229" x="1828800" y="1187450"/>
          <p14:tracePt t="36245" x="1841500" y="1187450"/>
          <p14:tracePt t="36262" x="1847850" y="1187450"/>
          <p14:tracePt t="36279" x="1892300" y="1187450"/>
          <p14:tracePt t="36295" x="1911350" y="1187450"/>
          <p14:tracePt t="36312" x="1917700" y="1187450"/>
          <p14:tracePt t="36329" x="1930400" y="1187450"/>
          <p14:tracePt t="36345" x="1943100" y="1187450"/>
          <p14:tracePt t="36362" x="1943100" y="1174750"/>
          <p14:tracePt t="36379" x="1949450" y="1174750"/>
          <p14:tracePt t="36395" x="1949450" y="1168400"/>
          <p14:tracePt t="36429" x="1968500" y="1155700"/>
          <p14:tracePt t="36462" x="1968500" y="1143000"/>
          <p14:tracePt t="36479" x="1968500" y="1123950"/>
          <p14:tracePt t="36496" x="1968500" y="1111250"/>
          <p14:tracePt t="36512" x="1968500" y="1092200"/>
          <p14:tracePt t="36529" x="1968500" y="1073150"/>
          <p14:tracePt t="36546" x="1968500" y="1041400"/>
          <p14:tracePt t="36562" x="1968500" y="1035050"/>
          <p14:tracePt t="36579" x="1968500" y="1016000"/>
          <p14:tracePt t="36595" x="1968500" y="990600"/>
          <p14:tracePt t="36612" x="1962150" y="971550"/>
          <p14:tracePt t="36629" x="1955800" y="933450"/>
          <p14:tracePt t="36645" x="1949450" y="914400"/>
          <p14:tracePt t="36662" x="1943100" y="889000"/>
          <p14:tracePt t="36679" x="1930400" y="844550"/>
          <p14:tracePt t="36695" x="1917700" y="819150"/>
          <p14:tracePt t="36712" x="1885950" y="806450"/>
          <p14:tracePt t="36729" x="1860550" y="800100"/>
          <p14:tracePt t="36746" x="1860550" y="793750"/>
          <p14:tracePt t="36762" x="1847850" y="781050"/>
          <p14:tracePt t="36779" x="1841500" y="774700"/>
          <p14:tracePt t="36812" x="1828800" y="774700"/>
          <p14:tracePt t="36851" x="1822450" y="774700"/>
          <p14:tracePt t="36859" x="1822450" y="768350"/>
          <p14:tracePt t="36868" x="1822450" y="762000"/>
          <p14:tracePt t="36883" x="1816100" y="762000"/>
          <p14:tracePt t="36923" x="1803400" y="768350"/>
          <p14:tracePt t="36939" x="1784350" y="774700"/>
          <p14:tracePt t="36947" x="1784350" y="787400"/>
          <p14:tracePt t="36964" x="1765300" y="787400"/>
          <p14:tracePt t="36971" x="1765300" y="800100"/>
          <p14:tracePt t="36980" x="1765300" y="806450"/>
          <p14:tracePt t="36995" x="1758950" y="812800"/>
          <p14:tracePt t="37012" x="1752600" y="825500"/>
          <p14:tracePt t="37029" x="1752600" y="838200"/>
          <p14:tracePt t="37045" x="1746250" y="850900"/>
          <p14:tracePt t="37062" x="1739900" y="869950"/>
          <p14:tracePt t="37079" x="1733550" y="889000"/>
          <p14:tracePt t="37095" x="1733550" y="908050"/>
          <p14:tracePt t="37112" x="1727200" y="946150"/>
          <p14:tracePt t="37129" x="1727200" y="965200"/>
          <p14:tracePt t="37146" x="1720850" y="996950"/>
          <p14:tracePt t="37162" x="1720850" y="1009650"/>
          <p14:tracePt t="37179" x="1720850" y="1028700"/>
          <p14:tracePt t="37195" x="1720850" y="1035050"/>
          <p14:tracePt t="37212" x="1727200" y="1054100"/>
          <p14:tracePt t="37229" x="1733550" y="1060450"/>
          <p14:tracePt t="37245" x="1739900" y="1073150"/>
          <p14:tracePt t="37262" x="1752600" y="1092200"/>
          <p14:tracePt t="37279" x="1752600" y="1098550"/>
          <p14:tracePt t="37295" x="1765300" y="1104900"/>
          <p14:tracePt t="37312" x="1784350" y="1111250"/>
          <p14:tracePt t="37329" x="1790700" y="1130300"/>
          <p14:tracePt t="37346" x="1816100" y="1143000"/>
          <p14:tracePt t="37362" x="1835150" y="1143000"/>
          <p14:tracePt t="37379" x="1847850" y="1143000"/>
          <p14:tracePt t="37395" x="1866900" y="1149350"/>
          <p14:tracePt t="37412" x="1873250" y="1149350"/>
          <p14:tracePt t="37429" x="1885950" y="1149350"/>
          <p14:tracePt t="37445" x="1885950" y="1143000"/>
          <p14:tracePt t="37462" x="1898650" y="1130300"/>
          <p14:tracePt t="37479" x="1930400" y="1104900"/>
          <p14:tracePt t="37496" x="1943100" y="1079500"/>
          <p14:tracePt t="37512" x="1955800" y="1066800"/>
          <p14:tracePt t="37529" x="1968500" y="1047750"/>
          <p14:tracePt t="37545" x="1968500" y="1041400"/>
          <p14:tracePt t="37562" x="1968500" y="1035050"/>
          <p14:tracePt t="37579" x="1968500" y="1022350"/>
          <p14:tracePt t="37595" x="1968500" y="1016000"/>
          <p14:tracePt t="37612" x="1968500" y="1003300"/>
          <p14:tracePt t="37629" x="1968500" y="990600"/>
          <p14:tracePt t="37645" x="1968500" y="965200"/>
          <p14:tracePt t="37662" x="1962150" y="933450"/>
          <p14:tracePt t="37679" x="1955800" y="914400"/>
          <p14:tracePt t="37695" x="1955800" y="895350"/>
          <p14:tracePt t="37712" x="1943100" y="857250"/>
          <p14:tracePt t="37729" x="1943100" y="844550"/>
          <p14:tracePt t="37746" x="1930400" y="825500"/>
          <p14:tracePt t="37762" x="1917700" y="812800"/>
          <p14:tracePt t="37779" x="1905000" y="781050"/>
          <p14:tracePt t="37795" x="1892300" y="768350"/>
          <p14:tracePt t="37812" x="1892300" y="749300"/>
          <p14:tracePt t="37829" x="1873250" y="730250"/>
          <p14:tracePt t="37845" x="1860550" y="723900"/>
          <p14:tracePt t="37862" x="1847850" y="717550"/>
          <p14:tracePt t="37879" x="1841500" y="704850"/>
          <p14:tracePt t="37895" x="1822450" y="692150"/>
          <p14:tracePt t="37912" x="1784350" y="685800"/>
          <p14:tracePt t="37929" x="1771650" y="692150"/>
          <p14:tracePt t="37945" x="1765300" y="698500"/>
          <p14:tracePt t="37962" x="1739900" y="717550"/>
          <p14:tracePt t="37995" x="1727200" y="730250"/>
          <p14:tracePt t="38067" x="1720850" y="742950"/>
          <p14:tracePt t="38091" x="1720850" y="749300"/>
          <p14:tracePt t="38107" x="1720850" y="762000"/>
          <p14:tracePt t="38115" x="1720850" y="768350"/>
          <p14:tracePt t="38131" x="1720850" y="781050"/>
          <p14:tracePt t="38145" x="1720850" y="793750"/>
          <p14:tracePt t="38162" x="1720850" y="838200"/>
          <p14:tracePt t="38179" x="1720850" y="869950"/>
          <p14:tracePt t="38195" x="1720850" y="876300"/>
          <p14:tracePt t="38212" x="1727200" y="908050"/>
          <p14:tracePt t="38229" x="1727200" y="927100"/>
          <p14:tracePt t="38245" x="1733550" y="952500"/>
          <p14:tracePt t="38262" x="1746250" y="977900"/>
          <p14:tracePt t="38279" x="1752600" y="990600"/>
          <p14:tracePt t="38296" x="1771650" y="1016000"/>
          <p14:tracePt t="38312" x="1790700" y="1054100"/>
          <p14:tracePt t="38329" x="1809750" y="1079500"/>
          <p14:tracePt t="38345" x="1835150" y="1092200"/>
          <p14:tracePt t="38362" x="1847850" y="1104900"/>
          <p14:tracePt t="38379" x="1860550" y="1111250"/>
          <p14:tracePt t="38395" x="1866900" y="1111250"/>
          <p14:tracePt t="38491" x="1873250" y="1111250"/>
          <p14:tracePt t="38507" x="1885950" y="1111250"/>
          <p14:tracePt t="38515" x="1892300" y="1111250"/>
          <p14:tracePt t="38539" x="1898650" y="1111250"/>
          <p14:tracePt t="38563" x="1905000" y="1111250"/>
          <p14:tracePt t="38627" x="1905000" y="1104900"/>
          <p14:tracePt t="38899" x="1905000" y="1111250"/>
          <p14:tracePt t="39211" x="1917700" y="1104900"/>
          <p14:tracePt t="39235" x="1924050" y="1092200"/>
          <p14:tracePt t="39307" x="1930400" y="1085850"/>
          <p14:tracePt t="39355" x="1936750" y="1079500"/>
          <p14:tracePt t="39627" x="1936750" y="1073150"/>
          <p14:tracePt t="39635" x="1943100" y="1060450"/>
          <p14:tracePt t="39645" x="1962150" y="1047750"/>
          <p14:tracePt t="39662" x="1968500" y="1028700"/>
          <p14:tracePt t="39679" x="1993900" y="996950"/>
          <p14:tracePt t="39695" x="2006600" y="977900"/>
          <p14:tracePt t="39712" x="2012950" y="958850"/>
          <p14:tracePt t="39728" x="2025650" y="927100"/>
          <p14:tracePt t="39745" x="2044700" y="901700"/>
          <p14:tracePt t="39762" x="2044700" y="895350"/>
          <p14:tracePt t="39779" x="2044700" y="876300"/>
          <p14:tracePt t="39795" x="2057400" y="869950"/>
          <p14:tracePt t="39812" x="2057400" y="863600"/>
          <p14:tracePt t="39829" x="2057400" y="857250"/>
          <p14:tracePt t="39845" x="2057400" y="850900"/>
          <p14:tracePt t="39862" x="2063750" y="838200"/>
          <p14:tracePt t="39879" x="2063750" y="825500"/>
          <p14:tracePt t="39895" x="2063750" y="806450"/>
          <p14:tracePt t="39912" x="2063750" y="793750"/>
          <p14:tracePt t="39929" x="2063750" y="787400"/>
          <p14:tracePt t="39945" x="2063750" y="774700"/>
          <p14:tracePt t="39962" x="2063750" y="768350"/>
          <p14:tracePt t="39995" x="2063750" y="762000"/>
          <p14:tracePt t="40019" x="2063750" y="755650"/>
          <p14:tracePt t="40027" x="2051050" y="755650"/>
          <p14:tracePt t="40035" x="2044700" y="749300"/>
          <p14:tracePt t="40045" x="2038350" y="749300"/>
          <p14:tracePt t="40062" x="2019300" y="736600"/>
          <p14:tracePt t="40079" x="2000250" y="723900"/>
          <p14:tracePt t="40096" x="1987550" y="717550"/>
          <p14:tracePt t="40112" x="1968500" y="704850"/>
          <p14:tracePt t="40129" x="1943100" y="685800"/>
          <p14:tracePt t="40145" x="1924050" y="685800"/>
          <p14:tracePt t="40162" x="1917700" y="685800"/>
          <p14:tracePt t="40178" x="1905000" y="679450"/>
          <p14:tracePt t="40251" x="1898650" y="673100"/>
          <p14:tracePt t="40267" x="1892300" y="673100"/>
          <p14:tracePt t="40291" x="1885950" y="673100"/>
          <p14:tracePt t="40299" x="1879600" y="673100"/>
          <p14:tracePt t="40323" x="1866900" y="673100"/>
          <p14:tracePt t="40331" x="1866900" y="679450"/>
          <p14:tracePt t="40347" x="1866900" y="685800"/>
          <p14:tracePt t="40362" x="1854200" y="692150"/>
          <p14:tracePt t="40379" x="1854200" y="698500"/>
          <p14:tracePt t="40395" x="1841500" y="711200"/>
          <p14:tracePt t="40412" x="1835150" y="730250"/>
          <p14:tracePt t="40429" x="1828800" y="730250"/>
          <p14:tracePt t="40445" x="1835150" y="742950"/>
          <p14:tracePt t="40462" x="1822450" y="762000"/>
          <p14:tracePt t="40479" x="1816100" y="768350"/>
          <p14:tracePt t="40495" x="1816100" y="793750"/>
          <p14:tracePt t="40512" x="1809750" y="806450"/>
          <p14:tracePt t="40545" x="1809750" y="825500"/>
          <p14:tracePt t="40562" x="1822450" y="831850"/>
          <p14:tracePt t="40579" x="1835150" y="850900"/>
          <p14:tracePt t="40595" x="1835150" y="882650"/>
          <p14:tracePt t="40612" x="1835150" y="889000"/>
          <p14:tracePt t="40628" x="1835150" y="914400"/>
          <p14:tracePt t="40645" x="1835150" y="965200"/>
          <p14:tracePt t="40662" x="1835150" y="990600"/>
          <p14:tracePt t="40679" x="1841500" y="1009650"/>
          <p14:tracePt t="40695" x="1841500" y="1016000"/>
          <p14:tracePt t="40712" x="1847850" y="1047750"/>
          <p14:tracePt t="40728" x="1854200" y="1060450"/>
          <p14:tracePt t="40745" x="1860550" y="1073150"/>
          <p14:tracePt t="40762" x="1860550" y="1092200"/>
          <p14:tracePt t="40778" x="1866900" y="1104900"/>
          <p14:tracePt t="40795" x="1898650" y="1136650"/>
          <p14:tracePt t="40812" x="1905000" y="1143000"/>
          <p14:tracePt t="40829" x="1911350" y="1155700"/>
          <p14:tracePt t="40955" x="1917700" y="1155700"/>
          <p14:tracePt t="40987" x="1924050" y="1155700"/>
          <p14:tracePt t="41003" x="1924050" y="1149350"/>
          <p14:tracePt t="41019" x="1930400" y="1143000"/>
          <p14:tracePt t="41035" x="1930400" y="1136650"/>
          <p14:tracePt t="41043" x="1943100" y="1123950"/>
          <p14:tracePt t="41051" x="1943100" y="1117600"/>
          <p14:tracePt t="41062" x="1968500" y="1092200"/>
          <p14:tracePt t="41079" x="1993900" y="1054100"/>
          <p14:tracePt t="41095" x="2025650" y="1009650"/>
          <p14:tracePt t="41112" x="2051050" y="971550"/>
          <p14:tracePt t="41129" x="2063750" y="946150"/>
          <p14:tracePt t="41145" x="2070100" y="933450"/>
          <p14:tracePt t="41162" x="2082800" y="901700"/>
          <p14:tracePt t="41178" x="2089150" y="889000"/>
          <p14:tracePt t="41195" x="2089150" y="882650"/>
          <p14:tracePt t="41212" x="2089150" y="876300"/>
          <p14:tracePt t="41229" x="2082800" y="869950"/>
          <p14:tracePt t="41246" x="2076450" y="857250"/>
          <p14:tracePt t="41262" x="2070100" y="850900"/>
          <p14:tracePt t="41279" x="2063750" y="838200"/>
          <p14:tracePt t="41312" x="2057400" y="825500"/>
          <p14:tracePt t="41329" x="2044700" y="812800"/>
          <p14:tracePt t="41345" x="2038350" y="812800"/>
          <p14:tracePt t="41362" x="2038350" y="806450"/>
          <p14:tracePt t="41379" x="2038350" y="800100"/>
          <p14:tracePt t="41403" x="2032000" y="800100"/>
          <p14:tracePt t="41419" x="2025650" y="800100"/>
          <p14:tracePt t="41428" x="2012950" y="793750"/>
          <p14:tracePt t="41445" x="2012950" y="787400"/>
          <p14:tracePt t="41462" x="2006600" y="781050"/>
          <p14:tracePt t="41479" x="1993900" y="768350"/>
          <p14:tracePt t="41495" x="1968500" y="749300"/>
          <p14:tracePt t="41512" x="1936750" y="730250"/>
          <p14:tracePt t="41529" x="1930400" y="723900"/>
          <p14:tracePt t="41545" x="1911350" y="704850"/>
          <p14:tracePt t="41562" x="1885950" y="685800"/>
          <p14:tracePt t="41579" x="1854200" y="679450"/>
          <p14:tracePt t="41619" x="1847850" y="679450"/>
          <p14:tracePt t="41683" x="1841500" y="679450"/>
          <p14:tracePt t="41715" x="1841500" y="685800"/>
          <p14:tracePt t="41723" x="1841500" y="692150"/>
          <p14:tracePt t="41731" x="1841500" y="698500"/>
          <p14:tracePt t="41755" x="1841500" y="704850"/>
          <p14:tracePt t="41764" x="1835150" y="723900"/>
          <p14:tracePt t="41779" x="1828800" y="736600"/>
          <p14:tracePt t="41796" x="1822450" y="768350"/>
          <p14:tracePt t="41812" x="1809750" y="800100"/>
          <p14:tracePt t="41829" x="1809750" y="806450"/>
          <p14:tracePt t="41845" x="1809750" y="850900"/>
          <p14:tracePt t="41862" x="1809750" y="869950"/>
          <p14:tracePt t="41878" x="1809750" y="908050"/>
          <p14:tracePt t="41895" x="1797050" y="939800"/>
          <p14:tracePt t="41912" x="1797050" y="958850"/>
          <p14:tracePt t="41928" x="1797050" y="971550"/>
          <p14:tracePt t="41945" x="1797050" y="1003300"/>
          <p14:tracePt t="41962" x="1797050" y="1009650"/>
          <p14:tracePt t="41979" x="1797050" y="1028700"/>
          <p14:tracePt t="41996" x="1797050" y="1035050"/>
          <p14:tracePt t="42012" x="1797050" y="1041400"/>
          <p14:tracePt t="42163" x="1797050" y="1047750"/>
          <p14:tracePt t="42187" x="1797050" y="1054100"/>
          <p14:tracePt t="42203" x="1803400" y="1060450"/>
          <p14:tracePt t="42235" x="1803400" y="1073150"/>
          <p14:tracePt t="42251" x="1803400" y="1079500"/>
          <p14:tracePt t="42259" x="1803400" y="1085850"/>
          <p14:tracePt t="42268" x="1809750" y="1092200"/>
          <p14:tracePt t="42291" x="1809750" y="1098550"/>
          <p14:tracePt t="42299" x="1809750" y="1111250"/>
          <p14:tracePt t="42315" x="1809750" y="1117600"/>
          <p14:tracePt t="42763" x="1816100" y="1117600"/>
          <p14:tracePt t="43227" x="1809750" y="1117600"/>
          <p14:tracePt t="43235" x="1790700" y="1117600"/>
          <p14:tracePt t="43245" x="1778000" y="1123950"/>
          <p14:tracePt t="43262" x="1657350" y="1130300"/>
          <p14:tracePt t="43278" x="1422400" y="1136650"/>
          <p14:tracePt t="43295" x="1377950" y="1136650"/>
          <p14:tracePt t="43312" x="1238250" y="1143000"/>
          <p14:tracePt t="43329" x="1054100" y="1155700"/>
          <p14:tracePt t="43345" x="984250" y="1155700"/>
          <p14:tracePt t="43362" x="958850" y="1155700"/>
          <p14:tracePt t="43378" x="939800" y="1155700"/>
          <p14:tracePt t="43419" x="933450" y="1155700"/>
          <p14:tracePt t="43428" x="920750" y="1155700"/>
          <p14:tracePt t="43445" x="831850" y="1162050"/>
          <p14:tracePt t="43462" x="768350" y="1162050"/>
          <p14:tracePt t="43479" x="711200" y="1155700"/>
          <p14:tracePt t="43495" x="628650" y="1149350"/>
          <p14:tracePt t="43512" x="565150" y="1136650"/>
          <p14:tracePt t="43529" x="469900" y="1117600"/>
          <p14:tracePt t="43545" x="355600" y="1104900"/>
          <p14:tracePt t="43562" x="266700" y="1092200"/>
          <p14:tracePt t="43579" x="171450" y="1079500"/>
          <p14:tracePt t="43595" x="6350" y="1054100"/>
          <p14:tracePt t="47283" x="107950" y="3530600"/>
          <p14:tracePt t="47299" x="241300" y="3676650"/>
          <p14:tracePt t="47307" x="342900" y="3790950"/>
          <p14:tracePt t="47315" x="469900" y="3886200"/>
          <p14:tracePt t="47328" x="596900" y="3994150"/>
          <p14:tracePt t="47345" x="971550" y="4248150"/>
          <p14:tracePt t="47362" x="1092200" y="4318000"/>
          <p14:tracePt t="47378" x="1238250" y="4362450"/>
          <p14:tracePt t="47395" x="1358900" y="4400550"/>
          <p14:tracePt t="47412" x="1466850" y="4413250"/>
          <p14:tracePt t="47428" x="1638300" y="4419600"/>
          <p14:tracePt t="47445" x="1720850" y="4419600"/>
          <p14:tracePt t="47462" x="1797050" y="4419600"/>
          <p14:tracePt t="47479" x="1847850" y="4413250"/>
          <p14:tracePt t="47495" x="1974850" y="4413250"/>
          <p14:tracePt t="47512" x="2089150" y="4419600"/>
          <p14:tracePt t="47529" x="2247900" y="4432300"/>
          <p14:tracePt t="47545" x="2343150" y="4445000"/>
          <p14:tracePt t="47562" x="2489200" y="4451350"/>
          <p14:tracePt t="47579" x="2724150" y="4445000"/>
          <p14:tracePt t="47595" x="2825750" y="4432300"/>
          <p14:tracePt t="47612" x="2914650" y="4425950"/>
          <p14:tracePt t="47629" x="3048000" y="4400550"/>
          <p14:tracePt t="47645" x="3136900" y="4394200"/>
          <p14:tracePt t="47662" x="3175000" y="4387850"/>
          <p14:tracePt t="47678" x="3282950" y="4362450"/>
          <p14:tracePt t="47695" x="3454400" y="4337050"/>
          <p14:tracePt t="47712" x="3562350" y="4318000"/>
          <p14:tracePt t="47729" x="3702050" y="4279900"/>
          <p14:tracePt t="47745" x="3752850" y="4260850"/>
          <p14:tracePt t="47762" x="3816350" y="4229100"/>
          <p14:tracePt t="47778" x="3956050" y="4121150"/>
          <p14:tracePt t="47795" x="4000500" y="4070350"/>
          <p14:tracePt t="47812" x="4044950" y="4013200"/>
          <p14:tracePt t="47829" x="4064000" y="3981450"/>
          <p14:tracePt t="47845" x="4108450" y="3879850"/>
          <p14:tracePt t="47862" x="4127500" y="3822700"/>
          <p14:tracePt t="47878" x="4127500" y="3752850"/>
          <p14:tracePt t="47895" x="4133850" y="3625850"/>
          <p14:tracePt t="47912" x="4114800" y="3530600"/>
          <p14:tracePt t="47928" x="4114800" y="3511550"/>
          <p14:tracePt t="47945" x="4057650" y="3371850"/>
          <p14:tracePt t="47962" x="4006850" y="3289300"/>
          <p14:tracePt t="47979" x="3790950" y="3124200"/>
          <p14:tracePt t="47995" x="3663950" y="3060700"/>
          <p14:tracePt t="48012" x="3613150" y="3048000"/>
          <p14:tracePt t="48029" x="3378200" y="2990850"/>
          <p14:tracePt t="48045" x="3270250" y="2971800"/>
          <p14:tracePt t="48062" x="3162300" y="2959100"/>
          <p14:tracePt t="48079" x="3130550" y="2952750"/>
          <p14:tracePt t="48095" x="3105150" y="2952750"/>
          <p14:tracePt t="48112" x="3079750" y="2952750"/>
          <p14:tracePt t="48129" x="2984500" y="2971800"/>
          <p14:tracePt t="48145" x="2895600" y="2997200"/>
          <p14:tracePt t="48162" x="2692400" y="3060700"/>
          <p14:tracePt t="48178" x="2565400" y="3105150"/>
          <p14:tracePt t="48195" x="2355850" y="3162300"/>
          <p14:tracePt t="48212" x="2254250" y="3181350"/>
          <p14:tracePt t="48229" x="2114550" y="3213100"/>
          <p14:tracePt t="48246" x="2012950" y="3251200"/>
          <p14:tracePt t="48262" x="2012950" y="3257550"/>
          <p14:tracePt t="48279" x="2000250" y="3276600"/>
          <p14:tracePt t="48295" x="1968500" y="3302000"/>
          <p14:tracePt t="48312" x="1955800" y="3340100"/>
          <p14:tracePt t="48329" x="1930400" y="3390900"/>
          <p14:tracePt t="48346" x="1924050" y="3409950"/>
          <p14:tracePt t="48362" x="1898650" y="3460750"/>
          <p14:tracePt t="48379" x="1847850" y="3606800"/>
          <p14:tracePt t="48395" x="1822450" y="3657600"/>
          <p14:tracePt t="48412" x="1809750" y="3733800"/>
          <p14:tracePt t="48429" x="1797050" y="3810000"/>
          <p14:tracePt t="48445" x="1790700" y="3873500"/>
          <p14:tracePt t="48462" x="1790700" y="3968750"/>
          <p14:tracePt t="48479" x="1797050" y="4013200"/>
          <p14:tracePt t="48495" x="1797050" y="4064000"/>
          <p14:tracePt t="48512" x="1809750" y="4108450"/>
          <p14:tracePt t="48529" x="1822450" y="4152900"/>
          <p14:tracePt t="48545" x="1828800" y="4184650"/>
          <p14:tracePt t="48562" x="1873250" y="4273550"/>
          <p14:tracePt t="48579" x="1930400" y="4349750"/>
          <p14:tracePt t="48595" x="1949450" y="4368800"/>
          <p14:tracePt t="48612" x="2044700" y="4432300"/>
          <p14:tracePt t="48629" x="2095500" y="4451350"/>
          <p14:tracePt t="48645" x="2241550" y="4514850"/>
          <p14:tracePt t="48662" x="2349500" y="4540250"/>
          <p14:tracePt t="48679" x="2406650" y="4552950"/>
          <p14:tracePt t="48695" x="2609850" y="4584700"/>
          <p14:tracePt t="48712" x="2813050" y="4597400"/>
          <p14:tracePt t="48729" x="2889250" y="4616450"/>
          <p14:tracePt t="48745" x="3149600" y="4629150"/>
          <p14:tracePt t="48762" x="3225800" y="4641850"/>
          <p14:tracePt t="48779" x="3422650" y="4660900"/>
          <p14:tracePt t="48795" x="3651250" y="4692650"/>
          <p14:tracePt t="48812" x="3803650" y="4699000"/>
          <p14:tracePt t="48829" x="4006850" y="4724400"/>
          <p14:tracePt t="48845" x="4095750" y="4730750"/>
          <p14:tracePt t="48862" x="4235450" y="4756150"/>
          <p14:tracePt t="48879" x="4667250" y="4819650"/>
          <p14:tracePt t="48895" x="4895850" y="4832350"/>
          <p14:tracePt t="48912" x="5067300" y="4845050"/>
          <p14:tracePt t="48929" x="5372100" y="4864100"/>
          <p14:tracePt t="48945" x="5461000" y="4864100"/>
          <p14:tracePt t="48962" x="5607050" y="4864100"/>
          <p14:tracePt t="48979" x="5892800" y="4864100"/>
          <p14:tracePt t="48995" x="5994400" y="4864100"/>
          <p14:tracePt t="49012" x="6089650" y="4857750"/>
          <p14:tracePt t="49029" x="6184900" y="4845050"/>
          <p14:tracePt t="49045" x="6267450" y="4845050"/>
          <p14:tracePt t="49062" x="6375400" y="4838700"/>
          <p14:tracePt t="49079" x="6527800" y="4832350"/>
          <p14:tracePt t="49095" x="6616700" y="4819650"/>
          <p14:tracePt t="49112" x="6686550" y="4800600"/>
          <p14:tracePt t="49129" x="6775450" y="4781550"/>
          <p14:tracePt t="49145" x="6965950" y="4718050"/>
          <p14:tracePt t="49162" x="7067550" y="4686300"/>
          <p14:tracePt t="49179" x="7289800" y="4603750"/>
          <p14:tracePt t="49195" x="7308850" y="4597400"/>
          <p14:tracePt t="49212" x="7378700" y="4572000"/>
          <p14:tracePt t="49229" x="7480300" y="4508500"/>
          <p14:tracePt t="49245" x="7531100" y="4483100"/>
          <p14:tracePt t="49262" x="7594600" y="4425950"/>
          <p14:tracePt t="49279" x="7683500" y="4324350"/>
          <p14:tracePt t="49295" x="7702550" y="4298950"/>
          <p14:tracePt t="49312" x="7753350" y="4241800"/>
          <p14:tracePt t="49328" x="7823200" y="4140200"/>
          <p14:tracePt t="49345" x="7848600" y="4083050"/>
          <p14:tracePt t="49362" x="7867650" y="4057650"/>
          <p14:tracePt t="49379" x="7886700" y="4000500"/>
          <p14:tracePt t="49395" x="7899400" y="3949700"/>
          <p14:tracePt t="49412" x="7912100" y="3905250"/>
          <p14:tracePt t="49429" x="7912100" y="3797300"/>
          <p14:tracePt t="49445" x="7924800" y="3708400"/>
          <p14:tracePt t="49462" x="7924800" y="3638550"/>
          <p14:tracePt t="49479" x="7893050" y="3568700"/>
          <p14:tracePt t="49495" x="7854950" y="3498850"/>
          <p14:tracePt t="49512" x="7804150" y="3435350"/>
          <p14:tracePt t="49529" x="7715250" y="3352800"/>
          <p14:tracePt t="49545" x="7626350" y="3308350"/>
          <p14:tracePt t="49562" x="7594600" y="3282950"/>
          <p14:tracePt t="49578" x="7334250" y="3187700"/>
          <p14:tracePt t="49595" x="7213600" y="3162300"/>
          <p14:tracePt t="49612" x="6997700" y="3136900"/>
          <p14:tracePt t="49628" x="6889750" y="3130550"/>
          <p14:tracePt t="49645" x="6838950" y="3124200"/>
          <p14:tracePt t="49662" x="6534150" y="3124200"/>
          <p14:tracePt t="49678" x="6362700" y="3149600"/>
          <p14:tracePt t="49695" x="6229350" y="3168650"/>
          <p14:tracePt t="49712" x="5854700" y="3232150"/>
          <p14:tracePt t="49728" x="5765800" y="3238500"/>
          <p14:tracePt t="49745" x="5416550" y="3308350"/>
          <p14:tracePt t="49762" x="5308600" y="3321050"/>
          <p14:tracePt t="49778" x="4991100" y="3352800"/>
          <p14:tracePt t="49795" x="4883150" y="3359150"/>
          <p14:tracePt t="49812" x="4826000" y="3359150"/>
          <p14:tracePt t="49829" x="4565650" y="3365500"/>
          <p14:tracePt t="49845" x="4425950" y="3371850"/>
          <p14:tracePt t="49862" x="4267200" y="3397250"/>
          <p14:tracePt t="49879" x="4006850" y="3403600"/>
          <p14:tracePt t="49895" x="3937000" y="3403600"/>
          <p14:tracePt t="49912" x="3810000" y="3409950"/>
          <p14:tracePt t="49929" x="3492500" y="3403600"/>
          <p14:tracePt t="49945" x="3295650" y="3397250"/>
          <p14:tracePt t="49962" x="3124200" y="3378200"/>
          <p14:tracePt t="49979" x="2857500" y="3333750"/>
          <p14:tracePt t="49995" x="2705100" y="3327400"/>
          <p14:tracePt t="50012" x="2540000" y="3321050"/>
          <p14:tracePt t="50029" x="2463800" y="3327400"/>
          <p14:tracePt t="50045" x="2419350" y="3333750"/>
          <p14:tracePt t="50062" x="2349500" y="3359150"/>
          <p14:tracePt t="50079" x="2317750" y="3378200"/>
          <p14:tracePt t="50095" x="2279650" y="3390900"/>
          <p14:tracePt t="50112" x="2190750" y="3448050"/>
          <p14:tracePt t="50129" x="2139950" y="3473450"/>
          <p14:tracePt t="50145" x="2108200" y="3492500"/>
          <p14:tracePt t="50162" x="2038350" y="3543300"/>
          <p14:tracePt t="50179" x="1981200" y="3587750"/>
          <p14:tracePt t="50195" x="1943100" y="3613150"/>
          <p14:tracePt t="50212" x="1898650" y="3670300"/>
          <p14:tracePt t="50228" x="1885950" y="3683000"/>
          <p14:tracePt t="50245" x="1879600" y="3702050"/>
          <p14:tracePt t="50262" x="1854200" y="3740150"/>
          <p14:tracePt t="50278" x="1854200" y="3771900"/>
          <p14:tracePt t="50295" x="1835150" y="3816350"/>
          <p14:tracePt t="50312" x="1835150" y="3835400"/>
          <p14:tracePt t="50329" x="1822450" y="3892550"/>
          <p14:tracePt t="50346" x="1809750" y="3968750"/>
          <p14:tracePt t="50362" x="1809750" y="4038600"/>
          <p14:tracePt t="50379" x="1809750" y="4133850"/>
          <p14:tracePt t="50395" x="1835150" y="4203700"/>
          <p14:tracePt t="50412" x="1847850" y="4254500"/>
          <p14:tracePt t="50429" x="1879600" y="4311650"/>
          <p14:tracePt t="50445" x="1930400" y="4406900"/>
          <p14:tracePt t="50462" x="1987550" y="4432300"/>
          <p14:tracePt t="50479" x="2120900" y="4470400"/>
          <p14:tracePt t="50495" x="2171700" y="4483100"/>
          <p14:tracePt t="50512" x="2266950" y="4495800"/>
          <p14:tracePt t="50529" x="2387600" y="4495800"/>
          <p14:tracePt t="50545" x="2743200" y="4495800"/>
          <p14:tracePt t="50562" x="3054350" y="4495800"/>
          <p14:tracePt t="50579" x="3765550" y="4483100"/>
          <p14:tracePt t="50595" x="4216400" y="4489450"/>
          <p14:tracePt t="50612" x="4673600" y="4476750"/>
          <p14:tracePt t="50628" x="5016500" y="4476750"/>
          <p14:tracePt t="50645" x="5657850" y="4495800"/>
          <p14:tracePt t="50662" x="5816600" y="4502150"/>
          <p14:tracePt t="50679" x="6089650" y="4533900"/>
          <p14:tracePt t="50695" x="6661150" y="4546600"/>
          <p14:tracePt t="50712" x="6908800" y="4540250"/>
          <p14:tracePt t="50729" x="7092950" y="4533900"/>
          <p14:tracePt t="50745" x="7493000" y="4521200"/>
          <p14:tracePt t="50762" x="7588250" y="4514850"/>
          <p14:tracePt t="50778" x="7816850" y="4508500"/>
          <p14:tracePt t="50795" x="8039100" y="4521200"/>
          <p14:tracePt t="50812" x="8166100" y="4527550"/>
          <p14:tracePt t="50828" x="8261350" y="4527550"/>
          <p14:tracePt t="50845" x="8350250" y="4521200"/>
          <p14:tracePt t="50862" x="8407400" y="4514850"/>
          <p14:tracePt t="50878" x="8439150" y="4495800"/>
          <p14:tracePt t="50895" x="8496300" y="4464050"/>
          <p14:tracePt t="50912" x="8528050" y="4425950"/>
          <p14:tracePt t="50928" x="8547100" y="4400550"/>
          <p14:tracePt t="50945" x="8591550" y="4324350"/>
          <p14:tracePt t="50962" x="8693150" y="4114800"/>
          <p14:tracePt t="50979" x="8756650" y="3911600"/>
          <p14:tracePt t="50995" x="8782050" y="3702050"/>
          <p14:tracePt t="51012" x="8782050" y="3644900"/>
          <p14:tracePt t="51029" x="8775700" y="3556000"/>
          <p14:tracePt t="51045" x="8636000" y="3397250"/>
          <p14:tracePt t="51062" x="8528050" y="3314700"/>
          <p14:tracePt t="51079" x="8248650" y="3187700"/>
          <p14:tracePt t="51095" x="8147050" y="3162300"/>
          <p14:tracePt t="51112" x="7950200" y="3105150"/>
          <p14:tracePt t="51129" x="7600950" y="3028950"/>
          <p14:tracePt t="51145" x="7366000" y="2990850"/>
          <p14:tracePt t="51162" x="7080250" y="2971800"/>
          <p14:tracePt t="51179" x="6445250" y="2978150"/>
          <p14:tracePt t="51195" x="6134100" y="3003550"/>
          <p14:tracePt t="51212" x="5651500" y="3060700"/>
          <p14:tracePt t="51228" x="5410200" y="3086100"/>
          <p14:tracePt t="51245" x="4876800" y="3149600"/>
          <p14:tracePt t="51262" x="4806950" y="3149600"/>
          <p14:tracePt t="51279" x="4648200" y="3162300"/>
          <p14:tracePt t="51295" x="4343400" y="3213100"/>
          <p14:tracePt t="51312" x="4229100" y="3244850"/>
          <p14:tracePt t="51329" x="4076700" y="3282950"/>
          <p14:tracePt t="51345" x="4019550" y="3308350"/>
          <p14:tracePt t="51362" x="3924300" y="3333750"/>
          <p14:tracePt t="51379" x="3740150" y="3384550"/>
          <p14:tracePt t="51395" x="3651250" y="3397250"/>
          <p14:tracePt t="51412" x="3403600" y="3460750"/>
          <p14:tracePt t="51429" x="3340100" y="3473450"/>
          <p14:tracePt t="51445" x="3219450" y="3498850"/>
          <p14:tracePt t="51462" x="3111500" y="3536950"/>
          <p14:tracePt t="51479" x="3054350" y="3562350"/>
          <p14:tracePt t="51495" x="3028950" y="3575050"/>
          <p14:tracePt t="51512" x="3022600" y="3575050"/>
          <p14:tracePt t="51528" x="2990850" y="3594100"/>
          <p14:tracePt t="51545" x="2965450" y="3606800"/>
          <p14:tracePt t="51562" x="2940050" y="3613150"/>
          <p14:tracePt t="51578" x="2901950" y="3638550"/>
          <p14:tracePt t="51595" x="2889250" y="3638550"/>
          <p14:tracePt t="51612" x="2870200" y="3651250"/>
          <p14:tracePt t="51628" x="2832100" y="3689350"/>
          <p14:tracePt t="51645" x="2806700" y="3702050"/>
          <p14:tracePt t="51662" x="2787650" y="3727450"/>
          <p14:tracePt t="51679" x="2755900" y="3765550"/>
          <p14:tracePt t="51682" x="2755900" y="3771900"/>
          <p14:tracePt t="51695" x="2749550" y="3778250"/>
          <p14:tracePt t="51712" x="2717800" y="3822700"/>
          <p14:tracePt t="51728" x="2692400" y="3848100"/>
          <p14:tracePt t="51746" x="2679700" y="3873500"/>
          <p14:tracePt t="51762" x="2647950" y="3924300"/>
          <p14:tracePt t="51779" x="2628900" y="3956050"/>
          <p14:tracePt t="51795" x="2628900" y="3962400"/>
          <p14:tracePt t="51812" x="2622550" y="3981450"/>
          <p14:tracePt t="51829" x="2622550" y="3987800"/>
          <p14:tracePt t="51845" x="2622550" y="3994150"/>
          <p14:tracePt t="51862" x="2622550" y="4019550"/>
          <p14:tracePt t="51879" x="2622550" y="4032250"/>
          <p14:tracePt t="51895" x="2609850" y="4051300"/>
          <p14:tracePt t="51912" x="2609850" y="4070350"/>
          <p14:tracePt t="52035" x="2609850" y="4076700"/>
          <p14:tracePt t="52043" x="2597150" y="4076700"/>
          <p14:tracePt t="52051" x="2597150" y="4083050"/>
          <p14:tracePt t="52061" x="2571750" y="4114800"/>
          <p14:tracePt t="52079" x="2520950" y="4165600"/>
          <p14:tracePt t="52095" x="2463800" y="4216400"/>
          <p14:tracePt t="52112" x="2425700" y="4254500"/>
          <p14:tracePt t="52129" x="2311400" y="4362450"/>
          <p14:tracePt t="52145" x="2235200" y="4451350"/>
          <p14:tracePt t="52162" x="2152650" y="4527550"/>
          <p14:tracePt t="52179" x="2063750" y="4635500"/>
          <p14:tracePt t="52195" x="2044700" y="4667250"/>
          <p14:tracePt t="52212" x="2032000" y="4679950"/>
          <p14:tracePt t="52251" x="2019300" y="4679950"/>
          <p14:tracePt t="52363" x="2019300" y="4686300"/>
          <p14:tracePt t="52379" x="2019300" y="4692650"/>
          <p14:tracePt t="52387" x="2032000" y="4692650"/>
          <p14:tracePt t="52691" x="2032000" y="4699000"/>
          <p14:tracePt t="52755" x="2032000" y="4705350"/>
          <p14:tracePt t="56563" x="2025650" y="4705350"/>
          <p14:tracePt t="58123" x="2025650" y="4699000"/>
          <p14:tracePt t="58403" x="2025650" y="4692650"/>
          <p14:tracePt t="58819" x="2025650" y="4686300"/>
          <p14:tracePt t="58827" x="2025650" y="4679950"/>
          <p14:tracePt t="58851" x="2038350" y="4648200"/>
          <p14:tracePt t="58859" x="2051050" y="4622800"/>
          <p14:tracePt t="58867" x="2057400" y="4603750"/>
          <p14:tracePt t="58879" x="2063750" y="4591050"/>
          <p14:tracePt t="58922" x="2076450" y="4591050"/>
          <p14:tracePt t="58930" x="2089150" y="4597400"/>
          <p14:tracePt t="58938" x="2108200" y="4635500"/>
          <p14:tracePt t="58946" x="2146300" y="4667250"/>
          <p14:tracePt t="58961" x="2209800" y="4718050"/>
          <p14:tracePt t="58978" x="2457450" y="4883150"/>
          <p14:tracePt t="58995" x="2635250" y="4991100"/>
          <p14:tracePt t="59012" x="2914650" y="5111750"/>
          <p14:tracePt t="59028" x="3448050" y="5283200"/>
          <p14:tracePt t="59045" x="3619500" y="5308600"/>
          <p14:tracePt t="59061" x="3702050" y="5321300"/>
          <p14:tracePt t="59078" x="3987800" y="5340350"/>
          <p14:tracePt t="59095" x="4070350" y="5340350"/>
          <p14:tracePt t="59112" x="4121150" y="5340350"/>
          <p14:tracePt t="59128" x="4171950" y="5359400"/>
          <p14:tracePt t="59145" x="4191000" y="5372100"/>
          <p14:tracePt t="59162" x="4210050" y="5397500"/>
          <p14:tracePt t="59178" x="4241800" y="5429250"/>
          <p14:tracePt t="59579" x="4235450" y="5429250"/>
          <p14:tracePt t="59587" x="4229100" y="5429250"/>
          <p14:tracePt t="59595" x="4222750" y="5429250"/>
          <p14:tracePt t="59612" x="4184650" y="5435600"/>
          <p14:tracePt t="59628" x="4152900" y="5429250"/>
          <p14:tracePt t="59645" x="4108450" y="5422900"/>
          <p14:tracePt t="59662" x="4057650" y="5422900"/>
          <p14:tracePt t="59678" x="3994150" y="5422900"/>
          <p14:tracePt t="59695" x="3886200" y="5429250"/>
          <p14:tracePt t="59712" x="3797300" y="5441950"/>
          <p14:tracePt t="59728" x="3746500" y="5454650"/>
          <p14:tracePt t="59745" x="3708400" y="5467350"/>
          <p14:tracePt t="59762" x="3702050" y="5467350"/>
          <p14:tracePt t="59811" x="3702050" y="5473700"/>
          <p14:tracePt t="60067" x="3702050" y="5480050"/>
          <p14:tracePt t="60083" x="3702050" y="5492750"/>
          <p14:tracePt t="60091" x="3708400" y="5492750"/>
          <p14:tracePt t="60106" x="3714750" y="5499100"/>
          <p14:tracePt t="60115" x="3727450" y="5505450"/>
          <p14:tracePt t="60128" x="3733800" y="5505450"/>
          <p14:tracePt t="60145" x="3740150" y="5518150"/>
          <p14:tracePt t="60162" x="3752850" y="5524500"/>
          <p14:tracePt t="60178" x="3765550" y="5530850"/>
          <p14:tracePt t="60195" x="3771900" y="5543550"/>
          <p14:tracePt t="60212" x="3790950" y="5549900"/>
          <p14:tracePt t="60228" x="3822700" y="5556250"/>
          <p14:tracePt t="60245" x="3841750" y="5562600"/>
          <p14:tracePt t="60262" x="3848100" y="5562600"/>
          <p14:tracePt t="60279" x="3867150" y="5562600"/>
          <p14:tracePt t="60295" x="3879850" y="5556250"/>
          <p14:tracePt t="60312" x="3892550" y="5549900"/>
          <p14:tracePt t="60329" x="3898900" y="5549900"/>
          <p14:tracePt t="60345" x="3937000" y="5543550"/>
          <p14:tracePt t="60362" x="3994150" y="5518150"/>
          <p14:tracePt t="60379" x="4076700" y="5492750"/>
          <p14:tracePt t="60395" x="4178300" y="5441950"/>
          <p14:tracePt t="60412" x="4222750" y="5416550"/>
          <p14:tracePt t="60429" x="4298950" y="5378450"/>
          <p14:tracePt t="60445" x="4362450" y="5340350"/>
          <p14:tracePt t="60462" x="4508500" y="5251450"/>
          <p14:tracePt t="60478" x="4533900" y="5232400"/>
          <p14:tracePt t="60495" x="4572000" y="5219700"/>
          <p14:tracePt t="60512" x="4584700" y="5207000"/>
          <p14:tracePt t="60529" x="4603750" y="5207000"/>
          <p14:tracePt t="60545" x="4610100" y="5200650"/>
          <p14:tracePt t="60562" x="4616450" y="5194300"/>
          <p14:tracePt t="60578" x="4641850" y="5175250"/>
          <p14:tracePt t="60595" x="4641850" y="5156200"/>
          <p14:tracePt t="60612" x="4654550" y="5143500"/>
          <p14:tracePt t="60707" x="4654550" y="5137150"/>
          <p14:tracePt t="60723" x="4648200" y="5137150"/>
          <p14:tracePt t="60731" x="4648200" y="5130800"/>
          <p14:tracePt t="60739" x="4648200" y="5099050"/>
          <p14:tracePt t="60747" x="4616450" y="5048250"/>
          <p14:tracePt t="60762" x="4597400" y="4997450"/>
          <p14:tracePt t="60778" x="4521200" y="4781550"/>
          <p14:tracePt t="60795" x="4502150" y="4705350"/>
          <p14:tracePt t="60812" x="4438650" y="4597400"/>
          <p14:tracePt t="60828" x="4330700" y="4502150"/>
          <p14:tracePt t="60845" x="4286250" y="4476750"/>
          <p14:tracePt t="60862" x="4197350" y="4451350"/>
          <p14:tracePt t="60878" x="4178300" y="4451350"/>
          <p14:tracePt t="60895" x="4146550" y="4451350"/>
          <p14:tracePt t="60912" x="4121150" y="4451350"/>
          <p14:tracePt t="60928" x="4070350" y="4464050"/>
          <p14:tracePt t="60945" x="4044950" y="4464050"/>
          <p14:tracePt t="60962" x="4025900" y="4464050"/>
          <p14:tracePt t="60979" x="3949700" y="4457700"/>
          <p14:tracePt t="60995" x="3886200" y="4451350"/>
          <p14:tracePt t="61012" x="3860800" y="4451350"/>
          <p14:tracePt t="61029" x="3778250" y="4451350"/>
          <p14:tracePt t="61045" x="3759200" y="4451350"/>
          <p14:tracePt t="61062" x="3746500" y="4451350"/>
          <p14:tracePt t="61078" x="3727450" y="4419600"/>
          <p14:tracePt t="61095" x="3702050" y="4362450"/>
          <p14:tracePt t="61112" x="3695700" y="4305300"/>
          <p14:tracePt t="61128" x="3689350" y="4292600"/>
          <p14:tracePt t="61145" x="3663950" y="4210050"/>
          <p14:tracePt t="61162" x="3625850" y="4140200"/>
          <p14:tracePt t="61178" x="3530600" y="3937000"/>
          <p14:tracePt t="61195" x="3467100" y="3860800"/>
          <p14:tracePt t="61212" x="3454400" y="3822700"/>
          <p14:tracePt t="61229" x="3390900" y="3727450"/>
          <p14:tracePt t="61245" x="3346450" y="3676650"/>
          <p14:tracePt t="61262" x="3295650" y="3619500"/>
          <p14:tracePt t="61278" x="3244850" y="3568700"/>
          <p14:tracePt t="61295" x="3238500" y="3549650"/>
          <p14:tracePt t="61312" x="3238500" y="3536950"/>
          <p14:tracePt t="61328" x="3219450" y="3524250"/>
          <p14:tracePt t="61345" x="3219450" y="3517900"/>
          <p14:tracePt t="61362" x="3213100" y="3505200"/>
          <p14:tracePt t="61379" x="3213100" y="3492500"/>
          <p14:tracePt t="61395" x="3213100" y="3486150"/>
          <p14:tracePt t="61443" x="3213100" y="3479800"/>
          <p14:tracePt t="61475" x="3213100" y="3467100"/>
          <p14:tracePt t="61491" x="3213100" y="3460750"/>
          <p14:tracePt t="61579" x="3213100" y="3454400"/>
          <p14:tracePt t="61603" x="3206750" y="3454400"/>
          <p14:tracePt t="61619" x="3200400" y="3448050"/>
          <p14:tracePt t="61627" x="3194050" y="3448050"/>
          <p14:tracePt t="61635" x="3187700" y="3435350"/>
          <p14:tracePt t="61645" x="3181350" y="3435350"/>
          <p14:tracePt t="61662" x="3168650" y="3429000"/>
          <p14:tracePt t="61678" x="3136900" y="3422650"/>
          <p14:tracePt t="61695" x="3098800" y="3416300"/>
          <p14:tracePt t="61712" x="3067050" y="3416300"/>
          <p14:tracePt t="61728" x="3048000" y="3416300"/>
          <p14:tracePt t="61745" x="3041650" y="3416300"/>
          <p14:tracePt t="61762" x="3003550" y="3416300"/>
          <p14:tracePt t="61779" x="2990850" y="3416300"/>
          <p14:tracePt t="61795" x="2971800" y="3422650"/>
          <p14:tracePt t="61812" x="2959100" y="3422650"/>
          <p14:tracePt t="61829" x="2946400" y="3435350"/>
          <p14:tracePt t="61845" x="2927350" y="3448050"/>
          <p14:tracePt t="61862" x="2895600" y="3467100"/>
          <p14:tracePt t="61879" x="2870200" y="3479800"/>
          <p14:tracePt t="61895" x="2863850" y="3492500"/>
          <p14:tracePt t="61912" x="2806700" y="3536950"/>
          <p14:tracePt t="61928" x="2736850" y="3575050"/>
          <p14:tracePt t="61945" x="2686050" y="3613150"/>
          <p14:tracePt t="61962" x="2597150" y="3695700"/>
          <p14:tracePt t="61979" x="2559050" y="3740150"/>
          <p14:tracePt t="61995" x="2514600" y="3790950"/>
          <p14:tracePt t="62012" x="2501900" y="3816350"/>
          <p14:tracePt t="62029" x="2476500" y="3835400"/>
          <p14:tracePt t="62045" x="2463800" y="3867150"/>
          <p14:tracePt t="62062" x="2451100" y="3886200"/>
          <p14:tracePt t="62079" x="2438400" y="3917950"/>
          <p14:tracePt t="62095" x="2425700" y="3937000"/>
          <p14:tracePt t="62112" x="2425700" y="3949700"/>
          <p14:tracePt t="62129" x="2425700" y="3987800"/>
          <p14:tracePt t="62162" x="2432050" y="3994150"/>
          <p14:tracePt t="62178" x="2432050" y="4013200"/>
          <p14:tracePt t="62195" x="2432050" y="4025900"/>
          <p14:tracePt t="62211" x="2444750" y="4038600"/>
          <p14:tracePt t="62245" x="2451100" y="4057650"/>
          <p14:tracePt t="62262" x="2457450" y="4089400"/>
          <p14:tracePt t="62278" x="2457450" y="4102100"/>
          <p14:tracePt t="62295" x="2476500" y="4133850"/>
          <p14:tracePt t="62328" x="2476500" y="4146550"/>
          <p14:tracePt t="62345" x="2482850" y="4146550"/>
          <p14:tracePt t="62362" x="2489200" y="4152900"/>
          <p14:tracePt t="62378" x="2495550" y="4152900"/>
          <p14:tracePt t="62395" x="2520950" y="4159250"/>
          <p14:tracePt t="62412" x="2546350" y="4171950"/>
          <p14:tracePt t="62429" x="2622550" y="4184650"/>
          <p14:tracePt t="62445" x="2686050" y="4197350"/>
          <p14:tracePt t="62462" x="2711450" y="4203700"/>
          <p14:tracePt t="62479" x="2813050" y="4210050"/>
          <p14:tracePt t="62495" x="3124200" y="4216400"/>
          <p14:tracePt t="62512" x="3346450" y="4248150"/>
          <p14:tracePt t="62528" x="3600450" y="4273550"/>
          <p14:tracePt t="62545" x="3981450" y="4286250"/>
          <p14:tracePt t="62562" x="4279900" y="4298950"/>
          <p14:tracePt t="62578" x="4648200" y="4298950"/>
          <p14:tracePt t="62595" x="5067300" y="4337050"/>
          <p14:tracePt t="62612" x="5257800" y="4343400"/>
          <p14:tracePt t="62628" x="5346700" y="4356100"/>
          <p14:tracePt t="62645" x="5588000" y="4394200"/>
          <p14:tracePt t="62662" x="5715000" y="4413250"/>
          <p14:tracePt t="62678" x="5911850" y="4445000"/>
          <p14:tracePt t="62695" x="6032500" y="4464050"/>
          <p14:tracePt t="62712" x="6140450" y="4476750"/>
          <p14:tracePt t="62728" x="6197600" y="4483100"/>
          <p14:tracePt t="62745" x="6318250" y="4502150"/>
          <p14:tracePt t="62762" x="6388100" y="4508500"/>
          <p14:tracePt t="62779" x="6572250" y="4508500"/>
          <p14:tracePt t="62795" x="6635750" y="4508500"/>
          <p14:tracePt t="62812" x="6686550" y="4502150"/>
          <p14:tracePt t="62828" x="6756400" y="4483100"/>
          <p14:tracePt t="62845" x="6877050" y="4451350"/>
          <p14:tracePt t="62862" x="6940550" y="4425950"/>
          <p14:tracePt t="62878" x="7010400" y="4387850"/>
          <p14:tracePt t="62895" x="7124700" y="4330700"/>
          <p14:tracePt t="62912" x="7162800" y="4298950"/>
          <p14:tracePt t="62929" x="7264400" y="4235450"/>
          <p14:tracePt t="62945" x="7454900" y="4127500"/>
          <p14:tracePt t="62962" x="7512050" y="4070350"/>
          <p14:tracePt t="62978" x="7575550" y="3968750"/>
          <p14:tracePt t="62995" x="7581900" y="3943350"/>
          <p14:tracePt t="63012" x="7588250" y="3917950"/>
          <p14:tracePt t="63029" x="7588250" y="3848100"/>
          <p14:tracePt t="63045" x="7569200" y="3810000"/>
          <p14:tracePt t="63062" x="7556500" y="3765550"/>
          <p14:tracePt t="63078" x="7524750" y="3733800"/>
          <p14:tracePt t="63095" x="7499350" y="3689350"/>
          <p14:tracePt t="63112" x="7461250" y="3644900"/>
          <p14:tracePt t="63129" x="7321550" y="3549650"/>
          <p14:tracePt t="63145" x="7232650" y="3511550"/>
          <p14:tracePt t="63162" x="7099300" y="3467100"/>
          <p14:tracePt t="63178" x="6826250" y="3359150"/>
          <p14:tracePt t="63195" x="6711950" y="3308350"/>
          <p14:tracePt t="63212" x="6470650" y="3251200"/>
          <p14:tracePt t="63229" x="6330950" y="3232150"/>
          <p14:tracePt t="63245" x="6140450" y="3232150"/>
          <p14:tracePt t="63262" x="6096000" y="3232150"/>
          <p14:tracePt t="63278" x="5975350" y="3238500"/>
          <p14:tracePt t="63295" x="5791200" y="3276600"/>
          <p14:tracePt t="63312" x="5708650" y="3308350"/>
          <p14:tracePt t="63329" x="5607050" y="3333750"/>
          <p14:tracePt t="63345" x="5499100" y="3359150"/>
          <p14:tracePt t="63362" x="5372100" y="3397250"/>
          <p14:tracePt t="63378" x="5060950" y="3448050"/>
          <p14:tracePt t="63395" x="4965700" y="3448050"/>
          <p14:tracePt t="63412" x="4902200" y="3448050"/>
          <p14:tracePt t="63428" x="4660900" y="3441700"/>
          <p14:tracePt t="63445" x="4540250" y="3429000"/>
          <p14:tracePt t="63462" x="4381500" y="3429000"/>
          <p14:tracePt t="63479" x="4152900" y="3409950"/>
          <p14:tracePt t="63495" x="4000500" y="3409950"/>
          <p14:tracePt t="63512" x="3962400" y="3409950"/>
          <p14:tracePt t="63528" x="3816350" y="3409950"/>
          <p14:tracePt t="63545" x="3708400" y="3441700"/>
          <p14:tracePt t="63562" x="3530600" y="3473450"/>
          <p14:tracePt t="63578" x="3403600" y="3498850"/>
          <p14:tracePt t="63595" x="3359150" y="3505200"/>
          <p14:tracePt t="63612" x="3219450" y="3549650"/>
          <p14:tracePt t="63628" x="3111500" y="3594100"/>
          <p14:tracePt t="63645" x="2952750" y="3638550"/>
          <p14:tracePt t="63662" x="2908300" y="3651250"/>
          <p14:tracePt t="63678" x="2819400" y="3676650"/>
          <p14:tracePt t="63695" x="2616200" y="3708400"/>
          <p14:tracePt t="63712" x="2546350" y="3721100"/>
          <p14:tracePt t="63729" x="2413000" y="3746500"/>
          <p14:tracePt t="63745" x="2374900" y="3752850"/>
          <p14:tracePt t="63762" x="2368550" y="3752850"/>
          <p14:tracePt t="63778" x="2311400" y="3778250"/>
          <p14:tracePt t="63795" x="2273300" y="3797300"/>
          <p14:tracePt t="63812" x="2254250" y="3803650"/>
          <p14:tracePt t="63828" x="2235200" y="3816350"/>
          <p14:tracePt t="63861" x="2228850" y="3829050"/>
          <p14:tracePt t="63963" x="2228850" y="3835400"/>
          <p14:tracePt t="64003" x="2228850" y="3848100"/>
          <p14:tracePt t="64019" x="2235200" y="3854450"/>
          <p14:tracePt t="64027" x="2241550" y="3854450"/>
          <p14:tracePt t="64035" x="2247900" y="3867150"/>
          <p14:tracePt t="64045" x="2260600" y="3867150"/>
          <p14:tracePt t="64062" x="2273300" y="3886200"/>
          <p14:tracePt t="64079" x="2286000" y="3917950"/>
          <p14:tracePt t="64095" x="2311400" y="3949700"/>
          <p14:tracePt t="64112" x="2330450" y="3981450"/>
          <p14:tracePt t="64128" x="2343150" y="4044950"/>
          <p14:tracePt t="64145" x="2355850" y="4064000"/>
          <p14:tracePt t="64162" x="2362200" y="4108450"/>
          <p14:tracePt t="64178" x="2362200" y="4121150"/>
          <p14:tracePt t="64195" x="2368550" y="4140200"/>
          <p14:tracePt t="64211" x="2368550" y="4159250"/>
          <p14:tracePt t="64229" x="2368550" y="4165600"/>
          <p14:tracePt t="64245" x="2368550" y="4171950"/>
          <p14:tracePt t="64411" x="2368550" y="4178300"/>
          <p14:tracePt t="64426" x="2368550" y="4184650"/>
          <p14:tracePt t="64436" x="2349500" y="4197350"/>
          <p14:tracePt t="64451" x="2349500" y="4203700"/>
          <p14:tracePt t="64461" x="2336800" y="4210050"/>
          <p14:tracePt t="64478" x="2311400" y="4235450"/>
          <p14:tracePt t="64495" x="2292350" y="4241800"/>
          <p14:tracePt t="64512" x="2279650" y="4254500"/>
          <p14:tracePt t="64528" x="2266950" y="4267200"/>
          <p14:tracePt t="64545" x="2260600" y="4273550"/>
          <p14:tracePt t="64561" x="2260600" y="4279900"/>
          <p14:tracePt t="64602" x="2247900" y="4292600"/>
          <p14:tracePt t="64947" x="2247900" y="4286250"/>
          <p14:tracePt t="64987" x="2247900" y="4279900"/>
          <p14:tracePt t="65003" x="2241550" y="4267200"/>
          <p14:tracePt t="65011" x="2235200" y="4241800"/>
          <p14:tracePt t="65019" x="2228850" y="4216400"/>
          <p14:tracePt t="65028" x="2216150" y="4203700"/>
          <p14:tracePt t="65045" x="2209800" y="4146550"/>
          <p14:tracePt t="65061" x="2190750" y="4114800"/>
          <p14:tracePt t="65079" x="2190750" y="4064000"/>
          <p14:tracePt t="65095" x="2197100" y="4044950"/>
          <p14:tracePt t="65112" x="2197100" y="4013200"/>
          <p14:tracePt t="65128" x="2190750" y="3987800"/>
          <p14:tracePt t="65145" x="2190750" y="3930650"/>
          <p14:tracePt t="65162" x="2178050" y="3898900"/>
          <p14:tracePt t="65178" x="2171700" y="3854450"/>
          <p14:tracePt t="65195" x="2146300" y="3822700"/>
          <p14:tracePt t="65212" x="2139950" y="3784600"/>
          <p14:tracePt t="65229" x="2108200" y="3708400"/>
          <p14:tracePt t="65245" x="2070100" y="3663950"/>
          <p14:tracePt t="65262" x="2025650" y="3594100"/>
          <p14:tracePt t="65278" x="1993900" y="3562350"/>
          <p14:tracePt t="65295" x="1873250" y="3371850"/>
          <p14:tracePt t="65312" x="1790700" y="3263900"/>
          <p14:tracePt t="65328" x="1651000" y="2990850"/>
          <p14:tracePt t="65345" x="1574800" y="2863850"/>
          <p14:tracePt t="65362" x="1517650" y="2774950"/>
          <p14:tracePt t="65378" x="1244600" y="2406650"/>
          <p14:tracePt t="65395" x="1111250" y="2222500"/>
          <p14:tracePt t="65412" x="908050" y="1955800"/>
          <p14:tracePt t="65428" x="793750" y="1816100"/>
          <p14:tracePt t="65445" x="742950" y="1746250"/>
          <p14:tracePt t="65462" x="546100" y="1549400"/>
          <p14:tracePt t="65478" x="469900" y="1479550"/>
          <p14:tracePt t="65495" x="355600" y="1416050"/>
          <p14:tracePt t="65512" x="158750" y="1295400"/>
          <p14:tracePt t="65528" x="101600" y="1276350"/>
          <p14:tracePt t="68938" x="330200" y="1174750"/>
          <p14:tracePt t="68947" x="539750" y="1250950"/>
          <p14:tracePt t="68962" x="787400" y="1333500"/>
          <p14:tracePt t="68979" x="1289050" y="1473200"/>
          <p14:tracePt t="68995" x="1708150" y="1555750"/>
          <p14:tracePt t="69012" x="1885950" y="1587500"/>
          <p14:tracePt t="69028" x="2012950" y="1619250"/>
          <p14:tracePt t="69045" x="2159000" y="1657350"/>
          <p14:tracePt t="69061" x="2235200" y="1682750"/>
          <p14:tracePt t="69079" x="2305050" y="1689100"/>
          <p14:tracePt t="69095" x="2368550" y="1701800"/>
          <p14:tracePt t="69112" x="2451100" y="1720850"/>
          <p14:tracePt t="69128" x="2533650" y="1733550"/>
          <p14:tracePt t="69145" x="2609850" y="1752600"/>
          <p14:tracePt t="69162" x="2654300" y="1771650"/>
          <p14:tracePt t="69178" x="2692400" y="1778000"/>
          <p14:tracePt t="69195" x="2711450" y="1790700"/>
          <p14:tracePt t="69212" x="2743200" y="1790700"/>
          <p14:tracePt t="69228" x="2800350" y="1809750"/>
          <p14:tracePt t="69245" x="2838450" y="1835150"/>
          <p14:tracePt t="69262" x="2851150" y="1847850"/>
          <p14:tracePt t="69278" x="2908300" y="1873250"/>
          <p14:tracePt t="69295" x="2946400" y="1911350"/>
          <p14:tracePt t="69312" x="2997200" y="1949450"/>
          <p14:tracePt t="69328" x="3067050" y="2012950"/>
          <p14:tracePt t="69345" x="3105150" y="2051050"/>
          <p14:tracePt t="69362" x="3143250" y="2095500"/>
          <p14:tracePt t="69378" x="3187700" y="2171700"/>
          <p14:tracePt t="69395" x="3257550" y="2298700"/>
          <p14:tracePt t="69412" x="3302000" y="2381250"/>
          <p14:tracePt t="69428" x="3340100" y="2432050"/>
          <p14:tracePt t="69445" x="3378200" y="2463800"/>
          <p14:tracePt t="69462" x="3454400" y="2552700"/>
          <p14:tracePt t="69478" x="3498850" y="2590800"/>
          <p14:tracePt t="69495" x="3556000" y="2641600"/>
          <p14:tracePt t="69512" x="3568700" y="2647950"/>
          <p14:tracePt t="69528" x="3581400" y="2647950"/>
          <p14:tracePt t="69562" x="3587750" y="2654300"/>
          <p14:tracePt t="69578" x="3594100" y="2654300"/>
          <p14:tracePt t="69595" x="3619500" y="2654300"/>
          <p14:tracePt t="69612" x="3632200" y="2654300"/>
          <p14:tracePt t="69629" x="3644900" y="2647950"/>
          <p14:tracePt t="69645" x="3663950" y="2641600"/>
          <p14:tracePt t="69662" x="3695700" y="2635250"/>
          <p14:tracePt t="69679" x="3708400" y="2628900"/>
          <p14:tracePt t="69695" x="3790950" y="2616200"/>
          <p14:tracePt t="69712" x="3835400" y="2609850"/>
          <p14:tracePt t="69731" x="3848100" y="2609850"/>
          <p14:tracePt t="69745" x="3854450" y="2609850"/>
          <p14:tracePt t="69762" x="3879850" y="2597150"/>
          <p14:tracePt t="69778" x="3886200" y="2590800"/>
          <p14:tracePt t="69795" x="3892550" y="2584450"/>
          <p14:tracePt t="69835" x="3892550" y="2578100"/>
          <p14:tracePt t="69845" x="3898900" y="2571750"/>
          <p14:tracePt t="69862" x="3898900" y="2559050"/>
          <p14:tracePt t="69878" x="3898900" y="2540000"/>
          <p14:tracePt t="69895" x="3898900" y="2508250"/>
          <p14:tracePt t="69912" x="3892550" y="2482850"/>
          <p14:tracePt t="69928" x="3892550" y="2463800"/>
          <p14:tracePt t="69945" x="3886200" y="2438400"/>
          <p14:tracePt t="69962" x="3867150" y="2393950"/>
          <p14:tracePt t="69978" x="3848100" y="2381250"/>
          <p14:tracePt t="69995" x="3822700" y="2362200"/>
          <p14:tracePt t="70011" x="3797300" y="2343150"/>
          <p14:tracePt t="70028" x="3771900" y="2330450"/>
          <p14:tracePt t="70045" x="3695700" y="2311400"/>
          <p14:tracePt t="70062" x="3657600" y="2298700"/>
          <p14:tracePt t="70079" x="3644900" y="2292350"/>
          <p14:tracePt t="70095" x="3543300" y="2266950"/>
          <p14:tracePt t="70112" x="3498850" y="2260600"/>
          <p14:tracePt t="70128" x="3448050" y="2254250"/>
          <p14:tracePt t="70145" x="3365500" y="2241550"/>
          <p14:tracePt t="70162" x="3289300" y="2228850"/>
          <p14:tracePt t="70178" x="3213100" y="2228850"/>
          <p14:tracePt t="70195" x="3079750" y="2228850"/>
          <p14:tracePt t="70212" x="3003550" y="2228850"/>
          <p14:tracePt t="70229" x="2940050" y="2228850"/>
          <p14:tracePt t="70245" x="2851150" y="2241550"/>
          <p14:tracePt t="70278" x="2813050" y="2254250"/>
          <p14:tracePt t="70295" x="2755900" y="2260600"/>
          <p14:tracePt t="70312" x="2717800" y="2266950"/>
          <p14:tracePt t="70345" x="2705100" y="2286000"/>
          <p14:tracePt t="70362" x="2692400" y="2292350"/>
          <p14:tracePt t="70378" x="2686050" y="2311400"/>
          <p14:tracePt t="70395" x="2679700" y="2317750"/>
          <p14:tracePt t="70412" x="2673350" y="2362200"/>
          <p14:tracePt t="70428" x="2673350" y="2381250"/>
          <p14:tracePt t="70445" x="2673350" y="2387600"/>
          <p14:tracePt t="70462" x="2679700" y="2406650"/>
          <p14:tracePt t="70478" x="2692400" y="2438400"/>
          <p14:tracePt t="70495" x="2705100" y="2457450"/>
          <p14:tracePt t="70511" x="2705100" y="2463800"/>
          <p14:tracePt t="70528" x="2711450" y="2470150"/>
          <p14:tracePt t="70545" x="2724150" y="2482850"/>
          <p14:tracePt t="70562" x="2743200" y="2495550"/>
          <p14:tracePt t="70578" x="2774950" y="2508250"/>
          <p14:tracePt t="70595" x="2832100" y="2520950"/>
          <p14:tracePt t="70612" x="2863850" y="2533650"/>
          <p14:tracePt t="70629" x="2882900" y="2546350"/>
          <p14:tracePt t="70645" x="3003550" y="2578100"/>
          <p14:tracePt t="70662" x="3105150" y="2597150"/>
          <p14:tracePt t="70678" x="3213100" y="2616200"/>
          <p14:tracePt t="70695" x="3416300" y="2641600"/>
          <p14:tracePt t="70711" x="3467100" y="2647950"/>
          <p14:tracePt t="70714" x="3498850" y="2654300"/>
          <p14:tracePt t="70728" x="3556000" y="2660650"/>
          <p14:tracePt t="70745" x="3708400" y="2679700"/>
          <p14:tracePt t="70762" x="3790950" y="2698750"/>
          <p14:tracePt t="70779" x="3898900" y="2705100"/>
          <p14:tracePt t="70795" x="3987800" y="2711450"/>
          <p14:tracePt t="70812" x="4051300" y="2711450"/>
          <p14:tracePt t="70828" x="4159250" y="2711450"/>
          <p14:tracePt t="70845" x="4286250" y="2711450"/>
          <p14:tracePt t="70862" x="4343400" y="2705100"/>
          <p14:tracePt t="70878" x="4368800" y="2698750"/>
          <p14:tracePt t="70895" x="4394200" y="2692400"/>
          <p14:tracePt t="70912" x="4419600" y="2679700"/>
          <p14:tracePt t="70928" x="4419600" y="2673350"/>
          <p14:tracePt t="70963" x="4419600" y="2660650"/>
          <p14:tracePt t="70979" x="4425950" y="2660650"/>
          <p14:tracePt t="70995" x="4425950" y="2641600"/>
          <p14:tracePt t="71012" x="4425950" y="2616200"/>
          <p14:tracePt t="71028" x="4413250" y="2578100"/>
          <p14:tracePt t="71045" x="4394200" y="2559050"/>
          <p14:tracePt t="71062" x="4387850" y="2533650"/>
          <p14:tracePt t="71078" x="4343400" y="2501900"/>
          <p14:tracePt t="71095" x="4273550" y="2457450"/>
          <p14:tracePt t="71111" x="4210050" y="2438400"/>
          <p14:tracePt t="71128" x="4102100" y="2400300"/>
          <p14:tracePt t="71145" x="4051300" y="2387600"/>
          <p14:tracePt t="71162" x="3962400" y="2374900"/>
          <p14:tracePt t="71178" x="3752850" y="2324100"/>
          <p14:tracePt t="71195" x="3657600" y="2311400"/>
          <p14:tracePt t="71211" x="3492500" y="2286000"/>
          <p14:tracePt t="71228" x="3448050" y="2286000"/>
          <p14:tracePt t="71245" x="3340100" y="2266950"/>
          <p14:tracePt t="71262" x="3219450" y="2241550"/>
          <p14:tracePt t="71278" x="3124200" y="2235200"/>
          <p14:tracePt t="71295" x="3086100" y="2235200"/>
          <p14:tracePt t="71312" x="2990850" y="2254250"/>
          <p14:tracePt t="71328" x="2965450" y="2260600"/>
          <p14:tracePt t="71345" x="2927350" y="2286000"/>
          <p14:tracePt t="71362" x="2876550" y="2324100"/>
          <p14:tracePt t="71378" x="2832100" y="2355850"/>
          <p14:tracePt t="71395" x="2832100" y="2362200"/>
          <p14:tracePt t="71412" x="2794000" y="2393950"/>
          <p14:tracePt t="71428" x="2794000" y="2406650"/>
          <p14:tracePt t="71445" x="2787650" y="2432050"/>
          <p14:tracePt t="71462" x="2781300" y="2451100"/>
          <p14:tracePt t="71478" x="2781300" y="2463800"/>
          <p14:tracePt t="71495" x="2774950" y="2508250"/>
          <p14:tracePt t="71512" x="2774950" y="2527300"/>
          <p14:tracePt t="71528" x="2774950" y="2546350"/>
          <p14:tracePt t="71545" x="2774950" y="2565400"/>
          <p14:tracePt t="71562" x="2781300" y="2578100"/>
          <p14:tracePt t="71578" x="2787650" y="2584450"/>
          <p14:tracePt t="71595" x="2794000" y="2590800"/>
          <p14:tracePt t="71612" x="2806700" y="2597150"/>
          <p14:tracePt t="71628" x="2819400" y="2609850"/>
          <p14:tracePt t="71645" x="2838450" y="2628900"/>
          <p14:tracePt t="71662" x="2870200" y="2641600"/>
          <p14:tracePt t="71679" x="2908300" y="2679700"/>
          <p14:tracePt t="71695" x="2965450" y="2711450"/>
          <p14:tracePt t="71712" x="3041650" y="2743200"/>
          <p14:tracePt t="71715" x="3117850" y="2768600"/>
          <p14:tracePt t="71728" x="3162300" y="2781300"/>
          <p14:tracePt t="71745" x="3244850" y="2806700"/>
          <p14:tracePt t="71762" x="3333750" y="2825750"/>
          <p14:tracePt t="71778" x="3460750" y="2844800"/>
          <p14:tracePt t="71795" x="3568700" y="2857500"/>
          <p14:tracePt t="71812" x="3676650" y="2857500"/>
          <p14:tracePt t="71828" x="3905250" y="2870200"/>
          <p14:tracePt t="71845" x="4038600" y="2863850"/>
          <p14:tracePt t="71862" x="4064000" y="2863850"/>
          <p14:tracePt t="71878" x="4235450" y="2857500"/>
          <p14:tracePt t="71895" x="4311650" y="2851150"/>
          <p14:tracePt t="71912" x="4394200" y="2838450"/>
          <p14:tracePt t="71928" x="4438650" y="2819400"/>
          <p14:tracePt t="71945" x="4445000" y="2819400"/>
          <p14:tracePt t="71962" x="4483100" y="2794000"/>
          <p14:tracePt t="71979" x="4527550" y="2724150"/>
          <p14:tracePt t="71995" x="4546600" y="2679700"/>
          <p14:tracePt t="72012" x="4546600" y="2628900"/>
          <p14:tracePt t="72028" x="4546600" y="2590800"/>
          <p14:tracePt t="72045" x="4546600" y="2540000"/>
          <p14:tracePt t="72062" x="4533900" y="2495550"/>
          <p14:tracePt t="72078" x="4483100" y="2393950"/>
          <p14:tracePt t="72095" x="4451350" y="2349500"/>
          <p14:tracePt t="72112" x="4406900" y="2311400"/>
          <p14:tracePt t="72128" x="4394200" y="2298700"/>
          <p14:tracePt t="72145" x="4368800" y="2286000"/>
          <p14:tracePt t="72162" x="4337050" y="2279650"/>
          <p14:tracePt t="72178" x="4184650" y="2273300"/>
          <p14:tracePt t="72195" x="4108450" y="2273300"/>
          <p14:tracePt t="72212" x="3949700" y="2273300"/>
          <p14:tracePt t="72228" x="3867150" y="2273300"/>
          <p14:tracePt t="72245" x="3803650" y="2279650"/>
          <p14:tracePt t="72262" x="3651250" y="2298700"/>
          <p14:tracePt t="72278" x="3613150" y="2298700"/>
          <p14:tracePt t="72295" x="3575050" y="2298700"/>
          <p14:tracePt t="72312" x="3536950" y="2305050"/>
          <p14:tracePt t="72329" x="3517900" y="2311400"/>
          <p14:tracePt t="72345" x="3511550" y="2311400"/>
          <p14:tracePt t="72362" x="3498850" y="2317750"/>
          <p14:tracePt t="72378" x="3492500" y="2324100"/>
          <p14:tracePt t="72395" x="3479800" y="2336800"/>
          <p14:tracePt t="72412" x="3473450" y="2343150"/>
          <p14:tracePt t="72428" x="3467100" y="2355850"/>
          <p14:tracePt t="72445" x="3454400" y="2362200"/>
          <p14:tracePt t="72462" x="3448050" y="2374900"/>
          <p14:tracePt t="72478" x="3435350" y="2387600"/>
          <p14:tracePt t="72495" x="3416300" y="2413000"/>
          <p14:tracePt t="72512" x="3403600" y="2413000"/>
          <p14:tracePt t="72528" x="3390900" y="2425700"/>
          <p14:tracePt t="72545" x="3327400" y="2476500"/>
          <p14:tracePt t="72562" x="3302000" y="2489200"/>
          <p14:tracePt t="72578" x="3251200" y="2514600"/>
          <p14:tracePt t="72595" x="3225800" y="2527300"/>
          <p14:tracePt t="72612" x="3175000" y="2552700"/>
          <p14:tracePt t="72628" x="3162300" y="2565400"/>
          <p14:tracePt t="72645" x="3149600" y="2578100"/>
          <p14:tracePt t="72662" x="3136900" y="2590800"/>
          <p14:tracePt t="72678" x="3136900" y="2603500"/>
          <p14:tracePt t="72695" x="3130550" y="2622550"/>
          <p14:tracePt t="72712" x="3130550" y="2635250"/>
          <p14:tracePt t="72738" x="3130550" y="2641600"/>
          <p14:tracePt t="72746" x="3130550" y="2647950"/>
          <p14:tracePt t="72770" x="3130550" y="2654300"/>
          <p14:tracePt t="72786" x="3130550" y="2660650"/>
          <p14:tracePt t="72795" x="3136900" y="2660650"/>
          <p14:tracePt t="72812" x="3149600" y="2667000"/>
          <p14:tracePt t="72828" x="3155950" y="2673350"/>
          <p14:tracePt t="72845" x="3162300" y="2679700"/>
          <p14:tracePt t="72862" x="3181350" y="2686050"/>
          <p14:tracePt t="72878" x="3225800" y="2698750"/>
          <p14:tracePt t="72895" x="3238500" y="2698750"/>
          <p14:tracePt t="72912" x="3257550" y="2698750"/>
          <p14:tracePt t="72928" x="3365500" y="2711450"/>
          <p14:tracePt t="72945" x="3429000" y="2724150"/>
          <p14:tracePt t="72962" x="3473450" y="2736850"/>
          <p14:tracePt t="72978" x="3683000" y="2755900"/>
          <p14:tracePt t="72995" x="3714750" y="2762250"/>
          <p14:tracePt t="73012" x="3790950" y="2781300"/>
          <p14:tracePt t="73028" x="3911600" y="2787650"/>
          <p14:tracePt t="73045" x="3981450" y="2800350"/>
          <p14:tracePt t="73062" x="4070350" y="2806700"/>
          <p14:tracePt t="73078" x="4171950" y="2806700"/>
          <p14:tracePt t="73095" x="4191000" y="2806700"/>
          <p14:tracePt t="73111" x="4241800" y="2800350"/>
          <p14:tracePt t="73128" x="4273550" y="2787650"/>
          <p14:tracePt t="73145" x="4311650" y="2774950"/>
          <p14:tracePt t="73162" x="4337050" y="2749550"/>
          <p14:tracePt t="73178" x="4362450" y="2730500"/>
          <p14:tracePt t="73195" x="4362450" y="2705100"/>
          <p14:tracePt t="73212" x="4375150" y="2686050"/>
          <p14:tracePt t="73228" x="4381500" y="2673350"/>
          <p14:tracePt t="73245" x="4381500" y="2654300"/>
          <p14:tracePt t="73262" x="4375150" y="2603500"/>
          <p14:tracePt t="73278" x="4362450" y="2590800"/>
          <p14:tracePt t="73295" x="4343400" y="2559050"/>
          <p14:tracePt t="73311" x="4286250" y="2540000"/>
          <p14:tracePt t="73328" x="4216400" y="2514600"/>
          <p14:tracePt t="73345" x="4038600" y="2476500"/>
          <p14:tracePt t="73362" x="3987800" y="2470150"/>
          <p14:tracePt t="73378" x="3835400" y="2451100"/>
          <p14:tracePt t="73395" x="3613150" y="2425700"/>
          <p14:tracePt t="73412" x="3486150" y="2425700"/>
          <p14:tracePt t="73428" x="3409950" y="2425700"/>
          <p14:tracePt t="73445" x="3302000" y="2432050"/>
          <p14:tracePt t="73462" x="3225800" y="2457450"/>
          <p14:tracePt t="73479" x="3086100" y="2495550"/>
          <p14:tracePt t="73495" x="3016250" y="2514600"/>
          <p14:tracePt t="73512" x="2952750" y="2540000"/>
          <p14:tracePt t="73529" x="2889250" y="2571750"/>
          <p14:tracePt t="73545" x="2844800" y="2590800"/>
          <p14:tracePt t="73562" x="2832100" y="2603500"/>
          <p14:tracePt t="73578" x="2794000" y="2622550"/>
          <p14:tracePt t="73595" x="2781300" y="2635250"/>
          <p14:tracePt t="73612" x="2781300" y="2647950"/>
          <p14:tracePt t="73645" x="2768600" y="2667000"/>
          <p14:tracePt t="73662" x="2755900" y="2679700"/>
          <p14:tracePt t="73678" x="2755900" y="2692400"/>
          <p14:tracePt t="73695" x="2749550" y="2711450"/>
          <p14:tracePt t="73712" x="2743200" y="2730500"/>
          <p14:tracePt t="73731" x="2743200" y="2743200"/>
          <p14:tracePt t="73745" x="2743200" y="2749550"/>
          <p14:tracePt t="73762" x="2743200" y="2755900"/>
          <p14:tracePt t="73867" x="2755900" y="2755900"/>
          <p14:tracePt t="73883" x="2781300" y="2762250"/>
          <p14:tracePt t="73891" x="2794000" y="2762250"/>
          <p14:tracePt t="73899" x="2819400" y="2762250"/>
          <p14:tracePt t="73911" x="2825750" y="2762250"/>
          <p14:tracePt t="73928" x="2838450" y="2768600"/>
          <p14:tracePt t="73945" x="2965450" y="2787650"/>
          <p14:tracePt t="73962" x="3073400" y="2800350"/>
          <p14:tracePt t="73978" x="3403600" y="2851150"/>
          <p14:tracePt t="73995" x="3556000" y="2857500"/>
          <p14:tracePt t="74012" x="3651250" y="2857500"/>
          <p14:tracePt t="74029" x="3778250" y="2863850"/>
          <p14:tracePt t="74045" x="3962400" y="2863850"/>
          <p14:tracePt t="74061" x="4064000" y="2863850"/>
          <p14:tracePt t="74078" x="4267200" y="2838450"/>
          <p14:tracePt t="74095" x="4368800" y="2819400"/>
          <p14:tracePt t="74112" x="4394200" y="2819400"/>
          <p14:tracePt t="74129" x="4483100" y="2794000"/>
          <p14:tracePt t="74145" x="4578350" y="2755900"/>
          <p14:tracePt t="74162" x="4610100" y="2743200"/>
          <p14:tracePt t="74179" x="4622800" y="2724150"/>
          <p14:tracePt t="74195" x="4629150" y="2705100"/>
          <p14:tracePt t="74211" x="4629150" y="2698750"/>
          <p14:tracePt t="74228" x="4635500" y="2679700"/>
          <p14:tracePt t="74245" x="4635500" y="2616200"/>
          <p14:tracePt t="74262" x="4635500" y="2603500"/>
          <p14:tracePt t="74279" x="4635500" y="2597150"/>
          <p14:tracePt t="74295" x="4622800" y="2584450"/>
          <p14:tracePt t="74312" x="4603750" y="2565400"/>
          <p14:tracePt t="74328" x="4597400" y="2552700"/>
          <p14:tracePt t="74345" x="4584700" y="2540000"/>
          <p14:tracePt t="74362" x="4527550" y="2495550"/>
          <p14:tracePt t="74378" x="4451350" y="2444750"/>
          <p14:tracePt t="74395" x="4305300" y="2419350"/>
          <p14:tracePt t="74412" x="4178300" y="2419350"/>
          <p14:tracePt t="74428" x="4108450" y="2419350"/>
          <p14:tracePt t="74445" x="3797300" y="2482850"/>
          <p14:tracePt t="74462" x="3702050" y="2501900"/>
          <p14:tracePt t="74478" x="3625850" y="2508250"/>
          <p14:tracePt t="74495" x="3467100" y="2508250"/>
          <p14:tracePt t="74512" x="3422650" y="2508250"/>
          <p14:tracePt t="74528" x="3327400" y="2508250"/>
          <p14:tracePt t="74545" x="3168650" y="2514600"/>
          <p14:tracePt t="74562" x="3092450" y="2533650"/>
          <p14:tracePt t="74578" x="2927350" y="2565400"/>
          <p14:tracePt t="74595" x="2901950" y="2571750"/>
          <p14:tracePt t="74612" x="2844800" y="2584450"/>
          <p14:tracePt t="74628" x="2787650" y="2616200"/>
          <p14:tracePt t="74645" x="2774950" y="2622550"/>
          <p14:tracePt t="74662" x="2755900" y="2641600"/>
          <p14:tracePt t="74678" x="2749550" y="2660650"/>
          <p14:tracePt t="74695" x="2736850" y="2679700"/>
          <p14:tracePt t="74711" x="2717800" y="2698750"/>
          <p14:tracePt t="74713" x="2717800" y="2705100"/>
          <p14:tracePt t="74745" x="2717800" y="2711450"/>
          <p14:tracePt t="75051" x="2730500" y="2711450"/>
          <p14:tracePt t="75083" x="2730500" y="2705100"/>
          <p14:tracePt t="75107" x="2730500" y="2698750"/>
          <p14:tracePt t="77570" x="2743200" y="2698750"/>
          <p14:tracePt t="77643" x="2749550" y="2698750"/>
          <p14:tracePt t="77659" x="2749550" y="2705100"/>
          <p14:tracePt t="77667" x="2755900" y="2711450"/>
          <p14:tracePt t="77690" x="2755900" y="2717800"/>
          <p14:tracePt t="77701" x="2762250" y="2717800"/>
          <p14:tracePt t="77747" x="2774950" y="2724150"/>
          <p14:tracePt t="77931" x="2781300" y="2730500"/>
          <p14:tracePt t="77939" x="2787650" y="2730500"/>
          <p14:tracePt t="77954" x="2794000" y="2730500"/>
          <p14:tracePt t="77970" x="2806700" y="2730500"/>
          <p14:tracePt t="77987" x="2813050" y="2736850"/>
          <p14:tracePt t="77995" x="2825750" y="2736850"/>
          <p14:tracePt t="78011" x="2844800" y="2743200"/>
          <p14:tracePt t="78028" x="2882900" y="2749550"/>
          <p14:tracePt t="78045" x="2895600" y="2762250"/>
          <p14:tracePt t="78061" x="2927350" y="2768600"/>
          <p14:tracePt t="78078" x="2959100" y="2781300"/>
          <p14:tracePt t="78095" x="2971800" y="2781300"/>
          <p14:tracePt t="78111" x="2990850" y="2781300"/>
          <p14:tracePt t="78128" x="3003550" y="2781300"/>
          <p14:tracePt t="78145" x="3009900" y="2787650"/>
          <p14:tracePt t="78163" x="3016250" y="2787650"/>
          <p14:tracePt t="78179" x="3022600" y="2787650"/>
          <p14:tracePt t="78195" x="3035300" y="2787650"/>
          <p14:tracePt t="78211" x="3041650" y="2787650"/>
          <p14:tracePt t="78228" x="3048000" y="2787650"/>
          <p14:tracePt t="78245" x="3073400" y="2794000"/>
          <p14:tracePt t="78261" x="3105150" y="2813050"/>
          <p14:tracePt t="78278" x="3149600" y="2825750"/>
          <p14:tracePt t="78295" x="3270250" y="2857500"/>
          <p14:tracePt t="78312" x="3321050" y="2863850"/>
          <p14:tracePt t="78328" x="3378200" y="2882900"/>
          <p14:tracePt t="78345" x="3467100" y="2908300"/>
          <p14:tracePt t="78361" x="3517900" y="2921000"/>
          <p14:tracePt t="78378" x="3562350" y="2927350"/>
          <p14:tracePt t="78395" x="3600450" y="2933700"/>
          <p14:tracePt t="78411" x="3625850" y="2933700"/>
          <p14:tracePt t="78428" x="3663950" y="2933700"/>
          <p14:tracePt t="78445" x="3733800" y="2921000"/>
          <p14:tracePt t="78462" x="3810000" y="2901950"/>
          <p14:tracePt t="78478" x="3873500" y="2889250"/>
          <p14:tracePt t="78495" x="3937000" y="2882900"/>
          <p14:tracePt t="78512" x="4044950" y="2857500"/>
          <p14:tracePt t="78528" x="4114800" y="2844800"/>
          <p14:tracePt t="78545" x="4222750" y="2806700"/>
          <p14:tracePt t="78562" x="4254500" y="2800350"/>
          <p14:tracePt t="78578" x="4305300" y="2781300"/>
          <p14:tracePt t="78595" x="4375150" y="2749550"/>
          <p14:tracePt t="78612" x="4406900" y="2736850"/>
          <p14:tracePt t="78628" x="4425950" y="2724150"/>
          <p14:tracePt t="78645" x="4457700" y="2711450"/>
          <p14:tracePt t="78662" x="4464050" y="2698750"/>
          <p14:tracePt t="78678" x="4489450" y="2692400"/>
          <p14:tracePt t="78695" x="4489450" y="2686050"/>
          <p14:tracePt t="78711" x="4502150" y="2673350"/>
          <p14:tracePt t="78728" x="4514850" y="2667000"/>
          <p14:tracePt t="78745" x="4533900" y="2654300"/>
          <p14:tracePt t="78762" x="4533900" y="2647950"/>
          <p14:tracePt t="78795" x="4533900" y="2641600"/>
          <p14:tracePt t="78818" x="4533900" y="2635250"/>
          <p14:tracePt t="78828" x="4533900" y="2628900"/>
          <p14:tracePt t="78845" x="4533900" y="2590800"/>
          <p14:tracePt t="78862" x="4527550" y="2552700"/>
          <p14:tracePt t="78878" x="4508500" y="2501900"/>
          <p14:tracePt t="78895" x="4508500" y="2482850"/>
          <p14:tracePt t="78911" x="4464050" y="2425700"/>
          <p14:tracePt t="78928" x="4445000" y="2393950"/>
          <p14:tracePt t="78945" x="4394200" y="2349500"/>
          <p14:tracePt t="78962" x="4375150" y="2336800"/>
          <p14:tracePt t="78979" x="4318000" y="2317750"/>
          <p14:tracePt t="78995" x="4273550" y="2298700"/>
          <p14:tracePt t="79012" x="4210050" y="2286000"/>
          <p14:tracePt t="79028" x="4165600" y="2279650"/>
          <p14:tracePt t="79045" x="3994150" y="2279650"/>
          <p14:tracePt t="79062" x="3962400" y="2279650"/>
          <p14:tracePt t="79078" x="3879850" y="2279650"/>
          <p14:tracePt t="79095" x="3790950" y="2279650"/>
          <p14:tracePt t="79112" x="3587750" y="2311400"/>
          <p14:tracePt t="79128" x="3498850" y="2317750"/>
          <p14:tracePt t="79145" x="3435350" y="2317750"/>
          <p14:tracePt t="79162" x="3346450" y="2324100"/>
          <p14:tracePt t="79178" x="3263900" y="2324100"/>
          <p14:tracePt t="79195" x="3225800" y="2324100"/>
          <p14:tracePt t="79211" x="3136900" y="2324100"/>
          <p14:tracePt t="79228" x="3098800" y="2324100"/>
          <p14:tracePt t="79245" x="3086100" y="2324100"/>
          <p14:tracePt t="79262" x="3016250" y="2336800"/>
          <p14:tracePt t="79278" x="2965450" y="2343150"/>
          <p14:tracePt t="79295" x="2933700" y="2349500"/>
          <p14:tracePt t="79312" x="2870200" y="2355850"/>
          <p14:tracePt t="79328" x="2844800" y="2368550"/>
          <p14:tracePt t="79346" x="2794000" y="2381250"/>
          <p14:tracePt t="79362" x="2736850" y="2400300"/>
          <p14:tracePt t="79378" x="2705100" y="2413000"/>
          <p14:tracePt t="79395" x="2667000" y="2425700"/>
          <p14:tracePt t="79428" x="2654300" y="2432050"/>
          <p14:tracePt t="79459" x="2641600" y="2438400"/>
          <p14:tracePt t="79531" x="2641600" y="2444750"/>
          <p14:tracePt t="79595" x="2641600" y="2451100"/>
          <p14:tracePt t="79619" x="2641600" y="2457450"/>
          <p14:tracePt t="79635" x="2641600" y="2463800"/>
          <p14:tracePt t="79651" x="2641600" y="2470150"/>
          <p14:tracePt t="79659" x="2641600" y="2476500"/>
          <p14:tracePt t="79691" x="2647950" y="2489200"/>
          <p14:tracePt t="79715" x="2647950" y="2495550"/>
          <p14:tracePt t="79722" x="2647950" y="2501900"/>
          <p14:tracePt t="79739" x="2647950" y="2508250"/>
          <p14:tracePt t="79747" x="2660650" y="2508250"/>
          <p14:tracePt t="79762" x="2660650" y="2520950"/>
          <p14:tracePt t="79778" x="2667000" y="2527300"/>
          <p14:tracePt t="79795" x="2679700" y="2552700"/>
          <p14:tracePt t="79811" x="2692400" y="2552700"/>
          <p14:tracePt t="79828" x="2705100" y="2552700"/>
          <p14:tracePt t="79845" x="2711450" y="2559050"/>
          <p14:tracePt t="79862" x="2717800" y="2559050"/>
          <p14:tracePt t="79878" x="2730500" y="2565400"/>
          <p14:tracePt t="79895" x="2743200" y="2571750"/>
          <p14:tracePt t="79912" x="2755900" y="2578100"/>
          <p14:tracePt t="79928" x="2781300" y="2590800"/>
          <p14:tracePt t="79945" x="2787650" y="2597150"/>
          <p14:tracePt t="79962" x="2813050" y="2597150"/>
          <p14:tracePt t="79978" x="2844800" y="2609850"/>
          <p14:tracePt t="79995" x="2901950" y="2622550"/>
          <p14:tracePt t="80012" x="2952750" y="2635250"/>
          <p14:tracePt t="80028" x="2965450" y="2635250"/>
          <p14:tracePt t="80045" x="3041650" y="2654300"/>
          <p14:tracePt t="80062" x="3079750" y="2654300"/>
          <p14:tracePt t="80078" x="3117850" y="2667000"/>
          <p14:tracePt t="80095" x="3225800" y="2679700"/>
          <p14:tracePt t="80112" x="3282950" y="2686050"/>
          <p14:tracePt t="80128" x="3321050" y="2692400"/>
          <p14:tracePt t="80145" x="3384550" y="2692400"/>
          <p14:tracePt t="80162" x="3517900" y="2692400"/>
          <p14:tracePt t="80178" x="3625850" y="2692400"/>
          <p14:tracePt t="80195" x="3733800" y="2686050"/>
          <p14:tracePt t="80212" x="3771900" y="2686050"/>
          <p14:tracePt t="80228" x="3822700" y="2679700"/>
          <p14:tracePt t="80245" x="3879850" y="2667000"/>
          <p14:tracePt t="80262" x="3956050" y="2647950"/>
          <p14:tracePt t="80278" x="3987800" y="2647950"/>
          <p14:tracePt t="80295" x="4000500" y="2641600"/>
          <p14:tracePt t="80312" x="4025900" y="2635250"/>
          <p14:tracePt t="80328" x="4038600" y="2622550"/>
          <p14:tracePt t="80345" x="4057650" y="2609850"/>
          <p14:tracePt t="80362" x="4057650" y="2603500"/>
          <p14:tracePt t="80378" x="4076700" y="2552700"/>
          <p14:tracePt t="80395" x="4089400" y="2520950"/>
          <p14:tracePt t="80412" x="4083050" y="2438400"/>
          <p14:tracePt t="80428" x="4083050" y="2413000"/>
          <p14:tracePt t="80445" x="4083050" y="2406650"/>
          <p14:tracePt t="80461" x="4051300" y="2343150"/>
          <p14:tracePt t="80478" x="4019550" y="2317750"/>
          <p14:tracePt t="80495" x="4006850" y="2292350"/>
          <p14:tracePt t="80512" x="3943350" y="2279650"/>
          <p14:tracePt t="80528" x="3886200" y="2260600"/>
          <p14:tracePt t="80545" x="3854450" y="2254250"/>
          <p14:tracePt t="80562" x="3784600" y="2241550"/>
          <p14:tracePt t="80578" x="3695700" y="2235200"/>
          <p14:tracePt t="80595" x="3562350" y="2235200"/>
          <p14:tracePt t="80612" x="3511550" y="2241550"/>
          <p14:tracePt t="80628" x="3492500" y="2241550"/>
          <p14:tracePt t="80645" x="3422650" y="2247900"/>
          <p14:tracePt t="80662" x="3289300" y="2247900"/>
          <p14:tracePt t="80678" x="3219450" y="2247900"/>
          <p14:tracePt t="80695" x="3124200" y="2247900"/>
          <p14:tracePt t="80712" x="2997200" y="2247900"/>
          <p14:tracePt t="80728" x="2971800" y="2247900"/>
          <p14:tracePt t="80745" x="2908300" y="2247900"/>
          <p14:tracePt t="80762" x="2806700" y="2247900"/>
          <p14:tracePt t="80778" x="2743200" y="2260600"/>
          <p14:tracePt t="80795" x="2736850" y="2260600"/>
          <p14:tracePt t="80812" x="2705100" y="2279650"/>
          <p14:tracePt t="80828" x="2692400" y="2286000"/>
          <p14:tracePt t="80845" x="2673350" y="2305050"/>
          <p14:tracePt t="80862" x="2647950" y="2330450"/>
          <p14:tracePt t="80878" x="2635250" y="2343150"/>
          <p14:tracePt t="80895" x="2609850" y="2387600"/>
          <p14:tracePt t="80911" x="2597150" y="2400300"/>
          <p14:tracePt t="80928" x="2578100" y="2419350"/>
          <p14:tracePt t="80945" x="2578100" y="2438400"/>
          <p14:tracePt t="80961" x="2565400" y="2451100"/>
          <p14:tracePt t="80978" x="2552700" y="2482850"/>
          <p14:tracePt t="80995" x="2552700" y="2489200"/>
          <p14:tracePt t="81011" x="2552700" y="2501900"/>
          <p14:tracePt t="81028" x="2552700" y="2514600"/>
          <p14:tracePt t="81045" x="2552700" y="2520950"/>
          <p14:tracePt t="81061" x="2552700" y="2540000"/>
          <p14:tracePt t="81094" x="2552700" y="2552700"/>
          <p14:tracePt t="81111" x="2559050" y="2559050"/>
          <p14:tracePt t="81128" x="2565400" y="2559050"/>
          <p14:tracePt t="81145" x="2565400" y="2578100"/>
          <p14:tracePt t="81161" x="2571750" y="2584450"/>
          <p14:tracePt t="81178" x="2603500" y="2603500"/>
          <p14:tracePt t="81195" x="2616200" y="2616200"/>
          <p14:tracePt t="81212" x="2628900" y="2622550"/>
          <p14:tracePt t="81228" x="2647950" y="2628900"/>
          <p14:tracePt t="81245" x="2686050" y="2654300"/>
          <p14:tracePt t="81261" x="2705100" y="2654300"/>
          <p14:tracePt t="81278" x="2730500" y="2660650"/>
          <p14:tracePt t="81295" x="2762250" y="2667000"/>
          <p14:tracePt t="81312" x="2768600" y="2667000"/>
          <p14:tracePt t="81328" x="2781300" y="2673350"/>
          <p14:tracePt t="81345" x="2813050" y="2679700"/>
          <p14:tracePt t="81361" x="2838450" y="2679700"/>
          <p14:tracePt t="81378" x="2863850" y="2679700"/>
          <p14:tracePt t="81395" x="2876550" y="2679700"/>
          <p14:tracePt t="81411" x="2889250" y="2679700"/>
          <p14:tracePt t="81428" x="2921000" y="2686050"/>
          <p14:tracePt t="81445" x="2933700" y="2686050"/>
          <p14:tracePt t="81462" x="2946400" y="2686050"/>
          <p14:tracePt t="81478" x="2952750" y="2686050"/>
          <p14:tracePt t="81531" x="2959100" y="2686050"/>
          <p14:tracePt t="81547" x="2965450" y="2686050"/>
          <p14:tracePt t="81571" x="2971800" y="2686050"/>
          <p14:tracePt t="81586" x="2978150" y="2686050"/>
          <p14:tracePt t="81659" x="2984500" y="2686050"/>
          <p14:tracePt t="81666" x="3003550" y="2686050"/>
          <p14:tracePt t="81690" x="3016250" y="2686050"/>
          <p14:tracePt t="81706" x="3041650" y="2686050"/>
          <p14:tracePt t="81715" x="3048000" y="2686050"/>
          <p14:tracePt t="81728" x="3060700" y="2686050"/>
          <p14:tracePt t="81745" x="3162300" y="2679700"/>
          <p14:tracePt t="81762" x="3219450" y="2679700"/>
          <p14:tracePt t="81778" x="3314700" y="2673350"/>
          <p14:tracePt t="81795" x="3530600" y="2641600"/>
          <p14:tracePt t="81812" x="3638550" y="2628900"/>
          <p14:tracePt t="81828" x="3740150" y="2590800"/>
          <p14:tracePt t="81845" x="3854450" y="2546350"/>
          <p14:tracePt t="81862" x="3873500" y="2540000"/>
          <p14:tracePt t="81878" x="3905250" y="2520950"/>
          <p14:tracePt t="81895" x="3917950" y="2514600"/>
          <p14:tracePt t="81911" x="3917950" y="2501900"/>
          <p14:tracePt t="82346" x="3917950" y="2495550"/>
          <p14:tracePt t="82354" x="3917950" y="2489200"/>
          <p14:tracePt t="82363" x="3911600" y="2476500"/>
          <p14:tracePt t="82378" x="3879850" y="2425700"/>
          <p14:tracePt t="82395" x="3848100" y="2400300"/>
          <p14:tracePt t="82411" x="3752850" y="2260600"/>
          <p14:tracePt t="82428" x="3663950" y="2165350"/>
          <p14:tracePt t="82445" x="3575050" y="2076450"/>
          <p14:tracePt t="82461" x="3397250" y="1924050"/>
          <p14:tracePt t="82478" x="3295650" y="1847850"/>
          <p14:tracePt t="82495" x="3244850" y="1809750"/>
          <p14:tracePt t="82511" x="3098800" y="1714500"/>
          <p14:tracePt t="82528" x="3022600" y="1676400"/>
          <p14:tracePt t="82545" x="2921000" y="1625600"/>
          <p14:tracePt t="82561" x="2895600" y="1606550"/>
          <p14:tracePt t="82578" x="2870200" y="1593850"/>
          <p14:tracePt t="82595" x="2844800" y="1562100"/>
          <p14:tracePt t="82611" x="2825750" y="1549400"/>
          <p14:tracePt t="82628" x="2813050" y="1536700"/>
          <p14:tracePt t="82645" x="2813050" y="1524000"/>
          <p14:tracePt t="82662" x="2806700" y="1517650"/>
          <p14:tracePt t="82678" x="2806700" y="1511300"/>
          <p14:tracePt t="82695" x="2806700" y="1504950"/>
          <p14:tracePt t="82728" x="2806700" y="1492250"/>
          <p14:tracePt t="82762" x="2806700" y="1479550"/>
          <p14:tracePt t="82778" x="2806700" y="1473200"/>
          <p14:tracePt t="82795" x="2806700" y="1460500"/>
          <p14:tracePt t="82812" x="2806700" y="1435100"/>
          <p14:tracePt t="82828" x="2806700" y="1428750"/>
          <p14:tracePt t="82845" x="2806700" y="1409700"/>
          <p14:tracePt t="82861" x="2806700" y="1403350"/>
          <p14:tracePt t="82878" x="2806700" y="1390650"/>
          <p14:tracePt t="82895" x="2787650" y="1384300"/>
          <p14:tracePt t="82912" x="2781300" y="1384300"/>
          <p14:tracePt t="82929" x="2768600" y="1377950"/>
          <p14:tracePt t="82945" x="2755900" y="1377950"/>
          <p14:tracePt t="82962" x="2749550" y="1377950"/>
          <p14:tracePt t="82978" x="2711450" y="1371600"/>
          <p14:tracePt t="82995" x="2705100" y="1371600"/>
          <p14:tracePt t="83011" x="2686050" y="1371600"/>
          <p14:tracePt t="83028" x="2660650" y="1377950"/>
          <p14:tracePt t="83045" x="2609850" y="1397000"/>
          <p14:tracePt t="83062" x="2559050" y="1428750"/>
          <p14:tracePt t="83079" x="2476500" y="1473200"/>
          <p14:tracePt t="83095" x="2457450" y="1498600"/>
          <p14:tracePt t="83112" x="2425700" y="1511300"/>
          <p14:tracePt t="83128" x="2368550" y="1543050"/>
          <p14:tracePt t="83145" x="2336800" y="1555750"/>
          <p14:tracePt t="83162" x="2305050" y="1574800"/>
          <p14:tracePt t="83178" x="2286000" y="1581150"/>
          <p14:tracePt t="83195" x="2260600" y="1587500"/>
          <p14:tracePt t="83211" x="2241550" y="1600200"/>
          <p14:tracePt t="83228" x="2216150" y="1612900"/>
          <p14:tracePt t="83245" x="2190750" y="1631950"/>
          <p14:tracePt t="83261" x="2152650" y="1663700"/>
          <p14:tracePt t="83278" x="2139950" y="1676400"/>
          <p14:tracePt t="83295" x="2127250" y="1695450"/>
          <p14:tracePt t="83312" x="2095500" y="1720850"/>
          <p14:tracePt t="83328" x="2089150" y="1739900"/>
          <p14:tracePt t="83345" x="2063750" y="1784350"/>
          <p14:tracePt t="83362" x="2057400" y="1803400"/>
          <p14:tracePt t="83378" x="2051050" y="1809750"/>
          <p14:tracePt t="83395" x="2051050" y="1816100"/>
          <p14:tracePt t="83411" x="2051050" y="1835150"/>
          <p14:tracePt t="83445" x="2051050" y="1841500"/>
          <p14:tracePt t="83461" x="2051050" y="1847850"/>
          <p14:tracePt t="83483" x="2057400" y="1854200"/>
          <p14:tracePt t="83499" x="2057400" y="1860550"/>
          <p14:tracePt t="83511" x="2063750" y="1860550"/>
          <p14:tracePt t="83531" x="2070100" y="1873250"/>
          <p14:tracePt t="83545" x="2076450" y="1873250"/>
          <p14:tracePt t="83562" x="2095500" y="1879600"/>
          <p14:tracePt t="83578" x="2120900" y="1905000"/>
          <p14:tracePt t="83595" x="2139950" y="1911350"/>
          <p14:tracePt t="83612" x="2184400" y="1930400"/>
          <p14:tracePt t="83628" x="2222500" y="1936750"/>
          <p14:tracePt t="83645" x="2260600" y="1955800"/>
          <p14:tracePt t="83661" x="2362200" y="1974850"/>
          <p14:tracePt t="83678" x="2406650" y="1981200"/>
          <p14:tracePt t="83695" x="2444750" y="1987550"/>
          <p14:tracePt t="83711" x="2514600" y="2000250"/>
          <p14:tracePt t="83715" x="2590800" y="2012950"/>
          <p14:tracePt t="83729" x="2622550" y="2012950"/>
          <p14:tracePt t="83745" x="2679700" y="2025650"/>
          <p14:tracePt t="83762" x="2813050" y="2032000"/>
          <p14:tracePt t="83778" x="2876550" y="2032000"/>
          <p14:tracePt t="83795" x="2946400" y="2032000"/>
          <p14:tracePt t="83811" x="3028950" y="2019300"/>
          <p14:tracePt t="83828" x="3073400" y="2006600"/>
          <p14:tracePt t="83845" x="3105150" y="1987550"/>
          <p14:tracePt t="83861" x="3155950" y="1962150"/>
          <p14:tracePt t="83878" x="3187700" y="1949450"/>
          <p14:tracePt t="83895" x="3194050" y="1936750"/>
          <p14:tracePt t="83912" x="3225800" y="1917700"/>
          <p14:tracePt t="83928" x="3257550" y="1879600"/>
          <p14:tracePt t="83945" x="3289300" y="1847850"/>
          <p14:tracePt t="83962" x="3295650" y="1822450"/>
          <p14:tracePt t="83978" x="3327400" y="1758950"/>
          <p14:tracePt t="83995" x="3346450" y="1727200"/>
          <p14:tracePt t="84012" x="3346450" y="1689100"/>
          <p14:tracePt t="84028" x="3346450" y="1657350"/>
          <p14:tracePt t="84045" x="3346450" y="1631950"/>
          <p14:tracePt t="84061" x="3346450" y="1625600"/>
          <p14:tracePt t="84078" x="3340100" y="1600200"/>
          <p14:tracePt t="84095" x="3333750" y="1574800"/>
          <p14:tracePt t="84112" x="3314700" y="1549400"/>
          <p14:tracePt t="84128" x="3276600" y="1530350"/>
          <p14:tracePt t="84145" x="3263900" y="1517650"/>
          <p14:tracePt t="84162" x="3213100" y="1511300"/>
          <p14:tracePt t="84178" x="3079750" y="1466850"/>
          <p14:tracePt t="84195" x="2990850" y="1441450"/>
          <p14:tracePt t="84212" x="2921000" y="1441450"/>
          <p14:tracePt t="84228" x="2838450" y="1428750"/>
          <p14:tracePt t="84245" x="2781300" y="1416050"/>
          <p14:tracePt t="84261" x="2698750" y="1416050"/>
          <p14:tracePt t="84278" x="2590800" y="1416050"/>
          <p14:tracePt t="84295" x="2533650" y="1435100"/>
          <p14:tracePt t="84312" x="2514600" y="1441450"/>
          <p14:tracePt t="84328" x="2444750" y="1473200"/>
          <p14:tracePt t="84345" x="2400300" y="1492250"/>
          <p14:tracePt t="84362" x="2349500" y="1524000"/>
          <p14:tracePt t="84378" x="2317750" y="1549400"/>
          <p14:tracePt t="84395" x="2298700" y="1555750"/>
          <p14:tracePt t="84412" x="2298700" y="1562100"/>
          <p14:tracePt t="84428" x="2286000" y="1568450"/>
          <p14:tracePt t="84445" x="2286000" y="1581150"/>
          <p14:tracePt t="84462" x="2273300" y="1600200"/>
          <p14:tracePt t="84478" x="2260600" y="1612900"/>
          <p14:tracePt t="84495" x="2247900" y="1644650"/>
          <p14:tracePt t="84512" x="2247900" y="1657350"/>
          <p14:tracePt t="84528" x="2241550" y="1676400"/>
          <p14:tracePt t="84545" x="2235200" y="1682750"/>
          <p14:tracePt t="84562" x="2228850" y="1701800"/>
          <p14:tracePt t="84578" x="2228850" y="1714500"/>
          <p14:tracePt t="84595" x="2228850" y="1727200"/>
          <p14:tracePt t="84612" x="2235200" y="1739900"/>
          <p14:tracePt t="84628" x="2241550" y="1752600"/>
          <p14:tracePt t="84645" x="2241550" y="1765300"/>
          <p14:tracePt t="84662" x="2247900" y="1765300"/>
          <p14:tracePt t="84678" x="2254250" y="1778000"/>
          <p14:tracePt t="84695" x="2273300" y="1790700"/>
          <p14:tracePt t="84711" x="2298700" y="1803400"/>
          <p14:tracePt t="84715" x="2298700" y="1816100"/>
          <p14:tracePt t="84728" x="2324100" y="1822450"/>
          <p14:tracePt t="84745" x="2349500" y="1835150"/>
          <p14:tracePt t="84762" x="2368550" y="1854200"/>
          <p14:tracePt t="84778" x="2463800" y="1898650"/>
          <p14:tracePt t="84795" x="2552700" y="1898650"/>
          <p14:tracePt t="84812" x="2590800" y="1911350"/>
          <p14:tracePt t="84828" x="2628900" y="1930400"/>
          <p14:tracePt t="84845" x="2743200" y="1949450"/>
          <p14:tracePt t="84862" x="2781300" y="1955800"/>
          <p14:tracePt t="84878" x="2844800" y="1962150"/>
          <p14:tracePt t="84895" x="2901950" y="1962150"/>
          <p14:tracePt t="84912" x="2965450" y="1962150"/>
          <p14:tracePt t="84928" x="2990850" y="1962150"/>
          <p14:tracePt t="84945" x="3054350" y="1949450"/>
          <p14:tracePt t="84962" x="3105150" y="1943100"/>
          <p14:tracePt t="84978" x="3206750" y="1924050"/>
          <p14:tracePt t="84995" x="3251200" y="1911350"/>
          <p14:tracePt t="85012" x="3276600" y="1892300"/>
          <p14:tracePt t="85028" x="3340100" y="1860550"/>
          <p14:tracePt t="85045" x="3365500" y="1854200"/>
          <p14:tracePt t="85062" x="3371850" y="1847850"/>
          <p14:tracePt t="85078" x="3378200" y="1835150"/>
          <p14:tracePt t="85095" x="3390900" y="1822450"/>
          <p14:tracePt t="85111" x="3390900" y="1809750"/>
          <p14:tracePt t="85128" x="3384550" y="1803400"/>
          <p14:tracePt t="85145" x="3384550" y="1790700"/>
          <p14:tracePt t="85162" x="3384550" y="1778000"/>
          <p14:tracePt t="85178" x="3359150" y="1708150"/>
          <p14:tracePt t="85195" x="3327400" y="1670050"/>
          <p14:tracePt t="85211" x="3295650" y="1631950"/>
          <p14:tracePt t="85228" x="3282950" y="1612900"/>
          <p14:tracePt t="85245" x="3232150" y="1581150"/>
          <p14:tracePt t="85262" x="3168650" y="1543050"/>
          <p14:tracePt t="85279" x="3105150" y="1517650"/>
          <p14:tracePt t="85295" x="2990850" y="1466850"/>
          <p14:tracePt t="85312" x="2921000" y="1454150"/>
          <p14:tracePt t="85328" x="2901950" y="1447800"/>
          <p14:tracePt t="85345" x="2851150" y="1441450"/>
          <p14:tracePt t="85362" x="2755900" y="1435100"/>
          <p14:tracePt t="85378" x="2679700" y="1435100"/>
          <p14:tracePt t="85395" x="2590800" y="1466850"/>
          <p14:tracePt t="85412" x="2578100" y="1479550"/>
          <p14:tracePt t="85428" x="2495550" y="1530350"/>
          <p14:tracePt t="85445" x="2463800" y="1568450"/>
          <p14:tracePt t="85461" x="2438400" y="1593850"/>
          <p14:tracePt t="85478" x="2413000" y="1619250"/>
          <p14:tracePt t="85495" x="2400300" y="1631950"/>
          <p14:tracePt t="85511" x="2381250" y="1682750"/>
          <p14:tracePt t="85528" x="2381250" y="1714500"/>
          <p14:tracePt t="85545" x="2374900" y="1739900"/>
          <p14:tracePt t="85562" x="2374900" y="1790700"/>
          <p14:tracePt t="85578" x="2374900" y="1828800"/>
          <p14:tracePt t="85595" x="2400300" y="1911350"/>
          <p14:tracePt t="85612" x="2419350" y="1955800"/>
          <p14:tracePt t="85628" x="2451100" y="2019300"/>
          <p14:tracePt t="85645" x="2514600" y="2159000"/>
          <p14:tracePt t="85662" x="2540000" y="2197100"/>
          <p14:tracePt t="85678" x="2578100" y="2279650"/>
          <p14:tracePt t="85695" x="2686050" y="2413000"/>
          <p14:tracePt t="85712" x="2730500" y="2482850"/>
          <p14:tracePt t="85715" x="2749550" y="2501900"/>
          <p14:tracePt t="85728" x="2762250" y="2540000"/>
          <p14:tracePt t="85745" x="2863850" y="2609850"/>
          <p14:tracePt t="85762" x="2870200" y="2628900"/>
          <p14:tracePt t="85778" x="2933700" y="2686050"/>
          <p14:tracePt t="85795" x="3009900" y="2730500"/>
          <p14:tracePt t="85811" x="3041650" y="2743200"/>
          <p14:tracePt t="85828" x="3111500" y="2755900"/>
          <p14:tracePt t="85845" x="3124200" y="2755900"/>
          <p14:tracePt t="85862" x="3181350" y="2755900"/>
          <p14:tracePt t="85878" x="3225800" y="2743200"/>
          <p14:tracePt t="85895" x="3390900" y="2692400"/>
          <p14:tracePt t="85912" x="3498850" y="2647950"/>
          <p14:tracePt t="85928" x="3543300" y="2628900"/>
          <p14:tracePt t="85945" x="3702050" y="2540000"/>
          <p14:tracePt t="85962" x="3803650" y="2495550"/>
          <p14:tracePt t="85978" x="3962400" y="2400300"/>
          <p14:tracePt t="85995" x="3994150" y="2374900"/>
          <p14:tracePt t="86012" x="4013200" y="2362200"/>
          <p14:tracePt t="86028" x="4051300" y="2324100"/>
          <p14:tracePt t="86045" x="4064000" y="2298700"/>
          <p14:tracePt t="86062" x="4076700" y="2286000"/>
          <p14:tracePt t="86095" x="4083050" y="2273300"/>
          <p14:tracePt t="86111" x="4089400" y="2266950"/>
          <p14:tracePt t="86128" x="4089400" y="2260600"/>
          <p14:tracePt t="86145" x="4089400" y="2241550"/>
          <p14:tracePt t="86162" x="4089400" y="2235200"/>
          <p14:tracePt t="86178" x="4076700" y="2197100"/>
          <p14:tracePt t="86195" x="4044950" y="2184400"/>
          <p14:tracePt t="86211" x="4025900" y="2165350"/>
          <p14:tracePt t="86228" x="3994150" y="2159000"/>
          <p14:tracePt t="86245" x="3968750" y="2146300"/>
          <p14:tracePt t="86261" x="3937000" y="2146300"/>
          <p14:tracePt t="86278" x="3854450" y="2146300"/>
          <p14:tracePt t="86295" x="3835400" y="2146300"/>
          <p14:tracePt t="86312" x="3790950" y="2146300"/>
          <p14:tracePt t="86328" x="3638550" y="2165350"/>
          <p14:tracePt t="86345" x="3575050" y="2178050"/>
          <p14:tracePt t="86362" x="3492500" y="2184400"/>
          <p14:tracePt t="86378" x="3409950" y="2190750"/>
          <p14:tracePt t="86395" x="3371850" y="2190750"/>
          <p14:tracePt t="86412" x="3327400" y="2190750"/>
          <p14:tracePt t="86428" x="3276600" y="2190750"/>
          <p14:tracePt t="86445" x="3238500" y="2197100"/>
          <p14:tracePt t="86462" x="3219450" y="2197100"/>
          <p14:tracePt t="86478" x="3155950" y="2197100"/>
          <p14:tracePt t="86495" x="3111500" y="2203450"/>
          <p14:tracePt t="86512" x="3054350" y="2216150"/>
          <p14:tracePt t="86528" x="2952750" y="2254250"/>
          <p14:tracePt t="86545" x="2940050" y="2266950"/>
          <p14:tracePt t="86562" x="2876550" y="2298700"/>
          <p14:tracePt t="86578" x="2774950" y="2381250"/>
          <p14:tracePt t="86595" x="2711450" y="2438400"/>
          <p14:tracePt t="86611" x="2654300" y="2495550"/>
          <p14:tracePt t="86628" x="2647950" y="2501900"/>
          <p14:tracePt t="86645" x="2628900" y="2533650"/>
          <p14:tracePt t="86662" x="2622550" y="2559050"/>
          <p14:tracePt t="86678" x="2616200" y="2571750"/>
          <p14:tracePt t="86695" x="2616200" y="2578100"/>
          <p14:tracePt t="86712" x="2609850" y="2584450"/>
          <p14:tracePt t="86715" x="2609850" y="2590800"/>
          <p14:tracePt t="86738" x="2609850" y="2603500"/>
          <p14:tracePt t="86754" x="2609850" y="2609850"/>
          <p14:tracePt t="86763" x="2616200" y="2609850"/>
          <p14:tracePt t="86778" x="2622550" y="2622550"/>
          <p14:tracePt t="86795" x="2628900" y="2622550"/>
          <p14:tracePt t="86812" x="2641600" y="2628900"/>
          <p14:tracePt t="86828" x="2660650" y="2635250"/>
          <p14:tracePt t="86845" x="2686050" y="2647950"/>
          <p14:tracePt t="86861" x="2717800" y="2654300"/>
          <p14:tracePt t="86878" x="2749550" y="2667000"/>
          <p14:tracePt t="86895" x="2768600" y="2679700"/>
          <p14:tracePt t="86911" x="2857500" y="2705100"/>
          <p14:tracePt t="86928" x="2901950" y="2711450"/>
          <p14:tracePt t="86945" x="3009900" y="2730500"/>
          <p14:tracePt t="86962" x="3067050" y="2755900"/>
          <p14:tracePt t="86978" x="3136900" y="2781300"/>
          <p14:tracePt t="86995" x="3244850" y="2806700"/>
          <p14:tracePt t="87011" x="3308350" y="2819400"/>
          <p14:tracePt t="87028" x="3365500" y="2825750"/>
          <p14:tracePt t="87045" x="3460750" y="2825750"/>
          <p14:tracePt t="87062" x="3530600" y="2825750"/>
          <p14:tracePt t="87079" x="3549650" y="2825750"/>
          <p14:tracePt t="87095" x="3644900" y="2825750"/>
          <p14:tracePt t="87111" x="3689350" y="2825750"/>
          <p14:tracePt t="87128" x="3733800" y="2819400"/>
          <p14:tracePt t="87145" x="3879850" y="2794000"/>
          <p14:tracePt t="87162" x="3924300" y="2787650"/>
          <p14:tracePt t="87178" x="3975100" y="2781300"/>
          <p14:tracePt t="87195" x="4095750" y="2768600"/>
          <p14:tracePt t="87212" x="4133850" y="2762250"/>
          <p14:tracePt t="87228" x="4191000" y="2755900"/>
          <p14:tracePt t="87245" x="4260850" y="2743200"/>
          <p14:tracePt t="87261" x="4267200" y="2743200"/>
          <p14:tracePt t="87278" x="4305300" y="2730500"/>
          <p14:tracePt t="87295" x="4324350" y="2724150"/>
          <p14:tracePt t="87312" x="4349750" y="2717800"/>
          <p14:tracePt t="87328" x="4362450" y="2705100"/>
          <p14:tracePt t="87345" x="4406900" y="2692400"/>
          <p14:tracePt t="87361" x="4432300" y="2673350"/>
          <p14:tracePt t="87378" x="4464050" y="2635250"/>
          <p14:tracePt t="87395" x="4483100" y="2616200"/>
          <p14:tracePt t="87428" x="4489450" y="2590800"/>
          <p14:tracePt t="87444" x="4489450" y="2578100"/>
          <p14:tracePt t="87478" x="4489450" y="2565400"/>
          <p14:tracePt t="87495" x="4489450" y="2559050"/>
          <p14:tracePt t="87512" x="4483100" y="2546350"/>
          <p14:tracePt t="87528" x="4464050" y="2520950"/>
          <p14:tracePt t="87545" x="4438650" y="2514600"/>
          <p14:tracePt t="87562" x="4349750" y="2482850"/>
          <p14:tracePt t="87578" x="4222750" y="2444750"/>
          <p14:tracePt t="87595" x="4044950" y="2413000"/>
          <p14:tracePt t="87612" x="3994150" y="2400300"/>
          <p14:tracePt t="87628" x="3905250" y="2381250"/>
          <p14:tracePt t="87645" x="3733800" y="2343150"/>
          <p14:tracePt t="87662" x="3619500" y="2330450"/>
          <p14:tracePt t="87678" x="3549650" y="2317750"/>
          <p14:tracePt t="87695" x="3473450" y="2311400"/>
          <p14:tracePt t="87712" x="3384550" y="2311400"/>
          <p14:tracePt t="87715" x="3346450" y="2311400"/>
          <p14:tracePt t="87728" x="3302000" y="2324100"/>
          <p14:tracePt t="87745" x="3181350" y="2343150"/>
          <p14:tracePt t="87762" x="3105150" y="2368550"/>
          <p14:tracePt t="87778" x="3067050" y="2381250"/>
          <p14:tracePt t="87795" x="2984500" y="2413000"/>
          <p14:tracePt t="87811" x="2965450" y="2419350"/>
          <p14:tracePt t="87828" x="2952750" y="2432050"/>
          <p14:tracePt t="87845" x="2933700" y="2438400"/>
          <p14:tracePt t="87862" x="2921000" y="2444750"/>
          <p14:tracePt t="87878" x="2895600" y="2457450"/>
          <p14:tracePt t="87895" x="2870200" y="2476500"/>
          <p14:tracePt t="87928" x="2844800" y="2489200"/>
          <p14:tracePt t="87945" x="2825750" y="2501900"/>
          <p14:tracePt t="87962" x="2813050" y="2514600"/>
          <p14:tracePt t="87978" x="2813050" y="2520950"/>
          <p14:tracePt t="88019" x="2813050" y="2527300"/>
          <p14:tracePt t="88035" x="2813050" y="2533650"/>
          <p14:tracePt t="88075" x="2813050" y="2540000"/>
          <p14:tracePt t="88091" x="2813050" y="2546350"/>
          <p14:tracePt t="88107" x="2825750" y="2552700"/>
          <p14:tracePt t="88115" x="2825750" y="2559050"/>
          <p14:tracePt t="88138" x="2825750" y="2565400"/>
          <p14:tracePt t="88155" x="2832100" y="2571750"/>
          <p14:tracePt t="88163" x="2838450" y="2571750"/>
          <p14:tracePt t="88178" x="2851150" y="2584450"/>
          <p14:tracePt t="88195" x="2876550" y="2597150"/>
          <p14:tracePt t="88211" x="2882900" y="2603500"/>
          <p14:tracePt t="88228" x="2889250" y="2609850"/>
          <p14:tracePt t="88245" x="2895600" y="2609850"/>
          <p14:tracePt t="88262" x="2921000" y="2616200"/>
          <p14:tracePt t="88278" x="2959100" y="2622550"/>
          <p14:tracePt t="88295" x="2997200" y="2628900"/>
          <p14:tracePt t="88312" x="3028950" y="2628900"/>
          <p14:tracePt t="88328" x="3048000" y="2628900"/>
          <p14:tracePt t="88345" x="3111500" y="2628900"/>
          <p14:tracePt t="88362" x="3143250" y="2628900"/>
          <p14:tracePt t="88378" x="3257550" y="2622550"/>
          <p14:tracePt t="88395" x="3327400" y="2616200"/>
          <p14:tracePt t="88411" x="3371850" y="2616200"/>
          <p14:tracePt t="88428" x="3454400" y="2616200"/>
          <p14:tracePt t="88445" x="3625850" y="2622550"/>
          <p14:tracePt t="88461" x="3740150" y="2647950"/>
          <p14:tracePt t="88478" x="3905250" y="2654300"/>
          <p14:tracePt t="88495" x="3975100" y="2673350"/>
          <p14:tracePt t="88511" x="4000500" y="2673350"/>
          <p14:tracePt t="88528" x="4051300" y="2679700"/>
          <p14:tracePt t="88544" x="4133850" y="2698750"/>
          <p14:tracePt t="88561" x="4191000" y="2698750"/>
          <p14:tracePt t="88578" x="4210050" y="2705100"/>
          <p14:tracePt t="88595" x="4229100" y="2705100"/>
          <p14:tracePt t="88611" x="4254500" y="2705100"/>
          <p14:tracePt t="88628" x="4279900" y="2705100"/>
          <p14:tracePt t="88661" x="4311650" y="2692400"/>
          <p14:tracePt t="88695" x="4330700" y="2686050"/>
          <p14:tracePt t="88711" x="4337050" y="2679700"/>
          <p14:tracePt t="88745" x="4349750" y="2673350"/>
          <p14:tracePt t="88770" x="4349750" y="2667000"/>
          <p14:tracePt t="88779" x="4349750" y="2660650"/>
          <p14:tracePt t="88795" x="4356100" y="2641600"/>
          <p14:tracePt t="88811" x="4362450" y="2628900"/>
          <p14:tracePt t="88829" x="4362450" y="2622550"/>
          <p14:tracePt t="88845" x="4368800" y="2584450"/>
          <p14:tracePt t="88861" x="4362450" y="2559050"/>
          <p14:tracePt t="88878" x="4356100" y="2546350"/>
          <p14:tracePt t="88895" x="4330700" y="2514600"/>
          <p14:tracePt t="88912" x="4318000" y="2508250"/>
          <p14:tracePt t="88928" x="4292600" y="2495550"/>
          <p14:tracePt t="88945" x="4229100" y="2476500"/>
          <p14:tracePt t="88962" x="4146550" y="2463800"/>
          <p14:tracePt t="88978" x="3981450" y="2425700"/>
          <p14:tracePt t="88995" x="3886200" y="2425700"/>
          <p14:tracePt t="89012" x="3822700" y="2419350"/>
          <p14:tracePt t="89028" x="3594100" y="2381250"/>
          <p14:tracePt t="89045" x="3467100" y="2374900"/>
          <p14:tracePt t="89061" x="3371850" y="2362200"/>
          <p14:tracePt t="89078" x="3244850" y="2349500"/>
          <p14:tracePt t="89095" x="3225800" y="2349500"/>
          <p14:tracePt t="89111" x="3162300" y="2349500"/>
          <p14:tracePt t="89128" x="3098800" y="2349500"/>
          <p14:tracePt t="89145" x="3035300" y="2362200"/>
          <p14:tracePt t="89161" x="2978150" y="2387600"/>
          <p14:tracePt t="89178" x="2901950" y="2425700"/>
          <p14:tracePt t="89195" x="2882900" y="2438400"/>
          <p14:tracePt t="89211" x="2851150" y="2463800"/>
          <p14:tracePt t="89228" x="2844800" y="2463800"/>
          <p14:tracePt t="89245" x="2838450" y="2476500"/>
          <p14:tracePt t="89261" x="2838450" y="2482850"/>
          <p14:tracePt t="89278" x="2825750" y="2495550"/>
          <p14:tracePt t="89295" x="2819400" y="2508250"/>
          <p14:tracePt t="89311" x="2813050" y="2514600"/>
          <p14:tracePt t="89328" x="2806700" y="2533650"/>
          <p14:tracePt t="89345" x="2800350" y="2540000"/>
          <p14:tracePt t="89362" x="2800350" y="2546350"/>
          <p14:tracePt t="89378" x="2800350" y="2552700"/>
          <p14:tracePt t="89459" x="2800350" y="2559050"/>
          <p14:tracePt t="89498" x="2800350" y="2565400"/>
          <p14:tracePt t="89515" x="2800350" y="2571750"/>
          <p14:tracePt t="89538" x="2806700" y="2571750"/>
          <p14:tracePt t="89547" x="2813050" y="2578100"/>
          <p14:tracePt t="89554" x="2813050" y="2590800"/>
          <p14:tracePt t="89570" x="2825750" y="2590800"/>
          <p14:tracePt t="89579" x="2832100" y="2590800"/>
          <p14:tracePt t="89595" x="2844800" y="2597150"/>
          <p14:tracePt t="89611" x="2882900" y="2609850"/>
          <p14:tracePt t="89628" x="2933700" y="2628900"/>
          <p14:tracePt t="89645" x="2990850" y="2647950"/>
          <p14:tracePt t="89662" x="3111500" y="2667000"/>
          <p14:tracePt t="89678" x="3149600" y="2673350"/>
          <p14:tracePt t="89695" x="3276600" y="2692400"/>
          <p14:tracePt t="89711" x="3492500" y="2711450"/>
          <p14:tracePt t="89728" x="3619500" y="2717800"/>
          <p14:tracePt t="89732" x="3689350" y="2717800"/>
          <p14:tracePt t="89745" x="3752850" y="2724150"/>
          <p14:tracePt t="89762" x="3962400" y="2730500"/>
          <p14:tracePt t="89778" x="4044950" y="2730500"/>
          <p14:tracePt t="89795" x="4159250" y="2736850"/>
          <p14:tracePt t="89811" x="4362450" y="2736850"/>
          <p14:tracePt t="89828" x="4489450" y="2736850"/>
          <p14:tracePt t="89845" x="4584700" y="2736850"/>
          <p14:tracePt t="89861" x="4629150" y="2730500"/>
          <p14:tracePt t="89878" x="4648200" y="2724150"/>
          <p14:tracePt t="89912" x="4648200" y="2711450"/>
          <p14:tracePt t="89928" x="4641850" y="2705100"/>
          <p14:tracePt t="89945" x="4616450" y="2686050"/>
          <p14:tracePt t="89962" x="4616450" y="2673350"/>
          <p14:tracePt t="89978" x="4572000" y="2635250"/>
          <p14:tracePt t="90035" x="4565650" y="2628900"/>
          <p14:tracePt t="90058" x="4565650" y="2622550"/>
          <p14:tracePt t="90066" x="4565650" y="2616200"/>
          <p14:tracePt t="90083" x="4546600" y="2603500"/>
          <p14:tracePt t="90095" x="4540250" y="2584450"/>
          <p14:tracePt t="90111" x="4483100" y="2540000"/>
          <p14:tracePt t="90128" x="4464050" y="2520950"/>
          <p14:tracePt t="90145" x="4451350" y="2514600"/>
          <p14:tracePt t="90194" x="4445000" y="2514600"/>
          <p14:tracePt t="90242" x="4445000" y="2508250"/>
          <p14:tracePt t="90291" x="4438650" y="2508250"/>
          <p14:tracePt t="90298" x="4425950" y="2508250"/>
          <p14:tracePt t="90331" x="4413250" y="2508250"/>
          <p14:tracePt t="90706" x="4413250" y="2501900"/>
          <p14:tracePt t="90835" x="4413250" y="2495550"/>
          <p14:tracePt t="90851" x="4413250" y="2489200"/>
          <p14:tracePt t="90866" x="4413250" y="2482850"/>
          <p14:tracePt t="90883" x="4419600" y="2476500"/>
          <p14:tracePt t="90890" x="4419600" y="2470150"/>
          <p14:tracePt t="90906" x="4425950" y="2463800"/>
          <p14:tracePt t="90946" x="4425950" y="2457450"/>
          <p14:tracePt t="90962" x="4425950" y="2451100"/>
          <p14:tracePt t="90970" x="4413250" y="2451100"/>
          <p14:tracePt t="90978" x="4413250" y="2444750"/>
          <p14:tracePt t="90995" x="4400550" y="2444750"/>
          <p14:tracePt t="91011" x="4356100" y="2419350"/>
          <p14:tracePt t="91028" x="4337050" y="2419350"/>
          <p14:tracePt t="91045" x="4311650" y="2413000"/>
          <p14:tracePt t="91061" x="4248150" y="2406650"/>
          <p14:tracePt t="91078" x="4203700" y="2393950"/>
          <p14:tracePt t="91095" x="4191000" y="2393950"/>
          <p14:tracePt t="91111" x="4089400" y="2374900"/>
          <p14:tracePt t="91128" x="4044950" y="2368550"/>
          <p14:tracePt t="91145" x="3994150" y="2368550"/>
          <p14:tracePt t="91162" x="3905250" y="2368550"/>
          <p14:tracePt t="91178" x="3860800" y="2362200"/>
          <p14:tracePt t="91195" x="3810000" y="2362200"/>
          <p14:tracePt t="91211" x="3752850" y="2374900"/>
          <p14:tracePt t="91228" x="3708400" y="2387600"/>
          <p14:tracePt t="91245" x="3683000" y="2400300"/>
          <p14:tracePt t="91262" x="3644900" y="2413000"/>
          <p14:tracePt t="91278" x="3575050" y="2432050"/>
          <p14:tracePt t="91295" x="3549650" y="2444750"/>
          <p14:tracePt t="91311" x="3524250" y="2444750"/>
          <p14:tracePt t="91328" x="3492500" y="2463800"/>
          <p14:tracePt t="91345" x="3492500" y="2470150"/>
          <p14:tracePt t="91361" x="3486150" y="2476500"/>
          <p14:tracePt t="91378" x="3479800" y="2476500"/>
          <p14:tracePt t="91395" x="3479800" y="2482850"/>
          <p14:tracePt t="91411" x="3479800" y="2495550"/>
          <p14:tracePt t="91445" x="3479800" y="2501900"/>
          <p14:tracePt t="91461" x="3479800" y="2508250"/>
          <p14:tracePt t="91618" x="3473450" y="2508250"/>
          <p14:tracePt t="91658" x="3467100" y="2495550"/>
          <p14:tracePt t="91674" x="3467100" y="2489200"/>
          <p14:tracePt t="91690" x="3460750" y="2489200"/>
          <p14:tracePt t="91706" x="3460750" y="2482850"/>
          <p14:tracePt t="91715" x="3467100" y="2470150"/>
          <p14:tracePt t="91731" x="3486150" y="2457450"/>
          <p14:tracePt t="91738" x="3486150" y="2451100"/>
          <p14:tracePt t="91746" x="3511550" y="2444750"/>
          <p14:tracePt t="91762" x="3511550" y="2438400"/>
          <p14:tracePt t="91778" x="3536950" y="2413000"/>
          <p14:tracePt t="91794" x="3543300" y="2374900"/>
          <p14:tracePt t="91811" x="3549650" y="2330450"/>
          <p14:tracePt t="91828" x="3549650" y="2292350"/>
          <p14:tracePt t="91845" x="3505200" y="2197100"/>
          <p14:tracePt t="91861" x="3467100" y="2139950"/>
          <p14:tracePt t="91878" x="3435350" y="2120900"/>
          <p14:tracePt t="91895" x="3346450" y="2032000"/>
          <p14:tracePt t="91911" x="3308350" y="2012950"/>
          <p14:tracePt t="91928" x="3194050" y="1936750"/>
          <p14:tracePt t="91945" x="3105150" y="1892300"/>
          <p14:tracePt t="91962" x="3086100" y="1866900"/>
          <p14:tracePt t="91978" x="2984500" y="1797050"/>
          <p14:tracePt t="91994" x="2959100" y="1765300"/>
          <p14:tracePt t="92011" x="2921000" y="1720850"/>
          <p14:tracePt t="92028" x="2901950" y="1701800"/>
          <p14:tracePt t="92045" x="2895600" y="1682750"/>
          <p14:tracePt t="92061" x="2882900" y="1663700"/>
          <p14:tracePt t="92078" x="2876550" y="1651000"/>
          <p14:tracePt t="92095" x="2863850" y="1631950"/>
          <p14:tracePt t="92111" x="2851150" y="1606550"/>
          <p14:tracePt t="92144" x="2844800" y="1568450"/>
          <p14:tracePt t="92161" x="2844800" y="1549400"/>
          <p14:tracePt t="92178" x="2838450" y="1517650"/>
          <p14:tracePt t="92194" x="2832100" y="1504950"/>
          <p14:tracePt t="92211" x="2819400" y="1492250"/>
          <p14:tracePt t="92228" x="2819400" y="1466850"/>
          <p14:tracePt t="92245" x="2813050" y="1447800"/>
          <p14:tracePt t="92261" x="2806700" y="1441450"/>
          <p14:tracePt t="92278" x="2781300" y="1416050"/>
          <p14:tracePt t="92295" x="2768600" y="1403350"/>
          <p14:tracePt t="92311" x="2755900" y="1397000"/>
          <p14:tracePt t="92329" x="2743200" y="1390650"/>
          <p14:tracePt t="92345" x="2724150" y="1384300"/>
          <p14:tracePt t="92362" x="2698750" y="1377950"/>
          <p14:tracePt t="92378" x="2673350" y="1377950"/>
          <p14:tracePt t="92395" x="2654300" y="1377950"/>
          <p14:tracePt t="92411" x="2628900" y="1390650"/>
          <p14:tracePt t="92428" x="2603500" y="1403350"/>
          <p14:tracePt t="92445" x="2590800" y="1409700"/>
          <p14:tracePt t="92462" x="2571750" y="1416050"/>
          <p14:tracePt t="92478" x="2527300" y="1441450"/>
          <p14:tracePt t="92495" x="2501900" y="1460500"/>
          <p14:tracePt t="92511" x="2476500" y="1473200"/>
          <p14:tracePt t="92528" x="2463800" y="1492250"/>
          <p14:tracePt t="92545" x="2425700" y="1517650"/>
          <p14:tracePt t="92562" x="2406650" y="1536700"/>
          <p14:tracePt t="92578" x="2381250" y="1574800"/>
          <p14:tracePt t="92595" x="2374900" y="1581150"/>
          <p14:tracePt t="92611" x="2368550" y="1587500"/>
          <p14:tracePt t="92628" x="2368550" y="1600200"/>
          <p14:tracePt t="92645" x="2368550" y="1606550"/>
          <p14:tracePt t="92661" x="2355850" y="1631950"/>
          <p14:tracePt t="92678" x="2355850" y="1644650"/>
          <p14:tracePt t="92695" x="2343150" y="1657350"/>
          <p14:tracePt t="92711" x="2336800" y="1682750"/>
          <p14:tracePt t="92728" x="2330450" y="1708150"/>
          <p14:tracePt t="92731" x="2330450" y="1720850"/>
          <p14:tracePt t="92745" x="2330450" y="1733550"/>
          <p14:tracePt t="92762" x="2330450" y="1739900"/>
          <p14:tracePt t="92778" x="2330450" y="1778000"/>
          <p14:tracePt t="92795" x="2330450" y="1822450"/>
          <p14:tracePt t="92811" x="2330450" y="1835150"/>
          <p14:tracePt t="92828" x="2336800" y="1841500"/>
          <p14:tracePt t="92845" x="2343150" y="1854200"/>
          <p14:tracePt t="92861" x="2349500" y="1854200"/>
          <p14:tracePt t="92878" x="2355850" y="1860550"/>
          <p14:tracePt t="92912" x="2368550" y="1866900"/>
          <p14:tracePt t="92928" x="2381250" y="1873250"/>
          <p14:tracePt t="92945" x="2400300" y="1873250"/>
          <p14:tracePt t="92962" x="2425700" y="1873250"/>
          <p14:tracePt t="92978" x="2463800" y="1879600"/>
          <p14:tracePt t="92995" x="2520950" y="1892300"/>
          <p14:tracePt t="93012" x="2540000" y="1892300"/>
          <p14:tracePt t="93028" x="2584450" y="1898650"/>
          <p14:tracePt t="93045" x="2635250" y="1911350"/>
          <p14:tracePt t="93061" x="2717800" y="1905000"/>
          <p14:tracePt t="93078" x="2755900" y="1898650"/>
          <p14:tracePt t="93095" x="2819400" y="1885950"/>
          <p14:tracePt t="93111" x="2889250" y="1873250"/>
          <p14:tracePt t="93128" x="2933700" y="1860550"/>
          <p14:tracePt t="93145" x="2984500" y="1854200"/>
          <p14:tracePt t="93161" x="3086100" y="1822450"/>
          <p14:tracePt t="93178" x="3105150" y="1809750"/>
          <p14:tracePt t="93195" x="3111500" y="1803400"/>
          <p14:tracePt t="93212" x="3111500" y="1797050"/>
          <p14:tracePt t="93228" x="3124200" y="1790700"/>
          <p14:tracePt t="93244" x="3124200" y="1784350"/>
          <p14:tracePt t="93261" x="3130550" y="1771650"/>
          <p14:tracePt t="93278" x="3136900" y="1739900"/>
          <p14:tracePt t="93295" x="3136900" y="1720850"/>
          <p14:tracePt t="93312" x="3136900" y="1701800"/>
          <p14:tracePt t="93328" x="3130550" y="1676400"/>
          <p14:tracePt t="93345" x="3130550" y="1657350"/>
          <p14:tracePt t="93361" x="3117850" y="1651000"/>
          <p14:tracePt t="93378" x="3048000" y="1606550"/>
          <p14:tracePt t="93394" x="3028950" y="1593850"/>
          <p14:tracePt t="93411" x="2927350" y="1562100"/>
          <p14:tracePt t="93428" x="2870200" y="1543050"/>
          <p14:tracePt t="93444" x="2863850" y="1536700"/>
          <p14:tracePt t="93461" x="2774950" y="1517650"/>
          <p14:tracePt t="93478" x="2730500" y="1511300"/>
          <p14:tracePt t="93494" x="2673350" y="1511300"/>
          <p14:tracePt t="93511" x="2578100" y="1504950"/>
          <p14:tracePt t="93528" x="2546350" y="1504950"/>
          <p14:tracePt t="93545" x="2540000" y="1498600"/>
          <p14:tracePt t="93561" x="2489200" y="1498600"/>
          <p14:tracePt t="93578" x="2457450" y="1498600"/>
          <p14:tracePt t="93595" x="2432050" y="1511300"/>
          <p14:tracePt t="93611" x="2406650" y="1517650"/>
          <p14:tracePt t="93628" x="2374900" y="1536700"/>
          <p14:tracePt t="93645" x="2324100" y="1574800"/>
          <p14:tracePt t="93661" x="2311400" y="1593850"/>
          <p14:tracePt t="93678" x="2286000" y="1612900"/>
          <p14:tracePt t="93694" x="2260600" y="1651000"/>
          <p14:tracePt t="93711" x="2209800" y="1720850"/>
          <p14:tracePt t="93728" x="2197100" y="1739900"/>
          <p14:tracePt t="93730" x="2184400" y="1758950"/>
          <p14:tracePt t="93745" x="2171700" y="1771650"/>
          <p14:tracePt t="93761" x="2171700" y="1778000"/>
          <p14:tracePt t="93778" x="2165350" y="1797050"/>
          <p14:tracePt t="93811" x="2165350" y="1803400"/>
          <p14:tracePt t="93828" x="2165350" y="1816100"/>
          <p14:tracePt t="93850" x="2165350" y="1822450"/>
          <p14:tracePt t="93866" x="2165350" y="1835150"/>
          <p14:tracePt t="93882" x="2171700" y="1841500"/>
          <p14:tracePt t="93895" x="2171700" y="1847850"/>
          <p14:tracePt t="93911" x="2178050" y="1860550"/>
          <p14:tracePt t="93928" x="2190750" y="1866900"/>
          <p14:tracePt t="93945" x="2209800" y="1873250"/>
          <p14:tracePt t="93962" x="2216150" y="1879600"/>
          <p14:tracePt t="93978" x="2266950" y="1898650"/>
          <p14:tracePt t="93995" x="2298700" y="1911350"/>
          <p14:tracePt t="94011" x="2336800" y="1924050"/>
          <p14:tracePt t="94028" x="2438400" y="1930400"/>
          <p14:tracePt t="94045" x="2470150" y="1930400"/>
          <p14:tracePt t="94062" x="2514600" y="1930400"/>
          <p14:tracePt t="94079" x="2647950" y="1930400"/>
          <p14:tracePt t="94095" x="2705100" y="1930400"/>
          <p14:tracePt t="94111" x="2755900" y="1930400"/>
          <p14:tracePt t="94128" x="2844800" y="1905000"/>
          <p14:tracePt t="94145" x="2870200" y="1898650"/>
          <p14:tracePt t="94162" x="2901950" y="1892300"/>
          <p14:tracePt t="94178" x="2965450" y="1879600"/>
          <p14:tracePt t="94195" x="2990850" y="1879600"/>
          <p14:tracePt t="94211" x="3016250" y="1866900"/>
          <p14:tracePt t="94228" x="3022600" y="1854200"/>
          <p14:tracePt t="94245" x="3035300" y="1854200"/>
          <p14:tracePt t="94262" x="3086100" y="1816100"/>
          <p14:tracePt t="94278" x="3092450" y="1797050"/>
          <p14:tracePt t="94295" x="3098800" y="1784350"/>
          <p14:tracePt t="94312" x="3111500" y="1758950"/>
          <p14:tracePt t="94328" x="3117850" y="1739900"/>
          <p14:tracePt t="94345" x="3117850" y="1714500"/>
          <p14:tracePt t="94362" x="3117850" y="1676400"/>
          <p14:tracePt t="94378" x="3117850" y="1625600"/>
          <p14:tracePt t="94395" x="3092450" y="1574800"/>
          <p14:tracePt t="94411" x="3060700" y="1536700"/>
          <p14:tracePt t="94428" x="3041650" y="1511300"/>
          <p14:tracePt t="94445" x="3003550" y="1473200"/>
          <p14:tracePt t="94462" x="2965450" y="1460500"/>
          <p14:tracePt t="94478" x="2882900" y="1435100"/>
          <p14:tracePt t="94495" x="2851150" y="1428750"/>
          <p14:tracePt t="94512" x="2813050" y="1422400"/>
          <p14:tracePt t="94528" x="2730500" y="1416050"/>
          <p14:tracePt t="94545" x="2647950" y="1409700"/>
          <p14:tracePt t="94562" x="2603500" y="1409700"/>
          <p14:tracePt t="94578" x="2540000" y="1416050"/>
          <p14:tracePt t="94595" x="2476500" y="1422400"/>
          <p14:tracePt t="94611" x="2444750" y="1428750"/>
          <p14:tracePt t="94628" x="2432050" y="1428750"/>
          <p14:tracePt t="94644" x="2406650" y="1441450"/>
          <p14:tracePt t="94678" x="2381250" y="1447800"/>
          <p14:tracePt t="94695" x="2362200" y="1454150"/>
          <p14:tracePt t="94711" x="2355850" y="1466850"/>
          <p14:tracePt t="94728" x="2343150" y="1485900"/>
          <p14:tracePt t="94732" x="2324100" y="1504950"/>
          <p14:tracePt t="94745" x="2298700" y="1530350"/>
          <p14:tracePt t="94762" x="2260600" y="1549400"/>
          <p14:tracePt t="94778" x="2222500" y="1600200"/>
          <p14:tracePt t="94794" x="2209800" y="1612900"/>
          <p14:tracePt t="94811" x="2203450" y="1625600"/>
          <p14:tracePt t="94828" x="2203450" y="1644650"/>
          <p14:tracePt t="94845" x="2197100" y="1663700"/>
          <p14:tracePt t="94878" x="2197100" y="1670050"/>
          <p14:tracePt t="94895" x="2197100" y="1676400"/>
          <p14:tracePt t="94912" x="2197100" y="1689100"/>
          <p14:tracePt t="94928" x="2203450" y="1701800"/>
          <p14:tracePt t="94945" x="2209800" y="1708150"/>
          <p14:tracePt t="94962" x="2216150" y="1714500"/>
          <p14:tracePt t="94978" x="2228850" y="1733550"/>
          <p14:tracePt t="94995" x="2235200" y="1746250"/>
          <p14:tracePt t="95012" x="2241550" y="1752600"/>
          <p14:tracePt t="95028" x="2266950" y="1778000"/>
          <p14:tracePt t="95045" x="2298700" y="1778000"/>
          <p14:tracePt t="95061" x="2305050" y="1778000"/>
          <p14:tracePt t="95078" x="2336800" y="1784350"/>
          <p14:tracePt t="95095" x="2381250" y="1797050"/>
          <p14:tracePt t="95111" x="2444750" y="1803400"/>
          <p14:tracePt t="95128" x="2470150" y="1803400"/>
          <p14:tracePt t="95145" x="2546350" y="1809750"/>
          <p14:tracePt t="95162" x="2584450" y="1809750"/>
          <p14:tracePt t="95178" x="2692400" y="1828800"/>
          <p14:tracePt t="95195" x="2794000" y="1847850"/>
          <p14:tracePt t="95212" x="2870200" y="1860550"/>
          <p14:tracePt t="95228" x="2959100" y="1866900"/>
          <p14:tracePt t="95245" x="2971800" y="1866900"/>
          <p14:tracePt t="95261" x="3016250" y="1866900"/>
          <p14:tracePt t="95278" x="3041650" y="1866900"/>
          <p14:tracePt t="95295" x="3111500" y="1847850"/>
          <p14:tracePt t="95311" x="3130550" y="1841500"/>
          <p14:tracePt t="95328" x="3143250" y="1835150"/>
          <p14:tracePt t="95344" x="3155950" y="1822450"/>
          <p14:tracePt t="95361" x="3175000" y="1803400"/>
          <p14:tracePt t="95378" x="3181350" y="1797050"/>
          <p14:tracePt t="95395" x="3187700" y="1784350"/>
          <p14:tracePt t="95412" x="3200400" y="1765300"/>
          <p14:tracePt t="95428" x="3213100" y="1746250"/>
          <p14:tracePt t="95445" x="3219450" y="1733550"/>
          <p14:tracePt t="95462" x="3225800" y="1714500"/>
          <p14:tracePt t="95478" x="3225800" y="1708150"/>
          <p14:tracePt t="95495" x="3225800" y="1701800"/>
          <p14:tracePt t="95512" x="3225800" y="1695450"/>
          <p14:tracePt t="95528" x="3213100" y="1676400"/>
          <p14:tracePt t="95545" x="3213100" y="1663700"/>
          <p14:tracePt t="95562" x="3187700" y="1638300"/>
          <p14:tracePt t="95578" x="3162300" y="1625600"/>
          <p14:tracePt t="95595" x="3143250" y="1612900"/>
          <p14:tracePt t="95612" x="3105150" y="1600200"/>
          <p14:tracePt t="95628" x="3060700" y="1581150"/>
          <p14:tracePt t="95645" x="2940050" y="1555750"/>
          <p14:tracePt t="95661" x="2857500" y="1543050"/>
          <p14:tracePt t="95678" x="2787650" y="1530350"/>
          <p14:tracePt t="95695" x="2755900" y="1530350"/>
          <p14:tracePt t="95712" x="2635250" y="1524000"/>
          <p14:tracePt t="95728" x="2584450" y="1524000"/>
          <p14:tracePt t="95731" x="2552700" y="1524000"/>
          <p14:tracePt t="95745" x="2482850" y="1536700"/>
          <p14:tracePt t="95761" x="2438400" y="1549400"/>
          <p14:tracePt t="95778" x="2406650" y="1562100"/>
          <p14:tracePt t="95795" x="2362200" y="1568450"/>
          <p14:tracePt t="95812" x="2336800" y="1587500"/>
          <p14:tracePt t="95828" x="2317750" y="1612900"/>
          <p14:tracePt t="95845" x="2305050" y="1625600"/>
          <p14:tracePt t="95862" x="2298700" y="1638300"/>
          <p14:tracePt t="95878" x="2286000" y="1663700"/>
          <p14:tracePt t="95895" x="2286000" y="1682750"/>
          <p14:tracePt t="95911" x="2279650" y="1701800"/>
          <p14:tracePt t="95928" x="2266950" y="1708150"/>
          <p14:tracePt t="95947" x="2266950" y="1714500"/>
          <p14:tracePt t="95978" x="2266950" y="1720850"/>
          <p14:tracePt t="96003" x="2273300" y="1727200"/>
          <p14:tracePt t="96027" x="2279650" y="1733550"/>
          <p14:tracePt t="96034" x="2279650" y="1739900"/>
          <p14:tracePt t="96050" x="2286000" y="1739900"/>
          <p14:tracePt t="96075" x="2292350" y="1746250"/>
          <p14:tracePt t="96099" x="2298700" y="1752600"/>
          <p14:tracePt t="96106" x="2311400" y="1758950"/>
          <p14:tracePt t="96115" x="2311400" y="1765300"/>
          <p14:tracePt t="96128" x="2330450" y="1771650"/>
          <p14:tracePt t="96145" x="2349500" y="1784350"/>
          <p14:tracePt t="96162" x="2362200" y="1803400"/>
          <p14:tracePt t="96178" x="2425700" y="1854200"/>
          <p14:tracePt t="96195" x="2457450" y="1873250"/>
          <p14:tracePt t="96211" x="2501900" y="1905000"/>
          <p14:tracePt t="96228" x="2501900" y="1911350"/>
          <p14:tracePt t="96245" x="2533650" y="1917700"/>
          <p14:tracePt t="96261" x="2546350" y="1930400"/>
          <p14:tracePt t="96278" x="2559050" y="1930400"/>
          <p14:tracePt t="96331" x="2571750" y="1930400"/>
          <p14:tracePt t="96379" x="2584450" y="1943100"/>
          <p14:tracePt t="96386" x="2609850" y="1955800"/>
          <p14:tracePt t="96395" x="2616200" y="1968500"/>
          <p14:tracePt t="96411" x="2654300" y="2012950"/>
          <p14:tracePt t="96428" x="2705100" y="2082800"/>
          <p14:tracePt t="96445" x="2755900" y="2165350"/>
          <p14:tracePt t="96461" x="2813050" y="2235200"/>
          <p14:tracePt t="96478" x="2895600" y="2317750"/>
          <p14:tracePt t="96495" x="2946400" y="2343150"/>
          <p14:tracePt t="96512" x="2990850" y="2381250"/>
          <p14:tracePt t="96528" x="3054350" y="2413000"/>
          <p14:tracePt t="96545" x="3079750" y="2419350"/>
          <p14:tracePt t="96562" x="3111500" y="2432050"/>
          <p14:tracePt t="96578" x="3200400" y="2457450"/>
          <p14:tracePt t="96595" x="3251200" y="2470150"/>
          <p14:tracePt t="96611" x="3270250" y="2476500"/>
          <p14:tracePt t="96628" x="3365500" y="2482850"/>
          <p14:tracePt t="96645" x="3429000" y="2501900"/>
          <p14:tracePt t="96661" x="3498850" y="2501900"/>
          <p14:tracePt t="96678" x="3594100" y="2520950"/>
          <p14:tracePt t="96695" x="3619500" y="2527300"/>
          <p14:tracePt t="96711" x="3663950" y="2540000"/>
          <p14:tracePt t="96728" x="3708400" y="2546350"/>
          <p14:tracePt t="96731" x="3727450" y="2546350"/>
          <p14:tracePt t="96747" x="3740150" y="2546350"/>
          <p14:tracePt t="96761" x="3746500" y="2546350"/>
          <p14:tracePt t="96794" x="3746500" y="2540000"/>
          <p14:tracePt t="96819" x="3746500" y="2533650"/>
          <p14:tracePt t="96826" x="3746500" y="2527300"/>
          <p14:tracePt t="96834" x="3746500" y="2495550"/>
          <p14:tracePt t="96845" x="3746500" y="2476500"/>
          <p14:tracePt t="96861" x="3740150" y="2413000"/>
          <p14:tracePt t="96878" x="3733800" y="2393950"/>
          <p14:tracePt t="96895" x="3714750" y="2305050"/>
          <p14:tracePt t="96911" x="3702050" y="2260600"/>
          <p14:tracePt t="96928" x="3657600" y="2216150"/>
          <p14:tracePt t="96945" x="3625850" y="2203450"/>
          <p14:tracePt t="96962" x="3613150" y="2190750"/>
          <p14:tracePt t="96978" x="3562350" y="2184400"/>
          <p14:tracePt t="96995" x="3517900" y="2184400"/>
          <p14:tracePt t="97012" x="3498850" y="2184400"/>
          <p14:tracePt t="97028" x="3448050" y="2184400"/>
          <p14:tracePt t="97045" x="3403600" y="2190750"/>
          <p14:tracePt t="97061" x="3295650" y="2209800"/>
          <p14:tracePt t="97079" x="3225800" y="2222500"/>
          <p14:tracePt t="97095" x="3155950" y="2241550"/>
          <p14:tracePt t="97111" x="3035300" y="2273300"/>
          <p14:tracePt t="97128" x="2978150" y="2279650"/>
          <p14:tracePt t="97145" x="2921000" y="2298700"/>
          <p14:tracePt t="97162" x="2870200" y="2317750"/>
          <p14:tracePt t="97178" x="2819400" y="2336800"/>
          <p14:tracePt t="97195" x="2800350" y="2343150"/>
          <p14:tracePt t="97212" x="2794000" y="2349500"/>
          <p14:tracePt t="97228" x="2768600" y="2362200"/>
          <p14:tracePt t="97251" x="2768600" y="2368550"/>
          <p14:tracePt t="97261" x="2755900" y="2374900"/>
          <p14:tracePt t="97278" x="2749550" y="2387600"/>
          <p14:tracePt t="97295" x="2743200" y="2393950"/>
          <p14:tracePt t="97312" x="2743200" y="2406650"/>
          <p14:tracePt t="97328" x="2743200" y="2419350"/>
          <p14:tracePt t="97344" x="2736850" y="2438400"/>
          <p14:tracePt t="97362" x="2730500" y="2457450"/>
          <p14:tracePt t="97378" x="2730500" y="2489200"/>
          <p14:tracePt t="97394" x="2730500" y="2508250"/>
          <p14:tracePt t="97411" x="2730500" y="2527300"/>
          <p14:tracePt t="97428" x="2736850" y="2546350"/>
          <p14:tracePt t="97445" x="2736850" y="2584450"/>
          <p14:tracePt t="97462" x="2736850" y="2603500"/>
          <p14:tracePt t="97478" x="2736850" y="2609850"/>
          <p14:tracePt t="97495" x="2736850" y="2628900"/>
          <p14:tracePt t="97512" x="2749550" y="2654300"/>
          <p14:tracePt t="97528" x="2762250" y="2667000"/>
          <p14:tracePt t="97545" x="2762250" y="2673350"/>
          <p14:tracePt t="97562" x="2768600" y="2673350"/>
          <p14:tracePt t="97578" x="2781300" y="2686050"/>
          <p14:tracePt t="97595" x="2794000" y="2692400"/>
          <p14:tracePt t="97611" x="2819400" y="2698750"/>
          <p14:tracePt t="97628" x="2825750" y="2698750"/>
          <p14:tracePt t="97645" x="2895600" y="2724150"/>
          <p14:tracePt t="97661" x="2946400" y="2736850"/>
          <p14:tracePt t="97678" x="3016250" y="2749550"/>
          <p14:tracePt t="97695" x="3136900" y="2755900"/>
          <p14:tracePt t="97711" x="3232150" y="2755900"/>
          <p14:tracePt t="97728" x="3244850" y="2762250"/>
          <p14:tracePt t="97732" x="3282950" y="2762250"/>
          <p14:tracePt t="97745" x="3365500" y="2762250"/>
          <p14:tracePt t="97762" x="3448050" y="2762250"/>
          <p14:tracePt t="97778" x="3543300" y="2762250"/>
          <p14:tracePt t="97795" x="3644900" y="2768600"/>
          <p14:tracePt t="97811" x="3689350" y="2781300"/>
          <p14:tracePt t="97828" x="3740150" y="2781300"/>
          <p14:tracePt t="97845" x="3797300" y="2787650"/>
          <p14:tracePt t="97861" x="3892550" y="2794000"/>
          <p14:tracePt t="97878" x="3937000" y="2794000"/>
          <p14:tracePt t="97895" x="3975100" y="2794000"/>
          <p14:tracePt t="97911" x="4000500" y="2794000"/>
          <p14:tracePt t="97928" x="4089400" y="2794000"/>
          <p14:tracePt t="97945" x="4140200" y="2787650"/>
          <p14:tracePt t="97962" x="4171950" y="2787650"/>
          <p14:tracePt t="97978" x="4305300" y="2762250"/>
          <p14:tracePt t="97995" x="4318000" y="2755900"/>
          <p14:tracePt t="98012" x="4368800" y="2743200"/>
          <p14:tracePt t="98028" x="4438650" y="2717800"/>
          <p14:tracePt t="98045" x="4445000" y="2717800"/>
          <p14:tracePt t="98061" x="4451350" y="2711450"/>
          <p14:tracePt t="98078" x="4464050" y="2698750"/>
          <p14:tracePt t="98131" x="4470400" y="2692400"/>
          <p14:tracePt t="98138" x="4470400" y="2679700"/>
          <p14:tracePt t="98146" x="4470400" y="2673350"/>
          <p14:tracePt t="98162" x="4457700" y="2647950"/>
          <p14:tracePt t="98178" x="4419600" y="2590800"/>
          <p14:tracePt t="98195" x="4406900" y="2578100"/>
          <p14:tracePt t="98211" x="4387850" y="2559050"/>
          <p14:tracePt t="98228" x="4311650" y="2527300"/>
          <p14:tracePt t="98245" x="4279900" y="2508250"/>
          <p14:tracePt t="98261" x="4203700" y="2482850"/>
          <p14:tracePt t="98278" x="4171950" y="2470150"/>
          <p14:tracePt t="98295" x="4171950" y="2463800"/>
          <p14:tracePt t="98311" x="4146550" y="2457450"/>
          <p14:tracePt t="98328" x="4108450" y="2438400"/>
          <p14:tracePt t="98345" x="4095750" y="2432050"/>
          <p14:tracePt t="98361" x="4070350" y="2425700"/>
          <p14:tracePt t="98378" x="4038600" y="2413000"/>
          <p14:tracePt t="98395" x="4006850" y="2413000"/>
          <p14:tracePt t="98411" x="3981450" y="2413000"/>
          <p14:tracePt t="98428" x="3898900" y="2413000"/>
          <p14:tracePt t="98445" x="3835400" y="2413000"/>
          <p14:tracePt t="98461" x="3816350" y="2413000"/>
          <p14:tracePt t="98478" x="3695700" y="2419350"/>
          <p14:tracePt t="98495" x="3594100" y="2432050"/>
          <p14:tracePt t="98511" x="3384550" y="2457450"/>
          <p14:tracePt t="98528" x="3289300" y="2470150"/>
          <p14:tracePt t="98545" x="3232150" y="2482850"/>
          <p14:tracePt t="98562" x="3009900" y="2514600"/>
          <p14:tracePt t="98578" x="2908300" y="2520950"/>
          <p14:tracePt t="98595" x="2832100" y="2520950"/>
          <p14:tracePt t="98611" x="2705100" y="2514600"/>
          <p14:tracePt t="98628" x="2679700" y="2508250"/>
          <p14:tracePt t="98645" x="2635250" y="2501900"/>
          <p14:tracePt t="98661" x="2546350" y="2489200"/>
          <p14:tracePt t="98678" x="2514600" y="2482850"/>
          <p14:tracePt t="98695" x="2489200" y="2476500"/>
          <p14:tracePt t="98711" x="2463800" y="2476500"/>
          <p14:tracePt t="98728" x="2451100" y="2476500"/>
          <p14:tracePt t="98731" x="2438400" y="2482850"/>
          <p14:tracePt t="98745" x="2432050" y="2482850"/>
          <p14:tracePt t="98761" x="2413000" y="2489200"/>
          <p14:tracePt t="98778" x="2406650" y="2508250"/>
          <p14:tracePt t="98795" x="2400300" y="2527300"/>
          <p14:tracePt t="98811" x="2387600" y="2546350"/>
          <p14:tracePt t="98828" x="2368550" y="2578100"/>
          <p14:tracePt t="98845" x="2368550" y="2597150"/>
          <p14:tracePt t="98862" x="2368550" y="2616200"/>
          <p14:tracePt t="98878" x="2362200" y="2635250"/>
          <p14:tracePt t="98895" x="2362200" y="2654300"/>
          <p14:tracePt t="98911" x="2368550" y="2660650"/>
          <p14:tracePt t="98928" x="2368550" y="2686050"/>
          <p14:tracePt t="98945" x="2368550" y="2711450"/>
          <p14:tracePt t="98962" x="2393950" y="2743200"/>
          <p14:tracePt t="98978" x="2425700" y="2762250"/>
          <p14:tracePt t="98995" x="2438400" y="2774950"/>
          <p14:tracePt t="99011" x="2463800" y="2774950"/>
          <p14:tracePt t="99028" x="2495550" y="2787650"/>
          <p14:tracePt t="99045" x="2527300" y="2794000"/>
          <p14:tracePt t="99062" x="2616200" y="2794000"/>
          <p14:tracePt t="99078" x="2717800" y="2794000"/>
          <p14:tracePt t="99095" x="2787650" y="2781300"/>
          <p14:tracePt t="99111" x="3022600" y="2774950"/>
          <p14:tracePt t="99128" x="3168650" y="2768600"/>
          <p14:tracePt t="99145" x="3314700" y="2749550"/>
          <p14:tracePt t="99162" x="3575050" y="2730500"/>
          <p14:tracePt t="99178" x="3695700" y="2717800"/>
          <p14:tracePt t="99195" x="3790950" y="2698750"/>
          <p14:tracePt t="99211" x="3873500" y="2673350"/>
          <p14:tracePt t="99228" x="3892550" y="2654300"/>
          <p14:tracePt t="99245" x="3905250" y="2647950"/>
          <p14:tracePt t="99261" x="3924300" y="2628900"/>
          <p14:tracePt t="99278" x="3949700" y="2622550"/>
          <p14:tracePt t="99295" x="3949700" y="2609850"/>
          <p14:tracePt t="99312" x="3962400" y="2603500"/>
          <p14:tracePt t="99328" x="3962400" y="2590800"/>
          <p14:tracePt t="99345" x="3987800" y="2590800"/>
          <p14:tracePt t="99362" x="3994150" y="2584450"/>
          <p14:tracePt t="99378" x="4025900" y="2584450"/>
          <p14:tracePt t="99395" x="4083050" y="2584450"/>
          <p14:tracePt t="99411" x="4133850" y="2584450"/>
          <p14:tracePt t="99428" x="4140200" y="2590800"/>
          <p14:tracePt t="99444" x="4184650" y="2590800"/>
          <p14:tracePt t="99461" x="4222750" y="2603500"/>
          <p14:tracePt t="99478" x="4241800" y="2603500"/>
          <p14:tracePt t="99511" x="4248150" y="2603500"/>
          <p14:tracePt t="99538" x="4254500" y="2603500"/>
          <p14:tracePt t="99563" x="4260850" y="2603500"/>
          <p14:tracePt t="99586" x="4273550" y="2603500"/>
          <p14:tracePt t="99635" x="4273550" y="2590800"/>
          <p14:tracePt t="99650" x="4267200" y="2578100"/>
          <p14:tracePt t="99658" x="4260850" y="2578100"/>
          <p14:tracePt t="99667" x="4254500" y="2565400"/>
          <p14:tracePt t="99678" x="4248150" y="2552700"/>
          <p14:tracePt t="99695" x="4235450" y="2552700"/>
          <p14:tracePt t="99711" x="4184650" y="2501900"/>
          <p14:tracePt t="99728" x="4133850" y="2489200"/>
          <p14:tracePt t="99731" x="4025900" y="2457450"/>
          <p14:tracePt t="99745" x="3987800" y="2444750"/>
          <p14:tracePt t="99762" x="3892550" y="2432050"/>
          <p14:tracePt t="99778" x="3651250" y="2400300"/>
          <p14:tracePt t="99795" x="3479800" y="2393950"/>
          <p14:tracePt t="99812" x="3327400" y="2393950"/>
          <p14:tracePt t="99828" x="3041650" y="2393950"/>
          <p14:tracePt t="99845" x="2940050" y="2393950"/>
          <p14:tracePt t="99861" x="2876550" y="2393950"/>
          <p14:tracePt t="99878" x="2755900" y="2406650"/>
          <p14:tracePt t="99895" x="2692400" y="2413000"/>
          <p14:tracePt t="99911" x="2654300" y="2425700"/>
          <p14:tracePt t="99928" x="2590800" y="2438400"/>
          <p14:tracePt t="99945" x="2571750" y="2444750"/>
          <p14:tracePt t="99962" x="2520950" y="2457450"/>
          <p14:tracePt t="99978" x="2419350" y="2482850"/>
          <p14:tracePt t="99995" x="2349500" y="2495550"/>
          <p14:tracePt t="100011" x="2273300" y="2520950"/>
          <p14:tracePt t="100028" x="2254250" y="2527300"/>
          <p14:tracePt t="100045" x="2228850" y="2540000"/>
          <p14:tracePt t="100061" x="2209800" y="2552700"/>
          <p14:tracePt t="100079" x="2203450" y="2559050"/>
          <p14:tracePt t="100095" x="2203450" y="2565400"/>
          <p14:tracePt t="100235" x="2203450" y="2571750"/>
          <p14:tracePt t="100251" x="2203450" y="2584450"/>
          <p14:tracePt t="100258" x="2216150" y="2590800"/>
          <p14:tracePt t="100267" x="2222500" y="2597150"/>
          <p14:tracePt t="100278" x="2235200" y="2609850"/>
          <p14:tracePt t="100295" x="2247900" y="2616200"/>
          <p14:tracePt t="100312" x="2311400" y="2654300"/>
          <p14:tracePt t="100328" x="2330450" y="2667000"/>
          <p14:tracePt t="100345" x="2381250" y="2679700"/>
          <p14:tracePt t="100362" x="2451100" y="2711450"/>
          <p14:tracePt t="100378" x="2533650" y="2730500"/>
          <p14:tracePt t="100395" x="2679700" y="2768600"/>
          <p14:tracePt t="100411" x="2774950" y="2781300"/>
          <p14:tracePt t="100428" x="2857500" y="2794000"/>
          <p14:tracePt t="100445" x="3041650" y="2800350"/>
          <p14:tracePt t="100461" x="3181350" y="2806700"/>
          <p14:tracePt t="100478" x="3270250" y="2806700"/>
          <p14:tracePt t="100495" x="3409950" y="2806700"/>
          <p14:tracePt t="100512" x="3676650" y="2762250"/>
          <p14:tracePt t="100528" x="3829050" y="2755900"/>
          <p14:tracePt t="100545" x="4064000" y="2711450"/>
          <p14:tracePt t="100562" x="4127500" y="2698750"/>
          <p14:tracePt t="100578" x="4292600" y="2667000"/>
          <p14:tracePt t="100595" x="4425950" y="2641600"/>
          <p14:tracePt t="100612" x="4495800" y="2622550"/>
          <p14:tracePt t="100628" x="4540250" y="2603500"/>
          <p14:tracePt t="100645" x="4552950" y="2603500"/>
          <p14:tracePt t="100662" x="4591050" y="2584450"/>
          <p14:tracePt t="100678" x="4603750" y="2578100"/>
          <p14:tracePt t="100695" x="4616450" y="2565400"/>
          <p14:tracePt t="100712" x="4622800" y="2559050"/>
          <p14:tracePt t="100728" x="4635500" y="2546350"/>
          <p14:tracePt t="100745" x="4635500" y="2540000"/>
          <p14:tracePt t="100762" x="4635500" y="2527300"/>
          <p14:tracePt t="100778" x="4648200" y="2501900"/>
          <p14:tracePt t="100794" x="4648200" y="2489200"/>
          <p14:tracePt t="100811" x="4648200" y="2463800"/>
          <p14:tracePt t="100828" x="4654550" y="2438400"/>
          <p14:tracePt t="100844" x="4654550" y="2432050"/>
          <p14:tracePt t="100861" x="4641850" y="2419350"/>
          <p14:tracePt t="100878" x="4591050" y="2387600"/>
          <p14:tracePt t="100895" x="4584700" y="2381250"/>
          <p14:tracePt t="100911" x="4514850" y="2362200"/>
          <p14:tracePt t="100928" x="4337050" y="2317750"/>
          <p14:tracePt t="100945" x="4203700" y="2298700"/>
          <p14:tracePt t="100962" x="4013200" y="2273300"/>
          <p14:tracePt t="100978" x="3892550" y="2254250"/>
          <p14:tracePt t="100995" x="3759200" y="2247900"/>
          <p14:tracePt t="101012" x="3581400" y="2222500"/>
          <p14:tracePt t="101028" x="3479800" y="2222500"/>
          <p14:tracePt t="101045" x="3340100" y="2222500"/>
          <p14:tracePt t="101061" x="3270250" y="2228850"/>
          <p14:tracePt t="101079" x="3238500" y="2235200"/>
          <p14:tracePt t="101095" x="3200400" y="2235200"/>
          <p14:tracePt t="101111" x="3130550" y="2254250"/>
          <p14:tracePt t="101128" x="3079750" y="2273300"/>
          <p14:tracePt t="101145" x="2990850" y="2305050"/>
          <p14:tracePt t="101162" x="2978150" y="2311400"/>
          <p14:tracePt t="101178" x="2819400" y="2381250"/>
          <p14:tracePt t="101195" x="2768600" y="2406650"/>
          <p14:tracePt t="101211" x="2711450" y="2438400"/>
          <p14:tracePt t="101228" x="2673350" y="2444750"/>
          <p14:tracePt t="101245" x="2628900" y="2470150"/>
          <p14:tracePt t="101261" x="2616200" y="2489200"/>
          <p14:tracePt t="101278" x="2584450" y="2514600"/>
          <p14:tracePt t="101295" x="2584450" y="2527300"/>
          <p14:tracePt t="101312" x="2571750" y="2540000"/>
          <p14:tracePt t="101328" x="2565400" y="2552700"/>
          <p14:tracePt t="101345" x="2565400" y="2565400"/>
          <p14:tracePt t="101362" x="2565400" y="2571750"/>
          <p14:tracePt t="101378" x="2559050" y="2597150"/>
          <p14:tracePt t="101395" x="2559050" y="2609850"/>
          <p14:tracePt t="101412" x="2559050" y="2616200"/>
          <p14:tracePt t="101428" x="2559050" y="2628900"/>
          <p14:tracePt t="101445" x="2571750" y="2635250"/>
          <p14:tracePt t="101461" x="2590800" y="2641600"/>
          <p14:tracePt t="101478" x="2622550" y="2654300"/>
          <p14:tracePt t="101495" x="2641600" y="2660650"/>
          <p14:tracePt t="101511" x="2673350" y="2673350"/>
          <p14:tracePt t="101528" x="2736850" y="2679700"/>
          <p14:tracePt t="101544" x="2857500" y="2698750"/>
          <p14:tracePt t="101561" x="2959100" y="2705100"/>
          <p14:tracePt t="101578" x="3111500" y="2705100"/>
          <p14:tracePt t="101595" x="3416300" y="2686050"/>
          <p14:tracePt t="101611" x="3568700" y="2667000"/>
          <p14:tracePt t="101628" x="3721100" y="2641600"/>
          <p14:tracePt t="101645" x="3949700" y="2597150"/>
          <p14:tracePt t="101661" x="4057650" y="2571750"/>
          <p14:tracePt t="101678" x="4121150" y="2559050"/>
          <p14:tracePt t="101695" x="4229100" y="2514600"/>
          <p14:tracePt t="101711" x="4260850" y="2508250"/>
          <p14:tracePt t="101728" x="4298950" y="2476500"/>
          <p14:tracePt t="101746" x="4305300" y="2463800"/>
          <p14:tracePt t="101761" x="4311650" y="2457450"/>
          <p14:tracePt t="102002" x="4318000" y="2457450"/>
          <p14:tracePt t="102050" x="4324350" y="2457450"/>
          <p14:tracePt t="102338" x="4324350" y="2463800"/>
          <p14:tracePt t="102394" x="4324350" y="2476500"/>
          <p14:tracePt t="102419" x="4324350" y="2482850"/>
          <p14:tracePt t="102426" x="4324350" y="2489200"/>
          <p14:tracePt t="102435" x="4324350" y="2495550"/>
          <p14:tracePt t="102450" x="4324350" y="2501900"/>
          <p14:tracePt t="102461" x="4324350" y="2514600"/>
          <p14:tracePt t="102478" x="4324350" y="2520950"/>
          <p14:tracePt t="102494" x="4324350" y="2527300"/>
          <p14:tracePt t="102511" x="4324350" y="2546350"/>
          <p14:tracePt t="102554" x="4324350" y="2552700"/>
          <p14:tracePt t="102626" x="4318000" y="2552700"/>
          <p14:tracePt t="102642" x="4305300" y="2552700"/>
          <p14:tracePt t="102674" x="4305300" y="2559050"/>
          <p14:tracePt t="102779" x="4298950" y="2552700"/>
          <p14:tracePt t="102786" x="4286250" y="2540000"/>
          <p14:tracePt t="102795" x="4273550" y="2508250"/>
          <p14:tracePt t="102811" x="4235450" y="2457450"/>
          <p14:tracePt t="103330" x="4235450" y="2451100"/>
          <p14:tracePt t="103394" x="4235450" y="2438400"/>
          <p14:tracePt t="103402" x="4235450" y="2425700"/>
          <p14:tracePt t="103411" x="4222750" y="2406650"/>
          <p14:tracePt t="103428" x="4197350" y="2368550"/>
          <p14:tracePt t="103445" x="4184650" y="2355850"/>
          <p14:tracePt t="103461" x="4152900" y="2343150"/>
          <p14:tracePt t="103478" x="4064000" y="2305050"/>
          <p14:tracePt t="103494" x="3975100" y="2298700"/>
          <p14:tracePt t="103511" x="3898900" y="2292350"/>
          <p14:tracePt t="103528" x="3752850" y="2292350"/>
          <p14:tracePt t="103544" x="3721100" y="2292350"/>
          <p14:tracePt t="103561" x="3600450" y="2292350"/>
          <p14:tracePt t="103578" x="3441700" y="2311400"/>
          <p14:tracePt t="103594" x="3365500" y="2311400"/>
          <p14:tracePt t="103611" x="3308350" y="2311400"/>
          <p14:tracePt t="103628" x="3232150" y="2317750"/>
          <p14:tracePt t="103645" x="3194050" y="2317750"/>
          <p14:tracePt t="103661" x="3130550" y="2324100"/>
          <p14:tracePt t="103678" x="3054350" y="2349500"/>
          <p14:tracePt t="103695" x="3003550" y="2349500"/>
          <p14:tracePt t="103711" x="2971800" y="2362200"/>
          <p14:tracePt t="103728" x="2895600" y="2374900"/>
          <p14:tracePt t="103731" x="2889250" y="2381250"/>
          <p14:tracePt t="103745" x="2863850" y="2387600"/>
          <p14:tracePt t="103761" x="2851150" y="2400300"/>
          <p14:tracePt t="103778" x="2825750" y="2406650"/>
          <p14:tracePt t="103795" x="2825750" y="2413000"/>
          <p14:tracePt t="103811" x="2819400" y="2425700"/>
          <p14:tracePt t="103828" x="2813050" y="2438400"/>
          <p14:tracePt t="103845" x="2806700" y="2451100"/>
          <p14:tracePt t="103861" x="2800350" y="2463800"/>
          <p14:tracePt t="103878" x="2794000" y="2482850"/>
          <p14:tracePt t="103895" x="2794000" y="2508250"/>
          <p14:tracePt t="103911" x="2794000" y="2520950"/>
          <p14:tracePt t="103928" x="2794000" y="2552700"/>
          <p14:tracePt t="103945" x="2794000" y="2559050"/>
          <p14:tracePt t="103962" x="2794000" y="2578100"/>
          <p14:tracePt t="103995" x="2794000" y="2584450"/>
          <p14:tracePt t="104012" x="2794000" y="2597150"/>
          <p14:tracePt t="104028" x="2794000" y="2609850"/>
          <p14:tracePt t="104045" x="2800350" y="2609850"/>
          <p14:tracePt t="104061" x="2806700" y="2622550"/>
          <p14:tracePt t="104078" x="2819400" y="2635250"/>
          <p14:tracePt t="104095" x="2825750" y="2635250"/>
          <p14:tracePt t="104111" x="2838450" y="2641600"/>
          <p14:tracePt t="104128" x="2870200" y="2660650"/>
          <p14:tracePt t="104145" x="2882900" y="2667000"/>
          <p14:tracePt t="104162" x="2933700" y="2673350"/>
          <p14:tracePt t="104178" x="2965450" y="2679700"/>
          <p14:tracePt t="104195" x="3041650" y="2679700"/>
          <p14:tracePt t="104211" x="3143250" y="2679700"/>
          <p14:tracePt t="104228" x="3244850" y="2679700"/>
          <p14:tracePt t="104245" x="3333750" y="2679700"/>
          <p14:tracePt t="104261" x="3517900" y="2679700"/>
          <p14:tracePt t="104278" x="3536950" y="2679700"/>
          <p14:tracePt t="104295" x="3657600" y="2679700"/>
          <p14:tracePt t="104311" x="3746500" y="2679700"/>
          <p14:tracePt t="104328" x="3848100" y="2686050"/>
          <p14:tracePt t="104345" x="3911600" y="2686050"/>
          <p14:tracePt t="104362" x="3924300" y="2686050"/>
          <p14:tracePt t="104378" x="3956050" y="2686050"/>
          <p14:tracePt t="104395" x="3968750" y="2692400"/>
          <p14:tracePt t="104428" x="3975100" y="2692400"/>
          <p14:tracePt t="104444" x="3987800" y="2692400"/>
          <p14:tracePt t="104475" x="3994150" y="2692400"/>
          <p14:tracePt t="104482" x="4013200" y="2692400"/>
          <p14:tracePt t="104499" x="4019550" y="2692400"/>
          <p14:tracePt t="104512" x="4038600" y="2698750"/>
          <p14:tracePt t="104528" x="4076700" y="2698750"/>
          <p14:tracePt t="104545" x="4108450" y="2698750"/>
          <p14:tracePt t="104561" x="4121150" y="2698750"/>
          <p14:tracePt t="104578" x="4146550" y="2698750"/>
          <p14:tracePt t="104595" x="4165600" y="2698750"/>
          <p14:tracePt t="104611" x="4197350" y="2692400"/>
          <p14:tracePt t="104628" x="4210050" y="2692400"/>
          <p14:tracePt t="104645" x="4229100" y="2692400"/>
          <p14:tracePt t="104661" x="4254500" y="2692400"/>
          <p14:tracePt t="104678" x="4267200" y="2692400"/>
          <p14:tracePt t="104695" x="4318000" y="2692400"/>
          <p14:tracePt t="104711" x="4330700" y="2692400"/>
          <p14:tracePt t="104728" x="4362450" y="2686050"/>
          <p14:tracePt t="104747" x="4387850" y="2686050"/>
          <p14:tracePt t="104763" x="4394200" y="2679700"/>
          <p14:tracePt t="104779" x="4406900" y="2679700"/>
          <p14:tracePt t="105042" x="4406900" y="2667000"/>
          <p14:tracePt t="105074" x="4406900" y="2660650"/>
          <p14:tracePt t="105114" x="4419600" y="2660650"/>
          <p14:tracePt t="105122" x="4419600" y="2654300"/>
          <p14:tracePt t="105482" x="4419600" y="2635250"/>
          <p14:tracePt t="105490" x="4413250" y="2635250"/>
          <p14:tracePt t="105498" x="4400550" y="2628900"/>
          <p14:tracePt t="105515" x="4400550" y="2622550"/>
          <p14:tracePt t="105946" x="4394200" y="2616200"/>
          <p14:tracePt t="105954" x="4394200" y="2609850"/>
          <p14:tracePt t="105963" x="4387850" y="2603500"/>
          <p14:tracePt t="105978" x="4387850" y="2584450"/>
          <p14:tracePt t="105994" x="4337050" y="2489200"/>
          <p14:tracePt t="106011" x="4279900" y="2425700"/>
          <p14:tracePt t="106028" x="4241800" y="2362200"/>
          <p14:tracePt t="106045" x="3937000" y="2165350"/>
          <p14:tracePt t="106062" x="3752850" y="2057400"/>
          <p14:tracePt t="106078" x="3435350" y="1898650"/>
          <p14:tracePt t="106094" x="2717800" y="1606550"/>
          <p14:tracePt t="106111" x="2470150" y="1511300"/>
          <p14:tracePt t="106128" x="2051050" y="1352550"/>
          <p14:tracePt t="106144" x="1225550" y="1143000"/>
          <p14:tracePt t="106161" x="889000" y="1066800"/>
          <p14:tracePt t="106178" x="558800" y="958850"/>
          <p14:tracePt t="106195" x="336550" y="920750"/>
          <p14:tracePt t="106211" x="247650" y="889000"/>
          <p14:tracePt t="106228" x="184150" y="869950"/>
          <p14:tracePt t="106245" x="82550" y="844550"/>
          <p14:tracePt t="106261" x="38100" y="831850"/>
          <p14:tracePt t="106278" x="6350" y="825500"/>
          <p14:tracePt t="112554" x="6350" y="3600450"/>
          <p14:tracePt t="112563" x="127000" y="3886200"/>
          <p14:tracePt t="112571" x="254000" y="4165600"/>
          <p14:tracePt t="112578" x="361950" y="4368800"/>
          <p14:tracePt t="112594" x="565150" y="4787900"/>
          <p14:tracePt t="112611" x="781050" y="5143500"/>
          <p14:tracePt t="112628" x="825500" y="5200650"/>
          <p14:tracePt t="112644" x="920750" y="5308600"/>
          <p14:tracePt t="112661" x="1041400" y="5416550"/>
          <p14:tracePt t="112678" x="1117600" y="5461000"/>
          <p14:tracePt t="112695" x="1181100" y="5473700"/>
          <p14:tracePt t="112711" x="1200150" y="5473700"/>
          <p14:tracePt t="112728" x="1206500" y="5473700"/>
          <p14:tracePt t="112746" x="1219200" y="5467350"/>
          <p14:tracePt t="112778" x="1231900" y="5467350"/>
          <p14:tracePt t="112786" x="1238250" y="5467350"/>
          <p14:tracePt t="112794" x="1250950" y="5461000"/>
          <p14:tracePt t="112811" x="1377950" y="5511800"/>
          <p14:tracePt t="112828" x="1460500" y="5530850"/>
          <p14:tracePt t="112845" x="1593850" y="5556250"/>
          <p14:tracePt t="112861" x="1987550" y="5607050"/>
          <p14:tracePt t="112878" x="2108200" y="5594350"/>
          <p14:tracePt t="112895" x="2184400" y="5562600"/>
          <p14:tracePt t="112911" x="2228850" y="5473700"/>
          <p14:tracePt t="112928" x="2228850" y="5461000"/>
          <p14:tracePt t="112945" x="2241550" y="5391150"/>
          <p14:tracePt t="112961" x="2260600" y="5257800"/>
          <p14:tracePt t="112978" x="2266950" y="5149850"/>
          <p14:tracePt t="112995" x="2260600" y="5092700"/>
          <p14:tracePt t="113011" x="2260600" y="5016500"/>
          <p14:tracePt t="113028" x="2241550" y="4953000"/>
          <p14:tracePt t="113044" x="2222500" y="4895850"/>
          <p14:tracePt t="113061" x="2184400" y="4806950"/>
          <p14:tracePt t="113078" x="2146300" y="4762500"/>
          <p14:tracePt t="113094" x="2101850" y="4724400"/>
          <p14:tracePt t="113111" x="2063750" y="4705350"/>
          <p14:tracePt t="113128" x="2032000" y="4692650"/>
          <p14:tracePt t="113144" x="1936750" y="4667250"/>
          <p14:tracePt t="113161" x="1898650" y="4660900"/>
          <p14:tracePt t="113178" x="1816100" y="4654550"/>
          <p14:tracePt t="113194" x="1727200" y="4641850"/>
          <p14:tracePt t="113211" x="1676400" y="4641850"/>
          <p14:tracePt t="113228" x="1619250" y="4641850"/>
          <p14:tracePt t="113245" x="1536700" y="4641850"/>
          <p14:tracePt t="113261" x="1485900" y="4648200"/>
          <p14:tracePt t="113278" x="1473200" y="4648200"/>
          <p14:tracePt t="113295" x="1409700" y="4660900"/>
          <p14:tracePt t="113311" x="1352550" y="4679950"/>
          <p14:tracePt t="113328" x="1276350" y="4705350"/>
          <p14:tracePt t="113345" x="1136650" y="4768850"/>
          <p14:tracePt t="113361" x="1073150" y="4794250"/>
          <p14:tracePt t="113378" x="1003300" y="4851400"/>
          <p14:tracePt t="113395" x="971550" y="4876800"/>
          <p14:tracePt t="113411" x="927100" y="4927600"/>
          <p14:tracePt t="113428" x="895350" y="4984750"/>
          <p14:tracePt t="113444" x="889000" y="5003800"/>
          <p14:tracePt t="113461" x="863600" y="5099050"/>
          <p14:tracePt t="113478" x="850900" y="5143500"/>
          <p14:tracePt t="113495" x="850900" y="5194300"/>
          <p14:tracePt t="113511" x="869950" y="5283200"/>
          <p14:tracePt t="113528" x="882650" y="5314950"/>
          <p14:tracePt t="113545" x="889000" y="5353050"/>
          <p14:tracePt t="113562" x="914400" y="5422900"/>
          <p14:tracePt t="113578" x="958850" y="5511800"/>
          <p14:tracePt t="113595" x="990600" y="5588000"/>
          <p14:tracePt t="113611" x="996950" y="5613400"/>
          <p14:tracePt t="113628" x="1035050" y="5683250"/>
          <p14:tracePt t="113645" x="1117600" y="5816600"/>
          <p14:tracePt t="113661" x="1181100" y="5886450"/>
          <p14:tracePt t="113678" x="1263650" y="5962650"/>
          <p14:tracePt t="113695" x="1422400" y="6096000"/>
          <p14:tracePt t="113711" x="1473200" y="6134100"/>
          <p14:tracePt t="113728" x="1593850" y="6203950"/>
          <p14:tracePt t="113730" x="1657350" y="6229350"/>
          <p14:tracePt t="113745" x="1765300" y="6292850"/>
          <p14:tracePt t="113761" x="1879600" y="6350000"/>
          <p14:tracePt t="113778" x="2000250" y="6394450"/>
          <p14:tracePt t="113794" x="2247900" y="6489700"/>
          <p14:tracePt t="113811" x="2368550" y="6515100"/>
          <p14:tracePt t="113828" x="2705100" y="6591300"/>
          <p14:tracePt t="113845" x="2927350" y="6635750"/>
          <p14:tracePt t="113861" x="3092450" y="6654800"/>
          <p14:tracePt t="113878" x="3390900" y="6699250"/>
          <p14:tracePt t="113895" x="3663950" y="6724650"/>
          <p14:tracePt t="113911" x="3835400" y="6743700"/>
          <p14:tracePt t="113928" x="4298950" y="6781800"/>
          <p14:tracePt t="113944" x="4489450" y="6807200"/>
          <p14:tracePt t="113962" x="4597400" y="6813550"/>
          <p14:tracePt t="113978" x="5099050" y="6851650"/>
          <p14:tracePt t="113995" x="5251450" y="6851650"/>
          <p14:tracePt t="114011" x="5683250" y="6851650"/>
          <p14:tracePt t="114028" x="5949950" y="6845300"/>
          <p14:tracePt t="114045" x="6057900" y="6845300"/>
          <p14:tracePt t="114061" x="6235700" y="6838950"/>
          <p14:tracePt t="114078" x="6496050" y="6845300"/>
          <p14:tracePt t="114095" x="6648450" y="6845300"/>
          <p14:tracePt t="114111" x="6781800" y="6845300"/>
          <p14:tracePt t="114128" x="7016750" y="6845300"/>
          <p14:tracePt t="114145" x="7048500" y="6845300"/>
          <p14:tracePt t="114162" x="7194550" y="6838950"/>
          <p14:tracePt t="114178" x="7480300" y="6788150"/>
          <p14:tracePt t="114195" x="7639050" y="6750050"/>
          <p14:tracePt t="114211" x="7842250" y="6686550"/>
          <p14:tracePt t="114228" x="7880350" y="6673850"/>
          <p14:tracePt t="114245" x="7988300" y="6616700"/>
          <p14:tracePt t="114261" x="8089900" y="6553200"/>
          <p14:tracePt t="114278" x="8153400" y="6483350"/>
          <p14:tracePt t="114295" x="8204200" y="6419850"/>
          <p14:tracePt t="114311" x="8235950" y="6394450"/>
          <p14:tracePt t="114328" x="8312150" y="6299200"/>
          <p14:tracePt t="114345" x="8369300" y="6248400"/>
          <p14:tracePt t="114361" x="8432800" y="6184900"/>
          <p14:tracePt t="114378" x="8509000" y="6045200"/>
          <p14:tracePt t="114395" x="8540750" y="5962650"/>
          <p14:tracePt t="114411" x="8553450" y="5937250"/>
          <p14:tracePt t="114428" x="8578850" y="5810250"/>
          <p14:tracePt t="114445" x="8591550" y="5740400"/>
          <p14:tracePt t="114461" x="8578850" y="5683250"/>
          <p14:tracePt t="114478" x="8540750" y="5543550"/>
          <p14:tracePt t="114495" x="8515350" y="5492750"/>
          <p14:tracePt t="114511" x="8445500" y="5378450"/>
          <p14:tracePt t="114528" x="8204200" y="5200650"/>
          <p14:tracePt t="114545" x="8032750" y="5118100"/>
          <p14:tracePt t="114561" x="7899400" y="5054600"/>
          <p14:tracePt t="114578" x="7442200" y="4921250"/>
          <p14:tracePt t="114595" x="7105650" y="4838700"/>
          <p14:tracePt t="114611" x="6705600" y="4775200"/>
          <p14:tracePt t="114628" x="6026150" y="4711700"/>
          <p14:tracePt t="114645" x="5645150" y="4711700"/>
          <p14:tracePt t="114662" x="5454650" y="4711700"/>
          <p14:tracePt t="114678" x="4914900" y="4730750"/>
          <p14:tracePt t="114695" x="4686300" y="4756150"/>
          <p14:tracePt t="114711" x="4368800" y="4800600"/>
          <p14:tracePt t="114728" x="4197350" y="4838700"/>
          <p14:tracePt t="114745" x="4114800" y="4851400"/>
          <p14:tracePt t="114762" x="3829050" y="4889500"/>
          <p14:tracePt t="114778" x="3625850" y="4895850"/>
          <p14:tracePt t="114795" x="3378200" y="4914900"/>
          <p14:tracePt t="114811" x="3263900" y="4921250"/>
          <p14:tracePt t="114828" x="3162300" y="4921250"/>
          <p14:tracePt t="114844" x="2927350" y="4921250"/>
          <p14:tracePt t="114861" x="2768600" y="4921250"/>
          <p14:tracePt t="114878" x="2597150" y="4921250"/>
          <p14:tracePt t="114895" x="2311400" y="4933950"/>
          <p14:tracePt t="114911" x="2254250" y="4940300"/>
          <p14:tracePt t="114928" x="2127250" y="4946650"/>
          <p14:tracePt t="114945" x="1911350" y="4953000"/>
          <p14:tracePt t="114961" x="1765300" y="4959350"/>
          <p14:tracePt t="114978" x="1460500" y="5003800"/>
          <p14:tracePt t="114995" x="1416050" y="5010150"/>
          <p14:tracePt t="115011" x="1320800" y="5035550"/>
          <p14:tracePt t="115028" x="1238250" y="5054600"/>
          <p14:tracePt t="115045" x="1206500" y="5067300"/>
          <p14:tracePt t="115061" x="1162050" y="5092700"/>
          <p14:tracePt t="115079" x="1149350" y="5099050"/>
          <p14:tracePt t="115095" x="1117600" y="5130800"/>
          <p14:tracePt t="115111" x="1073150" y="5187950"/>
          <p14:tracePt t="115128" x="1047750" y="5251450"/>
          <p14:tracePt t="115145" x="977900" y="5397500"/>
          <p14:tracePt t="115162" x="958850" y="5448300"/>
          <p14:tracePt t="115178" x="901700" y="5588000"/>
          <p14:tracePt t="115195" x="857250" y="5778500"/>
          <p14:tracePt t="115211" x="819150" y="5880100"/>
          <p14:tracePt t="115228" x="800100" y="5943600"/>
          <p14:tracePt t="115244" x="774700" y="6013450"/>
          <p14:tracePt t="115261" x="762000" y="6038850"/>
          <p14:tracePt t="115278" x="762000" y="6070600"/>
          <p14:tracePt t="115294" x="730250" y="6102350"/>
          <p14:tracePt t="115328" x="736600" y="6102350"/>
          <p14:tracePt t="115345" x="742950" y="6096000"/>
          <p14:tracePt t="115362" x="742950" y="6083300"/>
          <p14:tracePt t="115378" x="774700" y="5956300"/>
          <p14:tracePt t="115395" x="857250" y="5810250"/>
          <p14:tracePt t="115411" x="939800" y="5695950"/>
          <p14:tracePt t="115428" x="1028700" y="5613400"/>
          <p14:tracePt t="115445" x="1123950" y="5524500"/>
          <p14:tracePt t="115461" x="1168400" y="5499100"/>
          <p14:tracePt t="115478" x="1181100" y="5492750"/>
          <p14:tracePt t="115495" x="1200150" y="5486400"/>
          <p14:tracePt t="115511" x="1238250" y="5467350"/>
          <p14:tracePt t="115528" x="1270000" y="5467350"/>
          <p14:tracePt t="115545" x="1346200" y="5486400"/>
          <p14:tracePt t="115561" x="1422400" y="5505450"/>
          <p14:tracePt t="115578" x="1504950" y="5537200"/>
          <p14:tracePt t="115595" x="1689100" y="5556250"/>
          <p14:tracePt t="115611" x="1778000" y="5556250"/>
          <p14:tracePt t="115628" x="1879600" y="5549900"/>
          <p14:tracePt t="115645" x="2025650" y="5511800"/>
          <p14:tracePt t="115661" x="2044700" y="5505450"/>
          <p14:tracePt t="115678" x="2101850" y="5461000"/>
          <p14:tracePt t="115695" x="2139950" y="5403850"/>
          <p14:tracePt t="115711" x="2165350" y="5378450"/>
          <p14:tracePt t="115728" x="2184400" y="5346700"/>
          <p14:tracePt t="115745" x="2190750" y="5270500"/>
          <p14:tracePt t="115761" x="2197100" y="5245100"/>
          <p14:tracePt t="115778" x="2216150" y="5156200"/>
          <p14:tracePt t="115794" x="2216150" y="5086350"/>
          <p14:tracePt t="115811" x="2216150" y="5029200"/>
          <p14:tracePt t="115828" x="2209800" y="5003800"/>
          <p14:tracePt t="115844" x="2197100" y="4984750"/>
          <p14:tracePt t="115861" x="2178050" y="4927600"/>
          <p14:tracePt t="115878" x="2159000" y="4889500"/>
          <p14:tracePt t="115895" x="2101850" y="4857750"/>
          <p14:tracePt t="115911" x="2057400" y="4832350"/>
          <p14:tracePt t="115928" x="2044700" y="4832350"/>
          <p14:tracePt t="115945" x="1917700" y="4800600"/>
          <p14:tracePt t="115961" x="1835150" y="4794250"/>
          <p14:tracePt t="115978" x="1701800" y="4775200"/>
          <p14:tracePt t="115995" x="1562100" y="4775200"/>
          <p14:tracePt t="116011" x="1504950" y="4775200"/>
          <p14:tracePt t="116028" x="1397000" y="4775200"/>
          <p14:tracePt t="116045" x="1200150" y="4775200"/>
          <p14:tracePt t="116061" x="1098550" y="4781550"/>
          <p14:tracePt t="116078" x="895350" y="4813300"/>
          <p14:tracePt t="116095" x="825500" y="4826000"/>
          <p14:tracePt t="116111" x="762000" y="4845050"/>
          <p14:tracePt t="116128" x="673100" y="4895850"/>
          <p14:tracePt t="116145" x="635000" y="4914900"/>
          <p14:tracePt t="116161" x="590550" y="4959350"/>
          <p14:tracePt t="116178" x="558800" y="4997450"/>
          <p14:tracePt t="116195" x="533400" y="5022850"/>
          <p14:tracePt t="116211" x="520700" y="5048250"/>
          <p14:tracePt t="116228" x="508000" y="5067300"/>
          <p14:tracePt t="116245" x="508000" y="5073650"/>
          <p14:tracePt t="116261" x="508000" y="5086350"/>
          <p14:tracePt t="116278" x="514350" y="5105400"/>
          <p14:tracePt t="116295" x="527050" y="5111750"/>
          <p14:tracePt t="116311" x="539750" y="5137150"/>
          <p14:tracePt t="116328" x="558800" y="5149850"/>
          <p14:tracePt t="116345" x="565150" y="5168900"/>
          <p14:tracePt t="116361" x="603250" y="5200650"/>
          <p14:tracePt t="116378" x="647700" y="5226050"/>
          <p14:tracePt t="116395" x="793750" y="5276850"/>
          <p14:tracePt t="116411" x="920750" y="5314950"/>
          <p14:tracePt t="116428" x="990600" y="5321300"/>
          <p14:tracePt t="116445" x="1301750" y="5365750"/>
          <p14:tracePt t="116461" x="1454150" y="5365750"/>
          <p14:tracePt t="116478" x="1612900" y="5372100"/>
          <p14:tracePt t="116495" x="1778000" y="5359400"/>
          <p14:tracePt t="116511" x="1816100" y="5359400"/>
          <p14:tracePt t="116528" x="1835150" y="5353050"/>
          <p14:tracePt t="116594" x="1835150" y="5365750"/>
          <p14:tracePt t="116602" x="1828800" y="5365750"/>
          <p14:tracePt t="116611" x="1828800" y="5372100"/>
          <p14:tracePt t="116628" x="1803400" y="5403850"/>
          <p14:tracePt t="116645" x="1708150" y="5480050"/>
          <p14:tracePt t="116661" x="1625600" y="5556250"/>
          <p14:tracePt t="116678" x="1581150" y="5581650"/>
          <p14:tracePt t="116695" x="1295400" y="5746750"/>
          <p14:tracePt t="116711" x="1193800" y="5803900"/>
          <p14:tracePt t="116728" x="1022350" y="5905500"/>
          <p14:tracePt t="116731" x="977900" y="5918200"/>
          <p14:tracePt t="116745" x="952500" y="5930900"/>
          <p14:tracePt t="116761" x="920750" y="5949950"/>
          <p14:tracePt t="116778" x="844550" y="5975350"/>
          <p14:tracePt t="116795" x="838200" y="5975350"/>
          <p14:tracePt t="116828" x="825500" y="5975350"/>
          <p14:tracePt t="116845" x="812800" y="5969000"/>
          <p14:tracePt t="116882" x="806450" y="5969000"/>
          <p14:tracePt t="116898" x="806450" y="5956300"/>
          <p14:tracePt t="116922" x="793750" y="5956300"/>
          <p14:tracePt t="116930" x="793750" y="5949950"/>
          <p14:tracePt t="116946" x="793750" y="5943600"/>
          <p14:tracePt t="116963" x="787400" y="5937250"/>
          <p14:tracePt t="116978" x="787400" y="5930900"/>
          <p14:tracePt t="116995" x="787400" y="5924550"/>
          <p14:tracePt t="117011" x="787400" y="5918200"/>
          <p14:tracePt t="117028" x="787400" y="5899150"/>
          <p14:tracePt t="117045" x="787400" y="5880100"/>
          <p14:tracePt t="117061" x="787400" y="5861050"/>
          <p14:tracePt t="117078" x="793750" y="5848350"/>
          <p14:tracePt t="117095" x="800100" y="5842000"/>
          <p14:tracePt t="117111" x="806450" y="5835650"/>
          <p14:tracePt t="117145" x="806450" y="5829300"/>
          <p14:tracePt t="117161" x="806450" y="5822950"/>
          <p14:tracePt t="117178" x="806450" y="5816600"/>
          <p14:tracePt t="117194" x="806450" y="5810250"/>
          <p14:tracePt t="117211" x="800100" y="5803900"/>
          <p14:tracePt t="117228" x="793750" y="5791200"/>
          <p14:tracePt t="117274" x="793750" y="5784850"/>
          <p14:tracePt t="117282" x="781050" y="5778500"/>
          <p14:tracePt t="117298" x="781050" y="5772150"/>
          <p14:tracePt t="117306" x="774700" y="5772150"/>
          <p14:tracePt t="117322" x="762000" y="5772150"/>
          <p14:tracePt t="117330" x="730250" y="5772150"/>
          <p14:tracePt t="117346" x="717550" y="5772150"/>
          <p14:tracePt t="117361" x="704850" y="5772150"/>
          <p14:tracePt t="117378" x="647700" y="5753100"/>
          <p14:tracePt t="117395" x="609600" y="5753100"/>
          <p14:tracePt t="117411" x="596900" y="5753100"/>
          <p14:tracePt t="117428" x="584200" y="5753100"/>
          <p14:tracePt t="117445" x="539750" y="5759450"/>
          <p14:tracePt t="117461" x="520700" y="5772150"/>
          <p14:tracePt t="117478" x="495300" y="5784850"/>
          <p14:tracePt t="117495" x="482600" y="5791200"/>
          <p14:tracePt t="117511" x="482600" y="5797550"/>
          <p14:tracePt t="117545" x="476250" y="5810250"/>
          <p14:tracePt t="117561" x="469900" y="5822950"/>
          <p14:tracePt t="117578" x="444500" y="5886450"/>
          <p14:tracePt t="117594" x="438150" y="5899150"/>
          <p14:tracePt t="117612" x="431800" y="5949950"/>
          <p14:tracePt t="117628" x="431800" y="5981700"/>
          <p14:tracePt t="117645" x="438150" y="6007100"/>
          <p14:tracePt t="117661" x="444500" y="6038850"/>
          <p14:tracePt t="117678" x="457200" y="6057900"/>
          <p14:tracePt t="117695" x="463550" y="6070600"/>
          <p14:tracePt t="117711" x="482600" y="6089650"/>
          <p14:tracePt t="117728" x="501650" y="6121400"/>
          <p14:tracePt t="117731" x="520700" y="6127750"/>
          <p14:tracePt t="117745" x="527050" y="6134100"/>
          <p14:tracePt t="117761" x="552450" y="6134100"/>
          <p14:tracePt t="117778" x="565150" y="6134100"/>
          <p14:tracePt t="117795" x="615950" y="6134100"/>
          <p14:tracePt t="117811" x="635000" y="6127750"/>
          <p14:tracePt t="117828" x="698500" y="6108700"/>
          <p14:tracePt t="117845" x="787400" y="6083300"/>
          <p14:tracePt t="117861" x="825500" y="6064250"/>
          <p14:tracePt t="117878" x="869950" y="6038850"/>
          <p14:tracePt t="117895" x="901700" y="6026150"/>
          <p14:tracePt t="117911" x="933450" y="6007100"/>
          <p14:tracePt t="117928" x="952500" y="6000750"/>
          <p14:tracePt t="118002" x="958850" y="6000750"/>
          <p14:tracePt t="118050" x="958850" y="6013450"/>
          <p14:tracePt t="118066" x="971550" y="6013450"/>
          <p14:tracePt t="118082" x="977900" y="6026150"/>
          <p14:tracePt t="118330" x="977900" y="6000750"/>
          <p14:tracePt t="118346" x="977900" y="5937250"/>
          <p14:tracePt t="118354" x="965200" y="5842000"/>
          <p14:tracePt t="118363" x="946150" y="5676900"/>
          <p14:tracePt t="118378" x="819150" y="5105400"/>
          <p14:tracePt t="118394" x="762000" y="4756150"/>
          <p14:tracePt t="118411" x="673100" y="4349750"/>
          <p14:tracePt t="118428" x="666750" y="4140200"/>
          <p14:tracePt t="118444" x="533400" y="3371850"/>
          <p14:tracePt t="118461" x="476250" y="2946400"/>
          <p14:tracePt t="118478" x="361950" y="2463800"/>
          <p14:tracePt t="118494" x="158750" y="1898650"/>
          <p14:tracePt t="118511" x="12700" y="1555750"/>
          <p14:tracePt t="121522" x="25400" y="3238500"/>
          <p14:tracePt t="121531" x="317500" y="3556000"/>
          <p14:tracePt t="121547" x="444500" y="3663950"/>
          <p14:tracePt t="121561" x="546100" y="3778250"/>
          <p14:tracePt t="121578" x="1085850" y="4070350"/>
          <p14:tracePt t="121595" x="1206500" y="4127500"/>
          <p14:tracePt t="121611" x="1308100" y="4159250"/>
          <p14:tracePt t="121628" x="1371600" y="4197350"/>
          <p14:tracePt t="121644" x="1422400" y="4222750"/>
          <p14:tracePt t="121661" x="1473200" y="4260850"/>
          <p14:tracePt t="121678" x="1600200" y="4337050"/>
          <p14:tracePt t="121694" x="1746250" y="4425950"/>
          <p14:tracePt t="121711" x="1885950" y="4502150"/>
          <p14:tracePt t="121728" x="2178050" y="4667250"/>
          <p14:tracePt t="121731" x="2311400" y="4756150"/>
          <p14:tracePt t="121745" x="2432050" y="4819650"/>
          <p14:tracePt t="121761" x="2597150" y="4902200"/>
          <p14:tracePt t="121778" x="2876550" y="5010150"/>
          <p14:tracePt t="121794" x="2908300" y="5016500"/>
          <p14:tracePt t="121811" x="2946400" y="5035550"/>
          <p14:tracePt t="121890" x="2940050" y="5035550"/>
          <p14:tracePt t="121899" x="2933700" y="5035550"/>
          <p14:tracePt t="121911" x="2921000" y="5035550"/>
          <p14:tracePt t="121928" x="2851150" y="5029200"/>
          <p14:tracePt t="121944" x="2736850" y="5060950"/>
          <p14:tracePt t="121961" x="2705100" y="5073650"/>
          <p14:tracePt t="121977" x="2616200" y="5130800"/>
          <p14:tracePt t="121994" x="2571750" y="5156200"/>
          <p14:tracePt t="122011" x="2552700" y="5168900"/>
          <p14:tracePt t="122082" x="2552700" y="5162550"/>
          <p14:tracePt t="122091" x="2552700" y="5143500"/>
          <p14:tracePt t="122106" x="2552700" y="5124450"/>
          <p14:tracePt t="122115" x="2552700" y="5118100"/>
          <p14:tracePt t="122128" x="2552700" y="5111750"/>
          <p14:tracePt t="122144" x="2552700" y="5086350"/>
          <p14:tracePt t="122161" x="2565400" y="5041900"/>
          <p14:tracePt t="122178" x="2590800" y="4997450"/>
          <p14:tracePt t="122194" x="2590800" y="4978400"/>
          <p14:tracePt t="122211" x="2603500" y="4959350"/>
          <p14:tracePt t="122228" x="2616200" y="4921250"/>
          <p14:tracePt t="122245" x="2647950" y="4864100"/>
          <p14:tracePt t="122278" x="2647950" y="4851400"/>
          <p14:tracePt t="122294" x="2654300" y="4845050"/>
          <p14:tracePt t="122386" x="2647950" y="4845050"/>
          <p14:tracePt t="122395" x="2641600" y="4851400"/>
          <p14:tracePt t="122404" x="2616200" y="4857750"/>
          <p14:tracePt t="122411" x="2590800" y="4876800"/>
          <p14:tracePt t="122427" x="2533650" y="4895850"/>
          <p14:tracePt t="122444" x="2470150" y="4902200"/>
          <p14:tracePt t="122461" x="2425700" y="4914900"/>
          <p14:tracePt t="122477" x="2393950" y="4914900"/>
          <p14:tracePt t="122494" x="2381250" y="4914900"/>
          <p14:tracePt t="122511" x="2381250" y="4895850"/>
          <p14:tracePt t="122528" x="2374900" y="4838700"/>
          <p14:tracePt t="122544" x="2413000" y="4705350"/>
          <p14:tracePt t="122572" x="2495550" y="4565650"/>
          <p14:tracePt t="122577" x="2527300" y="4508500"/>
          <p14:tracePt t="122594" x="2717800" y="4254500"/>
          <p14:tracePt t="122611" x="2825750" y="4121150"/>
          <p14:tracePt t="122628" x="2876550" y="4057650"/>
          <p14:tracePt t="122644" x="3143250" y="3822700"/>
          <p14:tracePt t="122661" x="3263900" y="3702050"/>
          <p14:tracePt t="122677" x="3498850" y="3479800"/>
          <p14:tracePt t="122694" x="3600450" y="3352800"/>
          <p14:tracePt t="122711" x="3683000" y="3238500"/>
          <p14:tracePt t="122728" x="3727450" y="3181350"/>
          <p14:tracePt t="122730" x="3790950" y="3060700"/>
          <p14:tracePt t="122744" x="3822700" y="3009900"/>
          <p14:tracePt t="122761" x="3867150" y="2927350"/>
          <p14:tracePt t="122778" x="3924300" y="2762250"/>
          <p14:tracePt t="122794" x="3930650" y="2743200"/>
          <p14:tracePt t="122811" x="3937000" y="2736850"/>
          <p14:tracePt t="122828" x="3937000" y="2724150"/>
          <p14:tracePt t="122844" x="3937000" y="2711450"/>
          <p14:tracePt t="122906" x="3943350" y="2711450"/>
          <p14:tracePt t="122929" x="3943350" y="2717800"/>
          <p14:tracePt t="122938" x="3943350" y="2730500"/>
          <p14:tracePt t="122962" x="3943350" y="2755900"/>
          <p14:tracePt t="122970" x="3943350" y="2787650"/>
          <p14:tracePt t="122978" x="3937000" y="2825750"/>
          <p14:tracePt t="122994" x="3886200" y="3003550"/>
          <p14:tracePt t="123011" x="3879850" y="3079750"/>
          <p14:tracePt t="123028" x="3841750" y="3270250"/>
          <p14:tracePt t="123044" x="3759200" y="3562350"/>
          <p14:tracePt t="123061" x="3575050" y="4184650"/>
          <p14:tracePt t="123077" x="3460750" y="4502150"/>
          <p14:tracePt t="123094" x="3397250" y="4660900"/>
          <p14:tracePt t="123111" x="3213100" y="5118100"/>
          <p14:tracePt t="123128" x="3162300" y="5245100"/>
          <p14:tracePt t="123144" x="3098800" y="5448300"/>
          <p14:tracePt t="123161" x="3079750" y="5499100"/>
          <p14:tracePt t="123177" x="3067050" y="5518150"/>
          <p14:tracePt t="123194" x="3067050" y="5524500"/>
          <p14:tracePt t="123211" x="3060700" y="5524500"/>
          <p14:tracePt t="123244" x="3054350" y="5524500"/>
          <p14:tracePt t="123274" x="3054350" y="5518150"/>
          <p14:tracePt t="123314" x="3060700" y="5518150"/>
          <p14:tracePt t="123322" x="3067050" y="5518150"/>
          <p14:tracePt t="123331" x="3086100" y="5518150"/>
          <p14:tracePt t="123345" x="3149600" y="5530850"/>
          <p14:tracePt t="123361" x="3263900" y="5575300"/>
          <p14:tracePt t="123378" x="3644900" y="5651500"/>
          <p14:tracePt t="123395" x="3854450" y="5657850"/>
          <p14:tracePt t="123411" x="4191000" y="5645150"/>
          <p14:tracePt t="123428" x="4451350" y="5607050"/>
          <p14:tracePt t="123445" x="4540250" y="5568950"/>
          <p14:tracePt t="123461" x="4572000" y="5549900"/>
          <p14:tracePt t="123478" x="4603750" y="5505450"/>
          <p14:tracePt t="123494" x="4641850" y="5473700"/>
          <p14:tracePt t="123511" x="4667250" y="5435600"/>
          <p14:tracePt t="123528" x="4737100" y="5314950"/>
          <p14:tracePt t="123545" x="4768850" y="5226050"/>
          <p14:tracePt t="123561" x="4787900" y="5175250"/>
          <p14:tracePt t="123578" x="4838700" y="4908550"/>
          <p14:tracePt t="123595" x="4838700" y="4826000"/>
          <p14:tracePt t="123611" x="4838700" y="4756150"/>
          <p14:tracePt t="123628" x="4826000" y="4692650"/>
          <p14:tracePt t="123644" x="4826000" y="4679950"/>
          <p14:tracePt t="123706" x="4826000" y="4686300"/>
          <p14:tracePt t="123716" x="4832350" y="4699000"/>
          <p14:tracePt t="123728" x="4845050" y="4699000"/>
          <p14:tracePt t="123745" x="4889500" y="4724400"/>
          <p14:tracePt t="123761" x="5124450" y="4781550"/>
          <p14:tracePt t="123778" x="5619750" y="4838700"/>
          <p14:tracePt t="123795" x="5994400" y="4876800"/>
          <p14:tracePt t="123811" x="6699250" y="4889500"/>
          <p14:tracePt t="123828" x="6889750" y="4889500"/>
          <p14:tracePt t="123845" x="7105650" y="4902200"/>
          <p14:tracePt t="123861" x="7429500" y="4927600"/>
          <p14:tracePt t="123877" x="7524750" y="4946650"/>
          <p14:tracePt t="123894" x="7600950" y="4946650"/>
          <p14:tracePt t="123911" x="7645400" y="4959350"/>
          <p14:tracePt t="123928" x="7689850" y="4965700"/>
          <p14:tracePt t="123944" x="7708900" y="4972050"/>
          <p14:tracePt t="124026" x="7708900" y="4959350"/>
          <p14:tracePt t="124034" x="7689850" y="4953000"/>
          <p14:tracePt t="124050" x="7651750" y="4953000"/>
          <p14:tracePt t="124061" x="7632700" y="4933950"/>
          <p14:tracePt t="124078" x="7607300" y="4889500"/>
          <p14:tracePt t="124094" x="7537450" y="4800600"/>
          <p14:tracePt t="124111" x="7315200" y="4559300"/>
          <p14:tracePt t="124128" x="7207250" y="4489450"/>
          <p14:tracePt t="124145" x="6985000" y="4279900"/>
          <p14:tracePt t="124161" x="6451600" y="3917950"/>
          <p14:tracePt t="124178" x="6108700" y="3714750"/>
          <p14:tracePt t="124194" x="5861050" y="3600450"/>
          <p14:tracePt t="124211" x="5816600" y="3587750"/>
          <p14:tracePt t="124228" x="5778500" y="3581400"/>
          <p14:tracePt t="124244" x="5765800" y="3581400"/>
          <p14:tracePt t="124277" x="5765800" y="3587750"/>
          <p14:tracePt t="124474" x="5765800" y="3600450"/>
          <p14:tracePt t="124490" x="5765800" y="3606800"/>
          <p14:tracePt t="124499" x="5746750" y="3625850"/>
          <p14:tracePt t="124511" x="5708650" y="3657600"/>
          <p14:tracePt t="124528" x="5461000" y="3790950"/>
          <p14:tracePt t="124544" x="5257800" y="3867150"/>
          <p14:tracePt t="124561" x="5111750" y="3924300"/>
          <p14:tracePt t="124577" x="4267200" y="4178300"/>
          <p14:tracePt t="124594" x="3803650" y="4318000"/>
          <p14:tracePt t="124611" x="2819400" y="4508500"/>
          <p14:tracePt t="124628" x="2298700" y="4603750"/>
          <p14:tracePt t="124644" x="2032000" y="4635500"/>
          <p14:tracePt t="124661" x="1422400" y="4660900"/>
          <p14:tracePt t="124677" x="1200150" y="4635500"/>
          <p14:tracePt t="124694" x="768350" y="4527550"/>
          <p14:tracePt t="124711" x="469900" y="4362450"/>
          <p14:tracePt t="124728" x="425450" y="4318000"/>
          <p14:tracePt t="124730" x="349250" y="4241800"/>
          <p14:tracePt t="124744" x="234950" y="4133850"/>
          <p14:tracePt t="128081" x="6350" y="4114800"/>
          <p14:tracePt t="128090" x="12700" y="4133850"/>
          <p14:tracePt t="128101" x="12700" y="4140200"/>
          <p14:tracePt t="128111" x="19050" y="4152900"/>
          <p14:tracePt t="128127" x="57150" y="4191000"/>
          <p14:tracePt t="128144" x="63500" y="4203700"/>
          <p14:tracePt t="128161" x="69850" y="4235450"/>
          <p14:tracePt t="128178" x="69850" y="4337050"/>
          <p14:tracePt t="128194" x="57150" y="4394200"/>
          <p14:tracePt t="128211" x="50800" y="4413250"/>
          <p14:tracePt t="128228" x="0" y="4521200"/>
          <p14:tracePt t="128474" x="146050" y="5619750"/>
          <p14:tracePt t="128482" x="317500" y="5670550"/>
          <p14:tracePt t="128494" x="476250" y="5721350"/>
          <p14:tracePt t="128511" x="793750" y="5829300"/>
          <p14:tracePt t="128528" x="1365250" y="6019800"/>
          <p14:tracePt t="128544" x="1454150" y="6051550"/>
          <p14:tracePt t="128561" x="1625600" y="6121400"/>
          <p14:tracePt t="128578" x="1924050" y="6273800"/>
          <p14:tracePt t="128595" x="2019300" y="6330950"/>
          <p14:tracePt t="128611" x="2127250" y="6445250"/>
          <p14:tracePt t="128628" x="2139950" y="6483350"/>
          <p14:tracePt t="128644" x="2165350" y="6508750"/>
          <p14:tracePt t="128661" x="2171700" y="6540500"/>
          <p14:tracePt t="128678" x="2171700" y="6553200"/>
          <p14:tracePt t="128770" x="2159000" y="6553200"/>
          <p14:tracePt t="128786" x="2146300" y="6553200"/>
          <p14:tracePt t="128794" x="2139950" y="6553200"/>
          <p14:tracePt t="128803" x="2133600" y="6553200"/>
          <p14:tracePt t="128811" x="2120900" y="6553200"/>
          <p14:tracePt t="128890" x="2139950" y="6521450"/>
          <p14:tracePt t="128898" x="2171700" y="6496050"/>
          <p14:tracePt t="128914" x="2235200" y="6445250"/>
          <p14:tracePt t="128928" x="2317750" y="6400800"/>
          <p14:tracePt t="128944" x="2540000" y="6267450"/>
          <p14:tracePt t="128961" x="3105150" y="6007100"/>
          <p14:tracePt t="128978" x="3892550" y="5797550"/>
          <p14:tracePt t="128994" x="4362450" y="5727700"/>
          <p14:tracePt t="129011" x="4965700" y="5645150"/>
          <p14:tracePt t="129028" x="5505450" y="5619750"/>
          <p14:tracePt t="129045" x="6229350" y="5613400"/>
          <p14:tracePt t="129061" x="6515100" y="5619750"/>
          <p14:tracePt t="129077" x="6642100" y="5626100"/>
          <p14:tracePt t="129094" x="6934200" y="5670550"/>
          <p14:tracePt t="129111" x="7035800" y="5683250"/>
          <p14:tracePt t="129128" x="7099300" y="5702300"/>
          <p14:tracePt t="129144" x="7124700" y="5708650"/>
          <p14:tracePt t="129946" x="7124700" y="5715000"/>
          <p14:tracePt t="130002" x="7124700" y="5727700"/>
          <p14:tracePt t="130026" x="7112000" y="5734050"/>
          <p14:tracePt t="130034" x="7105650" y="5746750"/>
          <p14:tracePt t="130044" x="7099300" y="5746750"/>
          <p14:tracePt t="130061" x="7086600" y="5759450"/>
          <p14:tracePt t="130077" x="7073900" y="5772150"/>
          <p14:tracePt t="130095" x="7054850" y="5784850"/>
          <p14:tracePt t="130111" x="7054850" y="5791200"/>
          <p14:tracePt t="130127" x="7054850" y="5797550"/>
          <p14:tracePt t="130218" x="7054850" y="5803900"/>
          <p14:tracePt t="130235" x="7048500" y="5810250"/>
          <p14:tracePt t="130258" x="7048500" y="5822950"/>
          <p14:tracePt t="130274" x="7054850" y="5835650"/>
          <p14:tracePt t="130282" x="7054850" y="5842000"/>
          <p14:tracePt t="130294" x="7061200" y="5842000"/>
          <p14:tracePt t="130311" x="7061200" y="5848350"/>
          <p14:tracePt t="130328" x="7061200" y="5873750"/>
          <p14:tracePt t="130344" x="7061200" y="5892800"/>
          <p14:tracePt t="130361" x="7061200" y="5911850"/>
          <p14:tracePt t="130378" x="7042150" y="6000750"/>
          <p14:tracePt t="130394" x="7035800" y="6026150"/>
          <p14:tracePt t="130411" x="7023100" y="6051550"/>
          <p14:tracePt t="130428" x="7016750" y="6057900"/>
          <p14:tracePt t="130444" x="7010400" y="6076950"/>
          <p14:tracePt t="130461" x="6991350" y="6102350"/>
          <p14:tracePt t="130478" x="6991350" y="6115050"/>
          <p14:tracePt t="130495" x="6972300" y="6153150"/>
          <p14:tracePt t="130511" x="6972300" y="6165850"/>
          <p14:tracePt t="130528" x="6965950" y="6172200"/>
          <p14:tracePt t="130544" x="6959600" y="6191250"/>
          <p14:tracePt t="133130" x="6959600" y="6184900"/>
          <p14:tracePt t="133146" x="6965950" y="6172200"/>
          <p14:tracePt t="133154" x="6965950" y="6159500"/>
          <p14:tracePt t="133163" x="6972300" y="6115050"/>
          <p14:tracePt t="133177" x="6972300" y="6083300"/>
          <p14:tracePt t="133194" x="6997700" y="5924550"/>
          <p14:tracePt t="133211" x="7023100" y="5848350"/>
          <p14:tracePt t="133228" x="7016750" y="5772150"/>
          <p14:tracePt t="133244" x="6946900" y="5702300"/>
          <p14:tracePt t="133261" x="6896100" y="5683250"/>
          <p14:tracePt t="133278" x="6877050" y="5645150"/>
          <p14:tracePt t="133294" x="6877050" y="5619750"/>
          <p14:tracePt t="133311" x="6870700" y="5613400"/>
          <p14:tracePt t="133370" x="6864350" y="5613400"/>
          <p14:tracePt t="133378" x="6858000" y="5613400"/>
          <p14:tracePt t="133387" x="6858000" y="5619750"/>
          <p14:tracePt t="133394" x="6851650" y="5632450"/>
          <p14:tracePt t="133411" x="6807200" y="5664200"/>
          <p14:tracePt t="133428" x="6794500" y="5676900"/>
          <p14:tracePt t="133444" x="6775450" y="5708650"/>
          <p14:tracePt t="133461" x="6756400" y="5727700"/>
          <p14:tracePt t="133478" x="6743700" y="5734050"/>
          <p14:tracePt t="133495" x="6718300" y="5759450"/>
          <p14:tracePt t="133511" x="6718300" y="5765800"/>
          <p14:tracePt t="133528" x="6692900" y="5791200"/>
          <p14:tracePt t="133544" x="6661150" y="5803900"/>
          <p14:tracePt t="133562" x="6591300" y="5822950"/>
          <p14:tracePt t="133578" x="6330950" y="5842000"/>
          <p14:tracePt t="133594" x="6096000" y="5842000"/>
          <p14:tracePt t="133611" x="5778500" y="5835650"/>
          <p14:tracePt t="133628" x="5187950" y="5816600"/>
          <p14:tracePt t="133645" x="4800600" y="5810250"/>
          <p14:tracePt t="133661" x="4711700" y="5803900"/>
          <p14:tracePt t="133678" x="4394200" y="5746750"/>
          <p14:tracePt t="133694" x="4229100" y="5715000"/>
          <p14:tracePt t="133711" x="3975100" y="5670550"/>
          <p14:tracePt t="133728" x="3886200" y="5657850"/>
          <p14:tracePt t="133732" x="3848100" y="5651500"/>
          <p14:tracePt t="133746" x="3797300" y="5645150"/>
          <p14:tracePt t="133761" x="3778250" y="5638800"/>
          <p14:tracePt t="133778" x="3644900" y="5613400"/>
          <p14:tracePt t="133794" x="3606800" y="5607050"/>
          <p14:tracePt t="133811" x="3587750" y="5600700"/>
          <p14:tracePt t="133828" x="3575050" y="5600700"/>
          <p14:tracePt t="133845" x="3568700" y="5600700"/>
          <p14:tracePt t="133861" x="3549650" y="5600700"/>
          <p14:tracePt t="133878" x="3543300" y="5600700"/>
          <p14:tracePt t="133931" x="3530600" y="5600700"/>
          <p14:tracePt t="133946" x="3524250" y="5581650"/>
          <p14:tracePt t="133954" x="3524250" y="5562600"/>
          <p14:tracePt t="133963" x="3517900" y="5537200"/>
          <p14:tracePt t="133978" x="3517900" y="5499100"/>
          <p14:tracePt t="133995" x="3467100" y="5308600"/>
          <p14:tracePt t="134011" x="3441700" y="5187950"/>
          <p14:tracePt t="134027" x="3416300" y="5029200"/>
          <p14:tracePt t="134044" x="3346450" y="4667250"/>
          <p14:tracePt t="134062" x="3289300" y="4464050"/>
          <p14:tracePt t="134078" x="3270250" y="4400550"/>
          <p14:tracePt t="134095" x="3149600" y="4064000"/>
          <p14:tracePt t="134111" x="3054350" y="3930650"/>
          <p14:tracePt t="134133" x="2863850" y="3733800"/>
          <p14:tracePt t="134148" x="2768600" y="3663950"/>
          <p14:tracePt t="134163" x="2730500" y="3638550"/>
          <p14:tracePt t="134177" x="2552700" y="3594100"/>
          <p14:tracePt t="134194" x="2463800" y="3581400"/>
          <p14:tracePt t="134211" x="2305050" y="3600450"/>
          <p14:tracePt t="134227" x="2222500" y="3632200"/>
          <p14:tracePt t="134244" x="2184400" y="3632200"/>
          <p14:tracePt t="134261" x="2019300" y="3702050"/>
          <p14:tracePt t="134277" x="1930400" y="3771900"/>
          <p14:tracePt t="134294" x="1854200" y="3829050"/>
          <p14:tracePt t="134311" x="1708150" y="3937000"/>
          <p14:tracePt t="134327" x="1682750" y="3956050"/>
          <p14:tracePt t="134344" x="1631950" y="4019550"/>
          <p14:tracePt t="134361" x="1517650" y="4203700"/>
          <p14:tracePt t="134378" x="1447800" y="4381500"/>
          <p14:tracePt t="134394" x="1428750" y="4527550"/>
          <p14:tracePt t="134411" x="1416050" y="4629150"/>
          <p14:tracePt t="134427" x="1403350" y="4673600"/>
          <p14:tracePt t="134444" x="1390650" y="4737100"/>
          <p14:tracePt t="134461" x="1390650" y="4749800"/>
          <p14:tracePt t="134649" x="1390650" y="4743450"/>
          <p14:tracePt t="134665" x="1390650" y="4737100"/>
          <p14:tracePt t="134680" x="1390650" y="4724400"/>
          <p14:tracePt t="134698" x="1384300" y="4705350"/>
          <p14:tracePt t="134728" x="1384300" y="4679950"/>
          <p14:tracePt t="134745" x="1384300" y="4648200"/>
          <p14:tracePt t="134784" x="1384300" y="4641850"/>
          <p14:tracePt t="134833" x="1377950" y="4654550"/>
          <p14:tracePt t="134846" x="1377950" y="4679950"/>
          <p14:tracePt t="134861" x="1384300" y="4749800"/>
          <p14:tracePt t="134878" x="1384300" y="4781550"/>
          <p14:tracePt t="134894" x="1384300" y="4927600"/>
          <p14:tracePt t="134912" x="1384300" y="4984750"/>
          <p14:tracePt t="134930" x="1371600" y="5143500"/>
          <p14:tracePt t="134946" x="1365250" y="5200650"/>
          <p14:tracePt t="134961" x="1365250" y="5226050"/>
          <p14:tracePt t="134977" x="1358900" y="5289550"/>
          <p14:tracePt t="134994" x="1377950" y="5384800"/>
          <p14:tracePt t="135011" x="1377950" y="5403850"/>
          <p14:tracePt t="135028" x="1377950" y="5410200"/>
          <p14:tracePt t="135146" x="1384300" y="5410200"/>
          <p14:tracePt t="135162" x="1397000" y="5410200"/>
          <p14:tracePt t="135170" x="1403350" y="5410200"/>
          <p14:tracePt t="135178" x="1416050" y="5410200"/>
          <p14:tracePt t="135194" x="1466850" y="5397500"/>
          <p14:tracePt t="135211" x="1530350" y="5397500"/>
          <p14:tracePt t="135228" x="1625600" y="5378450"/>
          <p14:tracePt t="135244" x="1714500" y="5359400"/>
          <p14:tracePt t="135261" x="1784350" y="5346700"/>
          <p14:tracePt t="135278" x="1911350" y="5321300"/>
          <p14:tracePt t="135294" x="1968500" y="5302250"/>
          <p14:tracePt t="135311" x="1987550" y="5295900"/>
          <p14:tracePt t="135328" x="2025650" y="5276850"/>
          <p14:tracePt t="135344" x="2044700" y="5276850"/>
          <p14:tracePt t="135386" x="2044700" y="5264150"/>
          <p14:tracePt t="135450" x="2032000" y="5264150"/>
          <p14:tracePt t="135474" x="2025650" y="5264150"/>
          <p14:tracePt t="135506" x="2012950" y="5264150"/>
          <p14:tracePt t="135715" x="2025650" y="5264150"/>
          <p14:tracePt t="135722" x="2038350" y="5264150"/>
          <p14:tracePt t="135738" x="2044700" y="5264150"/>
          <p14:tracePt t="135746" x="2051050" y="5264150"/>
          <p14:tracePt t="135763" x="2057400" y="5270500"/>
          <p14:tracePt t="135778" x="2070100" y="5270500"/>
          <p14:tracePt t="135794" x="2076450" y="5270500"/>
          <p14:tracePt t="135811" x="2089150" y="5283200"/>
          <p14:tracePt t="135828" x="2095500" y="5289550"/>
          <p14:tracePt t="135844" x="2108200" y="5302250"/>
          <p14:tracePt t="135861" x="2120900" y="5308600"/>
          <p14:tracePt t="135878" x="2120900" y="5314950"/>
          <p14:tracePt t="135894" x="2133600" y="5321300"/>
          <p14:tracePt t="135911" x="2133600" y="5327650"/>
          <p14:tracePt t="135944" x="2133600" y="5334000"/>
          <p14:tracePt t="137490" x="2133600" y="5340350"/>
          <p14:tracePt t="137498" x="2133600" y="5346700"/>
          <p14:tracePt t="137506" x="2133600" y="5359400"/>
          <p14:tracePt t="137514" x="2133600" y="5365750"/>
          <p14:tracePt t="137528" x="2133600" y="5378450"/>
          <p14:tracePt t="137544" x="2127250" y="5410200"/>
          <p14:tracePt t="137561" x="2120900" y="5441950"/>
          <p14:tracePt t="137578" x="2114550" y="5461000"/>
          <p14:tracePt t="137594" x="2114550" y="5473700"/>
          <p14:tracePt t="137611" x="2089150" y="5499100"/>
          <p14:tracePt t="137628" x="2089150" y="5511800"/>
          <p14:tracePt t="137644" x="2076450" y="5511800"/>
          <p14:tracePt t="137661" x="2076450" y="5518150"/>
          <p14:tracePt t="137694" x="2070100" y="5518150"/>
          <p14:tracePt t="137721" x="2063750" y="5511800"/>
          <p14:tracePt t="137737" x="2063750" y="5499100"/>
          <p14:tracePt t="137745" x="2057400" y="5473700"/>
          <p14:tracePt t="137761" x="2057400" y="5461000"/>
          <p14:tracePt t="137778" x="2057400" y="5403850"/>
          <p14:tracePt t="137794" x="2057400" y="5321300"/>
          <p14:tracePt t="137811" x="2057400" y="5257800"/>
          <p14:tracePt t="137828" x="2057400" y="5238750"/>
          <p14:tracePt t="137844" x="2063750" y="5118100"/>
          <p14:tracePt t="137861" x="2076450" y="5048250"/>
          <p14:tracePt t="137878" x="2057400" y="4997450"/>
          <p14:tracePt t="137894" x="2057400" y="4889500"/>
          <p14:tracePt t="137915" x="2057400" y="4838700"/>
          <p14:tracePt t="137928" x="2057400" y="4813300"/>
          <p14:tracePt t="137945" x="2012950" y="4718050"/>
          <p14:tracePt t="137962" x="1962150" y="4667250"/>
          <p14:tracePt t="137978" x="1841500" y="4603750"/>
          <p14:tracePt t="137995" x="1816100" y="4603750"/>
          <p14:tracePt t="138011" x="1771650" y="4597400"/>
          <p14:tracePt t="138029" x="1720850" y="4597400"/>
          <p14:tracePt t="138046" x="1651000" y="4616450"/>
          <p14:tracePt t="138062" x="1625600" y="4654550"/>
          <p14:tracePt t="138078" x="1593850" y="4692650"/>
          <p14:tracePt t="138095" x="1581150" y="4711700"/>
          <p14:tracePt t="138111" x="1581150" y="4730750"/>
          <p14:tracePt t="138128" x="1568450" y="4749800"/>
          <p14:tracePt t="138144" x="1568450" y="4768850"/>
          <p14:tracePt t="138186" x="1574800" y="4768850"/>
          <p14:tracePt t="138209" x="1581150" y="4775200"/>
          <p14:tracePt t="138225" x="1587500" y="4775200"/>
          <p14:tracePt t="138240" x="1593850" y="4775200"/>
          <p14:tracePt t="138257" x="1606550" y="4775200"/>
          <p14:tracePt t="138272" x="1612900" y="4775200"/>
          <p14:tracePt t="138298" x="1625600" y="4775200"/>
          <p14:tracePt t="138313" x="1631950" y="4775200"/>
          <p14:tracePt t="138327" x="1644650" y="4775200"/>
          <p14:tracePt t="138344" x="1651000" y="4775200"/>
          <p14:tracePt t="138385" x="1657350" y="4775200"/>
          <p14:tracePt t="138450" x="1657350" y="4781550"/>
          <p14:tracePt t="138474" x="1657350" y="4794250"/>
          <p14:tracePt t="138488" x="1663700" y="4800600"/>
          <p14:tracePt t="138501" x="1670050" y="4826000"/>
          <p14:tracePt t="138515" x="1670050" y="4857750"/>
          <p14:tracePt t="138529" x="1676400" y="4876800"/>
          <p14:tracePt t="138544" x="1670050" y="4902200"/>
          <p14:tracePt t="138561" x="1676400" y="4927600"/>
          <p14:tracePt t="138578" x="1676400" y="4959350"/>
          <p14:tracePt t="138595" x="1676400" y="4965700"/>
          <p14:tracePt t="138673" x="1676400" y="4972050"/>
          <p14:tracePt t="138690" x="1676400" y="4978400"/>
          <p14:tracePt t="138714" x="1676400" y="4984750"/>
          <p14:tracePt t="138728" x="1676400" y="4991100"/>
          <p14:tracePt t="138744" x="1676400" y="4997450"/>
          <p14:tracePt t="138762" x="1676400" y="5010150"/>
          <p14:tracePt t="138777" x="1676400" y="5022850"/>
          <p14:tracePt t="138811" x="1676400" y="5029200"/>
          <p14:tracePt t="138827" x="1676400" y="5035550"/>
          <p14:tracePt t="138857" x="1676400" y="5041900"/>
          <p14:tracePt t="138866" x="1682750" y="5041900"/>
          <p14:tracePt t="138877" x="1682750" y="5048250"/>
          <p14:tracePt t="138894" x="1682750" y="5067300"/>
          <p14:tracePt t="138911" x="1682750" y="5086350"/>
          <p14:tracePt t="138927" x="1695450" y="5099050"/>
          <p14:tracePt t="138944" x="1695450" y="5111750"/>
          <p14:tracePt t="138961" x="1701800" y="5137150"/>
          <p14:tracePt t="138977" x="1714500" y="5162550"/>
          <p14:tracePt t="138994" x="1727200" y="5194300"/>
          <p14:tracePt t="139011" x="1739900" y="5200650"/>
          <p14:tracePt t="139194" x="1739900" y="5207000"/>
          <p14:tracePt t="139218" x="1746250" y="5213350"/>
          <p14:tracePt t="139226" x="1746250" y="5219700"/>
          <p14:tracePt t="139234" x="1746250" y="5226050"/>
          <p14:tracePt t="139258" x="1746250" y="5232400"/>
          <p14:tracePt t="139298" x="1752600" y="5238750"/>
          <p14:tracePt t="139314" x="1752600" y="5245100"/>
          <p14:tracePt t="139370" x="1752600" y="5251450"/>
          <p14:tracePt t="139402" x="1758950" y="5251450"/>
          <p14:tracePt t="139418" x="1758950" y="5264150"/>
          <p14:tracePt t="139434" x="1758950" y="5270500"/>
          <p14:tracePt t="139450" x="1758950" y="5276850"/>
          <p14:tracePt t="139474" x="1758950" y="5289550"/>
          <p14:tracePt t="139482" x="1765300" y="5289550"/>
          <p14:tracePt t="139490" x="1765300" y="5295900"/>
          <p14:tracePt t="139515" x="1765300" y="5302250"/>
          <p14:tracePt t="139522" x="1765300" y="5308600"/>
          <p14:tracePt t="139530" x="1778000" y="5308600"/>
          <p14:tracePt t="139544" x="1778000" y="5321300"/>
          <p14:tracePt t="139570" x="1778000" y="5327650"/>
          <p14:tracePt t="139578" x="1778000" y="5334000"/>
          <p14:tracePt t="139594" x="1778000" y="5346700"/>
          <p14:tracePt t="139611" x="1778000" y="5353050"/>
          <p14:tracePt t="139628" x="1778000" y="5365750"/>
          <p14:tracePt t="139661" x="1778000" y="5378450"/>
          <p14:tracePt t="139682" x="1778000" y="5391150"/>
          <p14:tracePt t="139694" x="1778000" y="5397500"/>
          <p14:tracePt t="139711" x="1784350" y="5410200"/>
          <p14:tracePt t="139728" x="1784350" y="5435600"/>
          <p14:tracePt t="139745" x="1784350" y="5448300"/>
          <p14:tracePt t="139748" x="1784350" y="5461000"/>
          <p14:tracePt t="139770" x="1784350" y="5473700"/>
          <p14:tracePt t="139802" x="1784350" y="5480050"/>
          <p14:tracePt t="139962" x="1784350" y="5486400"/>
          <p14:tracePt t="139986" x="1784350" y="5492750"/>
          <p14:tracePt t="140010" x="1784350" y="5499100"/>
          <p14:tracePt t="140026" x="1790700" y="5499100"/>
          <p14:tracePt t="140035" x="1790700" y="5505450"/>
          <p14:tracePt t="140066" x="1790700" y="5511800"/>
          <p14:tracePt t="140194" x="1790700" y="5518150"/>
          <p14:tracePt t="140218" x="1790700" y="5524500"/>
          <p14:tracePt t="140226" x="1790700" y="5537200"/>
          <p14:tracePt t="140258" x="1790700" y="5549900"/>
          <p14:tracePt t="140283" x="1790700" y="5556250"/>
          <p14:tracePt t="140298" x="1790700" y="5568950"/>
          <p14:tracePt t="140339" x="1790700" y="5575300"/>
          <p14:tracePt t="140370" x="1797050" y="5575300"/>
          <p14:tracePt t="140634" x="1797050" y="5581650"/>
          <p14:tracePt t="140642" x="1797050" y="5588000"/>
          <p14:tracePt t="140666" x="1797050" y="5594350"/>
          <p14:tracePt t="140674" x="1797050" y="5600700"/>
          <p14:tracePt t="140682" x="1797050" y="5607050"/>
          <p14:tracePt t="140694" x="1797050" y="5626100"/>
          <p14:tracePt t="140711" x="1797050" y="5638800"/>
          <p14:tracePt t="140727" x="1797050" y="5657850"/>
          <p14:tracePt t="140744" x="1797050" y="5670550"/>
          <p14:tracePt t="140747" x="1797050" y="5676900"/>
          <p14:tracePt t="140761" x="1797050" y="5683250"/>
          <p14:tracePt t="140777" x="1797050" y="5695950"/>
          <p14:tracePt t="140811" x="1797050" y="5702300"/>
          <p14:tracePt t="141066" x="1797050" y="5708650"/>
          <p14:tracePt t="141082" x="1803400" y="5708650"/>
          <p14:tracePt t="141106" x="1803400" y="5715000"/>
          <p14:tracePt t="141154" x="1809750" y="5721350"/>
          <p14:tracePt t="141170" x="1816100" y="5721350"/>
          <p14:tracePt t="141178" x="1816100" y="5727700"/>
          <p14:tracePt t="141202" x="1822450" y="5727700"/>
          <p14:tracePt t="141218" x="1822450" y="5740400"/>
          <p14:tracePt t="142170" x="1809750" y="5740400"/>
          <p14:tracePt t="142194" x="1803400" y="5740400"/>
          <p14:tracePt t="142234" x="1790700" y="5740400"/>
          <p14:tracePt t="142322" x="1790700" y="5734050"/>
          <p14:tracePt t="142386" x="1790700" y="5727700"/>
          <p14:tracePt t="142426" x="1790700" y="5715000"/>
          <p14:tracePt t="142442" x="1797050" y="5708650"/>
          <p14:tracePt t="142450" x="1797050" y="5702300"/>
          <p14:tracePt t="142461" x="1809750" y="5689600"/>
          <p14:tracePt t="142477" x="1809750" y="5683250"/>
          <p14:tracePt t="142494" x="1822450" y="5632450"/>
          <p14:tracePt t="142511" x="1828800" y="5613400"/>
          <p14:tracePt t="142527" x="1835150" y="5575300"/>
          <p14:tracePt t="142544" x="1835150" y="5530850"/>
          <p14:tracePt t="142561" x="1835150" y="5441950"/>
          <p14:tracePt t="142578" x="1828800" y="5378450"/>
          <p14:tracePt t="142594" x="1822450" y="5334000"/>
          <p14:tracePt t="142611" x="1797050" y="5245100"/>
          <p14:tracePt t="142628" x="1771650" y="5175250"/>
          <p14:tracePt t="142644" x="1758950" y="5124450"/>
          <p14:tracePt t="142661" x="1714500" y="4991100"/>
          <p14:tracePt t="142684" x="1689100" y="4908550"/>
          <p14:tracePt t="142705" x="1663700" y="4775200"/>
          <p14:tracePt t="142727" x="1644650" y="4718050"/>
          <p14:tracePt t="142744" x="1619250" y="4635500"/>
          <p14:tracePt t="142746" x="1606550" y="4552950"/>
          <p14:tracePt t="142761" x="1587500" y="4508500"/>
          <p14:tracePt t="142778" x="1555750" y="4445000"/>
          <p14:tracePt t="142794" x="1504950" y="4337050"/>
          <p14:tracePt t="142811" x="1466850" y="4254500"/>
          <p14:tracePt t="142827" x="1416050" y="4178300"/>
          <p14:tracePt t="142845" x="1358900" y="4064000"/>
          <p14:tracePt t="142861" x="1339850" y="4019550"/>
          <p14:tracePt t="142878" x="1308100" y="3956050"/>
          <p14:tracePt t="142895" x="1270000" y="3873500"/>
          <p14:tracePt t="142911" x="1250950" y="3829050"/>
          <p14:tracePt t="142927" x="1231900" y="3790950"/>
          <p14:tracePt t="142944" x="1206500" y="3740150"/>
          <p14:tracePt t="142961" x="1193800" y="3727450"/>
          <p14:tracePt t="142977" x="1193800" y="3714750"/>
          <p14:tracePt t="143698" x="1187450" y="3714750"/>
          <p14:tracePt t="143732" x="1174750" y="3714750"/>
          <p14:tracePt t="143890" x="1168400" y="3721100"/>
          <p14:tracePt t="143946" x="1162050" y="3733800"/>
          <p14:tracePt t="144890" x="1162050" y="3740150"/>
          <p14:tracePt t="144938" x="1162050" y="3746500"/>
          <p14:tracePt t="144962" x="1162050" y="3752850"/>
          <p14:tracePt t="144986" x="1162050" y="3759200"/>
          <p14:tracePt t="145010" x="1162050" y="3765550"/>
          <p14:tracePt t="145041" x="1162050" y="3778250"/>
          <p14:tracePt t="145114" x="1162050" y="3784600"/>
          <p14:tracePt t="145474" x="1162050" y="3790950"/>
          <p14:tracePt t="145498" x="1162050" y="3797300"/>
          <p14:tracePt t="145515" x="1174750" y="3810000"/>
          <p14:tracePt t="145530" x="1174750" y="3822700"/>
          <p14:tracePt t="145544" x="1174750" y="3829050"/>
          <p14:tracePt t="145561" x="1174750" y="3841750"/>
          <p14:tracePt t="145577" x="1174750" y="3860800"/>
          <p14:tracePt t="145594" x="1174750" y="3873500"/>
          <p14:tracePt t="145611" x="1174750" y="3892550"/>
          <p14:tracePt t="145627" x="1174750" y="3911600"/>
          <p14:tracePt t="145661" x="1174750" y="3924300"/>
          <p14:tracePt t="145677" x="1174750" y="3937000"/>
          <p14:tracePt t="145694" x="1174750" y="3943350"/>
          <p14:tracePt t="145711" x="1174750" y="3949700"/>
          <p14:tracePt t="145727" x="1174750" y="3968750"/>
          <p14:tracePt t="145744" x="1187450" y="3994150"/>
          <p14:tracePt t="145746" x="1187450" y="4038600"/>
          <p14:tracePt t="145762" x="1193800" y="4076700"/>
          <p14:tracePt t="145777" x="1200150" y="4133850"/>
          <p14:tracePt t="145794" x="1219200" y="4171950"/>
          <p14:tracePt t="145811" x="1231900" y="4235450"/>
          <p14:tracePt t="145827" x="1231900" y="4286250"/>
          <p14:tracePt t="145844" x="1238250" y="4305300"/>
          <p14:tracePt t="145861" x="1257300" y="4400550"/>
          <p14:tracePt t="145877" x="1276350" y="4483100"/>
          <p14:tracePt t="145894" x="1314450" y="4584700"/>
          <p14:tracePt t="145911" x="1365250" y="4749800"/>
          <p14:tracePt t="145928" x="1397000" y="4864100"/>
          <p14:tracePt t="145944" x="1403350" y="4921250"/>
          <p14:tracePt t="145961" x="1454150" y="5086350"/>
          <p14:tracePt t="145977" x="1460500" y="5168900"/>
          <p14:tracePt t="145994" x="1473200" y="5251450"/>
          <p14:tracePt t="146011" x="1473200" y="5276850"/>
          <p14:tracePt t="146027" x="1473200" y="5295900"/>
          <p14:tracePt t="146044" x="1473200" y="5314950"/>
          <p14:tracePt t="146061" x="1460500" y="5359400"/>
          <p14:tracePt t="146077" x="1460500" y="5378450"/>
          <p14:tracePt t="146094" x="1473200" y="5435600"/>
          <p14:tracePt t="146111" x="1492250" y="5467350"/>
          <p14:tracePt t="146128" x="1530350" y="5486400"/>
          <p14:tracePt t="146145" x="1682750" y="5581650"/>
          <p14:tracePt t="146161" x="1797050" y="5619750"/>
          <p14:tracePt t="146178" x="2082800" y="5657850"/>
          <p14:tracePt t="146194" x="2228850" y="5657850"/>
          <p14:tracePt t="146211" x="2298700" y="5632450"/>
          <p14:tracePt t="146228" x="2432050" y="5581650"/>
          <p14:tracePt t="146244" x="2654300" y="5416550"/>
          <p14:tracePt t="146261" x="2711450" y="5334000"/>
          <p14:tracePt t="146278" x="2781300" y="5226050"/>
          <p14:tracePt t="146294" x="2794000" y="5143500"/>
          <p14:tracePt t="146311" x="2800350" y="5060950"/>
          <p14:tracePt t="146327" x="2800350" y="5010150"/>
          <p14:tracePt t="146344" x="2749550" y="4933950"/>
          <p14:tracePt t="146362" x="2679700" y="4883150"/>
          <p14:tracePt t="146378" x="2578100" y="4864100"/>
          <p14:tracePt t="146395" x="2489200" y="4864100"/>
          <p14:tracePt t="146411" x="2336800" y="4883150"/>
          <p14:tracePt t="146460" x="1816100" y="5118100"/>
          <p14:tracePt t="146478" x="1733550" y="5226050"/>
          <p14:tracePt t="146494" x="1720850" y="5251450"/>
          <p14:tracePt t="146511" x="1720850" y="5289550"/>
          <p14:tracePt t="146527" x="1720850" y="5334000"/>
          <p14:tracePt t="146544" x="1746250" y="5359400"/>
          <p14:tracePt t="146578" x="1784350" y="5391150"/>
          <p14:tracePt t="146594" x="1809750" y="5397500"/>
          <p14:tracePt t="146611" x="1847850" y="5397500"/>
          <p14:tracePt t="146628" x="1905000" y="5340350"/>
          <p14:tracePt t="146644" x="1917700" y="5314950"/>
          <p14:tracePt t="146661" x="1930400" y="5219700"/>
          <p14:tracePt t="146678" x="1930400" y="5035550"/>
          <p14:tracePt t="146694" x="1905000" y="4914900"/>
          <p14:tracePt t="146726" x="1758950" y="4679950"/>
          <p14:tracePt t="146744" x="1657350" y="4635500"/>
          <p14:tracePt t="146746" x="1606550" y="4622800"/>
          <p14:tracePt t="146761" x="1416050" y="4641850"/>
          <p14:tracePt t="146832" x="977900" y="5105400"/>
          <p14:tracePt t="146845" x="971550" y="5308600"/>
          <p14:tracePt t="146861" x="996950" y="5422900"/>
          <p14:tracePt t="146877" x="1054100" y="5492750"/>
          <p14:tracePt t="146894" x="1143000" y="5562600"/>
          <p14:tracePt t="146911" x="1225550" y="5600700"/>
          <p14:tracePt t="146928" x="1301750" y="5600700"/>
          <p14:tracePt t="146944" x="1377950" y="5588000"/>
          <p14:tracePt t="146961" x="1422400" y="5549900"/>
          <p14:tracePt t="146978" x="1466850" y="5499100"/>
          <p14:tracePt t="146994" x="1511300" y="5372100"/>
          <p14:tracePt t="147011" x="1530350" y="5308600"/>
          <p14:tracePt t="147028" x="1543050" y="5257800"/>
          <p14:tracePt t="147044" x="1543050" y="5238750"/>
          <p14:tracePt t="147106" x="1543050" y="5264150"/>
          <p14:tracePt t="147122" x="1543050" y="5283200"/>
          <p14:tracePt t="147130" x="1543050" y="5314950"/>
          <p14:tracePt t="147138" x="1543050" y="5327650"/>
          <p14:tracePt t="147146" x="1543050" y="5353050"/>
          <p14:tracePt t="147161" x="1549400" y="5372100"/>
          <p14:tracePt t="147178" x="1574800" y="5435600"/>
          <p14:tracePt t="147194" x="1587500" y="5441950"/>
          <p14:tracePt t="147211" x="1612900" y="5448300"/>
          <p14:tracePt t="147228" x="1682750" y="5448300"/>
          <p14:tracePt t="147244" x="1720850" y="5441950"/>
          <p14:tracePt t="147261" x="1835150" y="5353050"/>
          <p14:tracePt t="147278" x="1911350" y="5264150"/>
          <p14:tracePt t="147294" x="1917700" y="5232400"/>
          <p14:tracePt t="147311" x="1930400" y="5175250"/>
          <p14:tracePt t="147328" x="1924050" y="5092700"/>
          <p14:tracePt t="147344" x="1924050" y="5067300"/>
          <p14:tracePt t="147361" x="1917700" y="5054600"/>
          <p14:tracePt t="147378" x="1911350" y="5054600"/>
          <p14:tracePt t="147394" x="1911350" y="5060950"/>
          <p14:tracePt t="147411" x="1892300" y="5130800"/>
          <p14:tracePt t="147428" x="1892300" y="5156200"/>
          <p14:tracePt t="147444" x="1873250" y="5270500"/>
          <p14:tracePt t="147461" x="1873250" y="5308600"/>
          <p14:tracePt t="147478" x="1873250" y="5334000"/>
          <p14:tracePt t="147494" x="1873250" y="5340350"/>
          <p14:tracePt t="147511" x="1879600" y="5346700"/>
          <p14:tracePt t="147528" x="1892300" y="5346700"/>
          <p14:tracePt t="147561" x="1898650" y="5346700"/>
          <p14:tracePt t="147578" x="1905000" y="5346700"/>
          <p14:tracePt t="147858" x="1905000" y="5340350"/>
          <p14:tracePt t="147890" x="1905000" y="5334000"/>
          <p14:tracePt t="147898" x="1905000" y="5327650"/>
          <p14:tracePt t="147906" x="1905000" y="5321300"/>
          <p14:tracePt t="147922" x="1905000" y="5308600"/>
          <p14:tracePt t="147938" x="1905000" y="5295900"/>
          <p14:tracePt t="147962" x="1905000" y="5276850"/>
          <p14:tracePt t="147970" x="1905000" y="5264150"/>
          <p14:tracePt t="147979" x="1905000" y="5226050"/>
          <p14:tracePt t="147994" x="1905000" y="5213350"/>
          <p14:tracePt t="148322" x="1911350" y="5219700"/>
          <p14:tracePt t="148330" x="1917700" y="5226050"/>
          <p14:tracePt t="148338" x="1930400" y="5251450"/>
          <p14:tracePt t="148346" x="1936750" y="5264150"/>
          <p14:tracePt t="148361" x="1962150" y="5276850"/>
          <p14:tracePt t="148377" x="2038350" y="5410200"/>
          <p14:tracePt t="148395" x="2057400" y="5435600"/>
          <p14:tracePt t="148411" x="2063750" y="5448300"/>
          <p14:tracePt t="148428" x="2101850" y="5480050"/>
          <p14:tracePt t="148444" x="2114550" y="5499100"/>
          <p14:tracePt t="148461" x="2139950" y="5543550"/>
          <p14:tracePt t="148478" x="2146300" y="5575300"/>
          <p14:tracePt t="148494" x="2159000" y="5581650"/>
          <p14:tracePt t="148511" x="2171700" y="5594350"/>
          <p14:tracePt t="148527" x="2197100" y="5619750"/>
          <p14:tracePt t="148544" x="2203450" y="5645150"/>
          <p14:tracePt t="148561" x="2216150" y="5657850"/>
          <p14:tracePt t="148578" x="2228850" y="5689600"/>
          <p14:tracePt t="148594" x="2241550" y="5708650"/>
          <p14:tracePt t="148611" x="2241550" y="5721350"/>
          <p14:tracePt t="148627" x="2247900" y="5740400"/>
          <p14:tracePt t="148644" x="2254250" y="5740400"/>
          <p14:tracePt t="148661" x="2254250" y="5746750"/>
          <p14:tracePt t="148677" x="2254250" y="5759450"/>
          <p14:tracePt t="148722" x="2260600" y="5765800"/>
          <p14:tracePt t="148754" x="2273300" y="5772150"/>
          <p14:tracePt t="148762" x="2273300" y="5778500"/>
          <p14:tracePt t="148786" x="2273300" y="5784850"/>
          <p14:tracePt t="149626" x="2279650" y="5778500"/>
          <p14:tracePt t="149634" x="2286000" y="5778500"/>
          <p14:tracePt t="150082" x="2279650" y="5772150"/>
          <p14:tracePt t="150122" x="2279650" y="5765800"/>
          <p14:tracePt t="150154" x="2279650" y="5759450"/>
          <p14:tracePt t="150162" x="2279650" y="5753100"/>
          <p14:tracePt t="150186" x="2266950" y="5740400"/>
          <p14:tracePt t="150194" x="2266950" y="5734050"/>
          <p14:tracePt t="150202" x="2266950" y="5727700"/>
          <p14:tracePt t="150211" x="2266950" y="5721350"/>
          <p14:tracePt t="150227" x="2260600" y="5664200"/>
          <p14:tracePt t="150244" x="2254250" y="5581650"/>
          <p14:tracePt t="150261" x="2254250" y="5562600"/>
          <p14:tracePt t="150278" x="2254250" y="5473700"/>
          <p14:tracePt t="150294" x="2254250" y="5257800"/>
          <p14:tracePt t="150311" x="2266950" y="5156200"/>
          <p14:tracePt t="150328" x="2286000" y="5054600"/>
          <p14:tracePt t="150344" x="2292350" y="5010150"/>
          <p14:tracePt t="150361" x="2292350" y="4838700"/>
          <p14:tracePt t="150384" x="2311400" y="4711700"/>
          <p14:tracePt t="150422" x="2374900" y="4508500"/>
          <p14:tracePt t="150438" x="2381250" y="4489450"/>
          <p14:tracePt t="150452" x="2393950" y="4438650"/>
          <p14:tracePt t="150465" x="2393950" y="4425950"/>
          <p14:tracePt t="150562" x="2393950" y="4432300"/>
          <p14:tracePt t="150574" x="2393950" y="4445000"/>
          <p14:tracePt t="150588" x="2381250" y="4527550"/>
          <p14:tracePt t="150602" x="2368550" y="4559300"/>
          <p14:tracePt t="150616" x="2343150" y="4673600"/>
          <p14:tracePt t="150631" x="2330450" y="4749800"/>
          <p14:tracePt t="150645" x="2317750" y="4806950"/>
          <p14:tracePt t="150661" x="2292350" y="4921250"/>
          <p14:tracePt t="150678" x="2286000" y="4965700"/>
          <p14:tracePt t="150695" x="2286000" y="4984750"/>
          <p14:tracePt t="150711" x="2286000" y="5080000"/>
          <p14:tracePt t="150728" x="2286000" y="5130800"/>
          <p14:tracePt t="150744" x="2298700" y="5207000"/>
          <p14:tracePt t="150746" x="2298700" y="5238750"/>
          <p14:tracePt t="150761" x="2343150" y="5365750"/>
          <p14:tracePt t="150777" x="2393950" y="5467350"/>
          <p14:tracePt t="150794" x="2419350" y="5505450"/>
          <p14:tracePt t="150811" x="2552700" y="5651500"/>
          <p14:tracePt t="150827" x="2628900" y="5721350"/>
          <p14:tracePt t="150844" x="2736850" y="5772150"/>
          <p14:tracePt t="150861" x="2959100" y="5848350"/>
          <p14:tracePt t="150877" x="3035300" y="5861050"/>
          <p14:tracePt t="150894" x="3194050" y="5886450"/>
          <p14:tracePt t="150911" x="3714750" y="5969000"/>
          <p14:tracePt t="150928" x="4019550" y="6007100"/>
          <p14:tracePt t="150944" x="4445000" y="6051550"/>
          <p14:tracePt t="150961" x="5035550" y="6121400"/>
          <p14:tracePt t="150978" x="5797550" y="6203950"/>
          <p14:tracePt t="150994" x="6261100" y="6242050"/>
          <p14:tracePt t="151011" x="6940550" y="6311900"/>
          <p14:tracePt t="151028" x="7270750" y="6324600"/>
          <p14:tracePt t="151044" x="7359650" y="6324600"/>
          <p14:tracePt t="151061" x="7664450" y="6305550"/>
          <p14:tracePt t="151078" x="7766050" y="6280150"/>
          <p14:tracePt t="151094" x="7842250" y="6242050"/>
          <p14:tracePt t="151111" x="7950200" y="6159500"/>
          <p14:tracePt t="151128" x="8020050" y="6070600"/>
          <p14:tracePt t="151144" x="8045450" y="6032500"/>
          <p14:tracePt t="151161" x="8153400" y="5803900"/>
          <p14:tracePt t="151178" x="8210550" y="5524500"/>
          <p14:tracePt t="151194" x="8267700" y="5041900"/>
          <p14:tracePt t="151211" x="8280400" y="4914900"/>
          <p14:tracePt t="151227" x="8280400" y="4622800"/>
          <p14:tracePt t="151244" x="8261350" y="4349750"/>
          <p14:tracePt t="151261" x="8115300" y="3746500"/>
          <p14:tracePt t="151278" x="7975600" y="3536950"/>
          <p14:tracePt t="151294" x="7727950" y="3282950"/>
          <p14:tracePt t="151311" x="7378700" y="2959100"/>
          <p14:tracePt t="151328" x="7092950" y="2717800"/>
          <p14:tracePt t="151344" x="6838950" y="2501900"/>
          <p14:tracePt t="151361" x="6375400" y="2114550"/>
          <p14:tracePt t="151378" x="6096000" y="1873250"/>
          <p14:tracePt t="151395" x="5886450" y="1701800"/>
          <p14:tracePt t="151411" x="5721350" y="1574800"/>
          <p14:tracePt t="151428" x="5556250" y="1485900"/>
          <p14:tracePt t="151444" x="5232400" y="1339850"/>
          <p14:tracePt t="151461" x="5124450" y="1308100"/>
          <p14:tracePt t="151478" x="4946650" y="1250950"/>
          <p14:tracePt t="151494" x="4826000" y="1238250"/>
          <p14:tracePt t="151511" x="4699000" y="1231900"/>
          <p14:tracePt t="151528" x="4470400" y="1250950"/>
          <p14:tracePt t="151545" x="4343400" y="1282700"/>
          <p14:tracePt t="151561" x="4324350" y="1289050"/>
          <p14:tracePt t="151578" x="3981450" y="1384300"/>
          <p14:tracePt t="151594" x="3848100" y="1422400"/>
          <p14:tracePt t="151611" x="3606800" y="1498600"/>
          <p14:tracePt t="151628" x="3524250" y="1536700"/>
          <p14:tracePt t="151644" x="3276600" y="1625600"/>
          <p14:tracePt t="151661" x="3181350" y="1663700"/>
          <p14:tracePt t="151678" x="3098800" y="1701800"/>
          <p14:tracePt t="151694" x="2914650" y="1816100"/>
          <p14:tracePt t="151711" x="2870200" y="1841500"/>
          <p14:tracePt t="151728" x="2774950" y="1911350"/>
          <p14:tracePt t="151744" x="2603500" y="2057400"/>
          <p14:tracePt t="151747" x="2552700" y="2089150"/>
          <p14:tracePt t="151761" x="2495550" y="2127250"/>
          <p14:tracePt t="151777" x="2286000" y="2254250"/>
          <p14:tracePt t="151794" x="2235200" y="2286000"/>
          <p14:tracePt t="151811" x="2114550" y="2336800"/>
          <p14:tracePt t="151829" x="1936750" y="2419350"/>
          <p14:tracePt t="151847" x="1860550" y="2457450"/>
          <p14:tracePt t="151861" x="1714500" y="2559050"/>
          <p14:tracePt t="151877" x="1670050" y="2603500"/>
          <p14:tracePt t="151894" x="1568450" y="2692400"/>
          <p14:tracePt t="151911" x="1466850" y="2825750"/>
          <p14:tracePt t="151927" x="1403350" y="2908300"/>
          <p14:tracePt t="151944" x="1263650" y="3035300"/>
          <p14:tracePt t="151961" x="1238250" y="3079750"/>
          <p14:tracePt t="151977" x="1149350" y="3225800"/>
          <p14:tracePt t="151994" x="1028700" y="3422650"/>
          <p14:tracePt t="152011" x="965200" y="3530600"/>
          <p14:tracePt t="152027" x="933450" y="3587750"/>
          <p14:tracePt t="152044" x="850900" y="3746500"/>
          <p14:tracePt t="152061" x="787400" y="3860800"/>
          <p14:tracePt t="152077" x="698500" y="4038600"/>
          <p14:tracePt t="152094" x="666750" y="4127500"/>
          <p14:tracePt t="152111" x="647700" y="4165600"/>
          <p14:tracePt t="152127" x="609600" y="4292600"/>
          <p14:tracePt t="152144" x="571500" y="4375150"/>
          <p14:tracePt t="152161" x="546100" y="4451350"/>
          <p14:tracePt t="152177" x="520700" y="4603750"/>
          <p14:tracePt t="152194" x="520700" y="4622800"/>
          <p14:tracePt t="152211" x="501650" y="4743450"/>
          <p14:tracePt t="152227" x="488950" y="4819650"/>
          <p14:tracePt t="152244" x="488950" y="4908550"/>
          <p14:tracePt t="152261" x="501650" y="5060950"/>
          <p14:tracePt t="152282" x="533400" y="5149850"/>
          <p14:tracePt t="152294" x="539750" y="5187950"/>
          <p14:tracePt t="152311" x="596900" y="5308600"/>
          <p14:tracePt t="152327" x="641350" y="5391150"/>
          <p14:tracePt t="152344" x="704850" y="5473700"/>
          <p14:tracePt t="152361" x="831850" y="5638800"/>
          <p14:tracePt t="152377" x="914400" y="5753100"/>
          <p14:tracePt t="152394" x="1035050" y="5880100"/>
          <p14:tracePt t="152411" x="1136650" y="5962650"/>
          <p14:tracePt t="152428" x="1225550" y="6026150"/>
          <p14:tracePt t="152444" x="1390650" y="6127750"/>
          <p14:tracePt t="152461" x="1416050" y="6153150"/>
          <p14:tracePt t="152478" x="1498600" y="6184900"/>
          <p14:tracePt t="152494" x="1606550" y="6216650"/>
          <p14:tracePt t="152511" x="1651000" y="6242050"/>
          <p14:tracePt t="152528" x="1708150" y="6273800"/>
          <p14:tracePt t="152545" x="1809750" y="6318250"/>
          <p14:tracePt t="152561" x="1885950" y="6343650"/>
          <p14:tracePt t="152578" x="2057400" y="6426200"/>
          <p14:tracePt t="152594" x="2159000" y="6470650"/>
          <p14:tracePt t="152611" x="2247900" y="6515100"/>
          <p14:tracePt t="152627" x="2400300" y="6559550"/>
          <p14:tracePt t="152644" x="2482850" y="6591300"/>
          <p14:tracePt t="152661" x="2571750" y="6629400"/>
          <p14:tracePt t="152677" x="2768600" y="6673850"/>
          <p14:tracePt t="152694" x="2908300" y="6705600"/>
          <p14:tracePt t="152711" x="3073400" y="6724650"/>
          <p14:tracePt t="152728" x="3149600" y="6724650"/>
          <p14:tracePt t="152744" x="3251200" y="6731000"/>
          <p14:tracePt t="152747" x="3295650" y="6731000"/>
          <p14:tracePt t="152761" x="3314700" y="6731000"/>
          <p14:tracePt t="152778" x="3441700" y="6750050"/>
          <p14:tracePt t="152794" x="3473450" y="6756400"/>
          <p14:tracePt t="152811" x="3479800" y="6769100"/>
          <p14:tracePt t="152827" x="3524250" y="6781800"/>
          <p14:tracePt t="152844" x="3524250" y="6788150"/>
          <p14:tracePt t="153026" x="3530600" y="6788150"/>
          <p14:tracePt t="153034" x="3543300" y="6781800"/>
          <p14:tracePt t="153044" x="3575050" y="6762750"/>
          <p14:tracePt t="153061" x="3632200" y="6731000"/>
          <p14:tracePt t="153077" x="3657600" y="6718300"/>
          <p14:tracePt t="153094" x="3771900" y="6667500"/>
          <p14:tracePt t="153111" x="3860800" y="6648450"/>
          <p14:tracePt t="153127" x="3994150" y="6604000"/>
          <p14:tracePt t="153161" x="4076700" y="6578600"/>
          <p14:tracePt t="153177" x="4095750" y="6572250"/>
          <p14:tracePt t="153322" x="4102100" y="6572250"/>
          <p14:tracePt t="153354" x="4108450" y="6572250"/>
          <p14:tracePt t="153362" x="4114800" y="6572250"/>
          <p14:tracePt t="153370" x="4121150" y="6572250"/>
          <p14:tracePt t="153394" x="4133850" y="6578600"/>
          <p14:tracePt t="153418" x="4140200" y="6578600"/>
          <p14:tracePt t="153434" x="4133850" y="6584950"/>
          <p14:tracePt t="154050" x="4133850" y="6578600"/>
          <p14:tracePt t="154083" x="4133850" y="6572250"/>
          <p14:tracePt t="154498" x="4127500" y="6565900"/>
          <p14:tracePt t="154506" x="4121150" y="6534150"/>
          <p14:tracePt t="154514" x="4083050" y="6470650"/>
          <p14:tracePt t="154527" x="4032250" y="6356350"/>
          <p14:tracePt t="154544" x="3930650" y="6070600"/>
          <p14:tracePt t="154561" x="3695700" y="5645150"/>
          <p14:tracePt t="154578" x="3352800" y="5187950"/>
          <p14:tracePt t="154594" x="2927350" y="4724400"/>
          <p14:tracePt t="154627" x="2419350" y="4114800"/>
          <p14:tracePt t="154665" x="1689100" y="3321050"/>
          <p14:tracePt t="154697" x="1054100" y="2730500"/>
          <p14:tracePt t="154728" x="901700" y="2578100"/>
          <p14:tracePt t="154731" x="857250" y="2533650"/>
          <p14:tracePt t="154750" x="641350" y="2317750"/>
          <p14:tracePt t="154761" x="533400" y="2203450"/>
          <p14:tracePt t="154777" x="311150" y="1987550"/>
          <p14:tracePt t="154794" x="215900" y="1898650"/>
          <p14:tracePt t="154810" x="165100" y="184150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1.3   NETWORKS TYPES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5125" y="727075"/>
            <a:ext cx="8429625" cy="5616575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1.3.5 </a:t>
            </a:r>
            <a:r>
              <a:rPr lang="en-US" altLang="ko-KR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Accessing the Internet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Using Telephone Networks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i="1" dirty="0" smtClean="0">
                <a:latin typeface="Times New Roman" pitchFamily="18" charset="0"/>
              </a:rPr>
              <a:t>Dial-up service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i="1" dirty="0" smtClean="0">
                <a:latin typeface="Times New Roman" pitchFamily="18" charset="0"/>
              </a:rPr>
              <a:t>DSL service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Using Cable Network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Using Wireless Network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Direct connection to the Internet</a:t>
            </a:r>
          </a:p>
          <a:p>
            <a:pPr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med" advTm="155726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81" x="4648200" y="3721100"/>
          <p14:tracePt t="489" x="4654550" y="3752850"/>
          <p14:tracePt t="497" x="4667250" y="3759200"/>
          <p14:tracePt t="508" x="4686300" y="3778250"/>
          <p14:tracePt t="525" x="4699000" y="3790950"/>
          <p14:tracePt t="553" x="4718050" y="3790950"/>
          <p14:tracePt t="561" x="4718050" y="3784600"/>
          <p14:tracePt t="577" x="4737100" y="3771900"/>
          <p14:tracePt t="592" x="4749800" y="3746500"/>
          <p14:tracePt t="608" x="4794250" y="3581400"/>
          <p14:tracePt t="625" x="4794250" y="3530600"/>
          <p14:tracePt t="642" x="4800600" y="3460750"/>
          <p14:tracePt t="658" x="4794250" y="3441700"/>
          <p14:tracePt t="675" x="4768850" y="3302000"/>
          <p14:tracePt t="692" x="4737100" y="3206750"/>
          <p14:tracePt t="708" x="4660900" y="3086100"/>
          <p14:tracePt t="725" x="4622800" y="3048000"/>
          <p14:tracePt t="741" x="4578350" y="3003550"/>
          <p14:tracePt t="758" x="4552950" y="2978150"/>
          <p14:tracePt t="775" x="4489450" y="2933700"/>
          <p14:tracePt t="792" x="4451350" y="2921000"/>
          <p14:tracePt t="808" x="4406900" y="2895600"/>
          <p14:tracePt t="842" x="4381500" y="2895600"/>
          <p14:tracePt t="858" x="4375150" y="2895600"/>
          <p14:tracePt t="875" x="4356100" y="2895600"/>
          <p14:tracePt t="892" x="4349750" y="2901950"/>
          <p14:tracePt t="908" x="4343400" y="2901950"/>
          <p14:tracePt t="925" x="4324350" y="2914650"/>
          <p14:tracePt t="942" x="4311650" y="2921000"/>
          <p14:tracePt t="958" x="4305300" y="2921000"/>
          <p14:tracePt t="1113" x="4305300" y="2914650"/>
          <p14:tracePt t="1121" x="4305300" y="2901950"/>
          <p14:tracePt t="1129" x="4305300" y="2882900"/>
          <p14:tracePt t="1142" x="4305300" y="2863850"/>
          <p14:tracePt t="1158" x="4298950" y="2844800"/>
          <p14:tracePt t="1175" x="4241800" y="2781300"/>
          <p14:tracePt t="1191" x="4197350" y="2717800"/>
          <p14:tracePt t="1208" x="4006850" y="2495550"/>
          <p14:tracePt t="1225" x="3892550" y="2387600"/>
          <p14:tracePt t="1242" x="3835400" y="2343150"/>
          <p14:tracePt t="1258" x="3632200" y="2120900"/>
          <p14:tracePt t="1275" x="3517900" y="2025650"/>
          <p14:tracePt t="1291" x="3270250" y="1803400"/>
          <p14:tracePt t="1308" x="3149600" y="1689100"/>
          <p14:tracePt t="1325" x="3054350" y="1600200"/>
          <p14:tracePt t="1342" x="2933700" y="1479550"/>
          <p14:tracePt t="1358" x="2863850" y="1377950"/>
          <p14:tracePt t="1375" x="2774950" y="1289050"/>
          <p14:tracePt t="1377" x="2660650" y="1174750"/>
          <p14:tracePt t="1392" x="2622550" y="1143000"/>
          <p14:tracePt t="1409" x="2571750" y="1098550"/>
          <p14:tracePt t="1425" x="2527300" y="1066800"/>
          <p14:tracePt t="1442" x="2520950" y="1060450"/>
          <p14:tracePt t="1497" x="2527300" y="1047750"/>
          <p14:tracePt t="1505" x="2533650" y="1047750"/>
          <p14:tracePt t="1513" x="2540000" y="1041400"/>
          <p14:tracePt t="1525" x="2552700" y="1035050"/>
          <p14:tracePt t="1542" x="2565400" y="1022350"/>
          <p14:tracePt t="1558" x="2578100" y="1022350"/>
          <p14:tracePt t="1576" x="2673350" y="990600"/>
          <p14:tracePt t="1592" x="2755900" y="984250"/>
          <p14:tracePt t="1608" x="2908300" y="984250"/>
          <p14:tracePt t="1625" x="3092450" y="996950"/>
          <p14:tracePt t="1642" x="3162300" y="996950"/>
          <p14:tracePt t="1658" x="3263900" y="1009650"/>
          <p14:tracePt t="1675" x="3346450" y="1022350"/>
          <p14:tracePt t="1692" x="3371850" y="1022350"/>
          <p14:tracePt t="1708" x="3403600" y="1028700"/>
          <p14:tracePt t="1725" x="3435350" y="1041400"/>
          <p14:tracePt t="1742" x="3441700" y="1054100"/>
          <p14:tracePt t="1758" x="3467100" y="1060450"/>
          <p14:tracePt t="1775" x="3543300" y="1111250"/>
          <p14:tracePt t="1792" x="3587750" y="1117600"/>
          <p14:tracePt t="1808" x="3683000" y="1149350"/>
          <p14:tracePt t="1825" x="3689350" y="1149350"/>
          <p14:tracePt t="1842" x="3708400" y="1149350"/>
          <p14:tracePt t="1896" x="3708400" y="1143000"/>
          <p14:tracePt t="1904" x="3714750" y="1123950"/>
          <p14:tracePt t="1912" x="3714750" y="1117600"/>
          <p14:tracePt t="1929" x="3708400" y="1085850"/>
          <p14:tracePt t="1945" x="3708400" y="1073150"/>
          <p14:tracePt t="1958" x="3695700" y="1073150"/>
          <p14:tracePt t="1975" x="3695700" y="1060450"/>
          <p14:tracePt t="1992" x="3683000" y="1054100"/>
          <p14:tracePt t="2008" x="3670300" y="1047750"/>
          <p14:tracePt t="2025" x="3657600" y="1041400"/>
          <p14:tracePt t="2042" x="3651250" y="1035050"/>
          <p14:tracePt t="2058" x="3625850" y="1035050"/>
          <p14:tracePt t="2075" x="3606800" y="1035050"/>
          <p14:tracePt t="2092" x="3600450" y="1035050"/>
          <p14:tracePt t="2108" x="3581400" y="1041400"/>
          <p14:tracePt t="2125" x="3568700" y="1054100"/>
          <p14:tracePt t="2142" x="3556000" y="1060450"/>
          <p14:tracePt t="2159" x="3549650" y="1073150"/>
          <p14:tracePt t="2175" x="3517900" y="1098550"/>
          <p14:tracePt t="2192" x="3498850" y="1111250"/>
          <p14:tracePt t="2208" x="3492500" y="1117600"/>
          <p14:tracePt t="2226" x="3486150" y="1123950"/>
          <p14:tracePt t="2265" x="3479800" y="1136650"/>
          <p14:tracePt t="2273" x="3479800" y="1149350"/>
          <p14:tracePt t="2281" x="3479800" y="1155700"/>
          <p14:tracePt t="2305" x="3479800" y="1168400"/>
          <p14:tracePt t="2313" x="3479800" y="1174750"/>
          <p14:tracePt t="2329" x="3479800" y="1181100"/>
          <p14:tracePt t="2353" x="3479800" y="1187450"/>
          <p14:tracePt t="2544" x="3492500" y="1187450"/>
          <p14:tracePt t="2561" x="3505200" y="1187450"/>
          <p14:tracePt t="2577" x="3511550" y="1187450"/>
          <p14:tracePt t="2584" x="3524250" y="1187450"/>
          <p14:tracePt t="2601" x="3549650" y="1187450"/>
          <p14:tracePt t="2609" x="3556000" y="1181100"/>
          <p14:tracePt t="2625" x="3568700" y="1181100"/>
          <p14:tracePt t="2642" x="3600450" y="1174750"/>
          <p14:tracePt t="2659" x="3676650" y="1168400"/>
          <p14:tracePt t="2675" x="3746500" y="1168400"/>
          <p14:tracePt t="2691" x="3810000" y="1168400"/>
          <p14:tracePt t="2709" x="3848100" y="1168400"/>
          <p14:tracePt t="2725" x="3981450" y="1168400"/>
          <p14:tracePt t="2741" x="4038600" y="1162050"/>
          <p14:tracePt t="2758" x="4108450" y="1162050"/>
          <p14:tracePt t="2775" x="4216400" y="1168400"/>
          <p14:tracePt t="2792" x="4260850" y="1174750"/>
          <p14:tracePt t="2808" x="4318000" y="1174750"/>
          <p14:tracePt t="2825" x="4387850" y="1174750"/>
          <p14:tracePt t="2842" x="4451350" y="1155700"/>
          <p14:tracePt t="2858" x="4470400" y="1155700"/>
          <p14:tracePt t="2875" x="4527550" y="1136650"/>
          <p14:tracePt t="2891" x="4546600" y="1130300"/>
          <p14:tracePt t="2908" x="4584700" y="1117600"/>
          <p14:tracePt t="2925" x="4635500" y="1092200"/>
          <p14:tracePt t="2942" x="4660900" y="1085850"/>
          <p14:tracePt t="2958" x="4705350" y="1066800"/>
          <p14:tracePt t="2975" x="4724400" y="1054100"/>
          <p14:tracePt t="3008" x="4730750" y="1047750"/>
          <p14:tracePt t="3025" x="4730750" y="1041400"/>
          <p14:tracePt t="3049" x="4737100" y="1028700"/>
          <p14:tracePt t="3058" x="4737100" y="1016000"/>
          <p14:tracePt t="3075" x="4724400" y="996950"/>
          <p14:tracePt t="3092" x="4699000" y="958850"/>
          <p14:tracePt t="3108" x="4622800" y="901700"/>
          <p14:tracePt t="3125" x="4591050" y="876300"/>
          <p14:tracePt t="3142" x="4514850" y="838200"/>
          <p14:tracePt t="3158" x="4368800" y="793750"/>
          <p14:tracePt t="3175" x="4260850" y="768350"/>
          <p14:tracePt t="3192" x="4044950" y="730250"/>
          <p14:tracePt t="3208" x="3994150" y="723900"/>
          <p14:tracePt t="3225" x="3917950" y="717550"/>
          <p14:tracePt t="3241" x="3816350" y="717550"/>
          <p14:tracePt t="3258" x="3746500" y="717550"/>
          <p14:tracePt t="3275" x="3714750" y="723900"/>
          <p14:tracePt t="3292" x="3663950" y="736600"/>
          <p14:tracePt t="3308" x="3632200" y="749300"/>
          <p14:tracePt t="3325" x="3619500" y="755650"/>
          <p14:tracePt t="3342" x="3600450" y="774700"/>
          <p14:tracePt t="3358" x="3587750" y="793750"/>
          <p14:tracePt t="3376" x="3587750" y="800100"/>
          <p14:tracePt t="3392" x="3587750" y="806450"/>
          <p14:tracePt t="3408" x="3581400" y="825500"/>
          <p14:tracePt t="3442" x="3575050" y="876300"/>
          <p14:tracePt t="3458" x="3581400" y="901700"/>
          <p14:tracePt t="3475" x="3587750" y="914400"/>
          <p14:tracePt t="3491" x="3606800" y="958850"/>
          <p14:tracePt t="3508" x="3606800" y="965200"/>
          <p14:tracePt t="3525" x="3613150" y="977900"/>
          <p14:tracePt t="3542" x="3619500" y="996950"/>
          <p14:tracePt t="3558" x="3632200" y="1022350"/>
          <p14:tracePt t="3575" x="3638550" y="1028700"/>
          <p14:tracePt t="3592" x="3657600" y="1060450"/>
          <p14:tracePt t="3608" x="3663950" y="1073150"/>
          <p14:tracePt t="3625" x="3670300" y="1079500"/>
          <p14:tracePt t="3642" x="3670300" y="1092200"/>
          <p14:tracePt t="3658" x="3676650" y="1098550"/>
          <p14:tracePt t="3675" x="3663950" y="1104900"/>
          <p14:tracePt t="3708" x="3657600" y="1104900"/>
          <p14:tracePt t="3725" x="3632200" y="1111250"/>
          <p14:tracePt t="3742" x="3575050" y="1111250"/>
          <p14:tracePt t="3758" x="3543300" y="1111250"/>
          <p14:tracePt t="3775" x="3505200" y="1117600"/>
          <p14:tracePt t="3792" x="3454400" y="1117600"/>
          <p14:tracePt t="3808" x="3409950" y="1117600"/>
          <p14:tracePt t="4096" x="3378200" y="1117600"/>
          <p14:tracePt t="4113" x="3321050" y="1130300"/>
          <p14:tracePt t="4121" x="3276600" y="1130300"/>
          <p14:tracePt t="4129" x="3206750" y="1149350"/>
          <p14:tracePt t="4142" x="3124200" y="1155700"/>
          <p14:tracePt t="4158" x="2781300" y="1168400"/>
          <p14:tracePt t="4175" x="2635250" y="1181100"/>
          <p14:tracePt t="4192" x="2482850" y="1181100"/>
          <p14:tracePt t="4208" x="2209800" y="1168400"/>
          <p14:tracePt t="4225" x="2133600" y="1155700"/>
          <p14:tracePt t="4242" x="2063750" y="1143000"/>
          <p14:tracePt t="4258" x="2057400" y="1136650"/>
          <p14:tracePt t="4275" x="2051050" y="1130300"/>
          <p14:tracePt t="4377" x="2044700" y="1130300"/>
          <p14:tracePt t="4393" x="2038350" y="1130300"/>
          <p14:tracePt t="4401" x="2032000" y="1130300"/>
          <p14:tracePt t="4425" x="2019300" y="1136650"/>
          <p14:tracePt t="4433" x="2012950" y="1136650"/>
          <p14:tracePt t="4441" x="2012950" y="1143000"/>
          <p14:tracePt t="4458" x="2000250" y="1143000"/>
          <p14:tracePt t="4475" x="1987550" y="1149350"/>
          <p14:tracePt t="4492" x="1968500" y="1162050"/>
          <p14:tracePt t="4585" x="1974850" y="1162050"/>
          <p14:tracePt t="4600" x="1987550" y="1162050"/>
          <p14:tracePt t="4616" x="2000250" y="1162050"/>
          <p14:tracePt t="4624" x="2025650" y="1149350"/>
          <p14:tracePt t="4633" x="2038350" y="1149350"/>
          <p14:tracePt t="4641" x="2051050" y="1143000"/>
          <p14:tracePt t="4658" x="2178050" y="1123950"/>
          <p14:tracePt t="4675" x="2254250" y="1117600"/>
          <p14:tracePt t="4692" x="2362200" y="1111250"/>
          <p14:tracePt t="4709" x="2559050" y="1079500"/>
          <p14:tracePt t="4725" x="2635250" y="1060450"/>
          <p14:tracePt t="4742" x="2673350" y="1060450"/>
          <p14:tracePt t="4758" x="2749550" y="1047750"/>
          <p14:tracePt t="4776" x="2755900" y="1047750"/>
          <p14:tracePt t="4792" x="2774950" y="1047750"/>
          <p14:tracePt t="4825" x="2781300" y="1054100"/>
          <p14:tracePt t="4841" x="2794000" y="1060450"/>
          <p14:tracePt t="4858" x="2800350" y="1060450"/>
          <p14:tracePt t="4875" x="2813050" y="1066800"/>
          <p14:tracePt t="4892" x="2832100" y="1073150"/>
          <p14:tracePt t="4908" x="2844800" y="1073150"/>
          <p14:tracePt t="4925" x="2851150" y="1073150"/>
          <p14:tracePt t="4942" x="2863850" y="1085850"/>
          <p14:tracePt t="4958" x="2882900" y="1085850"/>
          <p14:tracePt t="4975" x="2889250" y="1085850"/>
          <p14:tracePt t="5121" x="2889250" y="1092200"/>
          <p14:tracePt t="5144" x="2889250" y="1104900"/>
          <p14:tracePt t="5152" x="2889250" y="1111250"/>
          <p14:tracePt t="5168" x="2889250" y="1117600"/>
          <p14:tracePt t="5177" x="2889250" y="1123950"/>
          <p14:tracePt t="5192" x="2889250" y="1130300"/>
          <p14:tracePt t="5209" x="2889250" y="1168400"/>
          <p14:tracePt t="5225" x="2965450" y="1219200"/>
          <p14:tracePt t="5242" x="3016250" y="1238250"/>
          <p14:tracePt t="5258" x="3238500" y="1308100"/>
          <p14:tracePt t="5275" x="3771900" y="1390650"/>
          <p14:tracePt t="5292" x="4210050" y="1441450"/>
          <p14:tracePt t="5308" x="4616450" y="1473200"/>
          <p14:tracePt t="5325" x="5429250" y="1504950"/>
          <p14:tracePt t="5341" x="5600700" y="1504950"/>
          <p14:tracePt t="5358" x="5772150" y="1517650"/>
          <p14:tracePt t="5375" x="5899150" y="1517650"/>
          <p14:tracePt t="5529" x="5892800" y="1530350"/>
          <p14:tracePt t="5553" x="5886450" y="1543050"/>
          <p14:tracePt t="5561" x="5873750" y="1549400"/>
          <p14:tracePt t="5568" x="5854700" y="1562100"/>
          <p14:tracePt t="5577" x="5848350" y="1562100"/>
          <p14:tracePt t="5593" x="5816600" y="1581150"/>
          <p14:tracePt t="5608" x="5657850" y="1657350"/>
          <p14:tracePt t="5625" x="5556250" y="1695450"/>
          <p14:tracePt t="5642" x="5200650" y="1816100"/>
          <p14:tracePt t="5658" x="5137150" y="1835150"/>
          <p14:tracePt t="5675" x="5092700" y="1854200"/>
          <p14:tracePt t="5692" x="5080000" y="1860550"/>
          <p14:tracePt t="5753" x="5067300" y="1854200"/>
          <p14:tracePt t="5777" x="5060950" y="1841500"/>
          <p14:tracePt t="5785" x="5054600" y="1841500"/>
          <p14:tracePt t="5794" x="5041900" y="1828800"/>
          <p14:tracePt t="5808" x="5010150" y="1809750"/>
          <p14:tracePt t="5825" x="4997450" y="1803400"/>
          <p14:tracePt t="5842" x="4933950" y="1784350"/>
          <p14:tracePt t="5858" x="4883150" y="1765300"/>
          <p14:tracePt t="5875" x="4756150" y="1746250"/>
          <p14:tracePt t="5892" x="4692650" y="1746250"/>
          <p14:tracePt t="5909" x="4667250" y="1739900"/>
          <p14:tracePt t="5969" x="4660900" y="1733550"/>
          <p14:tracePt t="6081" x="4673600" y="1733550"/>
          <p14:tracePt t="6097" x="4673600" y="1727200"/>
          <p14:tracePt t="6104" x="4679950" y="1720850"/>
          <p14:tracePt t="6113" x="4686300" y="1714500"/>
          <p14:tracePt t="6125" x="4699000" y="1714500"/>
          <p14:tracePt t="6142" x="4711700" y="1701800"/>
          <p14:tracePt t="6158" x="4730750" y="1689100"/>
          <p14:tracePt t="6175" x="4749800" y="1689100"/>
          <p14:tracePt t="6192" x="4756150" y="1676400"/>
          <p14:tracePt t="6208" x="4775200" y="1676400"/>
          <p14:tracePt t="6225" x="4787900" y="1676400"/>
          <p14:tracePt t="6242" x="4800600" y="1676400"/>
          <p14:tracePt t="6258" x="4806950" y="1670050"/>
          <p14:tracePt t="6275" x="4813300" y="1670050"/>
          <p14:tracePt t="6308" x="4819650" y="1670050"/>
          <p14:tracePt t="6337" x="4826000" y="1670050"/>
          <p14:tracePt t="6529" x="4826000" y="1676400"/>
          <p14:tracePt t="6545" x="4832350" y="1676400"/>
          <p14:tracePt t="6905" x="4819650" y="1676400"/>
          <p14:tracePt t="6913" x="4800600" y="1689100"/>
          <p14:tracePt t="6920" x="4794250" y="1695450"/>
          <p14:tracePt t="6929" x="4762500" y="1708150"/>
          <p14:tracePt t="6941" x="4667250" y="1739900"/>
          <p14:tracePt t="6958" x="4641850" y="1758950"/>
          <p14:tracePt t="6975" x="4559300" y="1790700"/>
          <p14:tracePt t="6992" x="4476750" y="1828800"/>
          <p14:tracePt t="7008" x="4464050" y="1841500"/>
          <p14:tracePt t="7152" x="4470400" y="1835150"/>
          <p14:tracePt t="7177" x="4470400" y="1828800"/>
          <p14:tracePt t="7193" x="4483100" y="1822450"/>
          <p14:tracePt t="7201" x="4489450" y="1816100"/>
          <p14:tracePt t="7217" x="4489450" y="1803400"/>
          <p14:tracePt t="7225" x="4495800" y="1797050"/>
          <p14:tracePt t="7265" x="4502150" y="1790700"/>
          <p14:tracePt t="7272" x="4508500" y="1784350"/>
          <p14:tracePt t="7297" x="4508500" y="1778000"/>
          <p14:tracePt t="7513" x="4495800" y="1778000"/>
          <p14:tracePt t="7521" x="4457700" y="1771650"/>
          <p14:tracePt t="7529" x="4305300" y="1771650"/>
          <p14:tracePt t="7545" x="4095750" y="1778000"/>
          <p14:tracePt t="7558" x="3873500" y="1778000"/>
          <p14:tracePt t="7575" x="2959100" y="1803400"/>
          <p14:tracePt t="7591" x="2501900" y="1828800"/>
          <p14:tracePt t="7608" x="1860550" y="1847850"/>
          <p14:tracePt t="7625" x="1803400" y="1854200"/>
          <p14:tracePt t="7641" x="1739900" y="1860550"/>
          <p14:tracePt t="7658" x="1720850" y="1860550"/>
          <p14:tracePt t="7706" x="1714500" y="1860550"/>
          <p14:tracePt t="7729" x="1701800" y="1860550"/>
          <p14:tracePt t="7745" x="1689100" y="1860550"/>
          <p14:tracePt t="7752" x="1682750" y="1860550"/>
          <p14:tracePt t="7761" x="1670050" y="1860550"/>
          <p14:tracePt t="7775" x="1657350" y="1860550"/>
          <p14:tracePt t="7792" x="1644650" y="1860550"/>
          <p14:tracePt t="7808" x="1568450" y="1879600"/>
          <p14:tracePt t="7825" x="1435100" y="1892300"/>
          <p14:tracePt t="7841" x="1339850" y="1892300"/>
          <p14:tracePt t="7858" x="1257300" y="1892300"/>
          <p14:tracePt t="7875" x="1219200" y="1892300"/>
          <p14:tracePt t="7892" x="1143000" y="1892300"/>
          <p14:tracePt t="7908" x="1117600" y="1885950"/>
          <p14:tracePt t="7925" x="1092200" y="1873250"/>
          <p14:tracePt t="7942" x="1073150" y="1854200"/>
          <p14:tracePt t="7975" x="1066800" y="1847850"/>
          <p14:tracePt t="7992" x="1060450" y="1847850"/>
          <p14:tracePt t="8008" x="1060450" y="1835150"/>
          <p14:tracePt t="8025" x="1060450" y="1828800"/>
          <p14:tracePt t="8041" x="1041400" y="1803400"/>
          <p14:tracePt t="8058" x="1041400" y="1790700"/>
          <p14:tracePt t="8075" x="1035050" y="1784350"/>
          <p14:tracePt t="8092" x="1035050" y="1771650"/>
          <p14:tracePt t="8108" x="1022350" y="1758950"/>
          <p14:tracePt t="8125" x="1022350" y="1752600"/>
          <p14:tracePt t="8142" x="1009650" y="1746250"/>
          <p14:tracePt t="8158" x="1003300" y="1733550"/>
          <p14:tracePt t="8175" x="984250" y="1720850"/>
          <p14:tracePt t="8192" x="958850" y="1714500"/>
          <p14:tracePt t="8208" x="933450" y="1701800"/>
          <p14:tracePt t="8225" x="920750" y="1701800"/>
          <p14:tracePt t="8258" x="908050" y="1695450"/>
          <p14:tracePt t="8417" x="908050" y="1689100"/>
          <p14:tracePt t="8433" x="914400" y="1689100"/>
          <p14:tracePt t="8448" x="914400" y="1682750"/>
          <p14:tracePt t="8472" x="920750" y="1676400"/>
          <p14:tracePt t="8497" x="920750" y="1670050"/>
          <p14:tracePt t="8545" x="920750" y="1663700"/>
          <p14:tracePt t="8977" x="933450" y="1663700"/>
          <p14:tracePt t="8985" x="958850" y="1657350"/>
          <p14:tracePt t="8993" x="965200" y="1657350"/>
          <p14:tracePt t="9008" x="971550" y="1657350"/>
          <p14:tracePt t="9025" x="996950" y="1657350"/>
          <p14:tracePt t="9041" x="1035050" y="1657350"/>
          <p14:tracePt t="9058" x="1111250" y="1663700"/>
          <p14:tracePt t="9075" x="1149350" y="1670050"/>
          <p14:tracePt t="9091" x="1219200" y="1676400"/>
          <p14:tracePt t="9108" x="1257300" y="1676400"/>
          <p14:tracePt t="9125" x="1371600" y="1676400"/>
          <p14:tracePt t="9142" x="1428750" y="1682750"/>
          <p14:tracePt t="9158" x="1492250" y="1682750"/>
          <p14:tracePt t="9175" x="1581150" y="1689100"/>
          <p14:tracePt t="9192" x="1612900" y="1689100"/>
          <p14:tracePt t="9208" x="1644650" y="1689100"/>
          <p14:tracePt t="9225" x="1695450" y="1689100"/>
          <p14:tracePt t="9241" x="1739900" y="1682750"/>
          <p14:tracePt t="9258" x="1765300" y="1676400"/>
          <p14:tracePt t="9291" x="1784350" y="1670050"/>
          <p14:tracePt t="9361" x="1790700" y="1663700"/>
          <p14:tracePt t="9377" x="1803400" y="1663700"/>
          <p14:tracePt t="9417" x="1816100" y="1657350"/>
          <p14:tracePt t="9440" x="1828800" y="1657350"/>
          <p14:tracePt t="9464" x="1835150" y="1657350"/>
          <p14:tracePt t="9472" x="1847850" y="1657350"/>
          <p14:tracePt t="9489" x="1873250" y="1657350"/>
          <p14:tracePt t="9513" x="1892300" y="1657350"/>
          <p14:tracePt t="9521" x="1911350" y="1657350"/>
          <p14:tracePt t="9529" x="1930400" y="1657350"/>
          <p14:tracePt t="9541" x="1955800" y="1657350"/>
          <p14:tracePt t="9558" x="2057400" y="1657350"/>
          <p14:tracePt t="9575" x="2120900" y="1657350"/>
          <p14:tracePt t="9591" x="2184400" y="1657350"/>
          <p14:tracePt t="9608" x="2298700" y="1644650"/>
          <p14:tracePt t="9625" x="2362200" y="1644650"/>
          <p14:tracePt t="9642" x="2419350" y="1644650"/>
          <p14:tracePt t="9659" x="2520950" y="1644650"/>
          <p14:tracePt t="9675" x="2571750" y="1644650"/>
          <p14:tracePt t="9691" x="2597150" y="1644650"/>
          <p14:tracePt t="9709" x="2635250" y="1638300"/>
          <p14:tracePt t="9725" x="2698750" y="1625600"/>
          <p14:tracePt t="9742" x="2724150" y="1625600"/>
          <p14:tracePt t="9758" x="2768600" y="1612900"/>
          <p14:tracePt t="9775" x="2813050" y="1612900"/>
          <p14:tracePt t="9792" x="2832100" y="1612900"/>
          <p14:tracePt t="9808" x="2889250" y="1612900"/>
          <p14:tracePt t="9825" x="2952750" y="1612900"/>
          <p14:tracePt t="9841" x="2984500" y="1612900"/>
          <p14:tracePt t="9858" x="3016250" y="1612900"/>
          <p14:tracePt t="9875" x="3035300" y="1612900"/>
          <p14:tracePt t="9892" x="3079750" y="1612900"/>
          <p14:tracePt t="9908" x="3098800" y="1612900"/>
          <p14:tracePt t="9925" x="3143250" y="1612900"/>
          <p14:tracePt t="9942" x="3162300" y="1619250"/>
          <p14:tracePt t="9958" x="3194050" y="1625600"/>
          <p14:tracePt t="9975" x="3213100" y="1625600"/>
          <p14:tracePt t="9992" x="3232150" y="1625600"/>
          <p14:tracePt t="10008" x="3270250" y="1625600"/>
          <p14:tracePt t="10025" x="3295650" y="1625600"/>
          <p14:tracePt t="10042" x="3321050" y="1625600"/>
          <p14:tracePt t="10075" x="3352800" y="1625600"/>
          <p14:tracePt t="10091" x="3365500" y="1625600"/>
          <p14:tracePt t="10108" x="3378200" y="1625600"/>
          <p14:tracePt t="10125" x="3384550" y="1625600"/>
          <p14:tracePt t="10142" x="3397250" y="1625600"/>
          <p14:tracePt t="10158" x="3416300" y="1625600"/>
          <p14:tracePt t="10175" x="3441700" y="1625600"/>
          <p14:tracePt t="10208" x="3454400" y="1631950"/>
          <p14:tracePt t="10248" x="3467100" y="1631950"/>
          <p14:tracePt t="10264" x="3486150" y="1631950"/>
          <p14:tracePt t="10304" x="3492500" y="1631950"/>
          <p14:tracePt t="10313" x="3505200" y="1631950"/>
          <p14:tracePt t="10320" x="3511550" y="1631950"/>
          <p14:tracePt t="10336" x="3517900" y="1631950"/>
          <p14:tracePt t="10345" x="3530600" y="1638300"/>
          <p14:tracePt t="10358" x="3549650" y="1638300"/>
          <p14:tracePt t="10375" x="3581400" y="1638300"/>
          <p14:tracePt t="10392" x="3625850" y="1644650"/>
          <p14:tracePt t="10408" x="3663950" y="1644650"/>
          <p14:tracePt t="10425" x="3689350" y="1644650"/>
          <p14:tracePt t="10441" x="3759200" y="1638300"/>
          <p14:tracePt t="10458" x="3784600" y="1638300"/>
          <p14:tracePt t="10475" x="3816350" y="1638300"/>
          <p14:tracePt t="10491" x="3835400" y="1638300"/>
          <p14:tracePt t="10508" x="3841750" y="1638300"/>
          <p14:tracePt t="10525" x="3848100" y="1638300"/>
          <p14:tracePt t="10542" x="3854450" y="1638300"/>
          <p14:tracePt t="10575" x="3860800" y="1631950"/>
          <p14:tracePt t="10617" x="3867150" y="1631950"/>
          <p14:tracePt t="10633" x="3873500" y="1631950"/>
          <p14:tracePt t="10641" x="3879850" y="1631950"/>
          <p14:tracePt t="10649" x="3886200" y="1631950"/>
          <p14:tracePt t="10673" x="3892550" y="1631950"/>
          <p14:tracePt t="10681" x="3898900" y="1631950"/>
          <p14:tracePt t="10691" x="3911600" y="1638300"/>
          <p14:tracePt t="10737" x="3917950" y="1638300"/>
          <p14:tracePt t="10753" x="3943350" y="1631950"/>
          <p14:tracePt t="10768" x="3943350" y="1625600"/>
          <p14:tracePt t="10777" x="3956050" y="1619250"/>
          <p14:tracePt t="10784" x="3968750" y="1612900"/>
          <p14:tracePt t="10808" x="3968750" y="1606550"/>
          <p14:tracePt t="10817" x="3975100" y="1606550"/>
          <p14:tracePt t="10888" x="3956050" y="1606550"/>
          <p14:tracePt t="10897" x="3949700" y="1612900"/>
          <p14:tracePt t="10904" x="3924300" y="1619250"/>
          <p14:tracePt t="10920" x="3911600" y="1625600"/>
          <p14:tracePt t="10929" x="3873500" y="1644650"/>
          <p14:tracePt t="10942" x="3765550" y="1689100"/>
          <p14:tracePt t="10958" x="3708400" y="1714500"/>
          <p14:tracePt t="10975" x="3606800" y="1765300"/>
          <p14:tracePt t="10991" x="3568700" y="1784350"/>
          <p14:tracePt t="11008" x="3511550" y="1822450"/>
          <p14:tracePt t="11025" x="3460750" y="1860550"/>
          <p14:tracePt t="11041" x="3416300" y="1885950"/>
          <p14:tracePt t="11058" x="3352800" y="1930400"/>
          <p14:tracePt t="11075" x="3352800" y="1936750"/>
          <p14:tracePt t="11091" x="3327400" y="1955800"/>
          <p14:tracePt t="11108" x="3321050" y="1962150"/>
          <p14:tracePt t="11192" x="3314700" y="1962150"/>
          <p14:tracePt t="11240" x="3314700" y="1955800"/>
          <p14:tracePt t="11265" x="3314700" y="1949450"/>
          <p14:tracePt t="11272" x="3314700" y="1936750"/>
          <p14:tracePt t="11281" x="3314700" y="1930400"/>
          <p14:tracePt t="11321" x="3314700" y="1924050"/>
          <p14:tracePt t="11408" x="3314700" y="1917700"/>
          <p14:tracePt t="11456" x="3321050" y="1917700"/>
          <p14:tracePt t="11472" x="3327400" y="1917700"/>
          <p14:tracePt t="11488" x="3333750" y="1930400"/>
          <p14:tracePt t="11504" x="3333750" y="1936750"/>
          <p14:tracePt t="11513" x="3340100" y="1936750"/>
          <p14:tracePt t="11529" x="3346450" y="1943100"/>
          <p14:tracePt t="11545" x="3346450" y="1949450"/>
          <p14:tracePt t="11558" x="3346450" y="1962150"/>
          <p14:tracePt t="11575" x="3346450" y="1974850"/>
          <p14:tracePt t="11608" x="3359150" y="1993900"/>
          <p14:tracePt t="11625" x="3359150" y="2006600"/>
          <p14:tracePt t="11642" x="3359150" y="2012950"/>
          <p14:tracePt t="11658" x="3359150" y="2038350"/>
          <p14:tracePt t="11675" x="3359150" y="2057400"/>
          <p14:tracePt t="11692" x="3359150" y="2095500"/>
          <p14:tracePt t="11708" x="3359150" y="2120900"/>
          <p14:tracePt t="11725" x="3352800" y="2152650"/>
          <p14:tracePt t="11742" x="3346450" y="2171700"/>
          <p14:tracePt t="11758" x="3340100" y="2184400"/>
          <p14:tracePt t="11792" x="3333750" y="2203450"/>
          <p14:tracePt t="11808" x="3321050" y="2216150"/>
          <p14:tracePt t="11825" x="3302000" y="2247900"/>
          <p14:tracePt t="11842" x="3251200" y="2286000"/>
          <p14:tracePt t="11858" x="3181350" y="2330450"/>
          <p14:tracePt t="11875" x="3168650" y="2349500"/>
          <p14:tracePt t="11892" x="3086100" y="2400300"/>
          <p14:tracePt t="11909" x="3048000" y="2425700"/>
          <p14:tracePt t="11925" x="3028950" y="2438400"/>
          <p14:tracePt t="11942" x="2984500" y="2457450"/>
          <p14:tracePt t="11958" x="2971800" y="2463800"/>
          <p14:tracePt t="11975" x="2965450" y="2470150"/>
          <p14:tracePt t="11992" x="2933700" y="2482850"/>
          <p14:tracePt t="12008" x="2921000" y="2489200"/>
          <p14:tracePt t="12025" x="2901950" y="2501900"/>
          <p14:tracePt t="12042" x="2882900" y="2514600"/>
          <p14:tracePt t="12058" x="2870200" y="2520950"/>
          <p14:tracePt t="12075" x="2857500" y="2527300"/>
          <p14:tracePt t="12092" x="2851150" y="2533650"/>
          <p14:tracePt t="12225" x="2838450" y="2533650"/>
          <p14:tracePt t="12240" x="2844800" y="2533650"/>
          <p14:tracePt t="12345" x="2844800" y="2520950"/>
          <p14:tracePt t="12369" x="2863850" y="2514600"/>
          <p14:tracePt t="12377" x="2870200" y="2514600"/>
          <p14:tracePt t="12385" x="2876550" y="2501900"/>
          <p14:tracePt t="12394" x="2889250" y="2495550"/>
          <p14:tracePt t="12408" x="2901950" y="2489200"/>
          <p14:tracePt t="12425" x="2940050" y="2463800"/>
          <p14:tracePt t="12442" x="2952750" y="2457450"/>
          <p14:tracePt t="12458" x="2978150" y="2444750"/>
          <p14:tracePt t="12475" x="3060700" y="2400300"/>
          <p14:tracePt t="12491" x="3086100" y="2381250"/>
          <p14:tracePt t="12508" x="3124200" y="2355850"/>
          <p14:tracePt t="12525" x="3206750" y="2311400"/>
          <p14:tracePt t="12541" x="3213100" y="2298700"/>
          <p14:tracePt t="12558" x="3232150" y="2279650"/>
          <p14:tracePt t="12575" x="3244850" y="2260600"/>
          <p14:tracePt t="12592" x="3244850" y="2247900"/>
          <p14:tracePt t="12608" x="3257550" y="2190750"/>
          <p14:tracePt t="12625" x="3257550" y="2171700"/>
          <p14:tracePt t="12641" x="3257550" y="2139950"/>
          <p14:tracePt t="12658" x="3257550" y="2108200"/>
          <p14:tracePt t="12675" x="3238500" y="2063750"/>
          <p14:tracePt t="12691" x="3238500" y="2044700"/>
          <p14:tracePt t="12709" x="3232150" y="2038350"/>
          <p14:tracePt t="12725" x="3225800" y="2025650"/>
          <p14:tracePt t="12741" x="3206750" y="2012950"/>
          <p14:tracePt t="12758" x="3194050" y="1993900"/>
          <p14:tracePt t="12775" x="3187700" y="1993900"/>
          <p14:tracePt t="12792" x="3181350" y="1993900"/>
          <p14:tracePt t="12808" x="3162300" y="1981200"/>
          <p14:tracePt t="12825" x="3143250" y="1968500"/>
          <p14:tracePt t="12841" x="3124200" y="1962150"/>
          <p14:tracePt t="12858" x="3117850" y="1955800"/>
          <p14:tracePt t="12875" x="3098800" y="1955800"/>
          <p14:tracePt t="12897" x="3092450" y="1949450"/>
          <p14:tracePt t="13088" x="3092450" y="1962150"/>
          <p14:tracePt t="13104" x="3098800" y="1962150"/>
          <p14:tracePt t="13113" x="3098800" y="1968500"/>
          <p14:tracePt t="13125" x="3105150" y="1968500"/>
          <p14:tracePt t="13142" x="3111500" y="1981200"/>
          <p14:tracePt t="13158" x="3117850" y="1987550"/>
          <p14:tracePt t="13175" x="3136900" y="2012950"/>
          <p14:tracePt t="13192" x="3155950" y="2038350"/>
          <p14:tracePt t="13208" x="3168650" y="2095500"/>
          <p14:tracePt t="13225" x="3168650" y="2120900"/>
          <p14:tracePt t="13241" x="3168650" y="2127250"/>
          <p14:tracePt t="13258" x="3168650" y="2159000"/>
          <p14:tracePt t="13275" x="3155950" y="2203450"/>
          <p14:tracePt t="13292" x="3111500" y="2228850"/>
          <p14:tracePt t="13308" x="3041650" y="2260600"/>
          <p14:tracePt t="13325" x="3016250" y="2266950"/>
          <p14:tracePt t="13342" x="2908300" y="2279650"/>
          <p14:tracePt t="13358" x="2692400" y="2273300"/>
          <p14:tracePt t="13375" x="2571750" y="2260600"/>
          <p14:tracePt t="13377" x="2508250" y="2254250"/>
          <p14:tracePt t="13392" x="2451100" y="2247900"/>
          <p14:tracePt t="13408" x="2197100" y="2203450"/>
          <p14:tracePt t="13425" x="2120900" y="2197100"/>
          <p14:tracePt t="13442" x="1987550" y="2165350"/>
          <p14:tracePt t="13458" x="1943100" y="2159000"/>
          <p14:tracePt t="13475" x="1879600" y="2146300"/>
          <p14:tracePt t="13491" x="1828800" y="2139950"/>
          <p14:tracePt t="13508" x="1797050" y="2133600"/>
          <p14:tracePt t="13525" x="1765300" y="2120900"/>
          <p14:tracePt t="13541" x="1727200" y="2120900"/>
          <p14:tracePt t="13558" x="1689100" y="2114550"/>
          <p14:tracePt t="13575" x="1638300" y="2101850"/>
          <p14:tracePt t="13591" x="1581150" y="2095500"/>
          <p14:tracePt t="13608" x="1498600" y="2089150"/>
          <p14:tracePt t="13625" x="1447800" y="2089150"/>
          <p14:tracePt t="13642" x="1384300" y="2089150"/>
          <p14:tracePt t="13675" x="1371600" y="2089150"/>
          <p14:tracePt t="13691" x="1346200" y="2089150"/>
          <p14:tracePt t="13708" x="1333500" y="2089150"/>
          <p14:tracePt t="13725" x="1308100" y="2089150"/>
          <p14:tracePt t="13758" x="1295400" y="2089150"/>
          <p14:tracePt t="13960" x="1301750" y="2089150"/>
          <p14:tracePt t="13968" x="1308100" y="2089150"/>
          <p14:tracePt t="14001" x="1327150" y="2089150"/>
          <p14:tracePt t="14017" x="1327150" y="2082800"/>
          <p14:tracePt t="14033" x="1333500" y="2082800"/>
          <p14:tracePt t="14040" x="1346200" y="2082800"/>
          <p14:tracePt t="14049" x="1352550" y="2082800"/>
          <p14:tracePt t="14065" x="1358900" y="2082800"/>
          <p14:tracePt t="14075" x="1371600" y="2082800"/>
          <p14:tracePt t="14091" x="1384300" y="2082800"/>
          <p14:tracePt t="14108" x="1403350" y="2089150"/>
          <p14:tracePt t="14125" x="1447800" y="2089150"/>
          <p14:tracePt t="14142" x="1479550" y="2095500"/>
          <p14:tracePt t="14158" x="1504950" y="2101850"/>
          <p14:tracePt t="14175" x="1562100" y="2114550"/>
          <p14:tracePt t="14191" x="1606550" y="2114550"/>
          <p14:tracePt t="14208" x="1663700" y="2127250"/>
          <p14:tracePt t="14225" x="1727200" y="2139950"/>
          <p14:tracePt t="14241" x="1739900" y="2139950"/>
          <p14:tracePt t="14258" x="1778000" y="2139950"/>
          <p14:tracePt t="14275" x="1841500" y="2139950"/>
          <p14:tracePt t="14291" x="1905000" y="2139950"/>
          <p14:tracePt t="14308" x="1949450" y="2139950"/>
          <p14:tracePt t="14325" x="2032000" y="2139950"/>
          <p14:tracePt t="14341" x="2133600" y="2133600"/>
          <p14:tracePt t="14358" x="2222500" y="2133600"/>
          <p14:tracePt t="14375" x="2317750" y="2127250"/>
          <p14:tracePt t="14377" x="2355850" y="2127250"/>
          <p14:tracePt t="14392" x="2463800" y="2120900"/>
          <p14:tracePt t="14408" x="2578100" y="2120900"/>
          <p14:tracePt t="14425" x="2590800" y="2120900"/>
          <p14:tracePt t="14441" x="2698750" y="2114550"/>
          <p14:tracePt t="14458" x="2730500" y="2114550"/>
          <p14:tracePt t="14475" x="2774950" y="2108200"/>
          <p14:tracePt t="14491" x="2800350" y="2101850"/>
          <p14:tracePt t="14508" x="2813050" y="2101850"/>
          <p14:tracePt t="14553" x="2819400" y="2095500"/>
          <p14:tracePt t="14561" x="2825750" y="2095500"/>
          <p14:tracePt t="14584" x="2832100" y="2089150"/>
          <p14:tracePt t="14600" x="2838450" y="2089150"/>
          <p14:tracePt t="14624" x="2838450" y="2082800"/>
          <p14:tracePt t="14633" x="2844800" y="2082800"/>
          <p14:tracePt t="14664" x="2844800" y="2076450"/>
          <p14:tracePt t="14689" x="2844800" y="2070100"/>
          <p14:tracePt t="14697" x="2844800" y="2063750"/>
          <p14:tracePt t="14708" x="2844800" y="2057400"/>
          <p14:tracePt t="14725" x="2844800" y="2038350"/>
          <p14:tracePt t="14741" x="2825750" y="2019300"/>
          <p14:tracePt t="14758" x="2819400" y="2006600"/>
          <p14:tracePt t="14775" x="2819400" y="2000250"/>
          <p14:tracePt t="14792" x="2774950" y="1974850"/>
          <p14:tracePt t="14808" x="2705100" y="1943100"/>
          <p14:tracePt t="14825" x="2609850" y="1905000"/>
          <p14:tracePt t="14841" x="2546350" y="1885950"/>
          <p14:tracePt t="14858" x="2501900" y="1879600"/>
          <p14:tracePt t="14875" x="2336800" y="1822450"/>
          <p14:tracePt t="14892" x="2235200" y="1809750"/>
          <p14:tracePt t="14908" x="2139950" y="1790700"/>
          <p14:tracePt t="14925" x="2000250" y="1771650"/>
          <p14:tracePt t="14942" x="1949450" y="1771650"/>
          <p14:tracePt t="14958" x="1885950" y="1758950"/>
          <p14:tracePt t="14975" x="1765300" y="1739900"/>
          <p14:tracePt t="14992" x="1714500" y="1727200"/>
          <p14:tracePt t="15008" x="1600200" y="1720850"/>
          <p14:tracePt t="15025" x="1574800" y="1714500"/>
          <p14:tracePt t="15041" x="1517650" y="1714500"/>
          <p14:tracePt t="15058" x="1428750" y="1714500"/>
          <p14:tracePt t="15075" x="1301750" y="1720850"/>
          <p14:tracePt t="15092" x="1231900" y="1733550"/>
          <p14:tracePt t="15108" x="1181100" y="1733550"/>
          <p14:tracePt t="15125" x="1143000" y="1746250"/>
          <p14:tracePt t="15142" x="1098550" y="1765300"/>
          <p14:tracePt t="15158" x="1054100" y="1784350"/>
          <p14:tracePt t="15175" x="1016000" y="1809750"/>
          <p14:tracePt t="15192" x="1003300" y="1822450"/>
          <p14:tracePt t="15208" x="977900" y="1841500"/>
          <p14:tracePt t="15225" x="965200" y="1860550"/>
          <p14:tracePt t="15241" x="958850" y="1873250"/>
          <p14:tracePt t="15258" x="958850" y="1879600"/>
          <p14:tracePt t="15275" x="946150" y="1911350"/>
          <p14:tracePt t="15292" x="939800" y="1936750"/>
          <p14:tracePt t="15308" x="939800" y="1955800"/>
          <p14:tracePt t="15325" x="939800" y="1968500"/>
          <p14:tracePt t="15342" x="933450" y="1981200"/>
          <p14:tracePt t="15358" x="933450" y="1993900"/>
          <p14:tracePt t="15375" x="933450" y="2006600"/>
          <p14:tracePt t="15377" x="939800" y="2006600"/>
          <p14:tracePt t="15392" x="946150" y="2012950"/>
          <p14:tracePt t="15409" x="958850" y="2019300"/>
          <p14:tracePt t="15425" x="984250" y="2032000"/>
          <p14:tracePt t="15441" x="1009650" y="2044700"/>
          <p14:tracePt t="15458" x="1066800" y="2063750"/>
          <p14:tracePt t="15475" x="1155700" y="2082800"/>
          <p14:tracePt t="15491" x="1206500" y="2095500"/>
          <p14:tracePt t="15508" x="1282700" y="2114550"/>
          <p14:tracePt t="15525" x="1498600" y="2139950"/>
          <p14:tracePt t="15541" x="1600200" y="2152650"/>
          <p14:tracePt t="15558" x="1847850" y="2152650"/>
          <p14:tracePt t="15575" x="1962150" y="2152650"/>
          <p14:tracePt t="15592" x="2038350" y="2152650"/>
          <p14:tracePt t="15608" x="2273300" y="2146300"/>
          <p14:tracePt t="15625" x="2330450" y="2146300"/>
          <p14:tracePt t="15641" x="2374900" y="2146300"/>
          <p14:tracePt t="15658" x="2419350" y="2146300"/>
          <p14:tracePt t="15675" x="2438400" y="2146300"/>
          <p14:tracePt t="15691" x="2451100" y="2146300"/>
          <p14:tracePt t="15708" x="2470150" y="2146300"/>
          <p14:tracePt t="15725" x="2495550" y="2146300"/>
          <p14:tracePt t="15741" x="2508250" y="2146300"/>
          <p14:tracePt t="15758" x="2520950" y="2159000"/>
          <p14:tracePt t="15775" x="2597150" y="2184400"/>
          <p14:tracePt t="15792" x="2628900" y="2197100"/>
          <p14:tracePt t="15808" x="2736850" y="2216150"/>
          <p14:tracePt t="15825" x="2743200" y="2222500"/>
          <p14:tracePt t="15842" x="2768600" y="2222500"/>
          <p14:tracePt t="15858" x="2800350" y="2222500"/>
          <p14:tracePt t="15875" x="2806700" y="2216150"/>
          <p14:tracePt t="15892" x="2819400" y="2209800"/>
          <p14:tracePt t="15908" x="2825750" y="2197100"/>
          <p14:tracePt t="15925" x="2844800" y="2178050"/>
          <p14:tracePt t="15941" x="2844800" y="2171700"/>
          <p14:tracePt t="15959" x="2851150" y="2159000"/>
          <p14:tracePt t="15975" x="2857500" y="2139950"/>
          <p14:tracePt t="15992" x="2870200" y="2120900"/>
          <p14:tracePt t="16008" x="2870200" y="2101850"/>
          <p14:tracePt t="16025" x="2882900" y="2089150"/>
          <p14:tracePt t="16049" x="2889250" y="2070100"/>
          <p14:tracePt t="16065" x="2895600" y="2070100"/>
          <p14:tracePt t="16080" x="2901950" y="2057400"/>
          <p14:tracePt t="16105" x="2914650" y="2057400"/>
          <p14:tracePt t="16137" x="2914650" y="2051050"/>
          <p14:tracePt t="16168" x="2914650" y="2044700"/>
          <p14:tracePt t="16184" x="2901950" y="2019300"/>
          <p14:tracePt t="16193" x="2876550" y="1987550"/>
          <p14:tracePt t="16201" x="2870200" y="1974850"/>
          <p14:tracePt t="16208" x="2857500" y="1955800"/>
          <p14:tracePt t="16225" x="2774950" y="1905000"/>
          <p14:tracePt t="16241" x="2717800" y="1885950"/>
          <p14:tracePt t="16258" x="2667000" y="1873250"/>
          <p14:tracePt t="16275" x="2559050" y="1835150"/>
          <p14:tracePt t="16292" x="2457450" y="1809750"/>
          <p14:tracePt t="16308" x="2387600" y="1790700"/>
          <p14:tracePt t="16325" x="2266950" y="1765300"/>
          <p14:tracePt t="16341" x="2228850" y="1765300"/>
          <p14:tracePt t="16358" x="2114550" y="1746250"/>
          <p14:tracePt t="16375" x="1974850" y="1733550"/>
          <p14:tracePt t="16377" x="1930400" y="1727200"/>
          <p14:tracePt t="16392" x="1898650" y="1727200"/>
          <p14:tracePt t="16408" x="1790700" y="1727200"/>
          <p14:tracePt t="16425" x="1758950" y="1727200"/>
          <p14:tracePt t="16441" x="1752600" y="1727200"/>
          <p14:tracePt t="16458" x="1733550" y="1727200"/>
          <p14:tracePt t="16475" x="1689100" y="1727200"/>
          <p14:tracePt t="16492" x="1657350" y="1727200"/>
          <p14:tracePt t="16508" x="1631950" y="1727200"/>
          <p14:tracePt t="16525" x="1574800" y="1727200"/>
          <p14:tracePt t="16542" x="1524000" y="1727200"/>
          <p14:tracePt t="16558" x="1479550" y="1727200"/>
          <p14:tracePt t="16575" x="1390650" y="1746250"/>
          <p14:tracePt t="16592" x="1358900" y="1752600"/>
          <p14:tracePt t="16608" x="1320800" y="1758950"/>
          <p14:tracePt t="16625" x="1276350" y="1765300"/>
          <p14:tracePt t="16641" x="1263650" y="1771650"/>
          <p14:tracePt t="16658" x="1244600" y="1784350"/>
          <p14:tracePt t="16675" x="1238250" y="1790700"/>
          <p14:tracePt t="16691" x="1231900" y="1797050"/>
          <p14:tracePt t="16708" x="1212850" y="1809750"/>
          <p14:tracePt t="16725" x="1193800" y="1835150"/>
          <p14:tracePt t="16741" x="1181100" y="1841500"/>
          <p14:tracePt t="16758" x="1162050" y="1860550"/>
          <p14:tracePt t="16775" x="1162050" y="1873250"/>
          <p14:tracePt t="16792" x="1149350" y="1892300"/>
          <p14:tracePt t="16808" x="1130300" y="1936750"/>
          <p14:tracePt t="16825" x="1130300" y="1943100"/>
          <p14:tracePt t="16841" x="1130300" y="1949450"/>
          <p14:tracePt t="16858" x="1123950" y="1955800"/>
          <p14:tracePt t="16921" x="1130300" y="1955800"/>
          <p14:tracePt t="16952" x="1143000" y="1955800"/>
          <p14:tracePt t="16961" x="1149350" y="1955800"/>
          <p14:tracePt t="16977" x="1162050" y="1955800"/>
          <p14:tracePt t="16985" x="1174750" y="1955800"/>
          <p14:tracePt t="17000" x="1200150" y="1955800"/>
          <p14:tracePt t="17009" x="1225550" y="1955800"/>
          <p14:tracePt t="17025" x="1276350" y="1955800"/>
          <p14:tracePt t="17041" x="1333500" y="1962150"/>
          <p14:tracePt t="17058" x="1428750" y="1981200"/>
          <p14:tracePt t="17075" x="1504950" y="1987550"/>
          <p14:tracePt t="17091" x="1549400" y="1993900"/>
          <p14:tracePt t="17108" x="1631950" y="1993900"/>
          <p14:tracePt t="17125" x="1733550" y="2012950"/>
          <p14:tracePt t="17142" x="1797050" y="2019300"/>
          <p14:tracePt t="17158" x="1841500" y="2025650"/>
          <p14:tracePt t="17175" x="1892300" y="2025650"/>
          <p14:tracePt t="17208" x="1924050" y="2025650"/>
          <p14:tracePt t="17225" x="1936750" y="2025650"/>
          <p14:tracePt t="17241" x="1974850" y="2025650"/>
          <p14:tracePt t="17258" x="2000250" y="2025650"/>
          <p14:tracePt t="17275" x="2032000" y="2025650"/>
          <p14:tracePt t="17292" x="2108200" y="2032000"/>
          <p14:tracePt t="17308" x="2171700" y="2032000"/>
          <p14:tracePt t="17325" x="2209800" y="2032000"/>
          <p14:tracePt t="17341" x="2279650" y="2038350"/>
          <p14:tracePt t="17358" x="2311400" y="2038350"/>
          <p14:tracePt t="17375" x="2355850" y="2044700"/>
          <p14:tracePt t="17392" x="2406650" y="2044700"/>
          <p14:tracePt t="17408" x="2495550" y="2044700"/>
          <p14:tracePt t="17425" x="2520950" y="2044700"/>
          <p14:tracePt t="17441" x="2565400" y="2044700"/>
          <p14:tracePt t="17459" x="2597150" y="2044700"/>
          <p14:tracePt t="17475" x="2628900" y="2038350"/>
          <p14:tracePt t="17492" x="2641600" y="2032000"/>
          <p14:tracePt t="17508" x="2647950" y="2032000"/>
          <p14:tracePt t="17525" x="2667000" y="2032000"/>
          <p14:tracePt t="17541" x="2673350" y="2032000"/>
          <p14:tracePt t="17558" x="2705100" y="2032000"/>
          <p14:tracePt t="17575" x="2787650" y="2044700"/>
          <p14:tracePt t="17591" x="2857500" y="2057400"/>
          <p14:tracePt t="17608" x="2921000" y="2063750"/>
          <p14:tracePt t="17625" x="3009900" y="2070100"/>
          <p14:tracePt t="17641" x="3048000" y="2070100"/>
          <p14:tracePt t="17658" x="3060700" y="2070100"/>
          <p14:tracePt t="17675" x="3067050" y="2070100"/>
          <p14:tracePt t="17816" x="3079750" y="2063750"/>
          <p14:tracePt t="17840" x="3079750" y="2057400"/>
          <p14:tracePt t="17848" x="3079750" y="2051050"/>
          <p14:tracePt t="17858" x="3079750" y="2044700"/>
          <p14:tracePt t="17904" x="3073400" y="2038350"/>
          <p14:tracePt t="17913" x="3060700" y="2025650"/>
          <p14:tracePt t="17920" x="3054350" y="2019300"/>
          <p14:tracePt t="17928" x="3035300" y="2012950"/>
          <p14:tracePt t="17941" x="3028950" y="2006600"/>
          <p14:tracePt t="17958" x="2971800" y="1987550"/>
          <p14:tracePt t="17975" x="2895600" y="1962150"/>
          <p14:tracePt t="17991" x="2825750" y="1943100"/>
          <p14:tracePt t="18008" x="2552700" y="1898650"/>
          <p14:tracePt t="18025" x="2425700" y="1885950"/>
          <p14:tracePt t="18042" x="2241550" y="1866900"/>
          <p14:tracePt t="18058" x="2152650" y="1854200"/>
          <p14:tracePt t="18075" x="2057400" y="1847850"/>
          <p14:tracePt t="18092" x="1924050" y="1841500"/>
          <p14:tracePt t="18108" x="1854200" y="1841500"/>
          <p14:tracePt t="18125" x="1816100" y="1841500"/>
          <p14:tracePt t="18142" x="1803400" y="1841500"/>
          <p14:tracePt t="18158" x="1733550" y="1854200"/>
          <p14:tracePt t="18175" x="1701800" y="1854200"/>
          <p14:tracePt t="18192" x="1644650" y="1866900"/>
          <p14:tracePt t="18208" x="1600200" y="1879600"/>
          <p14:tracePt t="18225" x="1562100" y="1879600"/>
          <p14:tracePt t="18242" x="1473200" y="1879600"/>
          <p14:tracePt t="18258" x="1441450" y="1879600"/>
          <p14:tracePt t="18275" x="1409700" y="1879600"/>
          <p14:tracePt t="18291" x="1358900" y="1879600"/>
          <p14:tracePt t="18325" x="1352550" y="1879600"/>
          <p14:tracePt t="18342" x="1320800" y="1892300"/>
          <p14:tracePt t="18375" x="1301750" y="1905000"/>
          <p14:tracePt t="18392" x="1289050" y="1917700"/>
          <p14:tracePt t="18408" x="1270000" y="1936750"/>
          <p14:tracePt t="18425" x="1257300" y="1949450"/>
          <p14:tracePt t="18441" x="1244600" y="1968500"/>
          <p14:tracePt t="18458" x="1231900" y="1981200"/>
          <p14:tracePt t="18475" x="1231900" y="1987550"/>
          <p14:tracePt t="18491" x="1212850" y="2032000"/>
          <p14:tracePt t="18508" x="1212850" y="2038350"/>
          <p14:tracePt t="18525" x="1206500" y="2063750"/>
          <p14:tracePt t="18541" x="1200150" y="2082800"/>
          <p14:tracePt t="18558" x="1200150" y="2108200"/>
          <p14:tracePt t="18575" x="1200150" y="2120900"/>
          <p14:tracePt t="18591" x="1174750" y="2165350"/>
          <p14:tracePt t="18608" x="1168400" y="2178050"/>
          <p14:tracePt t="18625" x="1168400" y="2184400"/>
          <p14:tracePt t="18642" x="1155700" y="2190750"/>
          <p14:tracePt t="18785" x="1162050" y="2190750"/>
          <p14:tracePt t="18880" x="1162050" y="2184400"/>
          <p14:tracePt t="18928" x="1174750" y="2184400"/>
          <p14:tracePt t="18945" x="1187450" y="2184400"/>
          <p14:tracePt t="18952" x="1187450" y="2178050"/>
          <p14:tracePt t="18968" x="1206500" y="2171700"/>
          <p14:tracePt t="18977" x="1225550" y="2171700"/>
          <p14:tracePt t="18991" x="1244600" y="2171700"/>
          <p14:tracePt t="19008" x="1397000" y="2146300"/>
          <p14:tracePt t="19025" x="1466850" y="2139950"/>
          <p14:tracePt t="19041" x="1555750" y="2133600"/>
          <p14:tracePt t="19058" x="1581150" y="2127250"/>
          <p14:tracePt t="19075" x="1720850" y="2127250"/>
          <p14:tracePt t="19091" x="1797050" y="2127250"/>
          <p14:tracePt t="19108" x="1879600" y="2127250"/>
          <p14:tracePt t="19125" x="2051050" y="2120900"/>
          <p14:tracePt t="19141" x="2152650" y="2120900"/>
          <p14:tracePt t="19158" x="2171700" y="2120900"/>
          <p14:tracePt t="19175" x="2279650" y="2120900"/>
          <p14:tracePt t="19191" x="2406650" y="2114550"/>
          <p14:tracePt t="19208" x="2495550" y="2101850"/>
          <p14:tracePt t="19225" x="2603500" y="2095500"/>
          <p14:tracePt t="19241" x="2647950" y="2089150"/>
          <p14:tracePt t="19258" x="2692400" y="2082800"/>
          <p14:tracePt t="19275" x="2743200" y="2076450"/>
          <p14:tracePt t="19291" x="2787650" y="2063750"/>
          <p14:tracePt t="19308" x="2813050" y="2063750"/>
          <p14:tracePt t="19325" x="2857500" y="2051050"/>
          <p14:tracePt t="19341" x="2870200" y="2044700"/>
          <p14:tracePt t="19359" x="2908300" y="2044700"/>
          <p14:tracePt t="19361" x="2914650" y="2044700"/>
          <p14:tracePt t="19375" x="2921000" y="2044700"/>
          <p14:tracePt t="19391" x="2946400" y="2038350"/>
          <p14:tracePt t="19409" x="2965450" y="2038350"/>
          <p14:tracePt t="19425" x="2971800" y="2038350"/>
          <p14:tracePt t="19665" x="2971800" y="2044700"/>
          <p14:tracePt t="19673" x="2971800" y="2051050"/>
          <p14:tracePt t="19681" x="2971800" y="2057400"/>
          <p14:tracePt t="19691" x="2965450" y="2057400"/>
          <p14:tracePt t="19709" x="2959100" y="2076450"/>
          <p14:tracePt t="19753" x="2952750" y="2076450"/>
          <p14:tracePt t="19793" x="2940050" y="2076450"/>
          <p14:tracePt t="19841" x="2933700" y="2076450"/>
          <p14:tracePt t="19856" x="2921000" y="2076450"/>
          <p14:tracePt t="19881" x="2908300" y="2076450"/>
          <p14:tracePt t="20104" x="2895600" y="2076450"/>
          <p14:tracePt t="20120" x="2889250" y="2076450"/>
          <p14:tracePt t="20129" x="2851150" y="2082800"/>
          <p14:tracePt t="20136" x="2787650" y="2089150"/>
          <p14:tracePt t="20145" x="2749550" y="2089150"/>
          <p14:tracePt t="20158" x="2679700" y="2108200"/>
          <p14:tracePt t="20175" x="2432050" y="2133600"/>
          <p14:tracePt t="20191" x="2311400" y="2139950"/>
          <p14:tracePt t="20208" x="2076450" y="2159000"/>
          <p14:tracePt t="20225" x="1943100" y="2165350"/>
          <p14:tracePt t="20242" x="1860550" y="2165350"/>
          <p14:tracePt t="20258" x="1670050" y="2178050"/>
          <p14:tracePt t="20275" x="1562100" y="2178050"/>
          <p14:tracePt t="20291" x="1536700" y="2178050"/>
          <p14:tracePt t="20308" x="1377950" y="2178050"/>
          <p14:tracePt t="20325" x="1276350" y="2184400"/>
          <p14:tracePt t="20342" x="1231900" y="2184400"/>
          <p14:tracePt t="20358" x="1143000" y="2184400"/>
          <p14:tracePt t="20375" x="1117600" y="2184400"/>
          <p14:tracePt t="20392" x="1098550" y="2184400"/>
          <p14:tracePt t="20408" x="1079500" y="2184400"/>
          <p14:tracePt t="20425" x="1073150" y="2184400"/>
          <p14:tracePt t="20441" x="1047750" y="2184400"/>
          <p14:tracePt t="20458" x="1041400" y="2184400"/>
          <p14:tracePt t="20475" x="1028700" y="2178050"/>
          <p14:tracePt t="20640" x="1035050" y="2178050"/>
          <p14:tracePt t="20665" x="1047750" y="2165350"/>
          <p14:tracePt t="20673" x="1054100" y="2165350"/>
          <p14:tracePt t="20681" x="1060450" y="2165350"/>
          <p14:tracePt t="20691" x="1066800" y="2159000"/>
          <p14:tracePt t="20708" x="1079500" y="2159000"/>
          <p14:tracePt t="20725" x="1092200" y="2159000"/>
          <p14:tracePt t="20742" x="1155700" y="2152650"/>
          <p14:tracePt t="20758" x="1219200" y="2146300"/>
          <p14:tracePt t="20775" x="1282700" y="2146300"/>
          <p14:tracePt t="20792" x="1403350" y="2139950"/>
          <p14:tracePt t="20808" x="1504950" y="2139950"/>
          <p14:tracePt t="20825" x="1549400" y="2139950"/>
          <p14:tracePt t="20841" x="1638300" y="2139950"/>
          <p14:tracePt t="20858" x="1701800" y="2133600"/>
          <p14:tracePt t="20875" x="1752600" y="2133600"/>
          <p14:tracePt t="20891" x="1778000" y="2133600"/>
          <p14:tracePt t="20908" x="1784350" y="2133600"/>
          <p14:tracePt t="20925" x="1816100" y="2133600"/>
          <p14:tracePt t="20942" x="1847850" y="2133600"/>
          <p14:tracePt t="20958" x="1879600" y="2133600"/>
          <p14:tracePt t="20975" x="1917700" y="2133600"/>
          <p14:tracePt t="20992" x="1968500" y="2139950"/>
          <p14:tracePt t="21008" x="2006600" y="2139950"/>
          <p14:tracePt t="21025" x="2044700" y="2139950"/>
          <p14:tracePt t="21041" x="2114550" y="2139950"/>
          <p14:tracePt t="21058" x="2146300" y="2139950"/>
          <p14:tracePt t="21075" x="2178050" y="2139950"/>
          <p14:tracePt t="21092" x="2197100" y="2139950"/>
          <p14:tracePt t="21108" x="2247900" y="2139950"/>
          <p14:tracePt t="21125" x="2273300" y="2139950"/>
          <p14:tracePt t="21142" x="2305050" y="2139950"/>
          <p14:tracePt t="21158" x="2362200" y="2139950"/>
          <p14:tracePt t="21175" x="2413000" y="2139950"/>
          <p14:tracePt t="21192" x="2419350" y="2139950"/>
          <p14:tracePt t="21209" x="2501900" y="2133600"/>
          <p14:tracePt t="21225" x="2520950" y="2133600"/>
          <p14:tracePt t="21241" x="2533650" y="2133600"/>
          <p14:tracePt t="21258" x="2571750" y="2127250"/>
          <p14:tracePt t="21275" x="2603500" y="2120900"/>
          <p14:tracePt t="21292" x="2616200" y="2120900"/>
          <p14:tracePt t="21308" x="2641600" y="2120900"/>
          <p14:tracePt t="21325" x="2654300" y="2114550"/>
          <p14:tracePt t="21342" x="2667000" y="2108200"/>
          <p14:tracePt t="21358" x="2673350" y="2108200"/>
          <p14:tracePt t="21375" x="2686050" y="2108200"/>
          <p14:tracePt t="21391" x="2698750" y="2108200"/>
          <p14:tracePt t="21408" x="2705100" y="2108200"/>
          <p14:tracePt t="21425" x="2717800" y="2108200"/>
          <p14:tracePt t="21458" x="2730500" y="2108200"/>
          <p14:tracePt t="21475" x="2736850" y="2108200"/>
          <p14:tracePt t="21491" x="2749550" y="2108200"/>
          <p14:tracePt t="21508" x="2762250" y="2108200"/>
          <p14:tracePt t="21525" x="2768600" y="2108200"/>
          <p14:tracePt t="21541" x="2774950" y="2108200"/>
          <p14:tracePt t="21575" x="2781300" y="2108200"/>
          <p14:tracePt t="21591" x="2794000" y="2108200"/>
          <p14:tracePt t="21608" x="2800350" y="2095500"/>
          <p14:tracePt t="21625" x="2800350" y="2089150"/>
          <p14:tracePt t="21642" x="2819400" y="2070100"/>
          <p14:tracePt t="21658" x="2825750" y="2051050"/>
          <p14:tracePt t="21675" x="2844800" y="2032000"/>
          <p14:tracePt t="21691" x="2851150" y="2025650"/>
          <p14:tracePt t="21708" x="2857500" y="2012950"/>
          <p14:tracePt t="21725" x="2876550" y="1993900"/>
          <p14:tracePt t="21741" x="2876550" y="1987550"/>
          <p14:tracePt t="21758" x="2882900" y="1981200"/>
          <p14:tracePt t="21785" x="2889250" y="1968500"/>
          <p14:tracePt t="22064" x="2895600" y="1962150"/>
          <p14:tracePt t="22585" x="2889250" y="1949450"/>
          <p14:tracePt t="22601" x="2870200" y="1943100"/>
          <p14:tracePt t="22608" x="2863850" y="1943100"/>
          <p14:tracePt t="22617" x="2832100" y="1930400"/>
          <p14:tracePt t="22624" x="2787650" y="1917700"/>
          <p14:tracePt t="22641" x="2730500" y="1911350"/>
          <p14:tracePt t="22658" x="2692400" y="1905000"/>
          <p14:tracePt t="22675" x="2578100" y="1885950"/>
          <p14:tracePt t="22691" x="2463800" y="1860550"/>
          <p14:tracePt t="22709" x="2387600" y="1847850"/>
          <p14:tracePt t="22725" x="2197100" y="1809750"/>
          <p14:tracePt t="22741" x="2101850" y="1797050"/>
          <p14:tracePt t="22758" x="2076450" y="1790700"/>
          <p14:tracePt t="22775" x="1924050" y="1778000"/>
          <p14:tracePt t="22792" x="1847850" y="1765300"/>
          <p14:tracePt t="22808" x="1765300" y="1758950"/>
          <p14:tracePt t="22825" x="1720850" y="1758950"/>
          <p14:tracePt t="22841" x="1701800" y="1758950"/>
          <p14:tracePt t="22858" x="1657350" y="1758950"/>
          <p14:tracePt t="22875" x="1574800" y="1765300"/>
          <p14:tracePt t="22892" x="1504950" y="1778000"/>
          <p14:tracePt t="22908" x="1460500" y="1778000"/>
          <p14:tracePt t="22925" x="1422400" y="1778000"/>
          <p14:tracePt t="22942" x="1377950" y="1784350"/>
          <p14:tracePt t="22958" x="1358900" y="1784350"/>
          <p14:tracePt t="22975" x="1339850" y="1784350"/>
          <p14:tracePt t="22992" x="1327150" y="1784350"/>
          <p14:tracePt t="23008" x="1308100" y="1784350"/>
          <p14:tracePt t="23025" x="1295400" y="1790700"/>
          <p14:tracePt t="23041" x="1276350" y="1797050"/>
          <p14:tracePt t="23058" x="1250950" y="1803400"/>
          <p14:tracePt t="23097" x="1238250" y="1816100"/>
          <p14:tracePt t="23113" x="1225550" y="1822450"/>
          <p14:tracePt t="23125" x="1219200" y="1822450"/>
          <p14:tracePt t="23142" x="1212850" y="1828800"/>
          <p14:tracePt t="23158" x="1206500" y="1828800"/>
          <p14:tracePt t="23175" x="1193800" y="1835150"/>
          <p14:tracePt t="23192" x="1187450" y="1841500"/>
          <p14:tracePt t="23208" x="1181100" y="1847850"/>
          <p14:tracePt t="23241" x="1168400" y="1866900"/>
          <p14:tracePt t="23258" x="1168400" y="1873250"/>
          <p14:tracePt t="23275" x="1168400" y="1879600"/>
          <p14:tracePt t="23291" x="1155700" y="1898650"/>
          <p14:tracePt t="23308" x="1143000" y="1917700"/>
          <p14:tracePt t="23325" x="1136650" y="1936750"/>
          <p14:tracePt t="23342" x="1130300" y="1955800"/>
          <p14:tracePt t="23358" x="1130300" y="1962150"/>
          <p14:tracePt t="23375" x="1130300" y="1981200"/>
          <p14:tracePt t="23391" x="1130300" y="1993900"/>
          <p14:tracePt t="23408" x="1123950" y="2012950"/>
          <p14:tracePt t="23425" x="1123950" y="2025650"/>
          <p14:tracePt t="23458" x="1117600" y="2038350"/>
          <p14:tracePt t="23475" x="1117600" y="2051050"/>
          <p14:tracePt t="23491" x="1117600" y="2057400"/>
          <p14:tracePt t="23508" x="1117600" y="2063750"/>
          <p14:tracePt t="23525" x="1117600" y="2076450"/>
          <p14:tracePt t="23541" x="1123950" y="2089150"/>
          <p14:tracePt t="23575" x="1123950" y="2101850"/>
          <p14:tracePt t="23594" x="1130300" y="2101850"/>
          <p14:tracePt t="23608" x="1130300" y="2108200"/>
          <p14:tracePt t="23624" x="1136650" y="2108200"/>
          <p14:tracePt t="23641" x="1143000" y="2108200"/>
          <p14:tracePt t="23658" x="1162050" y="2108200"/>
          <p14:tracePt t="23675" x="1168400" y="2108200"/>
          <p14:tracePt t="23691" x="1200150" y="2108200"/>
          <p14:tracePt t="23708" x="1270000" y="2108200"/>
          <p14:tracePt t="23725" x="1301750" y="2108200"/>
          <p14:tracePt t="23742" x="1371600" y="2114550"/>
          <p14:tracePt t="23758" x="1466850" y="2114550"/>
          <p14:tracePt t="23775" x="1593850" y="2120900"/>
          <p14:tracePt t="23792" x="1663700" y="2120900"/>
          <p14:tracePt t="23808" x="1727200" y="2133600"/>
          <p14:tracePt t="23825" x="1873250" y="2159000"/>
          <p14:tracePt t="23841" x="1930400" y="2159000"/>
          <p14:tracePt t="23858" x="2051050" y="2178050"/>
          <p14:tracePt t="23875" x="2120900" y="2184400"/>
          <p14:tracePt t="23891" x="2184400" y="2190750"/>
          <p14:tracePt t="23908" x="2203450" y="2190750"/>
          <p14:tracePt t="23925" x="2286000" y="2197100"/>
          <p14:tracePt t="23941" x="2311400" y="2197100"/>
          <p14:tracePt t="23958" x="2349500" y="2209800"/>
          <p14:tracePt t="23974" x="2419350" y="2216150"/>
          <p14:tracePt t="23991" x="2425700" y="2216150"/>
          <p14:tracePt t="24008" x="2476500" y="2216150"/>
          <p14:tracePt t="24025" x="2489200" y="2216150"/>
          <p14:tracePt t="24041" x="2520950" y="2222500"/>
          <p14:tracePt t="24058" x="2571750" y="2222500"/>
          <p14:tracePt t="24075" x="2578100" y="2222500"/>
          <p14:tracePt t="24091" x="2609850" y="2222500"/>
          <p14:tracePt t="24108" x="2622550" y="2222500"/>
          <p14:tracePt t="24125" x="2647950" y="2222500"/>
          <p14:tracePt t="24141" x="2660650" y="2216150"/>
          <p14:tracePt t="24158" x="2679700" y="2216150"/>
          <p14:tracePt t="24191" x="2705100" y="2203450"/>
          <p14:tracePt t="24208" x="2736850" y="2190750"/>
          <p14:tracePt t="24225" x="2762250" y="2178050"/>
          <p14:tracePt t="24241" x="2774950" y="2171700"/>
          <p14:tracePt t="24258" x="2787650" y="2165350"/>
          <p14:tracePt t="24291" x="2800350" y="2152650"/>
          <p14:tracePt t="24308" x="2813050" y="2133600"/>
          <p14:tracePt t="24325" x="2819400" y="2108200"/>
          <p14:tracePt t="24342" x="2838450" y="2076450"/>
          <p14:tracePt t="24358" x="2844800" y="2057400"/>
          <p14:tracePt t="24375" x="2851150" y="2057400"/>
          <p14:tracePt t="24377" x="2851150" y="2044700"/>
          <p14:tracePt t="24392" x="2857500" y="2032000"/>
          <p14:tracePt t="24408" x="2857500" y="2025650"/>
          <p14:tracePt t="24777" x="2870200" y="2019300"/>
          <p14:tracePt t="25064" x="2876550" y="2019300"/>
          <p14:tracePt t="25097" x="2876550" y="2012950"/>
          <p14:tracePt t="25113" x="2870200" y="2012950"/>
          <p14:tracePt t="25120" x="2870200" y="2000250"/>
          <p14:tracePt t="25128" x="2870200" y="1993900"/>
          <p14:tracePt t="25145" x="2857500" y="1974850"/>
          <p14:tracePt t="25992" x="2857500" y="1981200"/>
          <p14:tracePt t="26000" x="2863850" y="1981200"/>
          <p14:tracePt t="26008" x="2870200" y="1981200"/>
          <p14:tracePt t="26024" x="2870200" y="1993900"/>
          <p14:tracePt t="26056" x="2876550" y="1993900"/>
          <p14:tracePt t="26104" x="2889250" y="1993900"/>
          <p14:tracePt t="26216" x="2889250" y="1987550"/>
          <p14:tracePt t="26345" x="2895600" y="1987550"/>
          <p14:tracePt t="26409" x="2895600" y="1981200"/>
          <p14:tracePt t="26448" x="2908300" y="1968500"/>
          <p14:tracePt t="27992" x="2914650" y="1968500"/>
          <p14:tracePt t="28024" x="2921000" y="1968500"/>
          <p14:tracePt t="28048" x="2927350" y="1974850"/>
          <p14:tracePt t="28080" x="2927350" y="1981200"/>
          <p14:tracePt t="28112" x="2927350" y="1993900"/>
          <p14:tracePt t="28128" x="2933700" y="1993900"/>
          <p14:tracePt t="28144" x="2940050" y="2000250"/>
          <p14:tracePt t="28161" x="2946400" y="2000250"/>
          <p14:tracePt t="28168" x="2946400" y="2006600"/>
          <p14:tracePt t="28177" x="2946400" y="2012950"/>
          <p14:tracePt t="28191" x="2946400" y="2019300"/>
          <p14:tracePt t="28209" x="2946400" y="2032000"/>
          <p14:tracePt t="28225" x="2940050" y="2051050"/>
          <p14:tracePt t="28241" x="2921000" y="2070100"/>
          <p14:tracePt t="28258" x="2895600" y="2101850"/>
          <p14:tracePt t="28275" x="2870200" y="2127250"/>
          <p14:tracePt t="28291" x="2825750" y="2165350"/>
          <p14:tracePt t="28308" x="2730500" y="2235200"/>
          <p14:tracePt t="28325" x="2647950" y="2273300"/>
          <p14:tracePt t="28341" x="2508250" y="2311400"/>
          <p14:tracePt t="28358" x="2457450" y="2317750"/>
          <p14:tracePt t="28375" x="2171700" y="2349500"/>
          <p14:tracePt t="28392" x="2146300" y="2349500"/>
          <p14:tracePt t="28408" x="1993900" y="2349500"/>
          <p14:tracePt t="28425" x="1866900" y="2362200"/>
          <p14:tracePt t="28441" x="1828800" y="2362200"/>
          <p14:tracePt t="28458" x="1790700" y="2362200"/>
          <p14:tracePt t="28475" x="1765300" y="2362200"/>
          <p14:tracePt t="28491" x="1739900" y="2362200"/>
          <p14:tracePt t="28508" x="1733550" y="2368550"/>
          <p14:tracePt t="28524" x="1720850" y="2368550"/>
          <p14:tracePt t="28541" x="1714500" y="2368550"/>
          <p14:tracePt t="28575" x="1708150" y="2374900"/>
          <p14:tracePt t="28592" x="1701800" y="2374900"/>
          <p14:tracePt t="28608" x="1663700" y="2387600"/>
          <p14:tracePt t="28625" x="1625600" y="2406650"/>
          <p14:tracePt t="28641" x="1543050" y="2444750"/>
          <p14:tracePt t="28658" x="1504950" y="2451100"/>
          <p14:tracePt t="28675" x="1479550" y="2463800"/>
          <p14:tracePt t="28691" x="1466850" y="2470150"/>
          <p14:tracePt t="28708" x="1447800" y="2470150"/>
          <p14:tracePt t="28742" x="1435100" y="2476500"/>
          <p14:tracePt t="28758" x="1428750" y="2482850"/>
          <p14:tracePt t="28791" x="1409700" y="2489200"/>
          <p14:tracePt t="28808" x="1403350" y="2495550"/>
          <p14:tracePt t="28841" x="1390650" y="2495550"/>
          <p14:tracePt t="28858" x="1390650" y="2501900"/>
          <p14:tracePt t="28985" x="1390650" y="2508250"/>
          <p14:tracePt t="28993" x="1377950" y="2514600"/>
          <p14:tracePt t="29008" x="1371600" y="2514600"/>
          <p14:tracePt t="29017" x="1352550" y="2520950"/>
          <p14:tracePt t="29024" x="1339850" y="2533650"/>
          <p14:tracePt t="29041" x="1333500" y="2533650"/>
          <p14:tracePt t="29058" x="1314450" y="2546350"/>
          <p14:tracePt t="29075" x="1308100" y="2552700"/>
          <p14:tracePt t="29257" x="1295400" y="2552700"/>
          <p14:tracePt t="29264" x="1301750" y="2552700"/>
          <p14:tracePt t="29312" x="1314450" y="2546350"/>
          <p14:tracePt t="29336" x="1320800" y="2546350"/>
          <p14:tracePt t="29361" x="1327150" y="2546350"/>
          <p14:tracePt t="29368" x="1333500" y="2546350"/>
          <p14:tracePt t="29393" x="1339850" y="2546350"/>
          <p14:tracePt t="29401" x="1352550" y="2546350"/>
          <p14:tracePt t="29416" x="1358900" y="2546350"/>
          <p14:tracePt t="29440" x="1371600" y="2546350"/>
          <p14:tracePt t="29448" x="1377950" y="2546350"/>
          <p14:tracePt t="29465" x="1384300" y="2546350"/>
          <p14:tracePt t="29475" x="1390650" y="2546350"/>
          <p14:tracePt t="29491" x="1397000" y="2546350"/>
          <p14:tracePt t="29508" x="1403350" y="2546350"/>
          <p14:tracePt t="29525" x="1416050" y="2546350"/>
          <p14:tracePt t="29545" x="1428750" y="2546350"/>
          <p14:tracePt t="29584" x="1441450" y="2546350"/>
          <p14:tracePt t="31113" x="1441450" y="2540000"/>
          <p14:tracePt t="31264" x="1441450" y="2533650"/>
          <p14:tracePt t="31320" x="1435100" y="2533650"/>
          <p14:tracePt t="31336" x="1435100" y="2527300"/>
          <p14:tracePt t="31361" x="1428750" y="2527300"/>
          <p14:tracePt t="31377" x="1428750" y="2520950"/>
          <p14:tracePt t="31408" x="1428750" y="2514600"/>
          <p14:tracePt t="31432" x="1422400" y="2514600"/>
          <p14:tracePt t="31633" x="1422400" y="2508250"/>
          <p14:tracePt t="32640" x="1428750" y="2508250"/>
          <p14:tracePt t="32656" x="1441450" y="2508250"/>
          <p14:tracePt t="32672" x="1454150" y="2514600"/>
          <p14:tracePt t="32681" x="1460500" y="2520950"/>
          <p14:tracePt t="32691" x="1473200" y="2520950"/>
          <p14:tracePt t="32708" x="1536700" y="2533650"/>
          <p14:tracePt t="32725" x="1562100" y="2533650"/>
          <p14:tracePt t="32741" x="1600200" y="2546350"/>
          <p14:tracePt t="32758" x="1644650" y="2552700"/>
          <p14:tracePt t="32775" x="1689100" y="2571750"/>
          <p14:tracePt t="32792" x="1720850" y="2571750"/>
          <p14:tracePt t="32808" x="1739900" y="2571750"/>
          <p14:tracePt t="32825" x="1778000" y="2571750"/>
          <p14:tracePt t="32841" x="1803400" y="2571750"/>
          <p14:tracePt t="32858" x="1828800" y="2565400"/>
          <p14:tracePt t="32875" x="1841500" y="2565400"/>
          <p14:tracePt t="32892" x="1873250" y="2559050"/>
          <p14:tracePt t="32908" x="1885950" y="2559050"/>
          <p14:tracePt t="32952" x="1898650" y="2559050"/>
          <p14:tracePt t="33232" x="1892300" y="2552700"/>
          <p14:tracePt t="33240" x="1885950" y="2546350"/>
          <p14:tracePt t="33249" x="1873250" y="2533650"/>
          <p14:tracePt t="33264" x="1873250" y="2514600"/>
          <p14:tracePt t="33274" x="1854200" y="2501900"/>
          <p14:tracePt t="33291" x="1797050" y="2451100"/>
          <p14:tracePt t="33308" x="1752600" y="2419350"/>
          <p14:tracePt t="33324" x="1689100" y="2368550"/>
          <p14:tracePt t="33341" x="1562100" y="2298700"/>
          <p14:tracePt t="33358" x="1524000" y="2298700"/>
          <p14:tracePt t="33375" x="1454150" y="2266950"/>
          <p14:tracePt t="33377" x="1390650" y="2247900"/>
          <p14:tracePt t="33392" x="1384300" y="2241550"/>
          <p14:tracePt t="33408" x="1352550" y="2228850"/>
          <p14:tracePt t="33425" x="1339850" y="2222500"/>
          <p14:tracePt t="33441" x="1333500" y="2222500"/>
          <p14:tracePt t="33458" x="1333500" y="2216150"/>
          <p14:tracePt t="33491" x="1314450" y="2216150"/>
          <p14:tracePt t="33508" x="1308100" y="2216150"/>
          <p14:tracePt t="33529" x="1301750" y="2216150"/>
          <p14:tracePt t="33545" x="1289050" y="2216150"/>
          <p14:tracePt t="33558" x="1276350" y="2209800"/>
          <p14:tracePt t="33575" x="1257300" y="2209800"/>
          <p14:tracePt t="33592" x="1238250" y="2209800"/>
          <p14:tracePt t="33608" x="1206500" y="2216150"/>
          <p14:tracePt t="33625" x="1187450" y="2222500"/>
          <p14:tracePt t="33641" x="1155700" y="2241550"/>
          <p14:tracePt t="33658" x="1117600" y="2266950"/>
          <p14:tracePt t="33675" x="1098550" y="2279650"/>
          <p14:tracePt t="33692" x="1092200" y="2292350"/>
          <p14:tracePt t="33708" x="1092200" y="2298700"/>
          <p14:tracePt t="33725" x="1079500" y="2336800"/>
          <p14:tracePt t="33741" x="1060450" y="2349500"/>
          <p14:tracePt t="33758" x="1047750" y="2381250"/>
          <p14:tracePt t="33775" x="1022350" y="2419350"/>
          <p14:tracePt t="33791" x="1016000" y="2444750"/>
          <p14:tracePt t="33808" x="1003300" y="2476500"/>
          <p14:tracePt t="33825" x="1003300" y="2495550"/>
          <p14:tracePt t="33841" x="1003300" y="2514600"/>
          <p14:tracePt t="33858" x="1003300" y="2520950"/>
          <p14:tracePt t="33875" x="1003300" y="2527300"/>
          <p14:tracePt t="33892" x="1009650" y="2546350"/>
          <p14:tracePt t="33908" x="1009650" y="2565400"/>
          <p14:tracePt t="33924" x="1009650" y="2571750"/>
          <p14:tracePt t="33941" x="1016000" y="2578100"/>
          <p14:tracePt t="33958" x="1035050" y="2603500"/>
          <p14:tracePt t="33975" x="1047750" y="2616200"/>
          <p14:tracePt t="33992" x="1066800" y="2622550"/>
          <p14:tracePt t="34008" x="1085850" y="2647950"/>
          <p14:tracePt t="34025" x="1123950" y="2654300"/>
          <p14:tracePt t="34041" x="1168400" y="2667000"/>
          <p14:tracePt t="34058" x="1200150" y="2667000"/>
          <p14:tracePt t="34075" x="1244600" y="2667000"/>
          <p14:tracePt t="34091" x="1263650" y="2667000"/>
          <p14:tracePt t="34108" x="1352550" y="2654300"/>
          <p14:tracePt t="34125" x="1409700" y="2635250"/>
          <p14:tracePt t="34141" x="1466850" y="2616200"/>
          <p14:tracePt t="34158" x="1524000" y="2571750"/>
          <p14:tracePt t="34175" x="1555750" y="2546350"/>
          <p14:tracePt t="34192" x="1568450" y="2527300"/>
          <p14:tracePt t="34208" x="1581150" y="2482850"/>
          <p14:tracePt t="34225" x="1581150" y="2476500"/>
          <p14:tracePt t="34241" x="1581150" y="2438400"/>
          <p14:tracePt t="34258" x="1574800" y="2425700"/>
          <p14:tracePt t="34275" x="1574800" y="2419350"/>
          <p14:tracePt t="34291" x="1562100" y="2406650"/>
          <p14:tracePt t="34308" x="1536700" y="2387600"/>
          <p14:tracePt t="34325" x="1517650" y="2387600"/>
          <p14:tracePt t="34341" x="1504950" y="2387600"/>
          <p14:tracePt t="34432" x="1498600" y="2387600"/>
          <p14:tracePt t="34512" x="1504950" y="2387600"/>
          <p14:tracePt t="34521" x="1504950" y="2400300"/>
          <p14:tracePt t="34529" x="1511300" y="2406650"/>
          <p14:tracePt t="34541" x="1524000" y="2413000"/>
          <p14:tracePt t="34558" x="1543050" y="2413000"/>
          <p14:tracePt t="34574" x="1555750" y="2419350"/>
          <p14:tracePt t="34591" x="1581150" y="2432050"/>
          <p14:tracePt t="34608" x="1625600" y="2444750"/>
          <p14:tracePt t="34625" x="1663700" y="2451100"/>
          <p14:tracePt t="34641" x="1682750" y="2451100"/>
          <p14:tracePt t="34658" x="1708150" y="2451100"/>
          <p14:tracePt t="34674" x="1733550" y="2451100"/>
          <p14:tracePt t="34691" x="1746250" y="2451100"/>
          <p14:tracePt t="34708" x="1771650" y="2451100"/>
          <p14:tracePt t="34724" x="1784350" y="2457450"/>
          <p14:tracePt t="34741" x="1790700" y="2457450"/>
          <p14:tracePt t="34758" x="1816100" y="2470150"/>
          <p14:tracePt t="34775" x="1841500" y="2476500"/>
          <p14:tracePt t="34792" x="1885950" y="2489200"/>
          <p14:tracePt t="34808" x="1924050" y="2495550"/>
          <p14:tracePt t="34825" x="1955800" y="2508250"/>
          <p14:tracePt t="34841" x="1993900" y="2514600"/>
          <p14:tracePt t="34858" x="2025650" y="2527300"/>
          <p14:tracePt t="34875" x="2070100" y="2540000"/>
          <p14:tracePt t="34892" x="2108200" y="2546350"/>
          <p14:tracePt t="34908" x="2127250" y="2546350"/>
          <p14:tracePt t="34925" x="2139950" y="2546350"/>
          <p14:tracePt t="34941" x="2184400" y="2546350"/>
          <p14:tracePt t="34958" x="2197100" y="2546350"/>
          <p14:tracePt t="34975" x="2222500" y="2546350"/>
          <p14:tracePt t="34992" x="2235200" y="2546350"/>
          <p14:tracePt t="35008" x="2311400" y="2527300"/>
          <p14:tracePt t="35025" x="2336800" y="2508250"/>
          <p14:tracePt t="35041" x="2362200" y="2489200"/>
          <p14:tracePt t="35058" x="2362200" y="2482850"/>
          <p14:tracePt t="35075" x="2368550" y="2470150"/>
          <p14:tracePt t="35091" x="2368550" y="2457450"/>
          <p14:tracePt t="35108" x="2368550" y="2444750"/>
          <p14:tracePt t="35124" x="2349500" y="2406650"/>
          <p14:tracePt t="35141" x="2324100" y="2393950"/>
          <p14:tracePt t="35158" x="2273300" y="2368550"/>
          <p14:tracePt t="35175" x="2203450" y="2349500"/>
          <p14:tracePt t="35191" x="2127250" y="2336800"/>
          <p14:tracePt t="35208" x="1905000" y="2317750"/>
          <p14:tracePt t="35225" x="1809750" y="2324100"/>
          <p14:tracePt t="35241" x="1778000" y="2324100"/>
          <p14:tracePt t="35258" x="1752600" y="2336800"/>
          <p14:tracePt t="35275" x="1733550" y="2343150"/>
          <p14:tracePt t="35291" x="1727200" y="2343150"/>
          <p14:tracePt t="35308" x="1720850" y="2355850"/>
          <p14:tracePt t="35325" x="1714500" y="2362200"/>
          <p14:tracePt t="35341" x="1708150" y="2381250"/>
          <p14:tracePt t="35358" x="1695450" y="2387600"/>
          <p14:tracePt t="35375" x="1695450" y="2406650"/>
          <p14:tracePt t="35392" x="1689100" y="2419350"/>
          <p14:tracePt t="35408" x="1682750" y="2432050"/>
          <p14:tracePt t="35425" x="1682750" y="2438400"/>
          <p14:tracePt t="35441" x="1682750" y="2444750"/>
          <p14:tracePt t="35474" x="1682750" y="2451100"/>
          <p14:tracePt t="35617" x="1689100" y="2457450"/>
          <p14:tracePt t="35633" x="1695450" y="2457450"/>
          <p14:tracePt t="35640" x="1708150" y="2463800"/>
          <p14:tracePt t="35656" x="1708150" y="2470150"/>
          <p14:tracePt t="35665" x="1727200" y="2476500"/>
          <p14:tracePt t="35675" x="1758950" y="2489200"/>
          <p14:tracePt t="35691" x="1809750" y="2514600"/>
          <p14:tracePt t="35708" x="1841500" y="2533650"/>
          <p14:tracePt t="35725" x="1949450" y="2571750"/>
          <p14:tracePt t="35741" x="1968500" y="2571750"/>
          <p14:tracePt t="35758" x="2019300" y="2590800"/>
          <p14:tracePt t="35775" x="2133600" y="2603500"/>
          <p14:tracePt t="35791" x="2197100" y="2616200"/>
          <p14:tracePt t="35808" x="2292350" y="2622550"/>
          <p14:tracePt t="35825" x="2362200" y="2622550"/>
          <p14:tracePt t="35841" x="2406650" y="2622550"/>
          <p14:tracePt t="35858" x="2451100" y="2616200"/>
          <p14:tracePt t="35875" x="2501900" y="2590800"/>
          <p14:tracePt t="35891" x="2527300" y="2571750"/>
          <p14:tracePt t="35909" x="2540000" y="2565400"/>
          <p14:tracePt t="35925" x="2559050" y="2552700"/>
          <p14:tracePt t="35941" x="2571750" y="2540000"/>
          <p14:tracePt t="35958" x="2584450" y="2533650"/>
          <p14:tracePt t="35975" x="2597150" y="2520950"/>
          <p14:tracePt t="35992" x="2609850" y="2514600"/>
          <p14:tracePt t="36008" x="2622550" y="2514600"/>
          <p14:tracePt t="36025" x="2635250" y="2495550"/>
          <p14:tracePt t="36058" x="2635250" y="2489200"/>
          <p14:tracePt t="36075" x="2635250" y="2482850"/>
          <p14:tracePt t="36091" x="2635250" y="2476500"/>
          <p14:tracePt t="36108" x="2641600" y="2457450"/>
          <p14:tracePt t="36141" x="2641600" y="2438400"/>
          <p14:tracePt t="36158" x="2635250" y="2425700"/>
          <p14:tracePt t="36175" x="2609850" y="2413000"/>
          <p14:tracePt t="36192" x="2559050" y="2374900"/>
          <p14:tracePt t="36208" x="2489200" y="2362200"/>
          <p14:tracePt t="36225" x="2349500" y="2330450"/>
          <p14:tracePt t="36241" x="2247900" y="2317750"/>
          <p14:tracePt t="36258" x="2184400" y="2305050"/>
          <p14:tracePt t="36275" x="2032000" y="2298700"/>
          <p14:tracePt t="36291" x="1981200" y="2298700"/>
          <p14:tracePt t="36308" x="1968500" y="2298700"/>
          <p14:tracePt t="36325" x="1879600" y="2317750"/>
          <p14:tracePt t="36341" x="1841500" y="2330450"/>
          <p14:tracePt t="36358" x="1822450" y="2336800"/>
          <p14:tracePt t="36375" x="1797050" y="2355850"/>
          <p14:tracePt t="36392" x="1790700" y="2362200"/>
          <p14:tracePt t="36408" x="1752600" y="2381250"/>
          <p14:tracePt t="36425" x="1720850" y="2400300"/>
          <p14:tracePt t="36441" x="1720850" y="2406650"/>
          <p14:tracePt t="36458" x="1695450" y="2425700"/>
          <p14:tracePt t="36475" x="1689100" y="2438400"/>
          <p14:tracePt t="36491" x="1682750" y="2457450"/>
          <p14:tracePt t="36525" x="1676400" y="2482850"/>
          <p14:tracePt t="36558" x="1676400" y="2495550"/>
          <p14:tracePt t="36600" x="1676400" y="2501900"/>
          <p14:tracePt t="36633" x="1676400" y="2508250"/>
          <p14:tracePt t="36657" x="1682750" y="2508250"/>
          <p14:tracePt t="36664" x="1682750" y="2514600"/>
          <p14:tracePt t="36688" x="1689100" y="2520950"/>
          <p14:tracePt t="36696" x="1695450" y="2520950"/>
          <p14:tracePt t="36708" x="1695450" y="2527300"/>
          <p14:tracePt t="36724" x="1701800" y="2527300"/>
          <p14:tracePt t="36741" x="1714500" y="2527300"/>
          <p14:tracePt t="36758" x="1720850" y="2527300"/>
          <p14:tracePt t="36774" x="1746250" y="2527300"/>
          <p14:tracePt t="36791" x="1790700" y="2520950"/>
          <p14:tracePt t="36808" x="1860550" y="2501900"/>
          <p14:tracePt t="36825" x="1885950" y="2495550"/>
          <p14:tracePt t="36841" x="1936750" y="2482850"/>
          <p14:tracePt t="36858" x="1993900" y="2470150"/>
          <p14:tracePt t="36875" x="2044700" y="2470150"/>
          <p14:tracePt t="36892" x="2127250" y="2457450"/>
          <p14:tracePt t="36908" x="2184400" y="2444750"/>
          <p14:tracePt t="36925" x="2203450" y="2444750"/>
          <p14:tracePt t="36941" x="2228850" y="2432050"/>
          <p14:tracePt t="36958" x="2241550" y="2432050"/>
          <p14:tracePt t="36975" x="2247900" y="2432050"/>
          <p14:tracePt t="36992" x="2260600" y="2419350"/>
          <p14:tracePt t="37008" x="2279650" y="2419350"/>
          <p14:tracePt t="37024" x="2292350" y="2419350"/>
          <p14:tracePt t="37041" x="2305050" y="2419350"/>
          <p14:tracePt t="37074" x="2311400" y="2419350"/>
          <p14:tracePt t="37091" x="2317750" y="2419350"/>
          <p14:tracePt t="37108" x="2324100" y="2419350"/>
          <p14:tracePt t="37124" x="2336800" y="2419350"/>
          <p14:tracePt t="37141" x="2355850" y="2425700"/>
          <p14:tracePt t="37158" x="2362200" y="2432050"/>
          <p14:tracePt t="37174" x="2368550" y="2438400"/>
          <p14:tracePt t="37191" x="2381250" y="2451100"/>
          <p14:tracePt t="37208" x="2387600" y="2463800"/>
          <p14:tracePt t="37225" x="2393950" y="2463800"/>
          <p14:tracePt t="37258" x="2406650" y="2463800"/>
          <p14:tracePt t="37384" x="2413000" y="2463800"/>
          <p14:tracePt t="37400" x="2419350" y="2463800"/>
          <p14:tracePt t="37424" x="2425700" y="2463800"/>
          <p14:tracePt t="37456" x="2432050" y="2463800"/>
          <p14:tracePt t="37472" x="2438400" y="2463800"/>
          <p14:tracePt t="37480" x="2444750" y="2463800"/>
          <p14:tracePt t="37491" x="2444750" y="2457450"/>
          <p14:tracePt t="37508" x="2457450" y="2457450"/>
          <p14:tracePt t="37524" x="2463800" y="2457450"/>
          <p14:tracePt t="37541" x="2482850" y="2457450"/>
          <p14:tracePt t="37592" x="2489200" y="2457450"/>
          <p14:tracePt t="37617" x="2495550" y="2457450"/>
          <p14:tracePt t="37632" x="2501900" y="2457450"/>
          <p14:tracePt t="37657" x="2508250" y="2457450"/>
          <p14:tracePt t="37664" x="2508250" y="2463800"/>
          <p14:tracePt t="37675" x="2520950" y="2463800"/>
          <p14:tracePt t="37825" x="2527300" y="2463800"/>
          <p14:tracePt t="37880" x="2540000" y="2463800"/>
          <p14:tracePt t="37897" x="2540000" y="2457450"/>
          <p14:tracePt t="38040" x="2546350" y="2457450"/>
          <p14:tracePt t="38295" x="2546350" y="2463800"/>
          <p14:tracePt t="38312" x="2540000" y="2470150"/>
          <p14:tracePt t="42768" x="2533650" y="2470150"/>
          <p14:tracePt t="42776" x="2520950" y="2457450"/>
          <p14:tracePt t="42784" x="2514600" y="2451100"/>
          <p14:tracePt t="42800" x="2489200" y="2425700"/>
          <p14:tracePt t="42809" x="2457450" y="2387600"/>
          <p14:tracePt t="42824" x="2387600" y="2317750"/>
          <p14:tracePt t="42841" x="2374900" y="2311400"/>
          <p14:tracePt t="43473" x="2374900" y="2317750"/>
          <p14:tracePt t="43480" x="2374900" y="2324100"/>
          <p14:tracePt t="43491" x="2374900" y="2330450"/>
          <p14:tracePt t="43508" x="2374900" y="2343150"/>
          <p14:tracePt t="43524" x="2374900" y="2349500"/>
          <p14:tracePt t="43541" x="2374900" y="2355850"/>
          <p14:tracePt t="43558" x="2374900" y="2368550"/>
          <p14:tracePt t="43574" x="2374900" y="2374900"/>
          <p14:tracePt t="43600" x="2374900" y="2387600"/>
          <p14:tracePt t="43840" x="2374900" y="2381250"/>
          <p14:tracePt t="44304" x="2374900" y="2368550"/>
          <p14:tracePt t="44320" x="2374900" y="2362200"/>
          <p14:tracePt t="44328" x="2374900" y="2349500"/>
          <p14:tracePt t="44336" x="2374900" y="2343150"/>
          <p14:tracePt t="44344" x="2381250" y="2330450"/>
          <p14:tracePt t="44358" x="2381250" y="2324100"/>
          <p14:tracePt t="44375" x="2381250" y="2311400"/>
          <p14:tracePt t="44392" x="2381250" y="2286000"/>
          <p14:tracePt t="44408" x="2368550" y="2247900"/>
          <p14:tracePt t="44425" x="2336800" y="2222500"/>
          <p14:tracePt t="44441" x="2260600" y="2184400"/>
          <p14:tracePt t="44458" x="2190750" y="2165350"/>
          <p14:tracePt t="44475" x="2101850" y="2159000"/>
          <p14:tracePt t="44491" x="1936750" y="2146300"/>
          <p14:tracePt t="44508" x="1924050" y="2146300"/>
          <p14:tracePt t="44525" x="1803400" y="2165350"/>
          <p14:tracePt t="44541" x="1701800" y="2197100"/>
          <p14:tracePt t="44558" x="1606550" y="2235200"/>
          <p14:tracePt t="44574" x="1574800" y="2241550"/>
          <p14:tracePt t="44591" x="1504950" y="2286000"/>
          <p14:tracePt t="44608" x="1454150" y="2305050"/>
          <p14:tracePt t="44625" x="1416050" y="2336800"/>
          <p14:tracePt t="44641" x="1403350" y="2349500"/>
          <p14:tracePt t="44658" x="1384300" y="2349500"/>
          <p14:tracePt t="44675" x="1377950" y="2362200"/>
          <p14:tracePt t="44692" x="1352550" y="2374900"/>
          <p14:tracePt t="44708" x="1320800" y="2393950"/>
          <p14:tracePt t="44725" x="1301750" y="2400300"/>
          <p14:tracePt t="44741" x="1295400" y="2406650"/>
          <p14:tracePt t="44758" x="1263650" y="2419350"/>
          <p14:tracePt t="44775" x="1238250" y="2425700"/>
          <p14:tracePt t="44792" x="1187450" y="2432050"/>
          <p14:tracePt t="44808" x="1149350" y="2451100"/>
          <p14:tracePt t="44825" x="1130300" y="2451100"/>
          <p14:tracePt t="44841" x="1092200" y="2470150"/>
          <p14:tracePt t="44858" x="1085850" y="2476500"/>
          <p14:tracePt t="44875" x="1066800" y="2482850"/>
          <p14:tracePt t="44896" x="1060450" y="2489200"/>
          <p14:tracePt t="44912" x="1054100" y="2495550"/>
          <p14:tracePt t="44936" x="1041400" y="2508250"/>
          <p14:tracePt t="44952" x="1035050" y="2514600"/>
          <p14:tracePt t="44960" x="1035050" y="2527300"/>
          <p14:tracePt t="44985" x="1035050" y="2533650"/>
          <p14:tracePt t="44993" x="1022350" y="2540000"/>
          <p14:tracePt t="45008" x="1022350" y="2546350"/>
          <p14:tracePt t="45033" x="1022350" y="2559050"/>
          <p14:tracePt t="45049" x="1022350" y="2565400"/>
          <p14:tracePt t="45058" x="1022350" y="2571750"/>
          <p14:tracePt t="45074" x="1022350" y="2578100"/>
          <p14:tracePt t="45091" x="1028700" y="2578100"/>
          <p14:tracePt t="45108" x="1035050" y="2584450"/>
          <p14:tracePt t="45124" x="1047750" y="2597150"/>
          <p14:tracePt t="45141" x="1060450" y="2603500"/>
          <p14:tracePt t="45158" x="1073150" y="2603500"/>
          <p14:tracePt t="45175" x="1085850" y="2603500"/>
          <p14:tracePt t="45191" x="1111250" y="2603500"/>
          <p14:tracePt t="45208" x="1149350" y="2603500"/>
          <p14:tracePt t="45225" x="1187450" y="2603500"/>
          <p14:tracePt t="45241" x="1212850" y="2603500"/>
          <p14:tracePt t="45258" x="1282700" y="2603500"/>
          <p14:tracePt t="45275" x="1320800" y="2603500"/>
          <p14:tracePt t="45291" x="1365250" y="2597150"/>
          <p14:tracePt t="45308" x="1447800" y="2597150"/>
          <p14:tracePt t="45324" x="1498600" y="2597150"/>
          <p14:tracePt t="45341" x="1530350" y="2597150"/>
          <p14:tracePt t="45358" x="1581150" y="2597150"/>
          <p14:tracePt t="45374" x="1676400" y="2597150"/>
          <p14:tracePt t="45377" x="1695450" y="2597150"/>
          <p14:tracePt t="45391" x="1733550" y="2597150"/>
          <p14:tracePt t="45408" x="1822450" y="2597150"/>
          <p14:tracePt t="45425" x="1898650" y="2590800"/>
          <p14:tracePt t="45441" x="1943100" y="2590800"/>
          <p14:tracePt t="45458" x="1981200" y="2590800"/>
          <p14:tracePt t="45474" x="2032000" y="2584450"/>
          <p14:tracePt t="45491" x="2089150" y="2571750"/>
          <p14:tracePt t="45508" x="2120900" y="2565400"/>
          <p14:tracePt t="45524" x="2127250" y="2565400"/>
          <p14:tracePt t="45541" x="2159000" y="2552700"/>
          <p14:tracePt t="45558" x="2184400" y="2533650"/>
          <p14:tracePt t="45574" x="2216150" y="2520950"/>
          <p14:tracePt t="45591" x="2222500" y="2520950"/>
          <p14:tracePt t="45608" x="2266950" y="2508250"/>
          <p14:tracePt t="45625" x="2279650" y="2495550"/>
          <p14:tracePt t="45641" x="2292350" y="2495550"/>
          <p14:tracePt t="45658" x="2305050" y="2495550"/>
          <p14:tracePt t="45705" x="2311400" y="2495550"/>
          <p14:tracePt t="45720" x="2324100" y="2495550"/>
          <p14:tracePt t="45736" x="2330450" y="2495550"/>
          <p14:tracePt t="45752" x="2330450" y="2489200"/>
          <p14:tracePt t="45768" x="2336800" y="2489200"/>
          <p14:tracePt t="45776" x="2343150" y="2489200"/>
          <p14:tracePt t="45791" x="2349500" y="2489200"/>
          <p14:tracePt t="45808" x="2381250" y="2489200"/>
          <p14:tracePt t="45825" x="2387600" y="2489200"/>
          <p14:tracePt t="45841" x="2425700" y="2489200"/>
          <p14:tracePt t="45858" x="2476500" y="2495550"/>
          <p14:tracePt t="45875" x="2514600" y="2495550"/>
          <p14:tracePt t="45892" x="2533650" y="2495550"/>
          <p14:tracePt t="45908" x="2552700" y="2495550"/>
          <p14:tracePt t="45924" x="2559050" y="2495550"/>
          <p14:tracePt t="45941" x="2565400" y="2495550"/>
          <p14:tracePt t="45958" x="2571750" y="2489200"/>
          <p14:tracePt t="45975" x="2584450" y="2482850"/>
          <p14:tracePt t="45992" x="2590800" y="2476500"/>
          <p14:tracePt t="46008" x="2590800" y="2470150"/>
          <p14:tracePt t="46033" x="2597150" y="2470150"/>
          <p14:tracePt t="46041" x="2609850" y="2463800"/>
          <p14:tracePt t="46096" x="2622550" y="2463800"/>
          <p14:tracePt t="46216" x="2622550" y="2457450"/>
          <p14:tracePt t="46785" x="2609850" y="2457450"/>
          <p14:tracePt t="46808" x="2609850" y="2451100"/>
          <p14:tracePt t="47024" x="2603500" y="2451100"/>
          <p14:tracePt t="47032" x="2590800" y="2451100"/>
          <p14:tracePt t="47041" x="2584450" y="2457450"/>
          <p14:tracePt t="47058" x="2571750" y="2463800"/>
          <p14:tracePt t="47074" x="2546350" y="2476500"/>
          <p14:tracePt t="47091" x="2527300" y="2482850"/>
          <p14:tracePt t="47108" x="2501900" y="2495550"/>
          <p14:tracePt t="47124" x="2463800" y="2508250"/>
          <p14:tracePt t="47158" x="2451100" y="2514600"/>
          <p14:tracePt t="47193" x="2451100" y="2520950"/>
          <p14:tracePt t="47216" x="2438400" y="2520950"/>
          <p14:tracePt t="47224" x="2438400" y="2514600"/>
          <p14:tracePt t="47232" x="2444750" y="2501900"/>
          <p14:tracePt t="47241" x="2444750" y="2457450"/>
          <p14:tracePt t="47258" x="2444750" y="2438400"/>
          <p14:tracePt t="47275" x="2451100" y="2413000"/>
          <p14:tracePt t="47291" x="2470150" y="2368550"/>
          <p14:tracePt t="47308" x="2489200" y="2343150"/>
          <p14:tracePt t="47325" x="2495550" y="2330450"/>
          <p14:tracePt t="47341" x="2508250" y="2324100"/>
          <p14:tracePt t="47358" x="2514600" y="2317750"/>
          <p14:tracePt t="47393" x="2533650" y="2311400"/>
          <p14:tracePt t="47425" x="2540000" y="2311400"/>
          <p14:tracePt t="47457" x="2552700" y="2311400"/>
          <p14:tracePt t="47473" x="2565400" y="2311400"/>
          <p14:tracePt t="47512" x="2571750" y="2311400"/>
          <p14:tracePt t="47520" x="2578100" y="2311400"/>
          <p14:tracePt t="47529" x="2590800" y="2311400"/>
          <p14:tracePt t="47541" x="2597150" y="2311400"/>
          <p14:tracePt t="47568" x="2616200" y="2311400"/>
          <p14:tracePt t="47576" x="2635250" y="2305050"/>
          <p14:tracePt t="47591" x="2641600" y="2305050"/>
          <p14:tracePt t="47608" x="2654300" y="2298700"/>
          <p14:tracePt t="47625" x="2679700" y="2286000"/>
          <p14:tracePt t="47641" x="2698750" y="2266950"/>
          <p14:tracePt t="47658" x="2749550" y="2235200"/>
          <p14:tracePt t="47675" x="2774950" y="2209800"/>
          <p14:tracePt t="47691" x="2781300" y="2203450"/>
          <p14:tracePt t="47708" x="2838450" y="2139950"/>
          <p14:tracePt t="47724" x="2857500" y="2108200"/>
          <p14:tracePt t="47741" x="2889250" y="2063750"/>
          <p14:tracePt t="47758" x="2927350" y="2019300"/>
          <p14:tracePt t="47775" x="2927350" y="1993900"/>
          <p14:tracePt t="47791" x="2933700" y="1993900"/>
          <p14:tracePt t="47808" x="2940050" y="1974850"/>
          <p14:tracePt t="47824" x="2940050" y="1955800"/>
          <p14:tracePt t="47841" x="2940050" y="1936750"/>
          <p14:tracePt t="47858" x="2927350" y="1930400"/>
          <p14:tracePt t="47875" x="2927350" y="1917700"/>
          <p14:tracePt t="47891" x="2927350" y="1911350"/>
          <p14:tracePt t="47908" x="2914650" y="1898650"/>
          <p14:tracePt t="47925" x="2914650" y="1885950"/>
          <p14:tracePt t="47941" x="2901950" y="1879600"/>
          <p14:tracePt t="47958" x="2901950" y="1873250"/>
          <p14:tracePt t="47974" x="2895600" y="1866900"/>
          <p14:tracePt t="47991" x="2870200" y="1835150"/>
          <p14:tracePt t="48008" x="2806700" y="1797050"/>
          <p14:tracePt t="48024" x="2774950" y="1784350"/>
          <p14:tracePt t="48041" x="2724150" y="1746250"/>
          <p14:tracePt t="48058" x="2578100" y="1701800"/>
          <p14:tracePt t="48074" x="2501900" y="1682750"/>
          <p14:tracePt t="48091" x="2419350" y="1663700"/>
          <p14:tracePt t="48108" x="2260600" y="1644650"/>
          <p14:tracePt t="48124" x="2203450" y="1644650"/>
          <p14:tracePt t="48141" x="2089150" y="1651000"/>
          <p14:tracePt t="48158" x="1911350" y="1682750"/>
          <p14:tracePt t="48175" x="1790700" y="1708150"/>
          <p14:tracePt t="48191" x="1682750" y="1720850"/>
          <p14:tracePt t="48208" x="1600200" y="1727200"/>
          <p14:tracePt t="48224" x="1543050" y="1727200"/>
          <p14:tracePt t="48241" x="1416050" y="1727200"/>
          <p14:tracePt t="48258" x="1339850" y="1727200"/>
          <p14:tracePt t="48274" x="1270000" y="1727200"/>
          <p14:tracePt t="48291" x="1219200" y="1727200"/>
          <p14:tracePt t="48308" x="1193800" y="1727200"/>
          <p14:tracePt t="48324" x="1149350" y="1727200"/>
          <p14:tracePt t="48341" x="1130300" y="1727200"/>
          <p14:tracePt t="48358" x="1092200" y="1727200"/>
          <p14:tracePt t="48374" x="1073150" y="1727200"/>
          <p14:tracePt t="48377" x="1054100" y="1739900"/>
          <p14:tracePt t="48393" x="1009650" y="1752600"/>
          <p14:tracePt t="48408" x="996950" y="1758950"/>
          <p14:tracePt t="48425" x="977900" y="1765300"/>
          <p14:tracePt t="48441" x="977900" y="1778000"/>
          <p14:tracePt t="48458" x="971550" y="1790700"/>
          <p14:tracePt t="48475" x="965200" y="1809750"/>
          <p14:tracePt t="48491" x="965200" y="1822450"/>
          <p14:tracePt t="48508" x="952500" y="1835150"/>
          <p14:tracePt t="48524" x="952500" y="1854200"/>
          <p14:tracePt t="48541" x="958850" y="1879600"/>
          <p14:tracePt t="48558" x="971550" y="1930400"/>
          <p14:tracePt t="48574" x="977900" y="1943100"/>
          <p14:tracePt t="48591" x="996950" y="1968500"/>
          <p14:tracePt t="48608" x="1035050" y="2051050"/>
          <p14:tracePt t="48624" x="1047750" y="2070100"/>
          <p14:tracePt t="48641" x="1079500" y="2095500"/>
          <p14:tracePt t="48658" x="1104900" y="2108200"/>
          <p14:tracePt t="48675" x="1117600" y="2120900"/>
          <p14:tracePt t="48691" x="1162050" y="2146300"/>
          <p14:tracePt t="48708" x="1212850" y="2159000"/>
          <p14:tracePt t="48725" x="1257300" y="2171700"/>
          <p14:tracePt t="48741" x="1371600" y="2197100"/>
          <p14:tracePt t="48758" x="1377950" y="2197100"/>
          <p14:tracePt t="48775" x="1454150" y="2209800"/>
          <p14:tracePt t="48791" x="1600200" y="2228850"/>
          <p14:tracePt t="48808" x="1752600" y="2241550"/>
          <p14:tracePt t="48825" x="1898650" y="2254250"/>
          <p14:tracePt t="48841" x="1930400" y="2254250"/>
          <p14:tracePt t="48858" x="2006600" y="2266950"/>
          <p14:tracePt t="48875" x="2051050" y="2273300"/>
          <p14:tracePt t="48891" x="2197100" y="2286000"/>
          <p14:tracePt t="48908" x="2247900" y="2286000"/>
          <p14:tracePt t="48924" x="2324100" y="2286000"/>
          <p14:tracePt t="48942" x="2400300" y="2286000"/>
          <p14:tracePt t="48958" x="2432050" y="2286000"/>
          <p14:tracePt t="48974" x="2451100" y="2286000"/>
          <p14:tracePt t="48991" x="2482850" y="2286000"/>
          <p14:tracePt t="49008" x="2514600" y="2286000"/>
          <p14:tracePt t="49024" x="2540000" y="2286000"/>
          <p14:tracePt t="49041" x="2559050" y="2286000"/>
          <p14:tracePt t="49058" x="2584450" y="2286000"/>
          <p14:tracePt t="49075" x="2616200" y="2286000"/>
          <p14:tracePt t="49091" x="2647950" y="2279650"/>
          <p14:tracePt t="49108" x="2679700" y="2273300"/>
          <p14:tracePt t="49125" x="2698750" y="2266950"/>
          <p14:tracePt t="49141" x="2743200" y="2254250"/>
          <p14:tracePt t="49158" x="2774950" y="2241550"/>
          <p14:tracePt t="49175" x="2794000" y="2235200"/>
          <p14:tracePt t="49191" x="2806700" y="2228850"/>
          <p14:tracePt t="49208" x="2825750" y="2209800"/>
          <p14:tracePt t="49225" x="2832100" y="2197100"/>
          <p14:tracePt t="49241" x="2838450" y="2184400"/>
          <p14:tracePt t="49258" x="2844800" y="2120900"/>
          <p14:tracePt t="49275" x="2844800" y="2101850"/>
          <p14:tracePt t="49291" x="2844800" y="2089150"/>
          <p14:tracePt t="49308" x="2838450" y="2076450"/>
          <p14:tracePt t="49341" x="2825750" y="2070100"/>
          <p14:tracePt t="49361" x="2819400" y="2070100"/>
          <p14:tracePt t="49375" x="2794000" y="2095500"/>
          <p14:tracePt t="49391" x="2749550" y="2152650"/>
          <p14:tracePt t="49408" x="2686050" y="2241550"/>
          <p14:tracePt t="49424" x="2635250" y="2298700"/>
          <p14:tracePt t="49441" x="2609850" y="2324100"/>
          <p14:tracePt t="49458" x="2590800" y="2343150"/>
          <p14:tracePt t="49475" x="2578100" y="2355850"/>
          <p14:tracePt t="49491" x="2565400" y="2355850"/>
          <p14:tracePt t="49508" x="2552700" y="2362200"/>
          <p14:tracePt t="49524" x="2476500" y="2362200"/>
          <p14:tracePt t="49541" x="2381250" y="2343150"/>
          <p14:tracePt t="49558" x="2266950" y="2330450"/>
          <p14:tracePt t="49574" x="2222500" y="2324100"/>
          <p14:tracePt t="49591" x="2089150" y="2298700"/>
          <p14:tracePt t="49608" x="2019300" y="2292350"/>
          <p14:tracePt t="49624" x="1968500" y="2286000"/>
          <p14:tracePt t="49641" x="1949450" y="2279650"/>
          <p14:tracePt t="49675" x="1911350" y="2273300"/>
          <p14:tracePt t="49691" x="1885950" y="2273300"/>
          <p14:tracePt t="49708" x="1841500" y="2260600"/>
          <p14:tracePt t="49724" x="1835150" y="2260600"/>
          <p14:tracePt t="49741" x="1752600" y="2247900"/>
          <p14:tracePt t="49758" x="1714500" y="2247900"/>
          <p14:tracePt t="49774" x="1651000" y="2247900"/>
          <p14:tracePt t="49791" x="1555750" y="2247900"/>
          <p14:tracePt t="49808" x="1517650" y="2247900"/>
          <p14:tracePt t="49824" x="1479550" y="2247900"/>
          <p14:tracePt t="49841" x="1428750" y="2254250"/>
          <p14:tracePt t="49858" x="1409700" y="2260600"/>
          <p14:tracePt t="49874" x="1384300" y="2260600"/>
          <p14:tracePt t="49892" x="1365250" y="2266950"/>
          <p14:tracePt t="49908" x="1308100" y="2279650"/>
          <p14:tracePt t="49925" x="1289050" y="2292350"/>
          <p14:tracePt t="49942" x="1270000" y="2298700"/>
          <p14:tracePt t="49958" x="1225550" y="2311400"/>
          <p14:tracePt t="49975" x="1193800" y="2324100"/>
          <p14:tracePt t="49991" x="1181100" y="2330450"/>
          <p14:tracePt t="50008" x="1174750" y="2330450"/>
          <p14:tracePt t="50024" x="1162050" y="2336800"/>
          <p14:tracePt t="50048" x="1162050" y="2343150"/>
          <p14:tracePt t="50058" x="1155700" y="2349500"/>
          <p14:tracePt t="50074" x="1149350" y="2362200"/>
          <p14:tracePt t="50091" x="1149350" y="2368550"/>
          <p14:tracePt t="50108" x="1143000" y="2368550"/>
          <p14:tracePt t="50124" x="1136650" y="2381250"/>
          <p14:tracePt t="50141" x="1136650" y="2406650"/>
          <p14:tracePt t="50174" x="1143000" y="2425700"/>
          <p14:tracePt t="50191" x="1149350" y="2470150"/>
          <p14:tracePt t="50208" x="1162050" y="2508250"/>
          <p14:tracePt t="50224" x="1187450" y="2533650"/>
          <p14:tracePt t="50241" x="1187450" y="2540000"/>
          <p14:tracePt t="50258" x="1193800" y="2559050"/>
          <p14:tracePt t="50274" x="1206500" y="2565400"/>
          <p14:tracePt t="50291" x="1231900" y="2571750"/>
          <p14:tracePt t="50308" x="1276350" y="2597150"/>
          <p14:tracePt t="50324" x="1295400" y="2603500"/>
          <p14:tracePt t="50341" x="1333500" y="2609850"/>
          <p14:tracePt t="50358" x="1390650" y="2622550"/>
          <p14:tracePt t="50375" x="1536700" y="2654300"/>
          <p14:tracePt t="50377" x="1587500" y="2660650"/>
          <p14:tracePt t="50391" x="1612900" y="2660650"/>
          <p14:tracePt t="50408" x="1809750" y="2679700"/>
          <p14:tracePt t="50425" x="1930400" y="2705100"/>
          <p14:tracePt t="50441" x="2057400" y="2717800"/>
          <p14:tracePt t="50458" x="2298700" y="2743200"/>
          <p14:tracePt t="50474" x="2400300" y="2749550"/>
          <p14:tracePt t="50491" x="2489200" y="2749550"/>
          <p14:tracePt t="50508" x="2546350" y="2755900"/>
          <p14:tracePt t="50525" x="2578100" y="2755900"/>
          <p14:tracePt t="50541" x="2603500" y="2749550"/>
          <p14:tracePt t="50558" x="2647950" y="2730500"/>
          <p14:tracePt t="50574" x="2679700" y="2711450"/>
          <p14:tracePt t="50591" x="2692400" y="2711450"/>
          <p14:tracePt t="50608" x="2743200" y="2667000"/>
          <p14:tracePt t="50624" x="2774950" y="2635250"/>
          <p14:tracePt t="50641" x="2794000" y="2597150"/>
          <p14:tracePt t="50658" x="2813050" y="2571750"/>
          <p14:tracePt t="50676" x="2813050" y="2565400"/>
          <p14:tracePt t="50691" x="2819400" y="2540000"/>
          <p14:tracePt t="50708" x="2819400" y="2527300"/>
          <p14:tracePt t="50725" x="2813050" y="2514600"/>
          <p14:tracePt t="50741" x="2787650" y="2495550"/>
          <p14:tracePt t="50758" x="2755900" y="2495550"/>
          <p14:tracePt t="50774" x="2730500" y="2489200"/>
          <p14:tracePt t="50791" x="2698750" y="2482850"/>
          <p14:tracePt t="50808" x="2622550" y="2470150"/>
          <p14:tracePt t="50824" x="2578100" y="2451100"/>
          <p14:tracePt t="50841" x="2451100" y="2432050"/>
          <p14:tracePt t="50858" x="2432050" y="2432050"/>
          <p14:tracePt t="50875" x="2355850" y="2413000"/>
          <p14:tracePt t="50891" x="2184400" y="2381250"/>
          <p14:tracePt t="50908" x="2082800" y="2368550"/>
          <p14:tracePt t="50924" x="1987550" y="2355850"/>
          <p14:tracePt t="50941" x="1898650" y="2343150"/>
          <p14:tracePt t="50958" x="1841500" y="2330450"/>
          <p14:tracePt t="50975" x="1752600" y="2324100"/>
          <p14:tracePt t="50991" x="1651000" y="2317750"/>
          <p14:tracePt t="51008" x="1587500" y="2317750"/>
          <p14:tracePt t="51025" x="1568450" y="2311400"/>
          <p14:tracePt t="51041" x="1454150" y="2311400"/>
          <p14:tracePt t="51058" x="1390650" y="2305050"/>
          <p14:tracePt t="51074" x="1327150" y="2298700"/>
          <p14:tracePt t="51091" x="1212850" y="2298700"/>
          <p14:tracePt t="51108" x="1187450" y="2305050"/>
          <p14:tracePt t="51141" x="1149350" y="2311400"/>
          <p14:tracePt t="51158" x="1123950" y="2317750"/>
          <p14:tracePt t="51174" x="1085850" y="2343150"/>
          <p14:tracePt t="51191" x="1060450" y="2355850"/>
          <p14:tracePt t="51208" x="1041400" y="2387600"/>
          <p14:tracePt t="51224" x="1028700" y="2400300"/>
          <p14:tracePt t="51241" x="1009650" y="2425700"/>
          <p14:tracePt t="51258" x="1009650" y="2432050"/>
          <p14:tracePt t="51275" x="1003300" y="2438400"/>
          <p14:tracePt t="51329" x="996950" y="2451100"/>
          <p14:tracePt t="51384" x="1003300" y="2457450"/>
          <p14:tracePt t="51393" x="1003300" y="2463800"/>
          <p14:tracePt t="51400" x="1016000" y="2476500"/>
          <p14:tracePt t="51416" x="1028700" y="2482850"/>
          <p14:tracePt t="51424" x="1035050" y="2495550"/>
          <p14:tracePt t="51441" x="1066800" y="2520950"/>
          <p14:tracePt t="51458" x="1079500" y="2520950"/>
          <p14:tracePt t="51474" x="1111250" y="2527300"/>
          <p14:tracePt t="51491" x="1193800" y="2552700"/>
          <p14:tracePt t="51508" x="1238250" y="2571750"/>
          <p14:tracePt t="51524" x="1314450" y="2590800"/>
          <p14:tracePt t="51541" x="1504950" y="2622550"/>
          <p14:tracePt t="51558" x="1555750" y="2628900"/>
          <p14:tracePt t="51575" x="1663700" y="2635250"/>
          <p14:tracePt t="51591" x="1835150" y="2647950"/>
          <p14:tracePt t="51608" x="1981200" y="2647950"/>
          <p14:tracePt t="51624" x="2108200" y="2628900"/>
          <p14:tracePt t="51641" x="2146300" y="2622550"/>
          <p14:tracePt t="51658" x="2203450" y="2609850"/>
          <p14:tracePt t="51675" x="2235200" y="2609850"/>
          <p14:tracePt t="51691" x="2273300" y="2609850"/>
          <p14:tracePt t="51708" x="2286000" y="2609850"/>
          <p14:tracePt t="51724" x="2311400" y="2609850"/>
          <p14:tracePt t="51741" x="2317750" y="2609850"/>
          <p14:tracePt t="51758" x="2355850" y="2609850"/>
          <p14:tracePt t="51774" x="2374900" y="2609850"/>
          <p14:tracePt t="51791" x="2393950" y="2603500"/>
          <p14:tracePt t="51808" x="2457450" y="2584450"/>
          <p14:tracePt t="51824" x="2476500" y="2584450"/>
          <p14:tracePt t="51841" x="2520950" y="2584450"/>
          <p14:tracePt t="51858" x="2603500" y="2559050"/>
          <p14:tracePt t="51874" x="2628900" y="2552700"/>
          <p14:tracePt t="51897" x="2628900" y="2540000"/>
          <p14:tracePt t="51908" x="2635250" y="2533650"/>
          <p14:tracePt t="51924" x="2641600" y="2520950"/>
          <p14:tracePt t="51941" x="2641600" y="2514600"/>
          <p14:tracePt t="51958" x="2641600" y="2495550"/>
          <p14:tracePt t="51975" x="2635250" y="2489200"/>
          <p14:tracePt t="51991" x="2616200" y="2444750"/>
          <p14:tracePt t="52008" x="2603500" y="2425700"/>
          <p14:tracePt t="52025" x="2571750" y="2400300"/>
          <p14:tracePt t="52041" x="2565400" y="2393950"/>
          <p14:tracePt t="52058" x="2540000" y="2381250"/>
          <p14:tracePt t="52074" x="2470150" y="2349500"/>
          <p14:tracePt t="52091" x="2400300" y="2330450"/>
          <p14:tracePt t="52108" x="2279650" y="2311400"/>
          <p14:tracePt t="52124" x="2209800" y="2305050"/>
          <p14:tracePt t="52141" x="2165350" y="2298700"/>
          <p14:tracePt t="52158" x="2101850" y="2292350"/>
          <p14:tracePt t="52175" x="2070100" y="2292350"/>
          <p14:tracePt t="52191" x="2051050" y="2286000"/>
          <p14:tracePt t="52384" x="2051050" y="2279650"/>
          <p14:tracePt t="52400" x="2070100" y="2279650"/>
          <p14:tracePt t="52416" x="2076450" y="2279650"/>
          <p14:tracePt t="52424" x="2095500" y="2273300"/>
          <p14:tracePt t="52432" x="2101850" y="2273300"/>
          <p14:tracePt t="52448" x="2114550" y="2273300"/>
          <p14:tracePt t="52457" x="2133600" y="2273300"/>
          <p14:tracePt t="52474" x="2146300" y="2273300"/>
          <p14:tracePt t="52491" x="2152650" y="2260600"/>
          <p14:tracePt t="52552" x="2139950" y="2247900"/>
          <p14:tracePt t="52560" x="2133600" y="2247900"/>
          <p14:tracePt t="52574" x="2114550" y="2235200"/>
          <p14:tracePt t="52591" x="2089150" y="2228850"/>
          <p14:tracePt t="52608" x="2012950" y="2190750"/>
          <p14:tracePt t="52625" x="1949450" y="2178050"/>
          <p14:tracePt t="52641" x="1911350" y="2165350"/>
          <p14:tracePt t="52658" x="1816100" y="2152650"/>
          <p14:tracePt t="52674" x="1771650" y="2146300"/>
          <p14:tracePt t="52691" x="1727200" y="2139950"/>
          <p14:tracePt t="52708" x="1689100" y="2139950"/>
          <p14:tracePt t="52725" x="1657350" y="2139950"/>
          <p14:tracePt t="52741" x="1631950" y="2146300"/>
          <p14:tracePt t="52758" x="1555750" y="2171700"/>
          <p14:tracePt t="52774" x="1543050" y="2171700"/>
          <p14:tracePt t="52791" x="1530350" y="2178050"/>
          <p14:tracePt t="52808" x="1485900" y="2203450"/>
          <p14:tracePt t="52824" x="1441450" y="2222500"/>
          <p14:tracePt t="52841" x="1403350" y="2228850"/>
          <p14:tracePt t="52858" x="1365250" y="2247900"/>
          <p14:tracePt t="52875" x="1358900" y="2254250"/>
          <p14:tracePt t="52891" x="1327150" y="2266950"/>
          <p14:tracePt t="52908" x="1308100" y="2279650"/>
          <p14:tracePt t="52924" x="1282700" y="2286000"/>
          <p14:tracePt t="52941" x="1270000" y="2298700"/>
          <p14:tracePt t="52958" x="1250950" y="2311400"/>
          <p14:tracePt t="52974" x="1231900" y="2324100"/>
          <p14:tracePt t="52991" x="1212850" y="2336800"/>
          <p14:tracePt t="53033" x="1212850" y="2343150"/>
          <p14:tracePt t="53088" x="1212850" y="2349500"/>
          <p14:tracePt t="53112" x="1193800" y="2368550"/>
          <p14:tracePt t="53120" x="1193800" y="2374900"/>
          <p14:tracePt t="53129" x="1181100" y="2381250"/>
          <p14:tracePt t="53141" x="1181100" y="2387600"/>
          <p14:tracePt t="53158" x="1162050" y="2406650"/>
          <p14:tracePt t="53174" x="1162050" y="2425700"/>
          <p14:tracePt t="53191" x="1155700" y="2438400"/>
          <p14:tracePt t="53208" x="1143000" y="2482850"/>
          <p14:tracePt t="53224" x="1143000" y="2501900"/>
          <p14:tracePt t="53280" x="1143000" y="2508250"/>
          <p14:tracePt t="53329" x="1149350" y="2514600"/>
          <p14:tracePt t="53336" x="1155700" y="2514600"/>
          <p14:tracePt t="53345" x="1168400" y="2514600"/>
          <p14:tracePt t="53358" x="1174750" y="2514600"/>
          <p14:tracePt t="53374" x="1193800" y="2514600"/>
          <p14:tracePt t="53391" x="1219200" y="2520950"/>
          <p14:tracePt t="53408" x="1263650" y="2527300"/>
          <p14:tracePt t="53425" x="1339850" y="2533650"/>
          <p14:tracePt t="53441" x="1384300" y="2546350"/>
          <p14:tracePt t="53458" x="1466850" y="2565400"/>
          <p14:tracePt t="53475" x="1587500" y="2578100"/>
          <p14:tracePt t="53491" x="1651000" y="2584450"/>
          <p14:tracePt t="53508" x="1727200" y="2584450"/>
          <p14:tracePt t="53524" x="1860550" y="2584450"/>
          <p14:tracePt t="53541" x="1936750" y="2584450"/>
          <p14:tracePt t="53558" x="2012950" y="2584450"/>
          <p14:tracePt t="53574" x="2044700" y="2584450"/>
          <p14:tracePt t="53591" x="2190750" y="2584450"/>
          <p14:tracePt t="53608" x="2336800" y="2578100"/>
          <p14:tracePt t="53624" x="2400300" y="2578100"/>
          <p14:tracePt t="53641" x="2495550" y="2559050"/>
          <p14:tracePt t="53658" x="2527300" y="2552700"/>
          <p14:tracePt t="53675" x="2559050" y="2540000"/>
          <p14:tracePt t="53691" x="2578100" y="2540000"/>
          <p14:tracePt t="53708" x="2590800" y="2540000"/>
          <p14:tracePt t="53724" x="2609850" y="2540000"/>
          <p14:tracePt t="53741" x="2628900" y="2533650"/>
          <p14:tracePt t="53758" x="2654300" y="2527300"/>
          <p14:tracePt t="53775" x="2667000" y="2527300"/>
          <p14:tracePt t="53791" x="2686050" y="2527300"/>
          <p14:tracePt t="53808" x="2736850" y="2520950"/>
          <p14:tracePt t="53825" x="2743200" y="2520950"/>
          <p14:tracePt t="54144" x="2743200" y="2514600"/>
          <p14:tracePt t="54384" x="2736850" y="2514600"/>
          <p14:tracePt t="54480" x="2736850" y="2501900"/>
          <p14:tracePt t="54512" x="2743200" y="2495550"/>
          <p14:tracePt t="54528" x="2749550" y="2482850"/>
          <p14:tracePt t="54536" x="2749550" y="2476500"/>
          <p14:tracePt t="54544" x="2762250" y="2463800"/>
          <p14:tracePt t="54558" x="2762250" y="2457450"/>
          <p14:tracePt t="54575" x="2794000" y="2413000"/>
          <p14:tracePt t="54591" x="2800350" y="2400300"/>
          <p14:tracePt t="54608" x="2819400" y="2368550"/>
          <p14:tracePt t="54625" x="2825750" y="2343150"/>
          <p14:tracePt t="54641" x="2832100" y="2324100"/>
          <p14:tracePt t="54658" x="2844800" y="2292350"/>
          <p14:tracePt t="54674" x="2844800" y="2273300"/>
          <p14:tracePt t="54691" x="2857500" y="2235200"/>
          <p14:tracePt t="54708" x="2870200" y="2165350"/>
          <p14:tracePt t="54724" x="2876550" y="2146300"/>
          <p14:tracePt t="54741" x="2876550" y="2114550"/>
          <p14:tracePt t="54758" x="2882900" y="2101850"/>
          <p14:tracePt t="54774" x="2882900" y="2095500"/>
          <p14:tracePt t="54791" x="2882900" y="2082800"/>
          <p14:tracePt t="54808" x="2889250" y="2063750"/>
          <p14:tracePt t="54824" x="2889250" y="2051050"/>
          <p14:tracePt t="54841" x="2889250" y="2044700"/>
          <p14:tracePt t="54858" x="2889250" y="2038350"/>
          <p14:tracePt t="54874" x="2889250" y="2025650"/>
          <p14:tracePt t="54891" x="2889250" y="2012950"/>
          <p14:tracePt t="54925" x="2889250" y="1981200"/>
          <p14:tracePt t="54941" x="2882900" y="1962150"/>
          <p14:tracePt t="54958" x="2870200" y="1955800"/>
          <p14:tracePt t="54974" x="2870200" y="1943100"/>
          <p14:tracePt t="54991" x="2844800" y="1911350"/>
          <p14:tracePt t="55008" x="2825750" y="1879600"/>
          <p14:tracePt t="55024" x="2819400" y="1854200"/>
          <p14:tracePt t="55041" x="2781300" y="1835150"/>
          <p14:tracePt t="55058" x="2781300" y="1828800"/>
          <p14:tracePt t="55074" x="2768600" y="1828800"/>
          <p14:tracePt t="55091" x="2768600" y="1822450"/>
          <p14:tracePt t="55108" x="2762250" y="1822450"/>
          <p14:tracePt t="55125" x="2736850" y="1835150"/>
          <p14:tracePt t="55141" x="2705100" y="1854200"/>
          <p14:tracePt t="55158" x="2673350" y="1873250"/>
          <p14:tracePt t="55174" x="2660650" y="1885950"/>
          <p14:tracePt t="55191" x="2635250" y="1911350"/>
          <p14:tracePt t="55240" x="2635250" y="1917700"/>
          <p14:tracePt t="55400" x="2635250" y="1924050"/>
          <p14:tracePt t="55416" x="2641600" y="1924050"/>
          <p14:tracePt t="55424" x="2654300" y="1930400"/>
          <p14:tracePt t="55440" x="2654300" y="1936750"/>
          <p14:tracePt t="55456" x="2660650" y="1936750"/>
          <p14:tracePt t="55464" x="2667000" y="1936750"/>
          <p14:tracePt t="55474" x="2673350" y="1936750"/>
          <p14:tracePt t="55504" x="2679700" y="1949450"/>
          <p14:tracePt t="55512" x="2686050" y="1949450"/>
          <p14:tracePt t="55528" x="2692400" y="1955800"/>
          <p14:tracePt t="55552" x="2705100" y="1955800"/>
          <p14:tracePt t="55560" x="2705100" y="1962150"/>
          <p14:tracePt t="55574" x="2717800" y="1962150"/>
          <p14:tracePt t="55591" x="2724150" y="1968500"/>
          <p14:tracePt t="55608" x="2736850" y="1981200"/>
          <p14:tracePt t="55641" x="2749550" y="2000250"/>
          <p14:tracePt t="55658" x="2774950" y="2000250"/>
          <p14:tracePt t="55691" x="2781300" y="2000250"/>
          <p14:tracePt t="55712" x="2794000" y="2000250"/>
          <p14:tracePt t="55724" x="2800350" y="2000250"/>
          <p14:tracePt t="55741" x="2813050" y="2000250"/>
          <p14:tracePt t="55758" x="2832100" y="1987550"/>
          <p14:tracePt t="55775" x="2844800" y="1987550"/>
          <p14:tracePt t="55791" x="2876550" y="1981200"/>
          <p14:tracePt t="55808" x="2901950" y="1968500"/>
          <p14:tracePt t="55825" x="2927350" y="1962150"/>
          <p14:tracePt t="56112" x="2933700" y="1962150"/>
          <p14:tracePt t="56120" x="2940050" y="1962150"/>
          <p14:tracePt t="56128" x="2946400" y="1962150"/>
          <p14:tracePt t="56144" x="2959100" y="1962150"/>
          <p14:tracePt t="56158" x="2978150" y="1968500"/>
          <p14:tracePt t="56174" x="3041650" y="1968500"/>
          <p14:tracePt t="56191" x="3073400" y="1968500"/>
          <p14:tracePt t="56208" x="3092450" y="1962150"/>
          <p14:tracePt t="56224" x="3117850" y="1955800"/>
          <p14:tracePt t="56241" x="3130550" y="1949450"/>
          <p14:tracePt t="56640" x="3130550" y="1955800"/>
          <p14:tracePt t="56656" x="3130550" y="1962150"/>
          <p14:tracePt t="56680" x="3136900" y="1962150"/>
          <p14:tracePt t="57752" x="3136900" y="1968500"/>
          <p14:tracePt t="57768" x="3136900" y="1974850"/>
          <p14:tracePt t="57776" x="3136900" y="1987550"/>
          <p14:tracePt t="57784" x="3136900" y="2000250"/>
          <p14:tracePt t="57793" x="3136900" y="2006600"/>
          <p14:tracePt t="57807" x="3130550" y="2051050"/>
          <p14:tracePt t="57824" x="3117850" y="2076450"/>
          <p14:tracePt t="57841" x="3105150" y="2114550"/>
          <p14:tracePt t="57875" x="3098800" y="2133600"/>
          <p14:tracePt t="57891" x="3086100" y="2146300"/>
          <p14:tracePt t="57936" x="3079750" y="2146300"/>
          <p14:tracePt t="57960" x="3073400" y="2146300"/>
          <p14:tracePt t="57968" x="3060700" y="2146300"/>
          <p14:tracePt t="58000" x="3054350" y="2146300"/>
          <p14:tracePt t="58016" x="3048000" y="2146300"/>
          <p14:tracePt t="58024" x="3035300" y="2139950"/>
          <p14:tracePt t="58048" x="3028950" y="2139950"/>
          <p14:tracePt t="58056" x="3028950" y="2133600"/>
          <p14:tracePt t="58064" x="3022600" y="2127250"/>
          <p14:tracePt t="58088" x="3016250" y="2120900"/>
          <p14:tracePt t="58416" x="3016250" y="2114550"/>
          <p14:tracePt t="58424" x="3016250" y="2108200"/>
          <p14:tracePt t="58448" x="3016250" y="2101850"/>
          <p14:tracePt t="58544" x="3016250" y="2095500"/>
          <p14:tracePt t="58576" x="3016250" y="2089150"/>
          <p14:tracePt t="59456" x="3016250" y="2076450"/>
          <p14:tracePt t="59464" x="3016250" y="2070100"/>
          <p14:tracePt t="59488" x="3022600" y="2057400"/>
          <p14:tracePt t="59512" x="3022600" y="2051050"/>
          <p14:tracePt t="59520" x="3022600" y="2044700"/>
          <p14:tracePt t="59536" x="3028950" y="2038350"/>
          <p14:tracePt t="59561" x="3028950" y="2032000"/>
          <p14:tracePt t="59568" x="3028950" y="2025650"/>
          <p14:tracePt t="59968" x="3028950" y="2019300"/>
          <p14:tracePt t="59984" x="3028950" y="2012950"/>
          <p14:tracePt t="59992" x="3028950" y="2006600"/>
          <p14:tracePt t="60016" x="3028950" y="2000250"/>
          <p14:tracePt t="60024" x="3028950" y="1993900"/>
          <p14:tracePt t="60033" x="3028950" y="1974850"/>
          <p14:tracePt t="60041" x="3035300" y="1968500"/>
          <p14:tracePt t="60065" x="3035300" y="1962150"/>
          <p14:tracePt t="60208" x="3028950" y="1968500"/>
          <p14:tracePt t="60216" x="3022600" y="1968500"/>
          <p14:tracePt t="60224" x="3009900" y="1987550"/>
          <p14:tracePt t="60241" x="2997200" y="2000250"/>
          <p14:tracePt t="60258" x="2933700" y="2089150"/>
          <p14:tracePt t="60274" x="2889250" y="2127250"/>
          <p14:tracePt t="60291" x="2863850" y="2152650"/>
          <p14:tracePt t="60308" x="2736850" y="2260600"/>
          <p14:tracePt t="60324" x="2686050" y="2305050"/>
          <p14:tracePt t="60341" x="2628900" y="2355850"/>
          <p14:tracePt t="60358" x="2565400" y="2400300"/>
          <p14:tracePt t="60374" x="2514600" y="2432050"/>
          <p14:tracePt t="60377" x="2508250" y="2432050"/>
          <p14:tracePt t="60391" x="2470150" y="2457450"/>
          <p14:tracePt t="60408" x="2438400" y="2476500"/>
          <p14:tracePt t="60425" x="2413000" y="2489200"/>
          <p14:tracePt t="60441" x="2406650" y="2495550"/>
          <p14:tracePt t="60458" x="2400300" y="2495550"/>
          <p14:tracePt t="60536" x="2387600" y="2501900"/>
          <p14:tracePt t="60552" x="2381250" y="2501900"/>
          <p14:tracePt t="60568" x="2374900" y="2501900"/>
          <p14:tracePt t="60576" x="2368550" y="2501900"/>
          <p14:tracePt t="60584" x="2362200" y="2495550"/>
          <p14:tracePt t="60593" x="2336800" y="2489200"/>
          <p14:tracePt t="60608" x="2260600" y="2444750"/>
          <p14:tracePt t="60624" x="2203450" y="2419350"/>
          <p14:tracePt t="60641" x="2133600" y="2387600"/>
          <p14:tracePt t="60658" x="2051050" y="2343150"/>
          <p14:tracePt t="60674" x="1981200" y="2298700"/>
          <p14:tracePt t="60691" x="1917700" y="2241550"/>
          <p14:tracePt t="60708" x="1778000" y="2133600"/>
          <p14:tracePt t="60724" x="1695450" y="2095500"/>
          <p14:tracePt t="60741" x="1631950" y="2076450"/>
          <p14:tracePt t="60758" x="1511300" y="2051050"/>
          <p14:tracePt t="60774" x="1403350" y="2057400"/>
          <p14:tracePt t="60791" x="1339850" y="2070100"/>
          <p14:tracePt t="60807" x="1250950" y="2108200"/>
          <p14:tracePt t="60824" x="1225550" y="2114550"/>
          <p14:tracePt t="60841" x="1181100" y="2146300"/>
          <p14:tracePt t="60857" x="1155700" y="2159000"/>
          <p14:tracePt t="60875" x="1117600" y="2190750"/>
          <p14:tracePt t="60891" x="1104900" y="2197100"/>
          <p14:tracePt t="60908" x="1079500" y="2209800"/>
          <p14:tracePt t="60924" x="1060450" y="2222500"/>
          <p14:tracePt t="60941" x="1047750" y="2235200"/>
          <p14:tracePt t="60958" x="1022350" y="2254250"/>
          <p14:tracePt t="60974" x="1016000" y="2260600"/>
          <p14:tracePt t="60991" x="984250" y="2286000"/>
          <p14:tracePt t="61007" x="965200" y="2330450"/>
          <p14:tracePt t="61024" x="958850" y="2343150"/>
          <p14:tracePt t="61041" x="958850" y="2368550"/>
          <p14:tracePt t="61058" x="952500" y="2400300"/>
          <p14:tracePt t="61074" x="952500" y="2413000"/>
          <p14:tracePt t="61091" x="952500" y="2432050"/>
          <p14:tracePt t="61108" x="952500" y="2463800"/>
          <p14:tracePt t="61124" x="965200" y="2476500"/>
          <p14:tracePt t="61141" x="971550" y="2489200"/>
          <p14:tracePt t="61158" x="996950" y="2533650"/>
          <p14:tracePt t="61174" x="1022350" y="2565400"/>
          <p14:tracePt t="61191" x="1035050" y="2597150"/>
          <p14:tracePt t="61208" x="1098550" y="2628900"/>
          <p14:tracePt t="61224" x="1104900" y="2628900"/>
          <p14:tracePt t="61241" x="1111250" y="2635250"/>
          <p14:tracePt t="61258" x="1136650" y="2641600"/>
          <p14:tracePt t="61274" x="1155700" y="2647950"/>
          <p14:tracePt t="61291" x="1193800" y="2647950"/>
          <p14:tracePt t="61307" x="1212850" y="2647950"/>
          <p14:tracePt t="61324" x="1231900" y="2647950"/>
          <p14:tracePt t="61341" x="1327150" y="2628900"/>
          <p14:tracePt t="61358" x="1397000" y="2616200"/>
          <p14:tracePt t="61374" x="1492250" y="2609850"/>
          <p14:tracePt t="61376" x="1651000" y="2590800"/>
          <p14:tracePt t="61391" x="1708150" y="2590800"/>
          <p14:tracePt t="61408" x="1816100" y="2584450"/>
          <p14:tracePt t="61424" x="1930400" y="2584450"/>
          <p14:tracePt t="61441" x="2082800" y="2584450"/>
          <p14:tracePt t="61458" x="2165350" y="2584450"/>
          <p14:tracePt t="61474" x="2228850" y="2578100"/>
          <p14:tracePt t="61491" x="2286000" y="2578100"/>
          <p14:tracePt t="61508" x="2305050" y="2571750"/>
          <p14:tracePt t="61524" x="2336800" y="2565400"/>
          <p14:tracePt t="61541" x="2362200" y="2565400"/>
          <p14:tracePt t="61558" x="2381250" y="2565400"/>
          <p14:tracePt t="61574" x="2400300" y="2559050"/>
          <p14:tracePt t="61591" x="2419350" y="2540000"/>
          <p14:tracePt t="61608" x="2476500" y="2514600"/>
          <p14:tracePt t="61624" x="2514600" y="2501900"/>
          <p14:tracePt t="61641" x="2597150" y="2470150"/>
          <p14:tracePt t="61658" x="2679700" y="2444750"/>
          <p14:tracePt t="61674" x="2705100" y="2438400"/>
          <p14:tracePt t="61691" x="2768600" y="2400300"/>
          <p14:tracePt t="61708" x="2781300" y="2387600"/>
          <p14:tracePt t="61724" x="2794000" y="2374900"/>
          <p14:tracePt t="61741" x="2794000" y="2368550"/>
          <p14:tracePt t="61757" x="2800350" y="2311400"/>
          <p14:tracePt t="61774" x="2800350" y="2305050"/>
          <p14:tracePt t="61791" x="2787650" y="2286000"/>
          <p14:tracePt t="61808" x="2724150" y="2216150"/>
          <p14:tracePt t="61824" x="2686050" y="2190750"/>
          <p14:tracePt t="61841" x="2559050" y="2146300"/>
          <p14:tracePt t="61858" x="2508250" y="2133600"/>
          <p14:tracePt t="61875" x="2413000" y="2120900"/>
          <p14:tracePt t="61891" x="2317750" y="2114550"/>
          <p14:tracePt t="61908" x="2127250" y="2120900"/>
          <p14:tracePt t="61924" x="2025650" y="2139950"/>
          <p14:tracePt t="61941" x="1924050" y="2171700"/>
          <p14:tracePt t="61958" x="1911350" y="2178050"/>
          <p14:tracePt t="61975" x="1873250" y="2190750"/>
          <p14:tracePt t="61991" x="1835150" y="2203450"/>
          <p14:tracePt t="62008" x="1797050" y="2222500"/>
          <p14:tracePt t="62025" x="1771650" y="2235200"/>
          <p14:tracePt t="62041" x="1708150" y="2260600"/>
          <p14:tracePt t="62058" x="1676400" y="2279650"/>
          <p14:tracePt t="62075" x="1663700" y="2286000"/>
          <p14:tracePt t="62091" x="1638300" y="2305050"/>
          <p14:tracePt t="62108" x="1593850" y="2330450"/>
          <p14:tracePt t="62125" x="1568450" y="2349500"/>
          <p14:tracePt t="62141" x="1555750" y="2355850"/>
          <p14:tracePt t="62158" x="1530350" y="2374900"/>
          <p14:tracePt t="62174" x="1517650" y="2387600"/>
          <p14:tracePt t="62191" x="1479550" y="2400300"/>
          <p14:tracePt t="62207" x="1460500" y="2425700"/>
          <p14:tracePt t="62224" x="1441450" y="2432050"/>
          <p14:tracePt t="62241" x="1416050" y="2451100"/>
          <p14:tracePt t="62274" x="1397000" y="2457450"/>
          <p14:tracePt t="62291" x="1365250" y="2470150"/>
          <p14:tracePt t="62308" x="1339850" y="2476500"/>
          <p14:tracePt t="62324" x="1314450" y="2482850"/>
          <p14:tracePt t="62341" x="1276350" y="2489200"/>
          <p14:tracePt t="62358" x="1219200" y="2514600"/>
          <p14:tracePt t="62374" x="1200150" y="2514600"/>
          <p14:tracePt t="62377" x="1168400" y="2520950"/>
          <p14:tracePt t="62391" x="1162050" y="2533650"/>
          <p14:tracePt t="62408" x="1149350" y="2533650"/>
          <p14:tracePt t="62424" x="1136650" y="2540000"/>
          <p14:tracePt t="62458" x="1130300" y="2552700"/>
          <p14:tracePt t="62474" x="1123950" y="2559050"/>
          <p14:tracePt t="62491" x="1117600" y="2559050"/>
          <p14:tracePt t="62520" x="1117600" y="2565400"/>
          <p14:tracePt t="62592" x="1117600" y="2571750"/>
          <p14:tracePt t="62600" x="1117600" y="2578100"/>
          <p14:tracePt t="62632" x="1123950" y="2578100"/>
          <p14:tracePt t="62640" x="1123950" y="2584450"/>
          <p14:tracePt t="62648" x="1136650" y="2584450"/>
          <p14:tracePt t="62658" x="1143000" y="2584450"/>
          <p14:tracePt t="62675" x="1168400" y="2590800"/>
          <p14:tracePt t="62691" x="1181100" y="2597150"/>
          <p14:tracePt t="62708" x="1200150" y="2603500"/>
          <p14:tracePt t="62724" x="1276350" y="2603500"/>
          <p14:tracePt t="62741" x="1339850" y="2603500"/>
          <p14:tracePt t="62758" x="1384300" y="2603500"/>
          <p14:tracePt t="62774" x="1498600" y="2603500"/>
          <p14:tracePt t="62791" x="1549400" y="2597150"/>
          <p14:tracePt t="62808" x="1638300" y="2597150"/>
          <p14:tracePt t="62824" x="1727200" y="2603500"/>
          <p14:tracePt t="62841" x="1797050" y="2609850"/>
          <p14:tracePt t="62858" x="1847850" y="2616200"/>
          <p14:tracePt t="62874" x="1873250" y="2616200"/>
          <p14:tracePt t="62891" x="1968500" y="2616200"/>
          <p14:tracePt t="62908" x="2000250" y="2616200"/>
          <p14:tracePt t="62924" x="2025650" y="2616200"/>
          <p14:tracePt t="62941" x="2051050" y="2616200"/>
          <p14:tracePt t="62958" x="2063750" y="2616200"/>
          <p14:tracePt t="62975" x="2089150" y="2616200"/>
          <p14:tracePt t="62991" x="2127250" y="2616200"/>
          <p14:tracePt t="63008" x="2254250" y="2628900"/>
          <p14:tracePt t="63024" x="2317750" y="2635250"/>
          <p14:tracePt t="63041" x="2355850" y="2635250"/>
          <p14:tracePt t="63058" x="2374900" y="2641600"/>
          <p14:tracePt t="63074" x="2419350" y="2641600"/>
          <p14:tracePt t="63091" x="2451100" y="2641600"/>
          <p14:tracePt t="63108" x="2476500" y="2641600"/>
          <p14:tracePt t="63124" x="2495550" y="2635250"/>
          <p14:tracePt t="63141" x="2501900" y="2635250"/>
          <p14:tracePt t="63158" x="2508250" y="2628900"/>
          <p14:tracePt t="63191" x="2514600" y="2622550"/>
          <p14:tracePt t="63208" x="2520950" y="2597150"/>
          <p14:tracePt t="63224" x="2533650" y="2584450"/>
          <p14:tracePt t="63241" x="2552700" y="2546350"/>
          <p14:tracePt t="63258" x="2578100" y="2489200"/>
          <p14:tracePt t="63274" x="2597150" y="2444750"/>
          <p14:tracePt t="63291" x="2603500" y="2413000"/>
          <p14:tracePt t="63308" x="2616200" y="2381250"/>
          <p14:tracePt t="63341" x="2616200" y="2374900"/>
          <p14:tracePt t="63424" x="2622550" y="2374900"/>
          <p14:tracePt t="63480" x="2622550" y="2387600"/>
          <p14:tracePt t="63504" x="2622550" y="2393950"/>
          <p14:tracePt t="63528" x="2622550" y="2400300"/>
          <p14:tracePt t="63544" x="2635250" y="2400300"/>
          <p14:tracePt t="63568" x="2635250" y="2406650"/>
          <p14:tracePt t="63600" x="2635250" y="2419350"/>
          <p14:tracePt t="63608" x="2647950" y="2419350"/>
          <p14:tracePt t="65576" x="2647950" y="2413000"/>
          <p14:tracePt t="65584" x="2641600" y="2413000"/>
          <p14:tracePt t="65593" x="2628900" y="2413000"/>
          <p14:tracePt t="65607" x="2584450" y="2432050"/>
          <p14:tracePt t="65624" x="2495550" y="2457450"/>
          <p14:tracePt t="65641" x="2387600" y="2482850"/>
          <p14:tracePt t="65658" x="2114550" y="2565400"/>
          <p14:tracePt t="65675" x="1924050" y="2616200"/>
          <p14:tracePt t="65691" x="1619250" y="2679700"/>
          <p14:tracePt t="65708" x="1549400" y="2692400"/>
          <p14:tracePt t="65724" x="1428750" y="2717800"/>
          <p14:tracePt t="65741" x="1352550" y="2736850"/>
          <p14:tracePt t="65758" x="1308100" y="2755900"/>
          <p14:tracePt t="65774" x="1295400" y="2762250"/>
          <p14:tracePt t="65791" x="1270000" y="2768600"/>
          <p14:tracePt t="65808" x="1219200" y="2800350"/>
          <p14:tracePt t="65824" x="1174750" y="2819400"/>
          <p14:tracePt t="65841" x="1155700" y="2832100"/>
          <p14:tracePt t="65858" x="1117600" y="2857500"/>
          <p14:tracePt t="65874" x="1079500" y="2876550"/>
          <p14:tracePt t="65891" x="1028700" y="2895600"/>
          <p14:tracePt t="65908" x="984250" y="2921000"/>
          <p14:tracePt t="65924" x="952500" y="2940050"/>
          <p14:tracePt t="65941" x="933450" y="2940050"/>
          <p14:tracePt t="65958" x="901700" y="2959100"/>
          <p14:tracePt t="65974" x="889000" y="2959100"/>
          <p14:tracePt t="65991" x="876300" y="2965450"/>
          <p14:tracePt t="66008" x="844550" y="2971800"/>
          <p14:tracePt t="66024" x="755650" y="2997200"/>
          <p14:tracePt t="66041" x="679450" y="3022600"/>
          <p14:tracePt t="66058" x="590550" y="3054350"/>
          <p14:tracePt t="66074" x="539750" y="3054350"/>
          <p14:tracePt t="66091" x="514350" y="3060700"/>
          <p14:tracePt t="66124" x="501650" y="3060700"/>
          <p14:tracePt t="66192" x="495300" y="3048000"/>
          <p14:tracePt t="66200" x="495300" y="3035300"/>
          <p14:tracePt t="66208" x="495300" y="3028950"/>
          <p14:tracePt t="66224" x="488950" y="3003550"/>
          <p14:tracePt t="66241" x="476250" y="2952750"/>
          <p14:tracePt t="66258" x="476250" y="2940050"/>
          <p14:tracePt t="66274" x="476250" y="2933700"/>
          <p14:tracePt t="66291" x="469900" y="2914650"/>
          <p14:tracePt t="66392" x="476250" y="2908300"/>
          <p14:tracePt t="66424" x="488950" y="2901950"/>
          <p14:tracePt t="66432" x="495300" y="2901950"/>
          <p14:tracePt t="66441" x="501650" y="2901950"/>
          <p14:tracePt t="66464" x="508000" y="2895600"/>
          <p14:tracePt t="66496" x="514350" y="2895600"/>
          <p14:tracePt t="66840" x="520700" y="2895600"/>
          <p14:tracePt t="66904" x="520700" y="2889250"/>
          <p14:tracePt t="66920" x="527050" y="2882900"/>
          <p14:tracePt t="66928" x="533400" y="2882900"/>
          <p14:tracePt t="66935" x="533400" y="2870200"/>
          <p14:tracePt t="66951" x="546100" y="2863850"/>
          <p14:tracePt t="66960" x="552450" y="2857500"/>
          <p14:tracePt t="66974" x="552450" y="2851150"/>
          <p14:tracePt t="66991" x="558800" y="2838450"/>
          <p14:tracePt t="67007" x="571500" y="2825750"/>
          <p14:tracePt t="67024" x="577850" y="2825750"/>
          <p14:tracePt t="67176" x="584200" y="2825750"/>
          <p14:tracePt t="67248" x="577850" y="2825750"/>
          <p14:tracePt t="67280" x="577850" y="2838450"/>
          <p14:tracePt t="67297" x="577850" y="2844800"/>
          <p14:tracePt t="67304" x="571500" y="2851150"/>
          <p14:tracePt t="67320" x="565150" y="2863850"/>
          <p14:tracePt t="67328" x="565150" y="2870200"/>
          <p14:tracePt t="67341" x="558800" y="2876550"/>
          <p14:tracePt t="67358" x="552450" y="2901950"/>
          <p14:tracePt t="67374" x="546100" y="2914650"/>
          <p14:tracePt t="67377" x="539750" y="2921000"/>
          <p14:tracePt t="67391" x="539750" y="2927350"/>
          <p14:tracePt t="67408" x="539750" y="2933700"/>
          <p14:tracePt t="67768" x="546100" y="2933700"/>
          <p14:tracePt t="86432" x="552450" y="2940050"/>
          <p14:tracePt t="86440" x="558800" y="2946400"/>
          <p14:tracePt t="86448" x="571500" y="2965450"/>
          <p14:tracePt t="86457" x="577850" y="2965450"/>
          <p14:tracePt t="86474" x="577850" y="2971800"/>
          <p14:tracePt t="86491" x="584200" y="2984500"/>
          <p14:tracePt t="86920" x="590550" y="2984500"/>
          <p14:tracePt t="86944" x="596900" y="2990850"/>
          <p14:tracePt t="86952" x="596900" y="2997200"/>
          <p14:tracePt t="86960" x="603250" y="2997200"/>
          <p14:tracePt t="86976" x="603250" y="3003550"/>
          <p14:tracePt t="86992" x="615950" y="3009900"/>
          <p14:tracePt t="87377" x="615950" y="3003550"/>
          <p14:tracePt t="87392" x="615950" y="2997200"/>
          <p14:tracePt t="87400" x="615950" y="2990850"/>
          <p14:tracePt t="87408" x="615950" y="2984500"/>
          <p14:tracePt t="87424" x="622300" y="2971800"/>
          <p14:tracePt t="87441" x="622300" y="2946400"/>
          <p14:tracePt t="87474" x="622300" y="2921000"/>
          <p14:tracePt t="87491" x="615950" y="2908300"/>
          <p14:tracePt t="87507" x="615950" y="2870200"/>
          <p14:tracePt t="87524" x="603250" y="2857500"/>
          <p14:tracePt t="87541" x="603250" y="2851150"/>
          <p14:tracePt t="87557" x="596900" y="2832100"/>
          <p14:tracePt t="87574" x="596900" y="2819400"/>
          <p14:tracePt t="87591" x="596900" y="2813050"/>
          <p14:tracePt t="87800" x="596900" y="2806700"/>
          <p14:tracePt t="87808" x="596900" y="2794000"/>
          <p14:tracePt t="87817" x="622300" y="2755900"/>
          <p14:tracePt t="87824" x="641350" y="2705100"/>
          <p14:tracePt t="87841" x="660400" y="2660650"/>
          <p14:tracePt t="87857" x="742950" y="2425700"/>
          <p14:tracePt t="87874" x="800100" y="2273300"/>
          <p14:tracePt t="87891" x="914400" y="2082800"/>
          <p14:tracePt t="87907" x="1066800" y="1784350"/>
          <p14:tracePt t="87924" x="1098550" y="1714500"/>
          <p14:tracePt t="87941" x="1143000" y="1638300"/>
          <p14:tracePt t="87958" x="1212850" y="1536700"/>
          <p14:tracePt t="87974" x="1225550" y="1517650"/>
          <p14:tracePt t="87991" x="1244600" y="1498600"/>
          <p14:tracePt t="88007" x="1257300" y="1492250"/>
          <p14:tracePt t="88024" x="1270000" y="1492250"/>
          <p14:tracePt t="88041" x="1276350" y="1485900"/>
          <p14:tracePt t="88058" x="1289050" y="1485900"/>
          <p14:tracePt t="88074" x="1428750" y="1485900"/>
          <p14:tracePt t="88091" x="1549400" y="1473200"/>
          <p14:tracePt t="88108" x="1758950" y="1447800"/>
          <p14:tracePt t="88124" x="2273300" y="1320800"/>
          <p14:tracePt t="88141" x="2457450" y="1263650"/>
          <p14:tracePt t="88158" x="2540000" y="1244600"/>
          <p14:tracePt t="88174" x="2806700" y="1155700"/>
          <p14:tracePt t="88191" x="2870200" y="1123950"/>
          <p14:tracePt t="88207" x="2971800" y="1104900"/>
          <p14:tracePt t="88224" x="3067050" y="1085850"/>
          <p14:tracePt t="88241" x="3111500" y="1085850"/>
          <p14:tracePt t="88257" x="3155950" y="1085850"/>
          <p14:tracePt t="88274" x="3270250" y="1098550"/>
          <p14:tracePt t="88291" x="3321050" y="1111250"/>
          <p14:tracePt t="88307" x="3359150" y="1123950"/>
          <p14:tracePt t="88324" x="3378200" y="1123950"/>
          <p14:tracePt t="88341" x="3384550" y="1130300"/>
          <p14:tracePt t="88357" x="3390900" y="1136650"/>
          <p14:tracePt t="88391" x="3397250" y="1136650"/>
          <p14:tracePt t="88408" x="3397250" y="1130300"/>
          <p14:tracePt t="88424" x="3397250" y="1104900"/>
          <p14:tracePt t="88441" x="3397250" y="1085850"/>
          <p14:tracePt t="88458" x="3390900" y="1060450"/>
          <p14:tracePt t="88474" x="3390900" y="1047750"/>
          <p14:tracePt t="88491" x="3384550" y="1041400"/>
          <p14:tracePt t="88576" x="3403600" y="1054100"/>
          <p14:tracePt t="88584" x="3409950" y="1066800"/>
          <p14:tracePt t="88593" x="3467100" y="1098550"/>
          <p14:tracePt t="88607" x="3498850" y="1123950"/>
          <p14:tracePt t="88624" x="3524250" y="1123950"/>
          <p14:tracePt t="88641" x="3549650" y="1130300"/>
          <p14:tracePt t="88657" x="3632200" y="1149350"/>
          <p14:tracePt t="88674" x="3676650" y="1149350"/>
          <p14:tracePt t="88691" x="3759200" y="1149350"/>
          <p14:tracePt t="88708" x="3968750" y="1149350"/>
          <p14:tracePt t="88724" x="4044950" y="1149350"/>
          <p14:tracePt t="88741" x="4102100" y="1130300"/>
          <p14:tracePt t="88757" x="4260850" y="1117600"/>
          <p14:tracePt t="88774" x="4292600" y="1104900"/>
          <p14:tracePt t="88791" x="4349750" y="1079500"/>
          <p14:tracePt t="88807" x="4381500" y="1054100"/>
          <p14:tracePt t="88824" x="4381500" y="1047750"/>
          <p14:tracePt t="88841" x="4387850" y="1035050"/>
          <p14:tracePt t="88857" x="4381500" y="1016000"/>
          <p14:tracePt t="88874" x="4356100" y="984250"/>
          <p14:tracePt t="88891" x="4324350" y="939800"/>
          <p14:tracePt t="88908" x="4318000" y="939800"/>
          <p14:tracePt t="88924" x="4254500" y="914400"/>
          <p14:tracePt t="88941" x="4057650" y="869950"/>
          <p14:tracePt t="88958" x="3949700" y="863600"/>
          <p14:tracePt t="88974" x="3498850" y="958850"/>
          <p14:tracePt t="88991" x="3422650" y="977900"/>
          <p14:tracePt t="89007" x="3238500" y="1041400"/>
          <p14:tracePt t="89024" x="3041650" y="1123950"/>
          <p14:tracePt t="89041" x="2971800" y="1168400"/>
          <p14:tracePt t="89058" x="2946400" y="1187450"/>
          <p14:tracePt t="89074" x="2908300" y="1193800"/>
          <p14:tracePt t="89091" x="2895600" y="1200150"/>
          <p14:tracePt t="89107" x="2806700" y="1219200"/>
          <p14:tracePt t="89124" x="2736850" y="1225550"/>
          <p14:tracePt t="89141" x="2641600" y="1238250"/>
          <p14:tracePt t="89157" x="2546350" y="1238250"/>
          <p14:tracePt t="89174" x="2444750" y="1244600"/>
          <p14:tracePt t="89191" x="2336800" y="1244600"/>
          <p14:tracePt t="89208" x="2127250" y="1257300"/>
          <p14:tracePt t="89224" x="2076450" y="1263650"/>
          <p14:tracePt t="89241" x="2006600" y="1276350"/>
          <p14:tracePt t="89258" x="1968500" y="1282700"/>
          <p14:tracePt t="89274" x="1930400" y="1295400"/>
          <p14:tracePt t="89291" x="1924050" y="1301750"/>
          <p14:tracePt t="89352" x="1917700" y="1301750"/>
          <p14:tracePt t="89360" x="1911350" y="1301750"/>
          <p14:tracePt t="89377" x="1911350" y="1289050"/>
          <p14:tracePt t="89392" x="1911350" y="1270000"/>
          <p14:tracePt t="89400" x="1905000" y="1263650"/>
          <p14:tracePt t="89408" x="1866900" y="1231900"/>
          <p14:tracePt t="89424" x="1854200" y="1200150"/>
          <p14:tracePt t="89441" x="1841500" y="1168400"/>
          <p14:tracePt t="89458" x="1816100" y="1130300"/>
          <p14:tracePt t="89474" x="1809750" y="1130300"/>
          <p14:tracePt t="89491" x="1809750" y="1117600"/>
          <p14:tracePt t="89680" x="1809750" y="1130300"/>
          <p14:tracePt t="89688" x="1809750" y="1149350"/>
          <p14:tracePt t="89696" x="1809750" y="1168400"/>
          <p14:tracePt t="89707" x="1803400" y="1231900"/>
          <p14:tracePt t="89724" x="1778000" y="1282700"/>
          <p14:tracePt t="89741" x="1701800" y="1511300"/>
          <p14:tracePt t="89758" x="1631950" y="1663700"/>
          <p14:tracePt t="89774" x="1403350" y="2051050"/>
          <p14:tracePt t="89791" x="1289050" y="2247900"/>
          <p14:tracePt t="89807" x="1041400" y="2660650"/>
          <p14:tracePt t="89824" x="933450" y="2800350"/>
          <p14:tracePt t="89841" x="850900" y="2882900"/>
          <p14:tracePt t="89857" x="844550" y="2895600"/>
          <p14:tracePt t="89874" x="831850" y="2914650"/>
          <p14:tracePt t="89919" x="825500" y="2921000"/>
          <p14:tracePt t="89927" x="819150" y="2927350"/>
          <p14:tracePt t="89935" x="819150" y="2940050"/>
          <p14:tracePt t="89952" x="812800" y="2946400"/>
          <p14:tracePt t="89968" x="793750" y="2965450"/>
          <p14:tracePt t="89976" x="787400" y="2978150"/>
          <p14:tracePt t="89991" x="781050" y="2978150"/>
          <p14:tracePt t="90007" x="768350" y="3009900"/>
          <p14:tracePt t="90024" x="704850" y="3073400"/>
          <p14:tracePt t="90041" x="704850" y="3079750"/>
          <p14:tracePt t="90057" x="692150" y="3086100"/>
          <p14:tracePt t="90096" x="692150" y="3079750"/>
          <p14:tracePt t="90107" x="692150" y="3054350"/>
          <p14:tracePt t="90124" x="692150" y="3003550"/>
          <p14:tracePt t="90141" x="692150" y="2965450"/>
          <p14:tracePt t="90158" x="704850" y="2851150"/>
          <p14:tracePt t="90174" x="711200" y="2800350"/>
          <p14:tracePt t="90191" x="717550" y="2774950"/>
          <p14:tracePt t="90208" x="730250" y="2743200"/>
          <p14:tracePt t="90224" x="730250" y="2736850"/>
          <p14:tracePt t="90408" x="730250" y="2743200"/>
          <p14:tracePt t="90424" x="736600" y="2755900"/>
          <p14:tracePt t="90432" x="736600" y="2774950"/>
          <p14:tracePt t="90441" x="736600" y="2787650"/>
          <p14:tracePt t="90458" x="736600" y="2806700"/>
          <p14:tracePt t="90474" x="736600" y="2851150"/>
          <p14:tracePt t="90491" x="723900" y="2946400"/>
          <p14:tracePt t="90508" x="723900" y="3003550"/>
          <p14:tracePt t="90524" x="723900" y="3048000"/>
          <p14:tracePt t="90541" x="723900" y="3143250"/>
          <p14:tracePt t="90557" x="723900" y="3168650"/>
          <p14:tracePt t="90574" x="723900" y="3194050"/>
          <p14:tracePt t="90591" x="711200" y="3251200"/>
          <p14:tracePt t="90607" x="711200" y="3263900"/>
          <p14:tracePt t="90624" x="711200" y="3289300"/>
          <p14:tracePt t="90658" x="711200" y="3302000"/>
          <p14:tracePt t="90675" x="711200" y="3308350"/>
          <p14:tracePt t="90705" x="711200" y="3314700"/>
          <p14:tracePt t="90720" x="711200" y="3327400"/>
          <p14:tracePt t="90760" x="711200" y="3340100"/>
          <p14:tracePt t="90784" x="704850" y="3340100"/>
          <p14:tracePt t="90816" x="704850" y="3346450"/>
          <p14:tracePt t="90832" x="704850" y="3352800"/>
          <p14:tracePt t="90856" x="698500" y="3359150"/>
          <p14:tracePt t="90872" x="698500" y="3365500"/>
          <p14:tracePt t="90880" x="685800" y="3378200"/>
          <p14:tracePt t="90896" x="673100" y="3390900"/>
          <p14:tracePt t="90920" x="660400" y="3403600"/>
          <p14:tracePt t="90944" x="654050" y="3409950"/>
          <p14:tracePt t="90968" x="641350" y="3416300"/>
          <p14:tracePt t="91008" x="635000" y="3416300"/>
          <p14:tracePt t="91040" x="622300" y="3422650"/>
          <p14:tracePt t="91048" x="615950" y="3422650"/>
          <p14:tracePt t="91072" x="609600" y="3422650"/>
          <p14:tracePt t="91080" x="603250" y="3422650"/>
          <p14:tracePt t="91091" x="590550" y="3422650"/>
          <p14:tracePt t="91120" x="584200" y="3422650"/>
          <p14:tracePt t="92352" x="577850" y="3422650"/>
          <p14:tracePt t="92376" x="577850" y="3416300"/>
          <p14:tracePt t="92416" x="571500" y="3409950"/>
          <p14:tracePt t="92480" x="571500" y="3403600"/>
          <p14:tracePt t="92728" x="571500" y="3397250"/>
          <p14:tracePt t="92792" x="558800" y="3397250"/>
          <p14:tracePt t="92816" x="558800" y="3390900"/>
          <p14:tracePt t="93368" x="565150" y="3397250"/>
          <p14:tracePt t="93383" x="565150" y="3403600"/>
          <p14:tracePt t="93400" x="571500" y="3403600"/>
          <p14:tracePt t="93408" x="571500" y="3409950"/>
          <p14:tracePt t="93432" x="577850" y="3416300"/>
          <p14:tracePt t="93440" x="577850" y="3422650"/>
          <p14:tracePt t="93752" x="584200" y="3422650"/>
          <p14:tracePt t="113720" x="584200" y="3416300"/>
          <p14:tracePt t="113744" x="584200" y="3409950"/>
          <p14:tracePt t="113752" x="584200" y="3403600"/>
          <p14:tracePt t="113760" x="577850" y="3403600"/>
          <p14:tracePt t="113774" x="577850" y="3397250"/>
          <p14:tracePt t="113832" x="577850" y="3409950"/>
          <p14:tracePt t="113840" x="571500" y="3454400"/>
          <p14:tracePt t="113848" x="571500" y="3511550"/>
          <p14:tracePt t="113864" x="558800" y="3568700"/>
          <p14:tracePt t="113874" x="552450" y="3708400"/>
          <p14:tracePt t="113890" x="552450" y="3816350"/>
          <p14:tracePt t="113908" x="539750" y="3937000"/>
          <p14:tracePt t="113924" x="527050" y="4076700"/>
          <p14:tracePt t="113941" x="520700" y="4133850"/>
          <p14:tracePt t="113957" x="520700" y="4146550"/>
          <p14:tracePt t="113974" x="514350" y="4191000"/>
          <p14:tracePt t="113991" x="514350" y="4203700"/>
          <p14:tracePt t="114007" x="508000" y="4222750"/>
          <p14:tracePt t="114040" x="508000" y="4229100"/>
          <p14:tracePt t="114088" x="508000" y="4235450"/>
          <p14:tracePt t="114096" x="508000" y="4241800"/>
          <p14:tracePt t="114128" x="514350" y="4241800"/>
          <p14:tracePt t="114152" x="527050" y="4235450"/>
          <p14:tracePt t="114176" x="533400" y="4229100"/>
          <p14:tracePt t="114192" x="533400" y="4222750"/>
          <p14:tracePt t="114200" x="539750" y="4216400"/>
          <p14:tracePt t="114208" x="546100" y="4210050"/>
          <p14:tracePt t="114224" x="552450" y="4197350"/>
          <p14:tracePt t="114240" x="584200" y="4152900"/>
          <p14:tracePt t="114257" x="615950" y="4083050"/>
          <p14:tracePt t="114274" x="635000" y="4057650"/>
          <p14:tracePt t="114291" x="641350" y="4038600"/>
          <p14:tracePt t="114307" x="647700" y="4032250"/>
          <p14:tracePt t="114324" x="647700" y="4013200"/>
          <p14:tracePt t="114341" x="654050" y="3994150"/>
          <p14:tracePt t="114357" x="654050" y="3987800"/>
          <p14:tracePt t="114440" x="647700" y="3987800"/>
          <p14:tracePt t="114455" x="654050" y="3987800"/>
          <p14:tracePt t="114544" x="654050" y="3981450"/>
          <p14:tracePt t="114567" x="654050" y="3975100"/>
          <p14:tracePt t="114576" x="647700" y="3968750"/>
          <p14:tracePt t="114583" x="647700" y="3962400"/>
          <p14:tracePt t="114823" x="641350" y="3962400"/>
          <p14:tracePt t="114855" x="628650" y="3962400"/>
          <p14:tracePt t="114863" x="615950" y="3962400"/>
          <p14:tracePt t="115064" x="615950" y="3956050"/>
          <p14:tracePt t="115096" x="615950" y="3949700"/>
          <p14:tracePt t="115167" x="615950" y="3943350"/>
          <p14:tracePt t="115215" x="615950" y="3937000"/>
          <p14:tracePt t="115231" x="615950" y="3930650"/>
          <p14:tracePt t="115247" x="615950" y="3924300"/>
          <p14:tracePt t="115255" x="615950" y="3917950"/>
          <p14:tracePt t="134879" x="622300" y="3917950"/>
          <p14:tracePt t="134887" x="628650" y="3924300"/>
          <p14:tracePt t="134903" x="635000" y="3930650"/>
          <p14:tracePt t="134912" x="647700" y="3949700"/>
          <p14:tracePt t="134923" x="654050" y="3949700"/>
          <p14:tracePt t="134940" x="666750" y="3962400"/>
          <p14:tracePt t="134957" x="666750" y="3975100"/>
          <p14:tracePt t="134973" x="685800" y="3994150"/>
          <p14:tracePt t="134990" x="685800" y="4006850"/>
          <p14:tracePt t="135007" x="692150" y="4038600"/>
          <p14:tracePt t="135239" x="698500" y="4038600"/>
          <p14:tracePt t="135256" x="698500" y="4013200"/>
          <p14:tracePt t="135263" x="698500" y="4000500"/>
          <p14:tracePt t="135273" x="698500" y="3994150"/>
          <p14:tracePt t="135290" x="698500" y="3968750"/>
          <p14:tracePt t="135307" x="673100" y="3937000"/>
          <p14:tracePt t="135324" x="673100" y="3924300"/>
          <p14:tracePt t="135340" x="660400" y="3905250"/>
          <p14:tracePt t="135357" x="615950" y="3892550"/>
          <p14:tracePt t="135391" x="603250" y="3892550"/>
          <p14:tracePt t="135456" x="596900" y="3892550"/>
          <p14:tracePt t="135463" x="590550" y="3898900"/>
          <p14:tracePt t="135473" x="571500" y="3905250"/>
          <p14:tracePt t="135490" x="558800" y="3924300"/>
          <p14:tracePt t="135507" x="546100" y="3930650"/>
          <p14:tracePt t="135524" x="539750" y="3949700"/>
          <p14:tracePt t="135540" x="533400" y="3962400"/>
          <p14:tracePt t="135599" x="533400" y="3968750"/>
          <p14:tracePt t="135639" x="533400" y="3981450"/>
          <p14:tracePt t="135664" x="533400" y="3987800"/>
          <p14:tracePt t="135671" x="546100" y="3994150"/>
          <p14:tracePt t="135687" x="546100" y="4000500"/>
          <p14:tracePt t="135704" x="552450" y="4013200"/>
          <p14:tracePt t="135712" x="558800" y="4013200"/>
          <p14:tracePt t="135728" x="565150" y="4013200"/>
          <p14:tracePt t="135740" x="571500" y="4019550"/>
          <p14:tracePt t="135757" x="590550" y="4025900"/>
          <p14:tracePt t="135774" x="596900" y="4032250"/>
          <p14:tracePt t="135790" x="635000" y="4038600"/>
          <p14:tracePt t="135807" x="666750" y="4038600"/>
          <p14:tracePt t="135824" x="774700" y="4057650"/>
          <p14:tracePt t="135840" x="889000" y="4064000"/>
          <p14:tracePt t="135857" x="1022350" y="4064000"/>
          <p14:tracePt t="135874" x="1301750" y="4064000"/>
          <p14:tracePt t="135890" x="1397000" y="4057650"/>
          <p14:tracePt t="135907" x="1574800" y="4057650"/>
          <p14:tracePt t="135924" x="1955800" y="4057650"/>
          <p14:tracePt t="135941" x="2178050" y="4064000"/>
          <p14:tracePt t="135957" x="2336800" y="4064000"/>
          <p14:tracePt t="135974" x="2406650" y="4064000"/>
          <p14:tracePt t="135991" x="2717800" y="4076700"/>
          <p14:tracePt t="136007" x="2946400" y="4083050"/>
          <p14:tracePt t="136024" x="3194050" y="4083050"/>
          <p14:tracePt t="136040" x="3308350" y="4083050"/>
          <p14:tracePt t="136057" x="3422650" y="4076700"/>
          <p14:tracePt t="136074" x="3549650" y="4076700"/>
          <p14:tracePt t="136090" x="3632200" y="4076700"/>
          <p14:tracePt t="136107" x="3721100" y="4070350"/>
          <p14:tracePt t="136124" x="3759200" y="4070350"/>
          <p14:tracePt t="136140" x="3854450" y="4070350"/>
          <p14:tracePt t="136157" x="3892550" y="4070350"/>
          <p14:tracePt t="136174" x="3956050" y="4083050"/>
          <p14:tracePt t="136191" x="4108450" y="4121150"/>
          <p14:tracePt t="136207" x="4229100" y="4159250"/>
          <p14:tracePt t="136224" x="4324350" y="4184650"/>
          <p14:tracePt t="136240" x="4362450" y="4210050"/>
          <p14:tracePt t="136257" x="4425950" y="4229100"/>
          <p14:tracePt t="136274" x="4533900" y="4260850"/>
          <p14:tracePt t="136290" x="4622800" y="4279900"/>
          <p14:tracePt t="136307" x="4660900" y="4298950"/>
          <p14:tracePt t="136324" x="4737100" y="4318000"/>
          <p14:tracePt t="136340" x="4749800" y="4318000"/>
          <p14:tracePt t="136357" x="4768850" y="4318000"/>
          <p14:tracePt t="136736" x="4768850" y="4311650"/>
          <p14:tracePt t="136743" x="4768850" y="4305300"/>
          <p14:tracePt t="136751" x="4768850" y="4279900"/>
          <p14:tracePt t="136759" x="4768850" y="4273550"/>
          <p14:tracePt t="136773" x="4768850" y="4254500"/>
          <p14:tracePt t="136791" x="4768850" y="4229100"/>
          <p14:tracePt t="136807" x="4775200" y="4210050"/>
          <p14:tracePt t="136824" x="4781550" y="4191000"/>
          <p14:tracePt t="136841" x="4794250" y="4184650"/>
          <p14:tracePt t="136857" x="4794250" y="4178300"/>
          <p14:tracePt t="136873" x="4800600" y="4178300"/>
          <p14:tracePt t="136919" x="4813300" y="4178300"/>
          <p14:tracePt t="137775" x="4813300" y="4171950"/>
          <p14:tracePt t="137799" x="4813300" y="4165600"/>
          <p14:tracePt t="137807" x="4813300" y="4159250"/>
          <p14:tracePt t="137816" x="4813300" y="4146550"/>
          <p14:tracePt t="137823" x="4813300" y="4140200"/>
          <p14:tracePt t="137863" x="4806950" y="4127500"/>
          <p14:tracePt t="137871" x="4800600" y="4127500"/>
          <p14:tracePt t="137887" x="4781550" y="4127500"/>
          <p14:tracePt t="137896" x="4762500" y="4127500"/>
          <p14:tracePt t="137907" x="4756150" y="4127500"/>
          <p14:tracePt t="137924" x="4724400" y="4133850"/>
          <p14:tracePt t="137940" x="4654550" y="4146550"/>
          <p14:tracePt t="137957" x="4603750" y="4152900"/>
          <p14:tracePt t="137974" x="4559300" y="4152900"/>
          <p14:tracePt t="137990" x="4464050" y="4159250"/>
          <p14:tracePt t="138007" x="4387850" y="4159250"/>
          <p14:tracePt t="138024" x="4337050" y="4159250"/>
          <p14:tracePt t="138040" x="4184650" y="4165600"/>
          <p14:tracePt t="138057" x="4127500" y="4171950"/>
          <p14:tracePt t="138074" x="3981450" y="4235450"/>
          <p14:tracePt t="138090" x="3733800" y="4349750"/>
          <p14:tracePt t="138107" x="3663950" y="4375150"/>
          <p14:tracePt t="138124" x="3600450" y="4394200"/>
          <p14:tracePt t="138140" x="3594100" y="4394200"/>
          <p14:tracePt t="138157" x="3568700" y="4406900"/>
          <p14:tracePt t="138174" x="3536950" y="4425950"/>
          <p14:tracePt t="138191" x="3505200" y="4438650"/>
          <p14:tracePt t="138207" x="3467100" y="4464050"/>
          <p14:tracePt t="138223" x="3441700" y="4483100"/>
          <p14:tracePt t="138240" x="3371850" y="4521200"/>
          <p14:tracePt t="138257" x="3333750" y="4546600"/>
          <p14:tracePt t="138273" x="3308350" y="4559300"/>
          <p14:tracePt t="138290" x="3276600" y="4578350"/>
          <p14:tracePt t="138307" x="3257550" y="4584700"/>
          <p14:tracePt t="138324" x="3206750" y="4616450"/>
          <p14:tracePt t="138340" x="3181350" y="4641850"/>
          <p14:tracePt t="138357" x="3143250" y="4673600"/>
          <p14:tracePt t="138373" x="3073400" y="4749800"/>
          <p14:tracePt t="138390" x="3041650" y="4787900"/>
          <p14:tracePt t="138392" x="3041650" y="4813300"/>
          <p14:tracePt t="138407" x="3028950" y="4908550"/>
          <p14:tracePt t="138424" x="3028950" y="4940300"/>
          <p14:tracePt t="138441" x="3041650" y="4984750"/>
          <p14:tracePt t="138457" x="3041650" y="5048250"/>
          <p14:tracePt t="138474" x="3041650" y="5067300"/>
          <p14:tracePt t="138490" x="3048000" y="5080000"/>
          <p14:tracePt t="138523" x="3054350" y="5086350"/>
          <p14:tracePt t="138540" x="3067050" y="5086350"/>
          <p14:tracePt t="138557" x="3073400" y="5086350"/>
          <p14:tracePt t="138574" x="3111500" y="5086350"/>
          <p14:tracePt t="138590" x="3168650" y="5073650"/>
          <p14:tracePt t="138607" x="3225800" y="5060950"/>
          <p14:tracePt t="138624" x="3378200" y="5010150"/>
          <p14:tracePt t="138641" x="3498850" y="4972050"/>
          <p14:tracePt t="138657" x="3657600" y="4927600"/>
          <p14:tracePt t="138674" x="3835400" y="4876800"/>
          <p14:tracePt t="138690" x="3911600" y="4845050"/>
          <p14:tracePt t="138708" x="4025900" y="4813300"/>
          <p14:tracePt t="138724" x="4095750" y="4800600"/>
          <p14:tracePt t="138740" x="4191000" y="4781550"/>
          <p14:tracePt t="138757" x="4216400" y="4775200"/>
          <p14:tracePt t="138774" x="4222750" y="4768850"/>
          <p14:tracePt t="138790" x="4235450" y="4762500"/>
          <p14:tracePt t="138935" x="4235450" y="4749800"/>
          <p14:tracePt t="139303" x="4235450" y="4756150"/>
          <p14:tracePt t="139335" x="4235450" y="4762500"/>
          <p14:tracePt t="139344" x="4235450" y="4768850"/>
          <p14:tracePt t="139360" x="4235450" y="4775200"/>
          <p14:tracePt t="139367" x="4235450" y="4787900"/>
          <p14:tracePt t="139392" x="4222750" y="4806950"/>
          <p14:tracePt t="139400" x="4216400" y="4813300"/>
          <p14:tracePt t="139408" x="4210050" y="4819650"/>
          <p14:tracePt t="139423" x="4191000" y="4845050"/>
          <p14:tracePt t="139440" x="4171950" y="4857750"/>
          <p14:tracePt t="139457" x="4171950" y="4864100"/>
          <p14:tracePt t="139474" x="4159250" y="4870450"/>
          <p14:tracePt t="139490" x="4140200" y="4876800"/>
          <p14:tracePt t="139524" x="4121150" y="4883150"/>
          <p14:tracePt t="139540" x="4089400" y="4895850"/>
          <p14:tracePt t="139557" x="4076700" y="4895850"/>
          <p14:tracePt t="139590" x="4057650" y="4908550"/>
          <p14:tracePt t="139607" x="4044950" y="4921250"/>
          <p14:tracePt t="139624" x="4032250" y="4921250"/>
          <p14:tracePt t="139671" x="4025900" y="4921250"/>
          <p14:tracePt t="140007" x="4025900" y="4927600"/>
          <p14:tracePt t="140023" x="4013200" y="4946650"/>
          <p14:tracePt t="140032" x="3924300" y="4953000"/>
          <p14:tracePt t="140040" x="3898900" y="4933950"/>
          <p14:tracePt t="140057" x="3841750" y="4895850"/>
          <p14:tracePt t="140074" x="3841750" y="4883150"/>
          <p14:tracePt t="140090" x="3835400" y="4883150"/>
          <p14:tracePt t="140144" x="3829050" y="4876800"/>
          <p14:tracePt t="140671" x="3829050" y="4870450"/>
          <p14:tracePt t="140735" x="3822700" y="4870450"/>
          <p14:tracePt t="141207" x="3822700" y="4864100"/>
          <p14:tracePt t="141215" x="3816350" y="4851400"/>
          <p14:tracePt t="141224" x="3797300" y="4826000"/>
          <p14:tracePt t="141240" x="3759200" y="4794250"/>
          <p14:tracePt t="141257" x="3670300" y="4718050"/>
          <p14:tracePt t="141274" x="3460750" y="4508500"/>
          <p14:tracePt t="141290" x="3282950" y="4330700"/>
          <p14:tracePt t="141307" x="2965450" y="3962400"/>
          <p14:tracePt t="141324" x="2838450" y="3816350"/>
          <p14:tracePt t="141340" x="2673350" y="3543300"/>
          <p14:tracePt t="141357" x="2381250" y="2984500"/>
          <p14:tracePt t="141373" x="2254250" y="2717800"/>
          <p14:tracePt t="141391" x="2190750" y="2527300"/>
          <p14:tracePt t="141393" x="2178050" y="2419350"/>
          <p14:tracePt t="141408" x="2127250" y="2197100"/>
          <p14:tracePt t="141424" x="2120900" y="2101850"/>
          <p14:tracePt t="141440" x="2114550" y="2006600"/>
          <p14:tracePt t="141457" x="2120900" y="1879600"/>
          <p14:tracePt t="141474" x="2127250" y="1835150"/>
          <p14:tracePt t="141490" x="2146300" y="1790700"/>
          <p14:tracePt t="141507" x="2146300" y="1784350"/>
          <p14:tracePt t="141524" x="2190750" y="1695450"/>
          <p14:tracePt t="141540" x="2228850" y="1631950"/>
          <p14:tracePt t="141557" x="2286000" y="1555750"/>
          <p14:tracePt t="141574" x="2343150" y="1498600"/>
          <p14:tracePt t="141591" x="2368550" y="1473200"/>
          <p14:tracePt t="141607" x="2508250" y="1358900"/>
          <p14:tracePt t="141624" x="2584450" y="1308100"/>
          <p14:tracePt t="141640" x="2654300" y="1263650"/>
          <p14:tracePt t="141657" x="2724150" y="1238250"/>
          <p14:tracePt t="141674" x="2743200" y="1238250"/>
          <p14:tracePt t="141691" x="2774950" y="1238250"/>
          <p14:tracePt t="141707" x="2844800" y="1257300"/>
          <p14:tracePt t="141724" x="2946400" y="1295400"/>
          <p14:tracePt t="141740" x="3225800" y="1390650"/>
          <p14:tracePt t="141757" x="3282950" y="1403350"/>
          <p14:tracePt t="141774" x="3409950" y="1435100"/>
          <p14:tracePt t="141791" x="3594100" y="1460500"/>
          <p14:tracePt t="141807" x="3663950" y="1460500"/>
          <p14:tracePt t="141824" x="3663950" y="1447800"/>
          <p14:tracePt t="141857" x="3663950" y="1441450"/>
          <p14:tracePt t="141874" x="3663950" y="1435100"/>
          <p14:tracePt t="141890" x="3657600" y="1422400"/>
          <p14:tracePt t="141907" x="3638550" y="1422400"/>
          <p14:tracePt t="141924" x="3613150" y="1403350"/>
          <p14:tracePt t="141941" x="3416300" y="1397000"/>
          <p14:tracePt t="141957" x="3333750" y="1409700"/>
          <p14:tracePt t="141974" x="3194050" y="1422400"/>
          <p14:tracePt t="141990" x="2768600" y="1498600"/>
          <p14:tracePt t="142007" x="2540000" y="1530350"/>
          <p14:tracePt t="142024" x="2330450" y="1574800"/>
          <p14:tracePt t="142040" x="2190750" y="1593850"/>
          <p14:tracePt t="142057" x="2019300" y="1631950"/>
          <p14:tracePt t="142074" x="1911350" y="1651000"/>
          <p14:tracePt t="142090" x="1822450" y="1670050"/>
          <p14:tracePt t="142107" x="1695450" y="1720850"/>
          <p14:tracePt t="142124" x="1651000" y="1739900"/>
          <p14:tracePt t="142141" x="1593850" y="1758950"/>
          <p14:tracePt t="142157" x="1511300" y="1803400"/>
          <p14:tracePt t="142175" x="1435100" y="1873250"/>
          <p14:tracePt t="142207" x="1397000" y="1924050"/>
          <p14:tracePt t="142224" x="1346200" y="1974850"/>
          <p14:tracePt t="142241" x="1308100" y="2044700"/>
          <p14:tracePt t="142257" x="1282700" y="2076450"/>
          <p14:tracePt t="142274" x="1263650" y="2108200"/>
          <p14:tracePt t="142291" x="1238250" y="2139950"/>
          <p14:tracePt t="142307" x="1231900" y="2159000"/>
          <p14:tracePt t="142324" x="1231900" y="2171700"/>
          <p14:tracePt t="142367" x="1219200" y="2171700"/>
          <p14:tracePt t="142415" x="1200150" y="2159000"/>
          <p14:tracePt t="142423" x="1174750" y="2146300"/>
          <p14:tracePt t="142432" x="1155700" y="2127250"/>
          <p14:tracePt t="142440" x="1104900" y="2108200"/>
          <p14:tracePt t="142457" x="933450" y="2032000"/>
          <p14:tracePt t="142474" x="889000" y="2012950"/>
          <p14:tracePt t="142490" x="781050" y="1974850"/>
          <p14:tracePt t="142507" x="635000" y="1924050"/>
          <p14:tracePt t="142524" x="571500" y="1892300"/>
          <p14:tracePt t="142540" x="495300" y="1879600"/>
          <p14:tracePt t="142557" x="482600" y="1879600"/>
          <p14:tracePt t="142574" x="476250" y="1866900"/>
          <p14:tracePt t="142807" x="476250" y="1860550"/>
          <p14:tracePt t="142815" x="488950" y="1854200"/>
          <p14:tracePt t="142823" x="495300" y="1847850"/>
          <p14:tracePt t="142840" x="501650" y="1841500"/>
          <p14:tracePt t="142873" x="533400" y="1822450"/>
          <p14:tracePt t="142890" x="565150" y="1803400"/>
          <p14:tracePt t="142907" x="622300" y="1784350"/>
          <p14:tracePt t="142923" x="704850" y="1752600"/>
          <p14:tracePt t="142940" x="711200" y="1752600"/>
          <p14:tracePt t="142957" x="762000" y="1746250"/>
          <p14:tracePt t="142974" x="844550" y="1720850"/>
          <p14:tracePt t="142991" x="876300" y="1714500"/>
          <p14:tracePt t="143007" x="958850" y="1701800"/>
          <p14:tracePt t="143023" x="965200" y="1701800"/>
          <p14:tracePt t="143040" x="990600" y="1695450"/>
          <p14:tracePt t="143057" x="1022350" y="1670050"/>
          <p14:tracePt t="143073" x="1035050" y="1670050"/>
          <p14:tracePt t="143090" x="1041400" y="1670050"/>
          <p14:tracePt t="143124" x="1054100" y="1663700"/>
          <p14:tracePt t="143140" x="1079500" y="1657350"/>
          <p14:tracePt t="143157" x="1123950" y="1651000"/>
          <p14:tracePt t="143174" x="1149350" y="1644650"/>
          <p14:tracePt t="143190" x="1162050" y="1644650"/>
          <p14:tracePt t="143207" x="1193800" y="1638300"/>
          <p14:tracePt t="143223" x="1206500" y="1631950"/>
          <p14:tracePt t="143240" x="1225550" y="1619250"/>
          <p14:tracePt t="143274" x="1238250" y="1619250"/>
          <p14:tracePt t="143290" x="1250950" y="1619250"/>
          <p14:tracePt t="143307" x="1276350" y="1612900"/>
          <p14:tracePt t="143324" x="1295400" y="1606550"/>
          <p14:tracePt t="143340" x="1314450" y="1606550"/>
          <p14:tracePt t="143357" x="1346200" y="1606550"/>
          <p14:tracePt t="143374" x="1371600" y="1606550"/>
          <p14:tracePt t="143390" x="1390650" y="1600200"/>
          <p14:tracePt t="143407" x="1435100" y="1593850"/>
          <p14:tracePt t="143424" x="1466850" y="1587500"/>
          <p14:tracePt t="143441" x="1485900" y="1587500"/>
          <p14:tracePt t="143457" x="1524000" y="1581150"/>
          <p14:tracePt t="143491" x="1549400" y="1574800"/>
          <p14:tracePt t="143507" x="1574800" y="1574800"/>
          <p14:tracePt t="143524" x="1581150" y="1574800"/>
          <p14:tracePt t="143557" x="1587500" y="1574800"/>
          <p14:tracePt t="143574" x="1593850" y="1574800"/>
          <p14:tracePt t="143807" x="1600200" y="1574800"/>
          <p14:tracePt t="143815" x="1631950" y="1562100"/>
          <p14:tracePt t="143824" x="1638300" y="1562100"/>
          <p14:tracePt t="143840" x="1676400" y="1555750"/>
          <p14:tracePt t="143857" x="1720850" y="1549400"/>
          <p14:tracePt t="143874" x="1765300" y="1543050"/>
          <p14:tracePt t="143891" x="1803400" y="1543050"/>
          <p14:tracePt t="143907" x="1835150" y="1543050"/>
          <p14:tracePt t="143923" x="1949450" y="1536700"/>
          <p14:tracePt t="143940" x="2019300" y="1530350"/>
          <p14:tracePt t="143957" x="2114550" y="1530350"/>
          <p14:tracePt t="143974" x="2279650" y="1530350"/>
          <p14:tracePt t="143990" x="2286000" y="1530350"/>
          <p14:tracePt t="144007" x="2413000" y="1530350"/>
          <p14:tracePt t="144024" x="2527300" y="1530350"/>
          <p14:tracePt t="144040" x="2597150" y="1543050"/>
          <p14:tracePt t="144057" x="2667000" y="1543050"/>
          <p14:tracePt t="144074" x="2787650" y="1543050"/>
          <p14:tracePt t="144091" x="2863850" y="1549400"/>
          <p14:tracePt t="144107" x="2940050" y="1562100"/>
          <p14:tracePt t="144124" x="3105150" y="1587500"/>
          <p14:tracePt t="144140" x="3225800" y="1600200"/>
          <p14:tracePt t="144157" x="3308350" y="1606550"/>
          <p14:tracePt t="144174" x="3359150" y="1612900"/>
          <p14:tracePt t="144191" x="3498850" y="1625600"/>
          <p14:tracePt t="144207" x="3619500" y="1638300"/>
          <p14:tracePt t="144224" x="3663950" y="1644650"/>
          <p14:tracePt t="144240" x="3695700" y="1651000"/>
          <p14:tracePt t="144257" x="3714750" y="1651000"/>
          <p14:tracePt t="144274" x="3752850" y="1657350"/>
          <p14:tracePt t="144291" x="3771900" y="1657350"/>
          <p14:tracePt t="144307" x="3790950" y="1657350"/>
          <p14:tracePt t="144324" x="3835400" y="1657350"/>
          <p14:tracePt t="144340" x="3860800" y="1657350"/>
          <p14:tracePt t="144357" x="3879850" y="1663700"/>
          <p14:tracePt t="144374" x="3930650" y="1663700"/>
          <p14:tracePt t="144390" x="4000500" y="1663700"/>
          <p14:tracePt t="144392" x="4025900" y="1663700"/>
          <p14:tracePt t="144407" x="4064000" y="1663700"/>
          <p14:tracePt t="144424" x="4121150" y="1663700"/>
          <p14:tracePt t="144440" x="4133850" y="1663700"/>
          <p14:tracePt t="144457" x="4165600" y="1663700"/>
          <p14:tracePt t="144474" x="4191000" y="1663700"/>
          <p14:tracePt t="144490" x="4210050" y="1663700"/>
          <p14:tracePt t="144507" x="4216400" y="1663700"/>
          <p14:tracePt t="144584" x="4216400" y="1670050"/>
          <p14:tracePt t="144591" x="4216400" y="1676400"/>
          <p14:tracePt t="144599" x="4197350" y="1682750"/>
          <p14:tracePt t="144608" x="4165600" y="1714500"/>
          <p14:tracePt t="144624" x="4083050" y="1797050"/>
          <p14:tracePt t="144640" x="3987800" y="1898650"/>
          <p14:tracePt t="144657" x="3867150" y="2000250"/>
          <p14:tracePt t="144673" x="3651250" y="2190750"/>
          <p14:tracePt t="144691" x="3549650" y="2254250"/>
          <p14:tracePt t="144707" x="3435350" y="2324100"/>
          <p14:tracePt t="144724" x="3295650" y="2362200"/>
          <p14:tracePt t="144741" x="3136900" y="2406650"/>
          <p14:tracePt t="144757" x="2705100" y="2489200"/>
          <p14:tracePt t="144774" x="2349500" y="2559050"/>
          <p14:tracePt t="144791" x="1898650" y="2628900"/>
          <p14:tracePt t="144807" x="1416050" y="2705100"/>
          <p14:tracePt t="144824" x="1009650" y="2774950"/>
          <p14:tracePt t="144840" x="863600" y="2800350"/>
          <p14:tracePt t="144857" x="838200" y="2813050"/>
          <p14:tracePt t="144874" x="749300" y="2825750"/>
          <p14:tracePt t="144890" x="717550" y="2832100"/>
          <p14:tracePt t="144907" x="692150" y="2838450"/>
          <p14:tracePt t="144924" x="590550" y="2889250"/>
          <p14:tracePt t="144940" x="565150" y="2889250"/>
          <p14:tracePt t="144957" x="533400" y="2908300"/>
          <p14:tracePt t="144973" x="457200" y="2933700"/>
          <p14:tracePt t="144991" x="431800" y="2965450"/>
          <p14:tracePt t="145007" x="336550" y="3016250"/>
          <p14:tracePt t="145024" x="317500" y="3028950"/>
          <p14:tracePt t="145040" x="254000" y="3079750"/>
          <p14:tracePt t="145057" x="177800" y="3149600"/>
          <p14:tracePt t="145074" x="146050" y="3168650"/>
          <p14:tracePt t="145090" x="120650" y="3194050"/>
          <p14:tracePt t="145124" x="107950" y="3194050"/>
          <p14:tracePt t="145255" x="107950" y="3181350"/>
          <p14:tracePt t="145271" x="114300" y="3162300"/>
          <p14:tracePt t="145288" x="127000" y="3143250"/>
          <p14:tracePt t="145296" x="146050" y="3130550"/>
          <p14:tracePt t="145311" x="177800" y="3111500"/>
          <p14:tracePt t="145323" x="190500" y="3111500"/>
          <p14:tracePt t="145340" x="254000" y="3086100"/>
          <p14:tracePt t="145357" x="361950" y="3054350"/>
          <p14:tracePt t="145374" x="400050" y="3041650"/>
          <p14:tracePt t="145391" x="469900" y="3016250"/>
          <p14:tracePt t="145407" x="508000" y="3003550"/>
          <p14:tracePt t="145424" x="527050" y="3003550"/>
          <p14:tracePt t="145441" x="596900" y="2990850"/>
          <p14:tracePt t="145457" x="635000" y="2978150"/>
          <p14:tracePt t="145474" x="685800" y="2971800"/>
          <p14:tracePt t="145490" x="704850" y="2971800"/>
          <p14:tracePt t="145507" x="781050" y="2952750"/>
          <p14:tracePt t="145524" x="793750" y="2952750"/>
          <p14:tracePt t="145540" x="800100" y="2952750"/>
          <p14:tracePt t="145574" x="806450" y="2946400"/>
          <p14:tracePt t="145695" x="812800" y="2946400"/>
          <p14:tracePt t="145759" x="819150" y="2940050"/>
          <p14:tracePt t="145767" x="825500" y="2940050"/>
          <p14:tracePt t="145775" x="831850" y="2933700"/>
          <p14:tracePt t="145792" x="844550" y="2927350"/>
          <p14:tracePt t="145808" x="850900" y="2927350"/>
          <p14:tracePt t="145823" x="863600" y="2927350"/>
          <p14:tracePt t="145840" x="869950" y="2927350"/>
          <p14:tracePt t="145857" x="876300" y="2921000"/>
          <p14:tracePt t="145873" x="882650" y="2921000"/>
          <p14:tracePt t="145890" x="895350" y="2921000"/>
          <p14:tracePt t="145907" x="908050" y="2921000"/>
          <p14:tracePt t="145924" x="933450" y="2921000"/>
          <p14:tracePt t="145941" x="977900" y="2921000"/>
          <p14:tracePt t="145957" x="1016000" y="2921000"/>
          <p14:tracePt t="145974" x="1041400" y="2921000"/>
          <p14:tracePt t="145990" x="1104900" y="2933700"/>
          <p14:tracePt t="146007" x="1174750" y="2946400"/>
          <p14:tracePt t="146024" x="1225550" y="2952750"/>
          <p14:tracePt t="146040" x="1282700" y="2959100"/>
          <p14:tracePt t="146057" x="1314450" y="2965450"/>
          <p14:tracePt t="146074" x="1371600" y="2971800"/>
          <p14:tracePt t="146090" x="1441450" y="2971800"/>
          <p14:tracePt t="146107" x="1543050" y="2971800"/>
          <p14:tracePt t="146124" x="1644650" y="2971800"/>
          <p14:tracePt t="146140" x="1733550" y="2978150"/>
          <p14:tracePt t="146157" x="1841500" y="2978150"/>
          <p14:tracePt t="146174" x="1911350" y="2978150"/>
          <p14:tracePt t="146191" x="1987550" y="2978150"/>
          <p14:tracePt t="146207" x="2178050" y="2978150"/>
          <p14:tracePt t="146224" x="2330450" y="2978150"/>
          <p14:tracePt t="146240" x="2349500" y="2978150"/>
          <p14:tracePt t="146257" x="2489200" y="2984500"/>
          <p14:tracePt t="146274" x="2609850" y="2984500"/>
          <p14:tracePt t="146290" x="2667000" y="2984500"/>
          <p14:tracePt t="146307" x="2813050" y="2984500"/>
          <p14:tracePt t="146324" x="2876550" y="2984500"/>
          <p14:tracePt t="146341" x="2914650" y="2984500"/>
          <p14:tracePt t="146357" x="2984500" y="2984500"/>
          <p14:tracePt t="146374" x="3098800" y="2984500"/>
          <p14:tracePt t="146391" x="3130550" y="2990850"/>
          <p14:tracePt t="146392" x="3155950" y="2990850"/>
          <p14:tracePt t="146407" x="3213100" y="2990850"/>
          <p14:tracePt t="146424" x="3219450" y="2990850"/>
          <p14:tracePt t="146440" x="3238500" y="2990850"/>
          <p14:tracePt t="146457" x="3289300" y="2978150"/>
          <p14:tracePt t="146474" x="3308350" y="2971800"/>
          <p14:tracePt t="146490" x="3333750" y="2971800"/>
          <p14:tracePt t="146507" x="3340100" y="2965450"/>
          <p14:tracePt t="146524" x="3346450" y="2965450"/>
          <p14:tracePt t="146540" x="3359150" y="2965450"/>
          <p14:tracePt t="146557" x="3384550" y="2965450"/>
          <p14:tracePt t="146574" x="3397250" y="2959100"/>
          <p14:tracePt t="146590" x="3422650" y="2959100"/>
          <p14:tracePt t="146607" x="3429000" y="2959100"/>
          <p14:tracePt t="146624" x="3454400" y="2959100"/>
          <p14:tracePt t="146657" x="3473450" y="2952750"/>
          <p14:tracePt t="146690" x="3479800" y="2952750"/>
          <p14:tracePt t="146815" x="3473450" y="2952750"/>
          <p14:tracePt t="146823" x="3441700" y="2952750"/>
          <p14:tracePt t="146832" x="3409950" y="2952750"/>
          <p14:tracePt t="146840" x="3340100" y="2965450"/>
          <p14:tracePt t="146857" x="3086100" y="2997200"/>
          <p14:tracePt t="146874" x="2971800" y="3028950"/>
          <p14:tracePt t="146890" x="2787650" y="3079750"/>
          <p14:tracePt t="146907" x="2533650" y="3162300"/>
          <p14:tracePt t="146923" x="2406650" y="3200400"/>
          <p14:tracePt t="146940" x="2133600" y="3289300"/>
          <p14:tracePt t="146957" x="2070100" y="3308350"/>
          <p14:tracePt t="146973" x="1854200" y="3359150"/>
          <p14:tracePt t="146990" x="1257300" y="3505200"/>
          <p14:tracePt t="147007" x="704850" y="3606800"/>
          <p14:tracePt t="147023" x="63500" y="3740150"/>
          <p14:tracePt t="147383" x="76200" y="3606800"/>
          <p14:tracePt t="147392" x="107950" y="3587750"/>
          <p14:tracePt t="147399" x="146050" y="3581400"/>
          <p14:tracePt t="147408" x="196850" y="3562350"/>
          <p14:tracePt t="147423" x="234950" y="3556000"/>
          <p14:tracePt t="147440" x="273050" y="3536950"/>
          <p14:tracePt t="147457" x="285750" y="3530600"/>
          <p14:tracePt t="147591" x="279400" y="3530600"/>
          <p14:tracePt t="147599" x="273050" y="3530600"/>
          <p14:tracePt t="147671" x="266700" y="3530600"/>
          <p14:tracePt t="147752" x="273050" y="3530600"/>
          <p14:tracePt t="147776" x="285750" y="3530600"/>
          <p14:tracePt t="147792" x="292100" y="3530600"/>
          <p14:tracePt t="147800" x="311150" y="3530600"/>
          <p14:tracePt t="147808" x="323850" y="3530600"/>
          <p14:tracePt t="147823" x="374650" y="3524250"/>
          <p14:tracePt t="147840" x="387350" y="3524250"/>
          <p14:tracePt t="147857" x="406400" y="3524250"/>
          <p14:tracePt t="147873" x="412750" y="3524250"/>
          <p14:tracePt t="147890" x="419100" y="3524250"/>
          <p14:tracePt t="147907" x="444500" y="3517900"/>
          <p14:tracePt t="147923" x="463550" y="3511550"/>
          <p14:tracePt t="147940" x="514350" y="3511550"/>
          <p14:tracePt t="147957" x="527050" y="3511550"/>
          <p14:tracePt t="147974" x="565150" y="3511550"/>
          <p14:tracePt t="147991" x="615950" y="3511550"/>
          <p14:tracePt t="148007" x="698500" y="3530600"/>
          <p14:tracePt t="148024" x="768350" y="3536950"/>
          <p14:tracePt t="148040" x="933450" y="3568700"/>
          <p14:tracePt t="148057" x="984250" y="3575050"/>
          <p14:tracePt t="148074" x="1117600" y="3575050"/>
          <p14:tracePt t="148090" x="1397000" y="3568700"/>
          <p14:tracePt t="148107" x="1587500" y="3556000"/>
          <p14:tracePt t="148124" x="1720850" y="3536950"/>
          <p14:tracePt t="148140" x="2038350" y="3511550"/>
          <p14:tracePt t="148157" x="2197100" y="3505200"/>
          <p14:tracePt t="148174" x="2393950" y="3479800"/>
          <p14:tracePt t="148191" x="2774950" y="3467100"/>
          <p14:tracePt t="148207" x="3028950" y="3454400"/>
          <p14:tracePt t="148224" x="3111500" y="3441700"/>
          <p14:tracePt t="148240" x="3321050" y="3435350"/>
          <p14:tracePt t="148257" x="3467100" y="3429000"/>
          <p14:tracePt t="148274" x="3530600" y="3429000"/>
          <p14:tracePt t="148290" x="3676650" y="3422650"/>
          <p14:tracePt t="148307" x="3740150" y="3422650"/>
          <p14:tracePt t="148323" x="3765550" y="3422650"/>
          <p14:tracePt t="148340" x="3816350" y="3422650"/>
          <p14:tracePt t="148357" x="3867150" y="3422650"/>
          <p14:tracePt t="148374" x="3898900" y="3422650"/>
          <p14:tracePt t="148391" x="3937000" y="3429000"/>
          <p14:tracePt t="148393" x="3968750" y="3435350"/>
          <p14:tracePt t="148407" x="3975100" y="3435350"/>
          <p14:tracePt t="148424" x="3994150" y="3435350"/>
          <p14:tracePt t="148441" x="4019550" y="3441700"/>
          <p14:tracePt t="148457" x="4057650" y="3441700"/>
          <p14:tracePt t="148474" x="4083050" y="3448050"/>
          <p14:tracePt t="148490" x="4102100" y="3454400"/>
          <p14:tracePt t="148507" x="4108450" y="3460750"/>
          <p14:tracePt t="148523" x="4140200" y="3460750"/>
          <p14:tracePt t="148540" x="4159250" y="3460750"/>
          <p14:tracePt t="148557" x="4159250" y="3467100"/>
          <p14:tracePt t="148623" x="4165600" y="3467100"/>
          <p14:tracePt t="148647" x="4159250" y="3467100"/>
          <p14:tracePt t="148655" x="4133850" y="3454400"/>
          <p14:tracePt t="148671" x="4089400" y="3454400"/>
          <p14:tracePt t="148679" x="3860800" y="3448050"/>
          <p14:tracePt t="148690" x="3778250" y="3448050"/>
          <p14:tracePt t="148707" x="3600450" y="3460750"/>
          <p14:tracePt t="148723" x="3352800" y="3492500"/>
          <p14:tracePt t="148740" x="3219450" y="3536950"/>
          <p14:tracePt t="148757" x="3149600" y="3549650"/>
          <p14:tracePt t="148774" x="2724150" y="3683000"/>
          <p14:tracePt t="148790" x="2451100" y="3784600"/>
          <p14:tracePt t="148807" x="1809750" y="3994150"/>
          <p14:tracePt t="148824" x="1689100" y="4032250"/>
          <p14:tracePt t="148840" x="1485900" y="4089400"/>
          <p14:tracePt t="148857" x="1244600" y="4159250"/>
          <p14:tracePt t="148873" x="1187450" y="4165600"/>
          <p14:tracePt t="148891" x="1143000" y="4178300"/>
          <p14:tracePt t="148907" x="1136650" y="4178300"/>
          <p14:tracePt t="148924" x="1123950" y="4178300"/>
          <p14:tracePt t="148940" x="1104900" y="4178300"/>
          <p14:tracePt t="148957" x="1085850" y="4178300"/>
          <p14:tracePt t="148974" x="1073150" y="4178300"/>
          <p14:tracePt t="148990" x="1060450" y="4171950"/>
          <p14:tracePt t="149007" x="971550" y="4146550"/>
          <p14:tracePt t="149024" x="908050" y="4133850"/>
          <p14:tracePt t="149040" x="831850" y="4127500"/>
          <p14:tracePt t="149057" x="730250" y="4108450"/>
          <p14:tracePt t="149074" x="698500" y="4102100"/>
          <p14:tracePt t="149090" x="692150" y="4095750"/>
          <p14:tracePt t="149124" x="685800" y="4089400"/>
          <p14:tracePt t="149157" x="685800" y="4083050"/>
          <p14:tracePt t="149174" x="679450" y="4076700"/>
          <p14:tracePt t="149190" x="679450" y="4070350"/>
          <p14:tracePt t="149207" x="673100" y="4051300"/>
          <p14:tracePt t="149223" x="666750" y="4044950"/>
          <p14:tracePt t="149240" x="660400" y="4032250"/>
          <p14:tracePt t="149257" x="660400" y="4019550"/>
          <p14:tracePt t="149273" x="660400" y="4013200"/>
          <p14:tracePt t="149290" x="660400" y="4000500"/>
          <p14:tracePt t="149503" x="654050" y="4000500"/>
          <p14:tracePt t="149512" x="654050" y="4013200"/>
          <p14:tracePt t="149519" x="647700" y="4019550"/>
          <p14:tracePt t="149527" x="647700" y="4025900"/>
          <p14:tracePt t="149540" x="635000" y="4038600"/>
          <p14:tracePt t="149557" x="635000" y="4051300"/>
          <p14:tracePt t="149573" x="628650" y="4070350"/>
          <p14:tracePt t="149590" x="622300" y="4089400"/>
          <p14:tracePt t="149607" x="622300" y="4095750"/>
          <p14:tracePt t="149624" x="622300" y="4108450"/>
          <p14:tracePt t="149640" x="628650" y="4108450"/>
          <p14:tracePt t="149657" x="647700" y="4121150"/>
          <p14:tracePt t="149690" x="666750" y="4121150"/>
          <p14:tracePt t="149707" x="704850" y="4127500"/>
          <p14:tracePt t="149723" x="825500" y="4146550"/>
          <p14:tracePt t="149740" x="952500" y="4146550"/>
          <p14:tracePt t="149757" x="1168400" y="4133850"/>
          <p14:tracePt t="149774" x="1530350" y="4152900"/>
          <p14:tracePt t="149791" x="1885950" y="4171950"/>
          <p14:tracePt t="149807" x="2495550" y="4197350"/>
          <p14:tracePt t="149824" x="3136900" y="4222750"/>
          <p14:tracePt t="149840" x="3276600" y="4222750"/>
          <p14:tracePt t="149857" x="3524250" y="4229100"/>
          <p14:tracePt t="149873" x="3810000" y="4254500"/>
          <p14:tracePt t="149890" x="3911600" y="4254500"/>
          <p14:tracePt t="149907" x="4013200" y="4254500"/>
          <p14:tracePt t="149924" x="4152900" y="4260850"/>
          <p14:tracePt t="149940" x="4159250" y="4260850"/>
          <p14:tracePt t="149957" x="4210050" y="4267200"/>
          <p14:tracePt t="149974" x="4273550" y="4286250"/>
          <p14:tracePt t="149991" x="4413250" y="4305300"/>
          <p14:tracePt t="150007" x="4584700" y="4330700"/>
          <p14:tracePt t="150024" x="4718050" y="4349750"/>
          <p14:tracePt t="150040" x="4806950" y="4349750"/>
          <p14:tracePt t="150057" x="4914900" y="4349750"/>
          <p14:tracePt t="150074" x="4984750" y="4349750"/>
          <p14:tracePt t="150090" x="5067300" y="4343400"/>
          <p14:tracePt t="150107" x="5105400" y="4337050"/>
          <p14:tracePt t="150123" x="5118100" y="4337050"/>
          <p14:tracePt t="150141" x="5149850" y="4337050"/>
          <p14:tracePt t="150157" x="5175250" y="4337050"/>
          <p14:tracePt t="150173" x="5257800" y="4337050"/>
          <p14:tracePt t="150191" x="5295900" y="4337050"/>
          <p14:tracePt t="150207" x="5308600" y="4337050"/>
          <p14:tracePt t="150224" x="5168900" y="4362450"/>
          <p14:tracePt t="150240" x="5054600" y="4387850"/>
          <p14:tracePt t="150591" x="5048250" y="4394200"/>
          <p14:tracePt t="150607" x="5080000" y="4362450"/>
          <p14:tracePt t="150631" x="5080000" y="4356100"/>
          <p14:tracePt t="150663" x="5092700" y="4349750"/>
          <p14:tracePt t="150679" x="5092700" y="4343400"/>
          <p14:tracePt t="150687" x="5099050" y="4337050"/>
          <p14:tracePt t="150743" x="5099050" y="4330700"/>
          <p14:tracePt t="150751" x="5111750" y="4324350"/>
          <p14:tracePt t="150767" x="5118100" y="4318000"/>
          <p14:tracePt t="150775" x="5118100" y="4311650"/>
          <p14:tracePt t="150790" x="5143500" y="4311650"/>
          <p14:tracePt t="150807" x="5168900" y="4267200"/>
          <p14:tracePt t="150823" x="5187950" y="4248150"/>
          <p14:tracePt t="150840" x="5200650" y="4241800"/>
          <p14:tracePt t="150874" x="5207000" y="4241800"/>
          <p14:tracePt t="151303" x="5207000" y="4229100"/>
          <p14:tracePt t="151311" x="5187950" y="4203700"/>
          <p14:tracePt t="151319" x="5175250" y="4203700"/>
          <p14:tracePt t="151327" x="5162550" y="4165600"/>
          <p14:tracePt t="151340" x="5149850" y="4165600"/>
          <p14:tracePt t="151357" x="5143500" y="4152900"/>
          <p14:tracePt t="151373" x="5137150" y="4146550"/>
          <p14:tracePt t="151390" x="5124450" y="4140200"/>
          <p14:tracePt t="151392" x="5105400" y="4133850"/>
          <p14:tracePt t="151407" x="5105400" y="4121150"/>
          <p14:tracePt t="151424" x="5073650" y="4108450"/>
          <p14:tracePt t="151440" x="5060950" y="4102100"/>
          <p14:tracePt t="151457" x="5035550" y="4095750"/>
          <p14:tracePt t="151474" x="5010150" y="4089400"/>
          <p14:tracePt t="151490" x="4991100" y="4083050"/>
          <p14:tracePt t="151507" x="4984750" y="4083050"/>
          <p14:tracePt t="151523" x="4972050" y="4076700"/>
          <p14:tracePt t="151583" x="4972050" y="4070350"/>
          <p14:tracePt t="151623" x="4965700" y="4064000"/>
          <p14:tracePt t="151687" x="4965700" y="4051300"/>
          <p14:tracePt t="151695" x="4972050" y="4051300"/>
          <p14:tracePt t="151711" x="4972050" y="4044950"/>
          <p14:tracePt t="151727" x="4972050" y="4038600"/>
          <p14:tracePt t="151751" x="4972050" y="4032250"/>
          <p14:tracePt t="151775" x="4978400" y="4032250"/>
          <p14:tracePt t="151799" x="4984750" y="4025900"/>
          <p14:tracePt t="151887" x="4991100" y="4025900"/>
          <p14:tracePt t="151911" x="4997450" y="4025900"/>
          <p14:tracePt t="151967" x="5010150" y="4025900"/>
          <p14:tracePt t="151992" x="5010150" y="4032250"/>
          <p14:tracePt t="152367" x="5010150" y="4038600"/>
          <p14:tracePt t="152383" x="5016500" y="4051300"/>
          <p14:tracePt t="152399" x="5016500" y="4057650"/>
          <p14:tracePt t="152415" x="5016500" y="4064000"/>
          <p14:tracePt t="152423" x="5022850" y="4083050"/>
          <p14:tracePt t="152431" x="5022850" y="4102100"/>
          <p14:tracePt t="152440" x="5022850" y="4114800"/>
          <p14:tracePt t="152457" x="5029200" y="4121150"/>
          <p14:tracePt t="152473" x="5029200" y="4133850"/>
          <p14:tracePt t="152490" x="5029200" y="4140200"/>
          <p14:tracePt t="152507" x="5029200" y="4146550"/>
          <p14:tracePt t="152523" x="5035550" y="4152900"/>
          <p14:tracePt t="152540" x="5035550" y="4159250"/>
          <p14:tracePt t="152887" x="5022850" y="4159250"/>
          <p14:tracePt t="152896" x="4991100" y="4171950"/>
          <p14:tracePt t="152903" x="4965700" y="4171950"/>
          <p14:tracePt t="152912" x="4883150" y="4197350"/>
          <p14:tracePt t="152923" x="4800600" y="4210050"/>
          <p14:tracePt t="152941" x="4476750" y="4248150"/>
          <p14:tracePt t="152957" x="4121150" y="4292600"/>
          <p14:tracePt t="152973" x="3467100" y="4394200"/>
          <p14:tracePt t="152990" x="2076450" y="4597400"/>
          <p14:tracePt t="153007" x="1181100" y="4692650"/>
          <p14:tracePt t="153023" x="704850" y="4775200"/>
          <p14:tracePt t="153040" x="590550" y="4800600"/>
          <p14:tracePt t="153057" x="571500" y="4800600"/>
          <p14:tracePt t="153736" x="571500" y="4775200"/>
          <p14:tracePt t="153743" x="552450" y="4743450"/>
          <p14:tracePt t="153751" x="533400" y="4692650"/>
          <p14:tracePt t="153759" x="495300" y="4635500"/>
          <p14:tracePt t="153773" x="476250" y="4572000"/>
          <p14:tracePt t="153790" x="393700" y="4381500"/>
          <p14:tracePt t="153807" x="330200" y="4178300"/>
          <p14:tracePt t="153823" x="203200" y="3683000"/>
          <p14:tracePt t="153840" x="146050" y="3473450"/>
          <p14:tracePt t="153857" x="120650" y="3282950"/>
          <p14:tracePt t="153873" x="101600" y="3098800"/>
          <p14:tracePt t="153890" x="95250" y="3016250"/>
          <p14:tracePt t="153907" x="82550" y="2927350"/>
          <p14:tracePt t="153923" x="88900" y="2762250"/>
          <p14:tracePt t="153940" x="88900" y="2673350"/>
          <p14:tracePt t="153957" x="88900" y="2628900"/>
          <p14:tracePt t="153973" x="82550" y="2495550"/>
          <p14:tracePt t="153990" x="50800" y="2184400"/>
          <p14:tracePt t="154007" x="0" y="178435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1.4  INTERNET HISTORY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1.4  INTERNET HISTORY</a:t>
            </a:r>
          </a:p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1.4.1 Early History</a:t>
            </a:r>
            <a:endParaRPr lang="en-US" altLang="ko-KR" sz="28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Birth of Packet-Switched Networks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Leonard </a:t>
            </a:r>
            <a:r>
              <a:rPr lang="en-US" altLang="ko-KR" dirty="0" err="1" smtClean="0">
                <a:latin typeface="Times New Roman" pitchFamily="18" charset="0"/>
                <a:cs typeface="Times New Roman" pitchFamily="18" charset="0"/>
              </a:rPr>
              <a:t>Kleinrock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MIT,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1961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ARPANET</a:t>
            </a:r>
            <a:endParaRPr lang="en-US" altLang="ko-KR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Advanced Research Projects Agency(ARPA)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ARPANET, 1967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By 1969, four nodes(UCLA, UCSB, SRI, U of Utah) were connected</a:t>
            </a:r>
          </a:p>
        </p:txBody>
      </p:sp>
    </p:spTree>
  </p:cSld>
  <p:clrMapOvr>
    <a:masterClrMapping/>
  </p:clrMapOvr>
  <p:transition spd="med" advTm="103170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77" x="4699000" y="3727450"/>
          <p14:tracePt t="586" x="4699000" y="3784600"/>
          <p14:tracePt t="595" x="4699000" y="3848100"/>
          <p14:tracePt t="613" x="4711700" y="3981450"/>
          <p14:tracePt t="629" x="4749800" y="4241800"/>
          <p14:tracePt t="645" x="4749800" y="4330700"/>
          <p14:tracePt t="662" x="4737100" y="4375150"/>
          <p14:tracePt t="679" x="4699000" y="4438650"/>
          <p14:tracePt t="695" x="4692650" y="4451350"/>
          <p14:tracePt t="712" x="4578350" y="4470400"/>
          <p14:tracePt t="729" x="4260850" y="4356100"/>
          <p14:tracePt t="746" x="4070350" y="4292600"/>
          <p14:tracePt t="762" x="3238500" y="3981450"/>
          <p14:tracePt t="779" x="2698750" y="3778250"/>
          <p14:tracePt t="795" x="1784350" y="3448050"/>
          <p14:tracePt t="812" x="1200150" y="3213100"/>
          <p14:tracePt t="829" x="698500" y="2952750"/>
          <p14:tracePt t="850" x="260350" y="2609850"/>
          <p14:tracePt t="862" x="146050" y="2508250"/>
          <p14:tracePt t="1321" x="6350" y="323850"/>
          <p14:tracePt t="1329" x="31750" y="292100"/>
          <p14:tracePt t="1345" x="44450" y="254000"/>
          <p14:tracePt t="1353" x="69850" y="228600"/>
          <p14:tracePt t="1362" x="82550" y="196850"/>
          <p14:tracePt t="1379" x="139700" y="88900"/>
          <p14:tracePt t="1395" x="190500" y="25400"/>
          <p14:tracePt t="1412" x="209550" y="0"/>
          <p14:tracePt t="1429" x="241300" y="0"/>
          <p14:tracePt t="1446" x="254000" y="0"/>
          <p14:tracePt t="1479" x="260350" y="0"/>
          <p14:tracePt t="1496" x="323850" y="63500"/>
          <p14:tracePt t="1512" x="457200" y="171450"/>
          <p14:tracePt t="1529" x="812800" y="355600"/>
          <p14:tracePt t="1546" x="927100" y="387350"/>
          <p14:tracePt t="1562" x="958850" y="393700"/>
          <p14:tracePt t="1579" x="971550" y="393700"/>
          <p14:tracePt t="1649" x="965200" y="393700"/>
          <p14:tracePt t="1666" x="952500" y="393700"/>
          <p14:tracePt t="1676" x="946150" y="400050"/>
          <p14:tracePt t="1687" x="920750" y="419100"/>
          <p14:tracePt t="1697" x="787400" y="565150"/>
          <p14:tracePt t="1712" x="762000" y="603250"/>
          <p14:tracePt t="1729" x="679450" y="781050"/>
          <p14:tracePt t="1745" x="641350" y="895350"/>
          <p14:tracePt t="1762" x="628650" y="939800"/>
          <p14:tracePt t="1779" x="622300" y="971550"/>
          <p14:tracePt t="1796" x="622300" y="1003300"/>
          <p14:tracePt t="1812" x="615950" y="1016000"/>
          <p14:tracePt t="1829" x="615950" y="1022350"/>
          <p14:tracePt t="1845" x="609600" y="1035050"/>
          <p14:tracePt t="1862" x="603250" y="1066800"/>
          <p14:tracePt t="1879" x="603250" y="1098550"/>
          <p14:tracePt t="1895" x="603250" y="1123950"/>
          <p14:tracePt t="1912" x="596900" y="1136650"/>
          <p14:tracePt t="1929" x="590550" y="1143000"/>
          <p14:tracePt t="1945" x="590550" y="1149350"/>
          <p14:tracePt t="2025" x="590550" y="1155700"/>
          <p14:tracePt t="2041" x="577850" y="1162050"/>
          <p14:tracePt t="2051" x="571500" y="1174750"/>
          <p14:tracePt t="2062" x="533400" y="1187450"/>
          <p14:tracePt t="2079" x="488950" y="1225550"/>
          <p14:tracePt t="2095" x="438150" y="1263650"/>
          <p14:tracePt t="2112" x="355600" y="1327150"/>
          <p14:tracePt t="2129" x="330200" y="1358900"/>
          <p14:tracePt t="2265" x="330200" y="1352550"/>
          <p14:tracePt t="2274" x="330200" y="1339850"/>
          <p14:tracePt t="2284" x="342900" y="1333500"/>
          <p14:tracePt t="2296" x="342900" y="1320800"/>
          <p14:tracePt t="2313" x="349250" y="1314450"/>
          <p14:tracePt t="2329" x="361950" y="1301750"/>
          <p14:tracePt t="2393" x="381000" y="1289050"/>
          <p14:tracePt t="2465" x="387350" y="1289050"/>
          <p14:tracePt t="2497" x="393700" y="1282700"/>
          <p14:tracePt t="2529" x="406400" y="1276350"/>
          <p14:tracePt t="3025" x="406400" y="1270000"/>
          <p14:tracePt t="3081" x="406400" y="1257300"/>
          <p14:tracePt t="3105" x="406400" y="1250950"/>
          <p14:tracePt t="3121" x="406400" y="1244600"/>
          <p14:tracePt t="3145" x="406400" y="1238250"/>
          <p14:tracePt t="3945" x="406400" y="1244600"/>
          <p14:tracePt t="3985" x="406400" y="1250950"/>
          <p14:tracePt t="8225" x="412750" y="1250950"/>
          <p14:tracePt t="8449" x="419100" y="1250950"/>
          <p14:tracePt t="8465" x="425450" y="1250950"/>
          <p14:tracePt t="8475" x="450850" y="1250950"/>
          <p14:tracePt t="8484" x="469900" y="1257300"/>
          <p14:tracePt t="8495" x="482600" y="1257300"/>
          <p14:tracePt t="8673" x="514350" y="1270000"/>
          <p14:tracePt t="8683" x="527050" y="1270000"/>
          <p14:tracePt t="8697" x="539750" y="1276350"/>
          <p14:tracePt t="8712" x="552450" y="1276350"/>
          <p14:tracePt t="8785" x="552450" y="1282700"/>
          <p14:tracePt t="8801" x="552450" y="1295400"/>
          <p14:tracePt t="8811" x="552450" y="1314450"/>
          <p14:tracePt t="8821" x="558800" y="1327150"/>
          <p14:tracePt t="8831" x="558800" y="1352550"/>
          <p14:tracePt t="8846" x="565150" y="1358900"/>
          <p14:tracePt t="8862" x="577850" y="1428750"/>
          <p14:tracePt t="8881" x="577850" y="1498600"/>
          <p14:tracePt t="8897" x="565150" y="1543050"/>
          <p14:tracePt t="8913" x="558800" y="1574800"/>
          <p14:tracePt t="8945" x="558800" y="1593850"/>
          <p14:tracePt t="8962" x="558800" y="1619250"/>
          <p14:tracePt t="8978" x="552450" y="1638300"/>
          <p14:tracePt t="8995" x="546100" y="1657350"/>
          <p14:tracePt t="9012" x="546100" y="1670050"/>
          <p14:tracePt t="9028" x="533400" y="1695450"/>
          <p14:tracePt t="9045" x="527050" y="1701800"/>
          <p14:tracePt t="9062" x="527050" y="1714500"/>
          <p14:tracePt t="9078" x="527050" y="1727200"/>
          <p14:tracePt t="9112" x="520700" y="1733550"/>
          <p14:tracePt t="9129" x="514350" y="1746250"/>
          <p14:tracePt t="9145" x="501650" y="1771650"/>
          <p14:tracePt t="9162" x="495300" y="1797050"/>
          <p14:tracePt t="9179" x="469900" y="1828800"/>
          <p14:tracePt t="9195" x="469900" y="1841500"/>
          <p14:tracePt t="9212" x="431800" y="1892300"/>
          <p14:tracePt t="9228" x="419100" y="1911350"/>
          <p14:tracePt t="9245" x="412750" y="1924050"/>
          <p14:tracePt t="10481" x="419100" y="1924050"/>
          <p14:tracePt t="10491" x="425450" y="1924050"/>
          <p14:tracePt t="10505" x="431800" y="1924050"/>
          <p14:tracePt t="10514" x="438150" y="1924050"/>
          <p14:tracePt t="11737" x="438150" y="1930400"/>
          <p14:tracePt t="11747" x="438150" y="1936750"/>
          <p14:tracePt t="11769" x="438150" y="1949450"/>
          <p14:tracePt t="11779" x="438150" y="1968500"/>
          <p14:tracePt t="11795" x="438150" y="1993900"/>
          <p14:tracePt t="11812" x="438150" y="2044700"/>
          <p14:tracePt t="11829" x="438150" y="2076450"/>
          <p14:tracePt t="11845" x="438150" y="2101850"/>
          <p14:tracePt t="11862" x="438150" y="2139950"/>
          <p14:tracePt t="11879" x="438150" y="2159000"/>
          <p14:tracePt t="11895" x="457200" y="2165350"/>
          <p14:tracePt t="11912" x="469900" y="2171700"/>
          <p14:tracePt t="11945" x="469900" y="2178050"/>
          <p14:tracePt t="12097" x="476250" y="2184400"/>
          <p14:tracePt t="12153" x="482600" y="2184400"/>
          <p14:tracePt t="12177" x="488950" y="2184400"/>
          <p14:tracePt t="12188" x="495300" y="2184400"/>
          <p14:tracePt t="12200" x="514350" y="2184400"/>
          <p14:tracePt t="12217" x="577850" y="2197100"/>
          <p14:tracePt t="12234" x="628650" y="2203450"/>
          <p14:tracePt t="12247" x="647700" y="2209800"/>
          <p14:tracePt t="12262" x="692150" y="2216150"/>
          <p14:tracePt t="12278" x="831850" y="2247900"/>
          <p14:tracePt t="12295" x="901700" y="2260600"/>
          <p14:tracePt t="12312" x="990600" y="2273300"/>
          <p14:tracePt t="12329" x="1143000" y="2311400"/>
          <p14:tracePt t="12345" x="1225550" y="2343150"/>
          <p14:tracePt t="12362" x="1308100" y="2368550"/>
          <p14:tracePt t="12378" x="1384300" y="2393950"/>
          <p14:tracePt t="12395" x="1454150" y="2419350"/>
          <p14:tracePt t="12412" x="1581150" y="2457450"/>
          <p14:tracePt t="12428" x="1676400" y="2495550"/>
          <p14:tracePt t="12445" x="1720850" y="2514600"/>
          <p14:tracePt t="12462" x="1854200" y="2559050"/>
          <p14:tracePt t="12479" x="1892300" y="2571750"/>
          <p14:tracePt t="12495" x="1968500" y="2622550"/>
          <p14:tracePt t="12512" x="2006600" y="2647950"/>
          <p14:tracePt t="12529" x="2032000" y="2679700"/>
          <p14:tracePt t="12545" x="2095500" y="2724150"/>
          <p14:tracePt t="12562" x="2133600" y="2768600"/>
          <p14:tracePt t="12579" x="2209800" y="2838450"/>
          <p14:tracePt t="12595" x="2298700" y="2889250"/>
          <p14:tracePt t="12612" x="2406650" y="2946400"/>
          <p14:tracePt t="12630" x="2451100" y="2978150"/>
          <p14:tracePt t="12651" x="2692400" y="3105150"/>
          <p14:tracePt t="12662" x="2749550" y="3124200"/>
          <p14:tracePt t="12678" x="2965450" y="3200400"/>
          <p14:tracePt t="12695" x="3041650" y="3213100"/>
          <p14:tracePt t="12712" x="3111500" y="3232150"/>
          <p14:tracePt t="12729" x="3314700" y="3257550"/>
          <p14:tracePt t="12745" x="3422650" y="3263900"/>
          <p14:tracePt t="12762" x="3536950" y="3263900"/>
          <p14:tracePt t="12779" x="3740150" y="3263900"/>
          <p14:tracePt t="12795" x="3810000" y="3257550"/>
          <p14:tracePt t="12812" x="3898900" y="3238500"/>
          <p14:tracePt t="12829" x="4057650" y="3213100"/>
          <p14:tracePt t="12845" x="4114800" y="3206750"/>
          <p14:tracePt t="12862" x="4140200" y="3194050"/>
          <p14:tracePt t="12878" x="4229100" y="3181350"/>
          <p14:tracePt t="12895" x="4235450" y="3181350"/>
          <p14:tracePt t="12912" x="4273550" y="3175000"/>
          <p14:tracePt t="12929" x="4311650" y="3168650"/>
          <p14:tracePt t="12945" x="4330700" y="3162300"/>
          <p14:tracePt t="12962" x="4406900" y="3149600"/>
          <p14:tracePt t="12978" x="4432300" y="3149600"/>
          <p14:tracePt t="12995" x="4489450" y="3124200"/>
          <p14:tracePt t="13012" x="4521200" y="3111500"/>
          <p14:tracePt t="13028" x="4540250" y="3098800"/>
          <p14:tracePt t="13045" x="4565650" y="3092450"/>
          <p14:tracePt t="13062" x="4584700" y="3073400"/>
          <p14:tracePt t="13079" x="4597400" y="3054350"/>
          <p14:tracePt t="13095" x="4597400" y="3028950"/>
          <p14:tracePt t="13112" x="4597400" y="2965450"/>
          <p14:tracePt t="13129" x="4591050" y="2927350"/>
          <p14:tracePt t="13145" x="4591050" y="2863850"/>
          <p14:tracePt t="13162" x="4565650" y="2774950"/>
          <p14:tracePt t="13178" x="4521200" y="2698750"/>
          <p14:tracePt t="13195" x="4438650" y="2565400"/>
          <p14:tracePt t="13212" x="4387850" y="2520950"/>
          <p14:tracePt t="13229" x="4343400" y="2501900"/>
          <p14:tracePt t="13245" x="4267200" y="2438400"/>
          <p14:tracePt t="13262" x="4197350" y="2413000"/>
          <p14:tracePt t="13279" x="4140200" y="2400300"/>
          <p14:tracePt t="13296" x="4044950" y="2387600"/>
          <p14:tracePt t="13312" x="4038600" y="2387600"/>
          <p14:tracePt t="13329" x="3975100" y="2400300"/>
          <p14:tracePt t="13345" x="3949700" y="2413000"/>
          <p14:tracePt t="13362" x="3905250" y="2438400"/>
          <p14:tracePt t="13378" x="3873500" y="2457450"/>
          <p14:tracePt t="13395" x="3860800" y="2463800"/>
          <p14:tracePt t="13412" x="3835400" y="2476500"/>
          <p14:tracePt t="13428" x="3797300" y="2514600"/>
          <p14:tracePt t="13445" x="3771900" y="2533650"/>
          <p14:tracePt t="13462" x="3759200" y="2559050"/>
          <p14:tracePt t="13478" x="3733800" y="2597150"/>
          <p14:tracePt t="13495" x="3714750" y="2628900"/>
          <p14:tracePt t="13512" x="3683000" y="2698750"/>
          <p14:tracePt t="13528" x="3663950" y="2743200"/>
          <p14:tracePt t="13545" x="3663950" y="2787650"/>
          <p14:tracePt t="13562" x="3657600" y="2844800"/>
          <p14:tracePt t="13579" x="3657600" y="2901950"/>
          <p14:tracePt t="13595" x="3663950" y="3009900"/>
          <p14:tracePt t="13612" x="3670300" y="3054350"/>
          <p14:tracePt t="13628" x="3702050" y="3105150"/>
          <p14:tracePt t="13645" x="3721100" y="3162300"/>
          <p14:tracePt t="13662" x="3746500" y="3194050"/>
          <p14:tracePt t="13678" x="3765550" y="3225800"/>
          <p14:tracePt t="13695" x="3790950" y="3251200"/>
          <p14:tracePt t="13712" x="3816350" y="3263900"/>
          <p14:tracePt t="13728" x="3879850" y="3282950"/>
          <p14:tracePt t="13745" x="3911600" y="3289300"/>
          <p14:tracePt t="13762" x="3956050" y="3295650"/>
          <p14:tracePt t="13779" x="4057650" y="3295650"/>
          <p14:tracePt t="13795" x="4121150" y="3295650"/>
          <p14:tracePt t="13812" x="4152900" y="3289300"/>
          <p14:tracePt t="13829" x="4222750" y="3276600"/>
          <p14:tracePt t="13845" x="4305300" y="3244850"/>
          <p14:tracePt t="13862" x="4343400" y="3238500"/>
          <p14:tracePt t="13879" x="4381500" y="3219450"/>
          <p14:tracePt t="13895" x="4400550" y="3200400"/>
          <p14:tracePt t="13912" x="4400550" y="3194050"/>
          <p14:tracePt t="13928" x="4419600" y="3155950"/>
          <p14:tracePt t="13945" x="4432300" y="3124200"/>
          <p14:tracePt t="13962" x="4438650" y="3111500"/>
          <p14:tracePt t="13979" x="4451350" y="3054350"/>
          <p14:tracePt t="13995" x="4457700" y="3035300"/>
          <p14:tracePt t="14012" x="4457700" y="3003550"/>
          <p14:tracePt t="14028" x="4457700" y="2959100"/>
          <p14:tracePt t="14045" x="4445000" y="2870200"/>
          <p14:tracePt t="14062" x="4432300" y="2825750"/>
          <p14:tracePt t="14078" x="4394200" y="2781300"/>
          <p14:tracePt t="14095" x="4330700" y="2730500"/>
          <p14:tracePt t="14112" x="4298950" y="2679700"/>
          <p14:tracePt t="14128" x="4184650" y="2635250"/>
          <p14:tracePt t="14145" x="4133850" y="2622550"/>
          <p14:tracePt t="14162" x="4095750" y="2616200"/>
          <p14:tracePt t="14178" x="4083050" y="2616200"/>
          <p14:tracePt t="14195" x="4025900" y="2622550"/>
          <p14:tracePt t="14212" x="3994150" y="2628900"/>
          <p14:tracePt t="14228" x="3975100" y="2647950"/>
          <p14:tracePt t="14245" x="3937000" y="2654300"/>
          <p14:tracePt t="14262" x="3905250" y="2673350"/>
          <p14:tracePt t="14278" x="3892550" y="2679700"/>
          <p14:tracePt t="14295" x="3873500" y="2679700"/>
          <p14:tracePt t="14312" x="3860800" y="2692400"/>
          <p14:tracePt t="14329" x="3848100" y="2698750"/>
          <p14:tracePt t="14345" x="3835400" y="2711450"/>
          <p14:tracePt t="14362" x="3822700" y="2736850"/>
          <p14:tracePt t="14379" x="3816350" y="2768600"/>
          <p14:tracePt t="14395" x="3797300" y="2832100"/>
          <p14:tracePt t="14412" x="3790950" y="2838450"/>
          <p14:tracePt t="14428" x="3784600" y="2863850"/>
          <p14:tracePt t="14445" x="3778250" y="2901950"/>
          <p14:tracePt t="14462" x="3778250" y="2927350"/>
          <p14:tracePt t="14478" x="3778250" y="2952750"/>
          <p14:tracePt t="14495" x="3778250" y="2959100"/>
          <p14:tracePt t="14512" x="3784600" y="2984500"/>
          <p14:tracePt t="14528" x="3790950" y="3016250"/>
          <p14:tracePt t="14545" x="3803650" y="3035300"/>
          <p14:tracePt t="14562" x="3822700" y="3054350"/>
          <p14:tracePt t="14579" x="3829050" y="3054350"/>
          <p14:tracePt t="14595" x="3854450" y="3079750"/>
          <p14:tracePt t="14612" x="3867150" y="3079750"/>
          <p14:tracePt t="14629" x="3879850" y="3086100"/>
          <p14:tracePt t="14645" x="3924300" y="3105150"/>
          <p14:tracePt t="14662" x="3930650" y="3105150"/>
          <p14:tracePt t="14678" x="3962400" y="3111500"/>
          <p14:tracePt t="14695" x="4038600" y="3124200"/>
          <p14:tracePt t="14712" x="4083050" y="3124200"/>
          <p14:tracePt t="14729" x="4171950" y="3124200"/>
          <p14:tracePt t="14745" x="4279900" y="3130550"/>
          <p14:tracePt t="14762" x="4324350" y="3130550"/>
          <p14:tracePt t="14778" x="4375150" y="3130550"/>
          <p14:tracePt t="14795" x="4432300" y="3117850"/>
          <p14:tracePt t="14812" x="4464050" y="3105150"/>
          <p14:tracePt t="14829" x="4476750" y="3098800"/>
          <p14:tracePt t="14845" x="4476750" y="3092450"/>
          <p14:tracePt t="14862" x="4483100" y="3079750"/>
          <p14:tracePt t="14879" x="4495800" y="3022600"/>
          <p14:tracePt t="14895" x="4495800" y="2952750"/>
          <p14:tracePt t="14912" x="4489450" y="2819400"/>
          <p14:tracePt t="14928" x="4464050" y="2743200"/>
          <p14:tracePt t="14945" x="4445000" y="2686050"/>
          <p14:tracePt t="14962" x="4400550" y="2597150"/>
          <p14:tracePt t="14978" x="4375150" y="2552700"/>
          <p14:tracePt t="14995" x="4337050" y="2527300"/>
          <p14:tracePt t="15012" x="4248150" y="2501900"/>
          <p14:tracePt t="15029" x="4235450" y="2501900"/>
          <p14:tracePt t="15045" x="4191000" y="2489200"/>
          <p14:tracePt t="15062" x="4083050" y="2489200"/>
          <p14:tracePt t="15064" x="4051300" y="2489200"/>
          <p14:tracePt t="15078" x="4013200" y="2495550"/>
          <p14:tracePt t="15095" x="3924300" y="2514600"/>
          <p14:tracePt t="15112" x="3905250" y="2520950"/>
          <p14:tracePt t="15129" x="3867150" y="2533650"/>
          <p14:tracePt t="15145" x="3860800" y="2540000"/>
          <p14:tracePt t="15162" x="3848100" y="2552700"/>
          <p14:tracePt t="15179" x="3829050" y="2578100"/>
          <p14:tracePt t="15195" x="3829050" y="2603500"/>
          <p14:tracePt t="15212" x="3810000" y="2635250"/>
          <p14:tracePt t="15228" x="3790950" y="2698750"/>
          <p14:tracePt t="15245" x="3784600" y="2743200"/>
          <p14:tracePt t="15262" x="3778250" y="2762250"/>
          <p14:tracePt t="15279" x="3778250" y="2851150"/>
          <p14:tracePt t="15295" x="3778250" y="2895600"/>
          <p14:tracePt t="15312" x="3784600" y="2914650"/>
          <p14:tracePt t="15328" x="3784600" y="2971800"/>
          <p14:tracePt t="15345" x="3790950" y="2978150"/>
          <p14:tracePt t="15362" x="3790950" y="3003550"/>
          <p14:tracePt t="15378" x="3810000" y="3022600"/>
          <p14:tracePt t="15395" x="3816350" y="3041650"/>
          <p14:tracePt t="15412" x="3816350" y="3048000"/>
          <p14:tracePt t="15428" x="3829050" y="3060700"/>
          <p14:tracePt t="15445" x="3841750" y="3067050"/>
          <p14:tracePt t="15478" x="3848100" y="3067050"/>
          <p14:tracePt t="15495" x="3867150" y="3073400"/>
          <p14:tracePt t="15512" x="3867150" y="3079750"/>
          <p14:tracePt t="15529" x="3905250" y="3086100"/>
          <p14:tracePt t="15545" x="3937000" y="3086100"/>
          <p14:tracePt t="15562" x="3949700" y="3086100"/>
          <p14:tracePt t="15579" x="3956050" y="3086100"/>
          <p14:tracePt t="15595" x="4000500" y="3079750"/>
          <p14:tracePt t="15612" x="4051300" y="3067050"/>
          <p14:tracePt t="15629" x="4083050" y="3054350"/>
          <p14:tracePt t="15646" x="4121150" y="3028950"/>
          <p14:tracePt t="15662" x="4152900" y="3016250"/>
          <p14:tracePt t="15679" x="4241800" y="2965450"/>
          <p14:tracePt t="15695" x="4292600" y="2933700"/>
          <p14:tracePt t="15712" x="4375150" y="2882900"/>
          <p14:tracePt t="15729" x="4394200" y="2870200"/>
          <p14:tracePt t="15745" x="4425950" y="2844800"/>
          <p14:tracePt t="15762" x="4451350" y="2832100"/>
          <p14:tracePt t="15779" x="4464050" y="2819400"/>
          <p14:tracePt t="15795" x="4464050" y="2806700"/>
          <p14:tracePt t="15812" x="4476750" y="2794000"/>
          <p14:tracePt t="15829" x="4476750" y="2787650"/>
          <p14:tracePt t="15845" x="4489450" y="2743200"/>
          <p14:tracePt t="15862" x="4489450" y="2724150"/>
          <p14:tracePt t="15879" x="4489450" y="2692400"/>
          <p14:tracePt t="15895" x="4464050" y="2654300"/>
          <p14:tracePt t="15912" x="4451350" y="2641600"/>
          <p14:tracePt t="15929" x="4394200" y="2597150"/>
          <p14:tracePt t="15945" x="4368800" y="2584450"/>
          <p14:tracePt t="15962" x="4337050" y="2571750"/>
          <p14:tracePt t="15978" x="4292600" y="2571750"/>
          <p14:tracePt t="15995" x="4286250" y="2571750"/>
          <p14:tracePt t="16012" x="4260850" y="2571750"/>
          <p14:tracePt t="16028" x="4241800" y="2578100"/>
          <p14:tracePt t="16045" x="4229100" y="2578100"/>
          <p14:tracePt t="16062" x="4222750" y="2578100"/>
          <p14:tracePt t="16078" x="4222750" y="2584450"/>
          <p14:tracePt t="16095" x="4210050" y="2590800"/>
          <p14:tracePt t="16112" x="4210050" y="2597150"/>
          <p14:tracePt t="16129" x="4203700" y="2616200"/>
          <p14:tracePt t="16145" x="4191000" y="2647950"/>
          <p14:tracePt t="16162" x="4178300" y="2679700"/>
          <p14:tracePt t="16178" x="4171950" y="2711450"/>
          <p14:tracePt t="16195" x="4140200" y="2787650"/>
          <p14:tracePt t="16212" x="4127500" y="2819400"/>
          <p14:tracePt t="16228" x="4121150" y="2838450"/>
          <p14:tracePt t="16245" x="4089400" y="2882900"/>
          <p14:tracePt t="16262" x="4083050" y="2914650"/>
          <p14:tracePt t="16278" x="4076700" y="2940050"/>
          <p14:tracePt t="16295" x="4070350" y="2952750"/>
          <p14:tracePt t="16312" x="4064000" y="2965450"/>
          <p14:tracePt t="16329" x="4057650" y="2990850"/>
          <p14:tracePt t="16345" x="4057650" y="3009900"/>
          <p14:tracePt t="16362" x="4057650" y="3022600"/>
          <p14:tracePt t="16395" x="4057650" y="3041650"/>
          <p14:tracePt t="16412" x="4064000" y="3048000"/>
          <p14:tracePt t="16428" x="4076700" y="3060700"/>
          <p14:tracePt t="16445" x="4083050" y="3060700"/>
          <p14:tracePt t="16478" x="4095750" y="3060700"/>
          <p14:tracePt t="16495" x="4108450" y="3060700"/>
          <p14:tracePt t="16513" x="4121150" y="3060700"/>
          <p14:tracePt t="16537" x="4133850" y="3054350"/>
          <p14:tracePt t="16546" x="4133850" y="3048000"/>
          <p14:tracePt t="16563" x="4165600" y="3028950"/>
          <p14:tracePt t="16579" x="4178300" y="3016250"/>
          <p14:tracePt t="16595" x="4203700" y="3003550"/>
          <p14:tracePt t="16612" x="4229100" y="2990850"/>
          <p14:tracePt t="16629" x="4235450" y="2984500"/>
          <p14:tracePt t="16645" x="4241800" y="2978150"/>
          <p14:tracePt t="16713" x="4241800" y="2971800"/>
          <p14:tracePt t="16721" x="4241800" y="2965450"/>
          <p14:tracePt t="16737" x="4241800" y="2959100"/>
          <p14:tracePt t="16849" x="4229100" y="2959100"/>
          <p14:tracePt t="16922" x="4216400" y="2959100"/>
          <p14:tracePt t="17073" x="4222750" y="2965450"/>
          <p14:tracePt t="17081" x="4229100" y="2965450"/>
          <p14:tracePt t="17113" x="4222750" y="2971800"/>
          <p14:tracePt t="17129" x="4216400" y="2978150"/>
          <p14:tracePt t="17137" x="4210050" y="2978150"/>
          <p14:tracePt t="17145" x="4197350" y="2978150"/>
          <p14:tracePt t="17162" x="4140200" y="2990850"/>
          <p14:tracePt t="17179" x="3949700" y="2997200"/>
          <p14:tracePt t="17195" x="3829050" y="2997200"/>
          <p14:tracePt t="17212" x="3765550" y="2997200"/>
          <p14:tracePt t="17228" x="3632200" y="2997200"/>
          <p14:tracePt t="17245" x="3575050" y="2997200"/>
          <p14:tracePt t="17262" x="3524250" y="2997200"/>
          <p14:tracePt t="17279" x="3498850" y="3003550"/>
          <p14:tracePt t="17295" x="3454400" y="3009900"/>
          <p14:tracePt t="17329" x="3435350" y="3022600"/>
          <p14:tracePt t="17345" x="3422650" y="3028950"/>
          <p14:tracePt t="17362" x="3422650" y="3035300"/>
          <p14:tracePt t="17395" x="3416300" y="3041650"/>
          <p14:tracePt t="17412" x="3416300" y="3048000"/>
          <p14:tracePt t="17429" x="3416300" y="3054350"/>
          <p14:tracePt t="17445" x="3409950" y="3067050"/>
          <p14:tracePt t="17462" x="3409950" y="3086100"/>
          <p14:tracePt t="17479" x="3409950" y="3098800"/>
          <p14:tracePt t="17495" x="3416300" y="3111500"/>
          <p14:tracePt t="17512" x="3429000" y="3117850"/>
          <p14:tracePt t="17529" x="3441700" y="3117850"/>
          <p14:tracePt t="17545" x="3460750" y="3117850"/>
          <p14:tracePt t="17562" x="3479800" y="3117850"/>
          <p14:tracePt t="17578" x="3505200" y="3105150"/>
          <p14:tracePt t="17595" x="3543300" y="3079750"/>
          <p14:tracePt t="17612" x="3568700" y="3041650"/>
          <p14:tracePt t="17629" x="3606800" y="3003550"/>
          <p14:tracePt t="17645" x="3644900" y="2952750"/>
          <p14:tracePt t="17662" x="3708400" y="2889250"/>
          <p14:tracePt t="17679" x="3727450" y="2851150"/>
          <p14:tracePt t="17695" x="3733800" y="2838450"/>
          <p14:tracePt t="17712" x="3740150" y="2819400"/>
          <p14:tracePt t="17728" x="3740150" y="2800350"/>
          <p14:tracePt t="17745" x="3740150" y="2781300"/>
          <p14:tracePt t="17762" x="3740150" y="2774950"/>
          <p14:tracePt t="17778" x="3733800" y="2768600"/>
          <p14:tracePt t="17795" x="3721100" y="2762250"/>
          <p14:tracePt t="17812" x="3683000" y="2736850"/>
          <p14:tracePt t="17829" x="3651250" y="2724150"/>
          <p14:tracePt t="17845" x="3600450" y="2705100"/>
          <p14:tracePt t="17862" x="3556000" y="2686050"/>
          <p14:tracePt t="17878" x="3511550" y="2673350"/>
          <p14:tracePt t="17895" x="3473450" y="2667000"/>
          <p14:tracePt t="17912" x="3416300" y="2667000"/>
          <p14:tracePt t="17928" x="3397250" y="2679700"/>
          <p14:tracePt t="17945" x="3390900" y="2692400"/>
          <p14:tracePt t="17962" x="3384550" y="2698750"/>
          <p14:tracePt t="17978" x="3371850" y="2736850"/>
          <p14:tracePt t="17995" x="3371850" y="2749550"/>
          <p14:tracePt t="18012" x="3378200" y="2762250"/>
          <p14:tracePt t="18028" x="3378200" y="2794000"/>
          <p14:tracePt t="18046" x="3378200" y="2825750"/>
          <p14:tracePt t="18062" x="3378200" y="2844800"/>
          <p14:tracePt t="18079" x="3403600" y="2876550"/>
          <p14:tracePt t="18095" x="3409950" y="2876550"/>
          <p14:tracePt t="18112" x="3416300" y="2889250"/>
          <p14:tracePt t="18128" x="3435350" y="2901950"/>
          <p14:tracePt t="18145" x="3441700" y="2908300"/>
          <p14:tracePt t="18162" x="3460750" y="2908300"/>
          <p14:tracePt t="18179" x="3473450" y="2908300"/>
          <p14:tracePt t="18195" x="3486150" y="2908300"/>
          <p14:tracePt t="18212" x="3517900" y="2914650"/>
          <p14:tracePt t="18228" x="3530600" y="2921000"/>
          <p14:tracePt t="18245" x="3556000" y="2927350"/>
          <p14:tracePt t="18262" x="3606800" y="2927350"/>
          <p14:tracePt t="18279" x="3632200" y="2927350"/>
          <p14:tracePt t="18296" x="3689350" y="2927350"/>
          <p14:tracePt t="18312" x="3733800" y="2927350"/>
          <p14:tracePt t="18329" x="3778250" y="2921000"/>
          <p14:tracePt t="18345" x="3803650" y="2914650"/>
          <p14:tracePt t="18378" x="3803650" y="2908300"/>
          <p14:tracePt t="18401" x="3803650" y="2901950"/>
          <p14:tracePt t="18412" x="3803650" y="2895600"/>
          <p14:tracePt t="18428" x="3797300" y="2870200"/>
          <p14:tracePt t="18445" x="3790950" y="2870200"/>
          <p14:tracePt t="18481" x="3784600" y="2863850"/>
          <p14:tracePt t="18497" x="3771900" y="2857500"/>
          <p14:tracePt t="18512" x="3765550" y="2857500"/>
          <p14:tracePt t="18528" x="3746500" y="2844800"/>
          <p14:tracePt t="18545" x="3549650" y="2819400"/>
          <p14:tracePt t="18562" x="3384550" y="2851150"/>
          <p14:tracePt t="18579" x="3232150" y="2870200"/>
          <p14:tracePt t="18595" x="3092450" y="2908300"/>
          <p14:tracePt t="18614" x="3003550" y="2921000"/>
          <p14:tracePt t="18634" x="2641600" y="2971800"/>
          <p14:tracePt t="18645" x="2565400" y="2997200"/>
          <p14:tracePt t="18662" x="2273300" y="3041650"/>
          <p14:tracePt t="18678" x="2159000" y="3067050"/>
          <p14:tracePt t="18695" x="2095500" y="3079750"/>
          <p14:tracePt t="18712" x="1981200" y="3092450"/>
          <p14:tracePt t="18728" x="1866900" y="3117850"/>
          <p14:tracePt t="18745" x="1790700" y="3130550"/>
          <p14:tracePt t="18762" x="1752600" y="3143250"/>
          <p14:tracePt t="18778" x="1720850" y="3155950"/>
          <p14:tracePt t="18795" x="1670050" y="3168650"/>
          <p14:tracePt t="18812" x="1651000" y="3181350"/>
          <p14:tracePt t="18829" x="1619250" y="3181350"/>
          <p14:tracePt t="18845" x="1587500" y="3200400"/>
          <p14:tracePt t="18862" x="1568450" y="3206750"/>
          <p14:tracePt t="18878" x="1555750" y="3206750"/>
          <p14:tracePt t="18895" x="1517650" y="3219450"/>
          <p14:tracePt t="18912" x="1492250" y="3225800"/>
          <p14:tracePt t="18928" x="1473200" y="3232150"/>
          <p14:tracePt t="18977" x="1460500" y="3232150"/>
          <p14:tracePt t="19016" x="1460500" y="3225800"/>
          <p14:tracePt t="19027" x="1460500" y="3219450"/>
          <p14:tracePt t="19041" x="1447800" y="3213100"/>
          <p14:tracePt t="19057" x="1447800" y="3206750"/>
          <p14:tracePt t="19065" x="1447800" y="3200400"/>
          <p14:tracePt t="19079" x="1447800" y="3194050"/>
          <p14:tracePt t="19095" x="1447800" y="3168650"/>
          <p14:tracePt t="19112" x="1447800" y="3149600"/>
          <p14:tracePt t="19129" x="1447800" y="3117850"/>
          <p14:tracePt t="19145" x="1454150" y="3079750"/>
          <p14:tracePt t="19162" x="1454150" y="3073400"/>
          <p14:tracePt t="19179" x="1454150" y="3054350"/>
          <p14:tracePt t="19195" x="1460500" y="3048000"/>
          <p14:tracePt t="19212" x="1473200" y="3035300"/>
          <p14:tracePt t="19401" x="1479550" y="3035300"/>
          <p14:tracePt t="19441" x="1485900" y="3035300"/>
          <p14:tracePt t="19449" x="1492250" y="3035300"/>
          <p14:tracePt t="19462" x="1504950" y="3035300"/>
          <p14:tracePt t="19478" x="1511300" y="3035300"/>
          <p14:tracePt t="19495" x="1536700" y="3035300"/>
          <p14:tracePt t="19512" x="1631950" y="3048000"/>
          <p14:tracePt t="19528" x="1771650" y="3067050"/>
          <p14:tracePt t="19545" x="1962150" y="3092450"/>
          <p14:tracePt t="19562" x="2025650" y="3098800"/>
          <p14:tracePt t="19578" x="2159000" y="3098800"/>
          <p14:tracePt t="19595" x="2349500" y="3105150"/>
          <p14:tracePt t="19612" x="2425700" y="3105150"/>
          <p14:tracePt t="19629" x="2470150" y="3117850"/>
          <p14:tracePt t="19645" x="2520950" y="3117850"/>
          <p14:tracePt t="19662" x="2533650" y="3117850"/>
          <p14:tracePt t="19678" x="2546350" y="3124200"/>
          <p14:tracePt t="19695" x="2552700" y="3124200"/>
          <p14:tracePt t="19769" x="2559050" y="3117850"/>
          <p14:tracePt t="19781" x="2571750" y="3117850"/>
          <p14:tracePt t="19809" x="2584450" y="3111500"/>
          <p14:tracePt t="19873" x="2590800" y="3111500"/>
          <p14:tracePt t="19889" x="2597150" y="3105150"/>
          <p14:tracePt t="19897" x="2603500" y="3105150"/>
          <p14:tracePt t="19912" x="2616200" y="3105150"/>
          <p14:tracePt t="19929" x="2654300" y="3105150"/>
          <p14:tracePt t="19945" x="2705100" y="3105150"/>
          <p14:tracePt t="19962" x="2724150" y="3105150"/>
          <p14:tracePt t="19979" x="2825750" y="3105150"/>
          <p14:tracePt t="19995" x="2895600" y="3105150"/>
          <p14:tracePt t="20012" x="2965450" y="3105150"/>
          <p14:tracePt t="20029" x="3060700" y="3086100"/>
          <p14:tracePt t="20045" x="3067050" y="3086100"/>
          <p14:tracePt t="20062" x="3086100" y="3079750"/>
          <p14:tracePt t="20065" x="3092450" y="3079750"/>
          <p14:tracePt t="20079" x="3111500" y="3079750"/>
          <p14:tracePt t="20095" x="3143250" y="3060700"/>
          <p14:tracePt t="20129" x="3155950" y="3054350"/>
          <p14:tracePt t="20145" x="3162300" y="3054350"/>
          <p14:tracePt t="20162" x="3162300" y="3041650"/>
          <p14:tracePt t="20179" x="3168650" y="3022600"/>
          <p14:tracePt t="20195" x="3175000" y="3003550"/>
          <p14:tracePt t="20212" x="3155950" y="2984500"/>
          <p14:tracePt t="20250" x="3162300" y="2901950"/>
          <p14:tracePt t="20264" x="3162300" y="2889250"/>
          <p14:tracePt t="20280" x="3143250" y="2857500"/>
          <p14:tracePt t="20297" x="3073400" y="2813050"/>
          <p14:tracePt t="20313" x="3048000" y="2800350"/>
          <p14:tracePt t="20333" x="2933700" y="2774950"/>
          <p14:tracePt t="20351" x="2844800" y="2762250"/>
          <p14:tracePt t="20367" x="2768600" y="2755900"/>
          <p14:tracePt t="20384" x="2584450" y="2743200"/>
          <p14:tracePt t="20399" x="2565400" y="2743200"/>
          <p14:tracePt t="20414" x="2501900" y="2743200"/>
          <p14:tracePt t="20430" x="2400300" y="2743200"/>
          <p14:tracePt t="20448" x="2292350" y="2762250"/>
          <p14:tracePt t="20462" x="2241550" y="2768600"/>
          <p14:tracePt t="20478" x="2178050" y="2787650"/>
          <p14:tracePt t="20495" x="2159000" y="2794000"/>
          <p14:tracePt t="20512" x="2108200" y="2794000"/>
          <p14:tracePt t="20528" x="2038350" y="2813050"/>
          <p14:tracePt t="20545" x="2025650" y="2819400"/>
          <p14:tracePt t="20562" x="2025650" y="2825750"/>
          <p14:tracePt t="20579" x="2019300" y="2825750"/>
          <p14:tracePt t="20595" x="2019300" y="2832100"/>
          <p14:tracePt t="20612" x="2012950" y="2838450"/>
          <p14:tracePt t="20628" x="2012950" y="2844800"/>
          <p14:tracePt t="20649" x="2012950" y="2857500"/>
          <p14:tracePt t="20673" x="2012950" y="2863850"/>
          <p14:tracePt t="20688" x="2012950" y="2870200"/>
          <p14:tracePt t="20700" x="2012950" y="2876550"/>
          <p14:tracePt t="20712" x="2012950" y="2882900"/>
          <p14:tracePt t="20729" x="2012950" y="2889250"/>
          <p14:tracePt t="20745" x="2012950" y="2901950"/>
          <p14:tracePt t="20762" x="2012950" y="2921000"/>
          <p14:tracePt t="20778" x="2012950" y="2933700"/>
          <p14:tracePt t="20795" x="2012950" y="2946400"/>
          <p14:tracePt t="20812" x="2012950" y="2952750"/>
          <p14:tracePt t="20829" x="2025650" y="2978150"/>
          <p14:tracePt t="20845" x="2038350" y="2990850"/>
          <p14:tracePt t="20862" x="2044700" y="2990850"/>
          <p14:tracePt t="20878" x="2051050" y="3009900"/>
          <p14:tracePt t="20895" x="2076450" y="3022600"/>
          <p14:tracePt t="20912" x="2082800" y="3022600"/>
          <p14:tracePt t="20928" x="2120900" y="3041650"/>
          <p14:tracePt t="20945" x="2146300" y="3041650"/>
          <p14:tracePt t="20962" x="2152650" y="3048000"/>
          <p14:tracePt t="20978" x="2203450" y="3054350"/>
          <p14:tracePt t="20995" x="2247900" y="3060700"/>
          <p14:tracePt t="21012" x="2298700" y="3060700"/>
          <p14:tracePt t="21028" x="2381250" y="3067050"/>
          <p14:tracePt t="21045" x="2419350" y="3067050"/>
          <p14:tracePt t="21062" x="2482850" y="3073400"/>
          <p14:tracePt t="21065" x="2501900" y="3073400"/>
          <p14:tracePt t="21078" x="2533650" y="3073400"/>
          <p14:tracePt t="21095" x="2628900" y="3079750"/>
          <p14:tracePt t="21112" x="2660650" y="3079750"/>
          <p14:tracePt t="21128" x="2679700" y="3079750"/>
          <p14:tracePt t="21145" x="2730500" y="3079750"/>
          <p14:tracePt t="21162" x="2749550" y="3079750"/>
          <p14:tracePt t="21179" x="2794000" y="3079750"/>
          <p14:tracePt t="21195" x="2819400" y="3079750"/>
          <p14:tracePt t="21212" x="2844800" y="3079750"/>
          <p14:tracePt t="21229" x="2851150" y="3073400"/>
          <p14:tracePt t="21245" x="2882900" y="3073400"/>
          <p14:tracePt t="21262" x="2895600" y="3060700"/>
          <p14:tracePt t="21295" x="2908300" y="3060700"/>
          <p14:tracePt t="21312" x="2914650" y="3060700"/>
          <p14:tracePt t="22929" x="2927350" y="3060700"/>
          <p14:tracePt t="23082" x="2927350" y="3054350"/>
          <p14:tracePt t="23090" x="2914650" y="3048000"/>
          <p14:tracePt t="23098" x="2908300" y="3009900"/>
          <p14:tracePt t="23112" x="2889250" y="2984500"/>
          <p14:tracePt t="23129" x="2832100" y="2838450"/>
          <p14:tracePt t="23158" x="2717800" y="2673350"/>
          <p14:tracePt t="23185" x="2546350" y="2425700"/>
          <p14:tracePt t="23210" x="2501900" y="2381250"/>
          <p14:tracePt t="23239" x="2438400" y="2330450"/>
          <p14:tracePt t="23262" x="2381250" y="2317750"/>
          <p14:tracePt t="23295" x="2362200" y="2311400"/>
          <p14:tracePt t="23312" x="2349500" y="2311400"/>
          <p14:tracePt t="23329" x="2324100" y="2311400"/>
          <p14:tracePt t="23362" x="2305050" y="2311400"/>
          <p14:tracePt t="23379" x="2273300" y="2311400"/>
          <p14:tracePt t="23395" x="2260600" y="2311400"/>
          <p14:tracePt t="23412" x="2222500" y="2311400"/>
          <p14:tracePt t="23428" x="2178050" y="2311400"/>
          <p14:tracePt t="23445" x="2120900" y="2311400"/>
          <p14:tracePt t="23462" x="2089150" y="2311400"/>
          <p14:tracePt t="23478" x="2076450" y="2324100"/>
          <p14:tracePt t="23495" x="2070100" y="2330450"/>
          <p14:tracePt t="23512" x="2070100" y="2343150"/>
          <p14:tracePt t="23528" x="2063750" y="2374900"/>
          <p14:tracePt t="23545" x="2057400" y="2381250"/>
          <p14:tracePt t="23562" x="2057400" y="2432050"/>
          <p14:tracePt t="23578" x="2057400" y="2463800"/>
          <p14:tracePt t="23595" x="2057400" y="2495550"/>
          <p14:tracePt t="23612" x="2057400" y="2533650"/>
          <p14:tracePt t="23628" x="2063750" y="2540000"/>
          <p14:tracePt t="23645" x="2063750" y="2552700"/>
          <p14:tracePt t="23881" x="2076450" y="2559050"/>
          <p14:tracePt t="23897" x="2114550" y="2565400"/>
          <p14:tracePt t="23912" x="2127250" y="2565400"/>
          <p14:tracePt t="23928" x="2159000" y="2565400"/>
          <p14:tracePt t="23947" x="2222500" y="2565400"/>
          <p14:tracePt t="23962" x="2298700" y="2565400"/>
          <p14:tracePt t="23978" x="2355850" y="2565400"/>
          <p14:tracePt t="23995" x="2400300" y="2565400"/>
          <p14:tracePt t="24012" x="2470150" y="2565400"/>
          <p14:tracePt t="24028" x="2546350" y="2559050"/>
          <p14:tracePt t="24049" x="2635250" y="2559050"/>
          <p14:tracePt t="24066" x="2717800" y="2559050"/>
          <p14:tracePt t="24082" x="2755900" y="2559050"/>
          <p14:tracePt t="24098" x="2781300" y="2559050"/>
          <p14:tracePt t="24115" x="2825750" y="2559050"/>
          <p14:tracePt t="24131" x="2882900" y="2559050"/>
          <p14:tracePt t="24148" x="2927350" y="2552700"/>
          <p14:tracePt t="24166" x="2946400" y="2552700"/>
          <p14:tracePt t="24183" x="3009900" y="2552700"/>
          <p14:tracePt t="24200" x="3067050" y="2540000"/>
          <p14:tracePt t="24217" x="3143250" y="2527300"/>
          <p14:tracePt t="24233" x="3175000" y="2527300"/>
          <p14:tracePt t="24247" x="3194050" y="2527300"/>
          <p14:tracePt t="24263" x="3295650" y="2514600"/>
          <p14:tracePt t="24278" x="3378200" y="2514600"/>
          <p14:tracePt t="24295" x="3429000" y="2514600"/>
          <p14:tracePt t="24312" x="3530600" y="2514600"/>
          <p14:tracePt t="24329" x="3594100" y="2520950"/>
          <p14:tracePt t="24345" x="3689350" y="2520950"/>
          <p14:tracePt t="24362" x="3816350" y="2520950"/>
          <p14:tracePt t="24378" x="3873500" y="2520950"/>
          <p14:tracePt t="24395" x="3943350" y="2520950"/>
          <p14:tracePt t="24412" x="4006850" y="2520950"/>
          <p14:tracePt t="24428" x="4032250" y="2520950"/>
          <p14:tracePt t="24445" x="4076700" y="2520950"/>
          <p14:tracePt t="24462" x="4114800" y="2520950"/>
          <p14:tracePt t="24478" x="4152900" y="2520950"/>
          <p14:tracePt t="24495" x="4178300" y="2520950"/>
          <p14:tracePt t="24512" x="4197350" y="2520950"/>
          <p14:tracePt t="24528" x="4254500" y="2520950"/>
          <p14:tracePt t="24545" x="4286250" y="2527300"/>
          <p14:tracePt t="24562" x="4305300" y="2533650"/>
          <p14:tracePt t="24579" x="4368800" y="2540000"/>
          <p14:tracePt t="24595" x="4375150" y="2540000"/>
          <p14:tracePt t="24612" x="4419600" y="2540000"/>
          <p14:tracePt t="24628" x="4457700" y="2540000"/>
          <p14:tracePt t="24645" x="4540250" y="2540000"/>
          <p14:tracePt t="24662" x="4578350" y="2540000"/>
          <p14:tracePt t="24678" x="4597400" y="2540000"/>
          <p14:tracePt t="24695" x="4629150" y="2533650"/>
          <p14:tracePt t="24712" x="4641850" y="2533650"/>
          <p14:tracePt t="24728" x="4660900" y="2533650"/>
          <p14:tracePt t="25001" x="4673600" y="2527300"/>
          <p14:tracePt t="25185" x="4679950" y="2527300"/>
          <p14:tracePt t="25195" x="4699000" y="2527300"/>
          <p14:tracePt t="25212" x="4705350" y="2527300"/>
          <p14:tracePt t="25228" x="4724400" y="2540000"/>
          <p14:tracePt t="25245" x="4768850" y="2552700"/>
          <p14:tracePt t="25262" x="4781550" y="2559050"/>
          <p14:tracePt t="25279" x="4819650" y="2571750"/>
          <p14:tracePt t="25295" x="4838700" y="2571750"/>
          <p14:tracePt t="25312" x="4838700" y="2578100"/>
          <p14:tracePt t="25329" x="4857750" y="2584450"/>
          <p14:tracePt t="25345" x="4870450" y="2584450"/>
          <p14:tracePt t="25362" x="4870450" y="2590800"/>
          <p14:tracePt t="25395" x="4883150" y="2597150"/>
          <p14:tracePt t="25412" x="4889500" y="2597150"/>
          <p14:tracePt t="25433" x="4902200" y="2597150"/>
          <p14:tracePt t="25449" x="4908550" y="2597150"/>
          <p14:tracePt t="25465" x="4908550" y="2590800"/>
          <p14:tracePt t="25481" x="4914900" y="2590800"/>
          <p14:tracePt t="25495" x="4921250" y="2584450"/>
          <p14:tracePt t="25512" x="4927600" y="2578100"/>
          <p14:tracePt t="25577" x="4940300" y="2565400"/>
          <p14:tracePt t="25649" x="4946650" y="2565400"/>
          <p14:tracePt t="25705" x="4946650" y="2571750"/>
          <p14:tracePt t="25721" x="4953000" y="2571750"/>
          <p14:tracePt t="25731" x="4959350" y="2571750"/>
          <p14:tracePt t="25745" x="4965700" y="2571750"/>
          <p14:tracePt t="25762" x="4972050" y="2578100"/>
          <p14:tracePt t="25785" x="5003800" y="2584450"/>
          <p14:tracePt t="25795" x="5016500" y="2584450"/>
          <p14:tracePt t="25812" x="5029200" y="2584450"/>
          <p14:tracePt t="25829" x="5048250" y="2590800"/>
          <p14:tracePt t="25845" x="5060950" y="2590800"/>
          <p14:tracePt t="25862" x="5080000" y="2597150"/>
          <p14:tracePt t="25879" x="5099050" y="2597150"/>
          <p14:tracePt t="25896" x="5118100" y="2603500"/>
          <p14:tracePt t="25929" x="5124450" y="2603500"/>
          <p14:tracePt t="26129" x="5124450" y="2597150"/>
          <p14:tracePt t="26145" x="5118100" y="2597150"/>
          <p14:tracePt t="26157" x="5111750" y="2590800"/>
          <p14:tracePt t="26167" x="5092700" y="2578100"/>
          <p14:tracePt t="32585" x="5086350" y="2578100"/>
          <p14:tracePt t="33801" x="5086350" y="2571750"/>
          <p14:tracePt t="35433" x="5080000" y="2571750"/>
          <p14:tracePt t="38537" x="5073650" y="2571750"/>
          <p14:tracePt t="38547" x="5067300" y="2565400"/>
          <p14:tracePt t="38562" x="4984750" y="2546350"/>
          <p14:tracePt t="38579" x="4743450" y="2482850"/>
          <p14:tracePt t="38595" x="4622800" y="2457450"/>
          <p14:tracePt t="38612" x="4546600" y="2451100"/>
          <p14:tracePt t="38628" x="4273550" y="2425700"/>
          <p14:tracePt t="38646" x="4127500" y="2381250"/>
          <p14:tracePt t="38662" x="3924300" y="2362200"/>
          <p14:tracePt t="38678" x="3473450" y="2292350"/>
          <p14:tracePt t="38698" x="3206750" y="2286000"/>
          <p14:tracePt t="38716" x="2806700" y="2279650"/>
          <p14:tracePt t="38740" x="2597150" y="2292350"/>
          <p14:tracePt t="38758" x="2552700" y="2305050"/>
          <p14:tracePt t="38776" x="2527300" y="2317750"/>
          <p14:tracePt t="38793" x="2501900" y="2362200"/>
          <p14:tracePt t="38810" x="2489200" y="2368550"/>
          <p14:tracePt t="38828" x="2476500" y="2406650"/>
          <p14:tracePt t="38845" x="2425700" y="2482850"/>
          <p14:tracePt t="38863" x="2413000" y="2508250"/>
          <p14:tracePt t="38882" x="2355850" y="2603500"/>
          <p14:tracePt t="38895" x="2324100" y="2635250"/>
          <p14:tracePt t="38912" x="2279650" y="2686050"/>
          <p14:tracePt t="38928" x="2241550" y="2736850"/>
          <p14:tracePt t="39017" x="2241550" y="2730500"/>
          <p14:tracePt t="39033" x="2241550" y="2724150"/>
          <p14:tracePt t="39046" x="2241550" y="2717800"/>
          <p14:tracePt t="39063" x="2241550" y="2711450"/>
          <p14:tracePt t="39079" x="2241550" y="2698750"/>
          <p14:tracePt t="39095" x="2241550" y="2686050"/>
          <p14:tracePt t="39112" x="2254250" y="2673350"/>
          <p14:tracePt t="39128" x="2266950" y="2667000"/>
          <p14:tracePt t="39145" x="2273300" y="2660650"/>
          <p14:tracePt t="39162" x="2279650" y="2654300"/>
          <p14:tracePt t="39178" x="2292350" y="2641600"/>
          <p14:tracePt t="39195" x="2305050" y="2635250"/>
          <p14:tracePt t="39212" x="2330450" y="2628900"/>
          <p14:tracePt t="39228" x="2362200" y="2609850"/>
          <p14:tracePt t="39245" x="2387600" y="2609850"/>
          <p14:tracePt t="39262" x="2419350" y="2597150"/>
          <p14:tracePt t="39278" x="2489200" y="2597150"/>
          <p14:tracePt t="39295" x="2584450" y="2590800"/>
          <p14:tracePt t="39314" x="2686050" y="2597150"/>
          <p14:tracePt t="39331" x="2705100" y="2603500"/>
          <p14:tracePt t="39347" x="2870200" y="2616200"/>
          <p14:tracePt t="39366" x="2952750" y="2616200"/>
          <p14:tracePt t="39382" x="3073400" y="2609850"/>
          <p14:tracePt t="39400" x="3270250" y="2590800"/>
          <p14:tracePt t="39417" x="3314700" y="2578100"/>
          <p14:tracePt t="39430" x="3346450" y="2571750"/>
          <p14:tracePt t="39445" x="3416300" y="2559050"/>
          <p14:tracePt t="39462" x="3530600" y="2527300"/>
          <p14:tracePt t="39478" x="3562350" y="2514600"/>
          <p14:tracePt t="39495" x="3587750" y="2501900"/>
          <p14:tracePt t="39512" x="3625850" y="2482850"/>
          <p14:tracePt t="39528" x="3651250" y="2470150"/>
          <p14:tracePt t="39545" x="3683000" y="2451100"/>
          <p14:tracePt t="39562" x="3727450" y="2432050"/>
          <p14:tracePt t="39579" x="3733800" y="2425700"/>
          <p14:tracePt t="39596" x="3746500" y="2425700"/>
          <p14:tracePt t="39612" x="3759200" y="2419350"/>
          <p14:tracePt t="39629" x="3765550" y="2419350"/>
          <p14:tracePt t="39662" x="3784600" y="2419350"/>
          <p14:tracePt t="39678" x="3797300" y="2419350"/>
          <p14:tracePt t="39695" x="3822700" y="2419350"/>
          <p14:tracePt t="39712" x="3841750" y="2419350"/>
          <p14:tracePt t="39728" x="3905250" y="2432050"/>
          <p14:tracePt t="39745" x="3917950" y="2432050"/>
          <p14:tracePt t="39762" x="3962400" y="2432050"/>
          <p14:tracePt t="39778" x="4019550" y="2432050"/>
          <p14:tracePt t="39795" x="4025900" y="2432050"/>
          <p14:tracePt t="39812" x="4070350" y="2432050"/>
          <p14:tracePt t="39829" x="4178300" y="2444750"/>
          <p14:tracePt t="39845" x="4222750" y="2457450"/>
          <p14:tracePt t="39862" x="4260850" y="2463800"/>
          <p14:tracePt t="39878" x="4343400" y="2476500"/>
          <p14:tracePt t="39895" x="4362450" y="2489200"/>
          <p14:tracePt t="39912" x="4400550" y="2501900"/>
          <p14:tracePt t="39928" x="4514850" y="2533650"/>
          <p14:tracePt t="39945" x="4546600" y="2546350"/>
          <p14:tracePt t="39962" x="4603750" y="2552700"/>
          <p14:tracePt t="39978" x="4673600" y="2584450"/>
          <p14:tracePt t="39995" x="4718050" y="2603500"/>
          <p14:tracePt t="40012" x="4787900" y="2616200"/>
          <p14:tracePt t="40028" x="4838700" y="2635250"/>
          <p14:tracePt t="40045" x="4864100" y="2647950"/>
          <p14:tracePt t="40062" x="4908550" y="2654300"/>
          <p14:tracePt t="40079" x="4927600" y="2660650"/>
          <p14:tracePt t="40095" x="4946650" y="2660650"/>
          <p14:tracePt t="40112" x="4965700" y="2667000"/>
          <p14:tracePt t="40128" x="4997450" y="2667000"/>
          <p14:tracePt t="40145" x="5010150" y="2667000"/>
          <p14:tracePt t="40162" x="5029200" y="2667000"/>
          <p14:tracePt t="40178" x="5048250" y="2673350"/>
          <p14:tracePt t="40195" x="5054600" y="2686050"/>
          <p14:tracePt t="40212" x="5060950" y="2686050"/>
          <p14:tracePt t="40228" x="5073650" y="2692400"/>
          <p14:tracePt t="40245" x="5080000" y="2705100"/>
          <p14:tracePt t="40329" x="5080000" y="2698750"/>
          <p14:tracePt t="40353" x="5080000" y="2686050"/>
          <p14:tracePt t="40362" x="5067300" y="2679700"/>
          <p14:tracePt t="40379" x="5060950" y="2667000"/>
          <p14:tracePt t="40395" x="5060950" y="2654300"/>
          <p14:tracePt t="40497" x="5067300" y="2647950"/>
          <p14:tracePt t="40508" x="5067300" y="2635250"/>
          <p14:tracePt t="40517" x="5092700" y="2603500"/>
          <p14:tracePt t="40528" x="5130800" y="2514600"/>
          <p14:tracePt t="40545" x="5143500" y="2476500"/>
          <p14:tracePt t="40562" x="5175250" y="2374900"/>
          <p14:tracePt t="40578" x="5168900" y="2336800"/>
          <p14:tracePt t="40595" x="5168900" y="2330450"/>
          <p14:tracePt t="40656" x="5168900" y="2336800"/>
          <p14:tracePt t="40664" x="5168900" y="2349500"/>
          <p14:tracePt t="40678" x="5162550" y="2368550"/>
          <p14:tracePt t="40695" x="5162550" y="2381250"/>
          <p14:tracePt t="40712" x="5149850" y="2419350"/>
          <p14:tracePt t="40729" x="5149850" y="2463800"/>
          <p14:tracePt t="40745" x="5149850" y="2489200"/>
          <p14:tracePt t="40762" x="5149850" y="2495550"/>
          <p14:tracePt t="40865" x="5156200" y="2495550"/>
          <p14:tracePt t="40889" x="5175250" y="2501900"/>
          <p14:tracePt t="40898" x="5187950" y="2508250"/>
          <p14:tracePt t="40914" x="5200650" y="2514600"/>
          <p14:tracePt t="40929" x="5213350" y="2514600"/>
          <p14:tracePt t="40945" x="5226050" y="2520950"/>
          <p14:tracePt t="40962" x="5238750" y="2520950"/>
          <p14:tracePt t="40978" x="5257800" y="2520950"/>
          <p14:tracePt t="40996" x="5270500" y="2527300"/>
          <p14:tracePt t="41012" x="5276850" y="2527300"/>
          <p14:tracePt t="41089" x="5283200" y="2527300"/>
          <p14:tracePt t="43385" x="5276850" y="2533650"/>
          <p14:tracePt t="43395" x="5270500" y="2533650"/>
          <p14:tracePt t="43412" x="5264150" y="2546350"/>
          <p14:tracePt t="43428" x="5264150" y="2552700"/>
          <p14:tracePt t="43445" x="5264150" y="2559050"/>
          <p14:tracePt t="43577" x="5257800" y="2571750"/>
          <p14:tracePt t="43587" x="5257800" y="2578100"/>
          <p14:tracePt t="43596" x="5238750" y="2603500"/>
          <p14:tracePt t="43612" x="5226050" y="2635250"/>
          <p14:tracePt t="43628" x="5137150" y="2711450"/>
          <p14:tracePt t="43645" x="4724400" y="2959100"/>
          <p14:tracePt t="43661" x="4337050" y="3105150"/>
          <p14:tracePt t="43678" x="3295650" y="3498850"/>
          <p14:tracePt t="43695" x="3136900" y="3556000"/>
          <p14:tracePt t="43712" x="2546350" y="3765550"/>
          <p14:tracePt t="43728" x="1568450" y="4064000"/>
          <p14:tracePt t="43745" x="1104900" y="4146550"/>
          <p14:tracePt t="43761" x="565150" y="4184650"/>
          <p14:tracePt t="43778" x="349250" y="4197350"/>
          <p14:tracePt t="43795" x="95250" y="4203700"/>
          <p14:tracePt t="44441" x="19050" y="3175000"/>
          <p14:tracePt t="44457" x="76200" y="3187700"/>
          <p14:tracePt t="44465" x="228600" y="3238500"/>
          <p14:tracePt t="44473" x="254000" y="3244850"/>
          <p14:tracePt t="44481" x="292100" y="3257550"/>
          <p14:tracePt t="44495" x="330200" y="3270250"/>
          <p14:tracePt t="44512" x="469900" y="3295650"/>
          <p14:tracePt t="44528" x="508000" y="3308350"/>
          <p14:tracePt t="44545" x="520700" y="3308350"/>
          <p14:tracePt t="44562" x="539750" y="3308350"/>
          <p14:tracePt t="44689" x="527050" y="3314700"/>
          <p14:tracePt t="44729" x="508000" y="3314700"/>
          <p14:tracePt t="44937" x="508000" y="3321050"/>
          <p14:tracePt t="44961" x="514350" y="3333750"/>
          <p14:tracePt t="44972" x="520700" y="3333750"/>
          <p14:tracePt t="44981" x="520700" y="3346450"/>
          <p14:tracePt t="44995" x="520700" y="3352800"/>
          <p14:tracePt t="45321" x="533400" y="3352800"/>
          <p14:tracePt t="45561" x="539750" y="3352800"/>
          <p14:tracePt t="45571" x="546100" y="3352800"/>
          <p14:tracePt t="46601" x="552450" y="3359150"/>
          <p14:tracePt t="46649" x="552450" y="3365500"/>
          <p14:tracePt t="46681" x="552450" y="3371850"/>
          <p14:tracePt t="46691" x="565150" y="3371850"/>
          <p14:tracePt t="46702" x="577850" y="3371850"/>
          <p14:tracePt t="46953" x="577850" y="3352800"/>
          <p14:tracePt t="46964" x="571500" y="3352800"/>
          <p14:tracePt t="60986" x="571500" y="3346450"/>
          <p14:tracePt t="61441" x="571500" y="3352800"/>
          <p14:tracePt t="61465" x="571500" y="3371850"/>
          <p14:tracePt t="61474" x="584200" y="3390900"/>
          <p14:tracePt t="61481" x="584200" y="3435350"/>
          <p14:tracePt t="61495" x="590550" y="3511550"/>
          <p14:tracePt t="61511" x="590550" y="3810000"/>
          <p14:tracePt t="61528" x="596900" y="3937000"/>
          <p14:tracePt t="61545" x="603250" y="4038600"/>
          <p14:tracePt t="61562" x="615950" y="4171950"/>
          <p14:tracePt t="61578" x="622300" y="4222750"/>
          <p14:tracePt t="61595" x="641350" y="4292600"/>
          <p14:tracePt t="61612" x="654050" y="4305300"/>
          <p14:tracePt t="61628" x="654050" y="4330700"/>
          <p14:tracePt t="61645" x="666750" y="4343400"/>
          <p14:tracePt t="61662" x="666750" y="4349750"/>
          <p14:tracePt t="61678" x="666750" y="4356100"/>
          <p14:tracePt t="61695" x="666750" y="4362450"/>
          <p14:tracePt t="61712" x="673100" y="4368800"/>
          <p14:tracePt t="61729" x="698500" y="4394200"/>
          <p14:tracePt t="61745" x="723900" y="4413250"/>
          <p14:tracePt t="61762" x="749300" y="4445000"/>
          <p14:tracePt t="61778" x="762000" y="4451350"/>
          <p14:tracePt t="61795" x="781050" y="4457700"/>
          <p14:tracePt t="61812" x="844550" y="4464050"/>
          <p14:tracePt t="61829" x="876300" y="4464050"/>
          <p14:tracePt t="61846" x="927100" y="4438650"/>
          <p14:tracePt t="61862" x="990600" y="4387850"/>
          <p14:tracePt t="61879" x="996950" y="4381500"/>
          <p14:tracePt t="61895" x="1016000" y="4362450"/>
          <p14:tracePt t="61912" x="1060450" y="4330700"/>
          <p14:tracePt t="61928" x="1066800" y="4330700"/>
          <p14:tracePt t="61945" x="1092200" y="4324350"/>
          <p14:tracePt t="61962" x="1104900" y="4318000"/>
          <p14:tracePt t="61978" x="1111250" y="4318000"/>
          <p14:tracePt t="62273" x="1104900" y="4318000"/>
          <p14:tracePt t="62281" x="1098550" y="4318000"/>
          <p14:tracePt t="62295" x="1085850" y="4318000"/>
          <p14:tracePt t="62321" x="1073150" y="4318000"/>
          <p14:tracePt t="62337" x="1060450" y="4318000"/>
          <p14:tracePt t="62617" x="1066800" y="4318000"/>
          <p14:tracePt t="65136" x="1073150" y="4318000"/>
          <p14:tracePt t="65161" x="1079500" y="4318000"/>
          <p14:tracePt t="65169" x="1085850" y="4318000"/>
          <p14:tracePt t="65185" x="1092200" y="4324350"/>
          <p14:tracePt t="65195" x="1098550" y="4324350"/>
          <p14:tracePt t="65217" x="1104900" y="4324350"/>
          <p14:tracePt t="65240" x="1111250" y="4324350"/>
          <p14:tracePt t="65721" x="1085850" y="4318000"/>
          <p14:tracePt t="65729" x="1079500" y="4318000"/>
          <p14:tracePt t="65737" x="1066800" y="4305300"/>
          <p14:tracePt t="65745" x="1047750" y="4298950"/>
          <p14:tracePt t="65761" x="996950" y="4273550"/>
          <p14:tracePt t="65778" x="958850" y="4260850"/>
          <p14:tracePt t="65795" x="958850" y="4254500"/>
          <p14:tracePt t="65812" x="920750" y="4229100"/>
          <p14:tracePt t="65828" x="908050" y="4216400"/>
          <p14:tracePt t="66177" x="914400" y="4216400"/>
          <p14:tracePt t="66232" x="920750" y="4216400"/>
          <p14:tracePt t="66265" x="927100" y="4216400"/>
          <p14:tracePt t="66273" x="927100" y="4222750"/>
          <p14:tracePt t="66281" x="933450" y="4229100"/>
          <p14:tracePt t="66295" x="939800" y="4229100"/>
          <p14:tracePt t="66329" x="946150" y="4235450"/>
          <p14:tracePt t="66345" x="946150" y="4241800"/>
          <p14:tracePt t="66393" x="952500" y="4241800"/>
          <p14:tracePt t="66633" x="958850" y="4241800"/>
          <p14:tracePt t="66649" x="958850" y="4248150"/>
          <p14:tracePt t="66897" x="965200" y="4254500"/>
          <p14:tracePt t="66913" x="971550" y="4260850"/>
          <p14:tracePt t="66921" x="977900" y="4260850"/>
          <p14:tracePt t="66929" x="984250" y="4260850"/>
          <p14:tracePt t="66945" x="996950" y="4286250"/>
          <p14:tracePt t="66961" x="1003300" y="4298950"/>
          <p14:tracePt t="66978" x="1003300" y="4305300"/>
          <p14:tracePt t="67011" x="1009650" y="4305300"/>
          <p14:tracePt t="67028" x="1009650" y="4311650"/>
          <p14:tracePt t="67297" x="1009650" y="4305300"/>
          <p14:tracePt t="67769" x="1009650" y="4311650"/>
          <p14:tracePt t="67793" x="1009650" y="4330700"/>
          <p14:tracePt t="67809" x="1016000" y="4343400"/>
          <p14:tracePt t="67817" x="1022350" y="4356100"/>
          <p14:tracePt t="67828" x="1022350" y="4394200"/>
          <p14:tracePt t="67846" x="1022350" y="4425950"/>
          <p14:tracePt t="67861" x="1022350" y="4457700"/>
          <p14:tracePt t="67878" x="1022350" y="4533900"/>
          <p14:tracePt t="67895" x="1022350" y="4552950"/>
          <p14:tracePt t="67912" x="1022350" y="4584700"/>
          <p14:tracePt t="67928" x="1022350" y="4629150"/>
          <p14:tracePt t="67945" x="1022350" y="4641850"/>
          <p14:tracePt t="67961" x="1022350" y="4654550"/>
          <p14:tracePt t="68113" x="1022350" y="4660900"/>
          <p14:tracePt t="68121" x="1028700" y="4660900"/>
          <p14:tracePt t="68129" x="1028700" y="4667250"/>
          <p14:tracePt t="68145" x="1035050" y="4673600"/>
          <p14:tracePt t="68169" x="1041400" y="4679950"/>
          <p14:tracePt t="68178" x="1047750" y="4679950"/>
          <p14:tracePt t="68195" x="1054100" y="4699000"/>
          <p14:tracePt t="68212" x="1066800" y="4711700"/>
          <p14:tracePt t="68228" x="1073150" y="4718050"/>
          <p14:tracePt t="68245" x="1079500" y="4730750"/>
          <p14:tracePt t="68261" x="1085850" y="4737100"/>
          <p14:tracePt t="68295" x="1092200" y="4737100"/>
          <p14:tracePt t="68329" x="1092200" y="4743450"/>
          <p14:tracePt t="68457" x="1098550" y="4749800"/>
          <p14:tracePt t="68649" x="1085850" y="4749800"/>
          <p14:tracePt t="68665" x="1085850" y="4756150"/>
          <p14:tracePt t="68673" x="1079500" y="4756150"/>
          <p14:tracePt t="68681" x="1066800" y="4762500"/>
          <p14:tracePt t="68695" x="1060450" y="4775200"/>
          <p14:tracePt t="68712" x="1041400" y="4775200"/>
          <p14:tracePt t="68728" x="1016000" y="4781550"/>
          <p14:tracePt t="69896" x="1016000" y="4775200"/>
          <p14:tracePt t="69953" x="1016000" y="4768850"/>
          <p14:tracePt t="69969" x="1016000" y="4762500"/>
          <p14:tracePt t="69985" x="1028700" y="4756150"/>
          <p14:tracePt t="70008" x="1028700" y="4749800"/>
          <p14:tracePt t="70025" x="1028700" y="4743450"/>
          <p14:tracePt t="70057" x="1028700" y="4737100"/>
          <p14:tracePt t="70521" x="1035050" y="4737100"/>
          <p14:tracePt t="72865" x="1041400" y="4737100"/>
          <p14:tracePt t="72889" x="1047750" y="4737100"/>
          <p14:tracePt t="72897" x="1054100" y="4737100"/>
          <p14:tracePt t="72905" x="1111250" y="4737100"/>
          <p14:tracePt t="72913" x="1130300" y="4737100"/>
          <p14:tracePt t="72928" x="1181100" y="4737100"/>
          <p14:tracePt t="72945" x="1225550" y="4737100"/>
          <p14:tracePt t="72961" x="1276350" y="4737100"/>
          <p14:tracePt t="72978" x="1320800" y="4743450"/>
          <p14:tracePt t="72995" x="1384300" y="4756150"/>
          <p14:tracePt t="73012" x="1504950" y="4775200"/>
          <p14:tracePt t="73028" x="1549400" y="4775200"/>
          <p14:tracePt t="73045" x="1600200" y="4781550"/>
          <p14:tracePt t="73062" x="1631950" y="4781550"/>
          <p14:tracePt t="73065" x="1708150" y="4781550"/>
          <p14:tracePt t="73079" x="1727200" y="4781550"/>
          <p14:tracePt t="73095" x="1784350" y="4787900"/>
          <p14:tracePt t="73112" x="1816100" y="4794250"/>
          <p14:tracePt t="73128" x="1930400" y="4794250"/>
          <p14:tracePt t="73145" x="1943100" y="4794250"/>
          <p14:tracePt t="73162" x="2000250" y="4794250"/>
          <p14:tracePt t="73178" x="2159000" y="4787900"/>
          <p14:tracePt t="73195" x="2279650" y="4781550"/>
          <p14:tracePt t="73211" x="2400300" y="4781550"/>
          <p14:tracePt t="73228" x="2590800" y="4768850"/>
          <p14:tracePt t="73245" x="2736850" y="4768850"/>
          <p14:tracePt t="73262" x="2914650" y="4768850"/>
          <p14:tracePt t="73278" x="3314700" y="4787900"/>
          <p14:tracePt t="73295" x="3492500" y="4806950"/>
          <p14:tracePt t="73312" x="3727450" y="4813300"/>
          <p14:tracePt t="73329" x="4051300" y="4832350"/>
          <p14:tracePt t="73345" x="4171950" y="4845050"/>
          <p14:tracePt t="73361" x="4273550" y="4851400"/>
          <p14:tracePt t="73378" x="4324350" y="4857750"/>
          <p14:tracePt t="73395" x="4330700" y="4857750"/>
          <p14:tracePt t="73473" x="4330700" y="4851400"/>
          <p14:tracePt t="73489" x="4330700" y="4845050"/>
          <p14:tracePt t="73497" x="4330700" y="4838700"/>
          <p14:tracePt t="73512" x="4330700" y="4832350"/>
          <p14:tracePt t="73528" x="4337050" y="4813300"/>
          <p14:tracePt t="73545" x="4343400" y="4800600"/>
          <p14:tracePt t="73562" x="4356100" y="4781550"/>
          <p14:tracePt t="73578" x="4356100" y="4775200"/>
          <p14:tracePt t="73595" x="4356100" y="4762500"/>
          <p14:tracePt t="73617" x="4356100" y="4756150"/>
          <p14:tracePt t="73633" x="4356100" y="4749800"/>
          <p14:tracePt t="73649" x="4343400" y="4749800"/>
          <p14:tracePt t="73661" x="4311650" y="4737100"/>
          <p14:tracePt t="73678" x="4305300" y="4724400"/>
          <p14:tracePt t="73695" x="4235450" y="4692650"/>
          <p14:tracePt t="73712" x="4051300" y="4641850"/>
          <p14:tracePt t="73728" x="3911600" y="4629150"/>
          <p14:tracePt t="73745" x="3784600" y="4629150"/>
          <p14:tracePt t="73761" x="3759200" y="4629150"/>
          <p14:tracePt t="73778" x="3740150" y="4629150"/>
          <p14:tracePt t="73795" x="3708400" y="4629150"/>
          <p14:tracePt t="73812" x="3695700" y="4629150"/>
          <p14:tracePt t="73828" x="3689350" y="4641850"/>
          <p14:tracePt t="73845" x="3683000" y="4648200"/>
          <p14:tracePt t="73862" x="3676650" y="4648200"/>
          <p14:tracePt t="73878" x="3651250" y="4667250"/>
          <p14:tracePt t="73895" x="3632200" y="4686300"/>
          <p14:tracePt t="73912" x="3625850" y="4699000"/>
          <p14:tracePt t="73928" x="3600450" y="4718050"/>
          <p14:tracePt t="73961" x="3594100" y="4724400"/>
          <p14:tracePt t="73978" x="3594100" y="4730750"/>
          <p14:tracePt t="74000" x="3594100" y="4737100"/>
          <p14:tracePt t="74016" x="3594100" y="4743450"/>
          <p14:tracePt t="74066" x="3594100" y="4749800"/>
          <p14:tracePt t="74105" x="3600450" y="4749800"/>
          <p14:tracePt t="74129" x="3600450" y="4756150"/>
          <p14:tracePt t="74137" x="3600450" y="4762500"/>
          <p14:tracePt t="74160" x="3606800" y="4768850"/>
          <p14:tracePt t="74169" x="3613150" y="4768850"/>
          <p14:tracePt t="74185" x="3619500" y="4775200"/>
          <p14:tracePt t="74201" x="3619500" y="4781550"/>
          <p14:tracePt t="74217" x="3625850" y="4781550"/>
          <p14:tracePt t="74228" x="3632200" y="4781550"/>
          <p14:tracePt t="74245" x="3651250" y="4787900"/>
          <p14:tracePt t="74261" x="3676650" y="4787900"/>
          <p14:tracePt t="74278" x="3689350" y="4787900"/>
          <p14:tracePt t="74295" x="3708400" y="4787900"/>
          <p14:tracePt t="74312" x="3752850" y="4787900"/>
          <p14:tracePt t="74328" x="3816350" y="4794250"/>
          <p14:tracePt t="74345" x="3854450" y="4794250"/>
          <p14:tracePt t="74362" x="3937000" y="4794250"/>
          <p14:tracePt t="74378" x="4006850" y="4794250"/>
          <p14:tracePt t="74395" x="4083050" y="4787900"/>
          <p14:tracePt t="74411" x="4203700" y="4794250"/>
          <p14:tracePt t="74428" x="4260850" y="4794250"/>
          <p14:tracePt t="74445" x="4292600" y="4794250"/>
          <p14:tracePt t="74462" x="4324350" y="4794250"/>
          <p14:tracePt t="74478" x="4330700" y="4794250"/>
          <p14:tracePt t="74495" x="4337050" y="4794250"/>
          <p14:tracePt t="74537" x="4343400" y="4794250"/>
          <p14:tracePt t="74561" x="4356100" y="4800600"/>
          <p14:tracePt t="74569" x="4362450" y="4800600"/>
          <p14:tracePt t="74578" x="4368800" y="4800600"/>
          <p14:tracePt t="74595" x="4413250" y="4806950"/>
          <p14:tracePt t="74612" x="4438650" y="4819650"/>
          <p14:tracePt t="74628" x="4483100" y="4826000"/>
          <p14:tracePt t="74645" x="4559300" y="4832350"/>
          <p14:tracePt t="74662" x="4775200" y="4864100"/>
          <p14:tracePt t="74678" x="4914900" y="4876800"/>
          <p14:tracePt t="74695" x="5327650" y="4940300"/>
          <p14:tracePt t="74712" x="5461000" y="4959350"/>
          <p14:tracePt t="74728" x="5969000" y="5029200"/>
          <p14:tracePt t="74745" x="6629400" y="5048250"/>
          <p14:tracePt t="74761" x="6896100" y="5067300"/>
          <p14:tracePt t="74778" x="7061200" y="5092700"/>
          <p14:tracePt t="74795" x="7264400" y="5111750"/>
          <p14:tracePt t="74812" x="7423150" y="5111750"/>
          <p14:tracePt t="74829" x="7518400" y="5111750"/>
          <p14:tracePt t="74846" x="7683500" y="5124450"/>
          <p14:tracePt t="74861" x="7747000" y="5130800"/>
          <p14:tracePt t="74878" x="7753350" y="5130800"/>
          <p14:tracePt t="74895" x="7797800" y="5137150"/>
          <p14:tracePt t="74912" x="7848600" y="5149850"/>
          <p14:tracePt t="75016" x="7861300" y="5149850"/>
          <p14:tracePt t="75072" x="7861300" y="5143500"/>
          <p14:tracePt t="75081" x="7861300" y="5130800"/>
          <p14:tracePt t="75113" x="7854950" y="5124450"/>
          <p14:tracePt t="75128" x="7854950" y="5111750"/>
          <p14:tracePt t="75137" x="7848600" y="5111750"/>
          <p14:tracePt t="75145" x="7848600" y="5099050"/>
          <p14:tracePt t="75161" x="7842250" y="5099050"/>
          <p14:tracePt t="75178" x="7829550" y="5092700"/>
          <p14:tracePt t="75195" x="7816850" y="5080000"/>
          <p14:tracePt t="75212" x="7797800" y="5067300"/>
          <p14:tracePt t="75228" x="7740650" y="5048250"/>
          <p14:tracePt t="75245" x="7702550" y="5041900"/>
          <p14:tracePt t="75262" x="7689850" y="5041900"/>
          <p14:tracePt t="75278" x="7683500" y="5041900"/>
          <p14:tracePt t="75321" x="7677150" y="5035550"/>
          <p14:tracePt t="75329" x="7683500" y="5029200"/>
          <p14:tracePt t="75360" x="7689850" y="5022850"/>
          <p14:tracePt t="75368" x="7702550" y="5016500"/>
          <p14:tracePt t="75385" x="7721600" y="5003800"/>
          <p14:tracePt t="75395" x="7734300" y="5003800"/>
          <p14:tracePt t="75411" x="7804150" y="4965700"/>
          <p14:tracePt t="75428" x="7816850" y="4959350"/>
          <p14:tracePt t="75445" x="7842250" y="4940300"/>
          <p14:tracePt t="75462" x="7867650" y="4927600"/>
          <p14:tracePt t="75478" x="7880350" y="4908550"/>
          <p14:tracePt t="75496" x="7893050" y="4895850"/>
          <p14:tracePt t="75511" x="7899400" y="4889500"/>
          <p14:tracePt t="75528" x="7899400" y="4883150"/>
          <p14:tracePt t="75545" x="7899400" y="4864100"/>
          <p14:tracePt t="75561" x="7880350" y="4851400"/>
          <p14:tracePt t="75578" x="7753350" y="4787900"/>
          <p14:tracePt t="75595" x="7664450" y="4762500"/>
          <p14:tracePt t="75612" x="7613650" y="4756150"/>
          <p14:tracePt t="75629" x="7493000" y="4730750"/>
          <p14:tracePt t="75645" x="7461250" y="4730750"/>
          <p14:tracePt t="75662" x="7429500" y="4730750"/>
          <p14:tracePt t="75721" x="7423150" y="4730750"/>
          <p14:tracePt t="75728" x="7410450" y="4737100"/>
          <p14:tracePt t="75744" x="7410450" y="4749800"/>
          <p14:tracePt t="75753" x="7410450" y="4756150"/>
          <p14:tracePt t="75761" x="7404100" y="4762500"/>
          <p14:tracePt t="75778" x="7404100" y="4768850"/>
          <p14:tracePt t="75833" x="7404100" y="4775200"/>
          <p14:tracePt t="75929" x="7397750" y="4775200"/>
          <p14:tracePt t="75953" x="7391400" y="4775200"/>
          <p14:tracePt t="75968" x="7372350" y="4775200"/>
          <p14:tracePt t="75992" x="7366000" y="4775200"/>
          <p14:tracePt t="76008" x="7359650" y="4775200"/>
          <p14:tracePt t="76016" x="7353300" y="4775200"/>
          <p14:tracePt t="76028" x="7340600" y="4775200"/>
          <p14:tracePt t="76045" x="7308850" y="4775200"/>
          <p14:tracePt t="76062" x="7296150" y="4775200"/>
          <p14:tracePt t="76064" x="7289800" y="4775200"/>
          <p14:tracePt t="76078" x="7219950" y="4775200"/>
          <p14:tracePt t="76095" x="7150100" y="4781550"/>
          <p14:tracePt t="76112" x="7080250" y="4794250"/>
          <p14:tracePt t="76128" x="6896100" y="4838700"/>
          <p14:tracePt t="76145" x="6750050" y="4864100"/>
          <p14:tracePt t="76161" x="6534150" y="4895850"/>
          <p14:tracePt t="76178" x="6394450" y="4895850"/>
          <p14:tracePt t="76195" x="6146800" y="4902200"/>
          <p14:tracePt t="76211" x="5664200" y="4914900"/>
          <p14:tracePt t="76228" x="5461000" y="4914900"/>
          <p14:tracePt t="76245" x="5168900" y="4902200"/>
          <p14:tracePt t="76262" x="4838700" y="4889500"/>
          <p14:tracePt t="76278" x="4667250" y="4876800"/>
          <p14:tracePt t="76295" x="4552950" y="4864100"/>
          <p14:tracePt t="76312" x="4476750" y="4851400"/>
          <p14:tracePt t="76329" x="4419600" y="4832350"/>
          <p14:tracePt t="76345" x="4413250" y="4832350"/>
          <p14:tracePt t="76362" x="4381500" y="4819650"/>
          <p14:tracePt t="76378" x="4368800" y="4813300"/>
          <p14:tracePt t="76411" x="4349750" y="4806950"/>
          <p14:tracePt t="76428" x="4343400" y="4800600"/>
          <p14:tracePt t="76445" x="4318000" y="4794250"/>
          <p14:tracePt t="76461" x="4286250" y="4787900"/>
          <p14:tracePt t="76478" x="4210050" y="4775200"/>
          <p14:tracePt t="76495" x="4152900" y="4762500"/>
          <p14:tracePt t="76512" x="4051300" y="4756150"/>
          <p14:tracePt t="76528" x="3917950" y="4730750"/>
          <p14:tracePt t="76545" x="3867150" y="4724400"/>
          <p14:tracePt t="76562" x="3835400" y="4724400"/>
          <p14:tracePt t="76617" x="3822700" y="4724400"/>
          <p14:tracePt t="76648" x="3816350" y="4724400"/>
          <p14:tracePt t="76657" x="3810000" y="4730750"/>
          <p14:tracePt t="76673" x="3810000" y="4737100"/>
          <p14:tracePt t="76681" x="3803650" y="4737100"/>
          <p14:tracePt t="76697" x="3803650" y="4743450"/>
          <p14:tracePt t="76711" x="3797300" y="4743450"/>
          <p14:tracePt t="76728" x="3778250" y="4756150"/>
          <p14:tracePt t="76745" x="3771900" y="4762500"/>
          <p14:tracePt t="76762" x="3759200" y="4768850"/>
          <p14:tracePt t="76778" x="3752850" y="4775200"/>
          <p14:tracePt t="76795" x="3733800" y="4775200"/>
          <p14:tracePt t="76812" x="3721100" y="4781550"/>
          <p14:tracePt t="76828" x="3695700" y="4787900"/>
          <p14:tracePt t="76845" x="3651250" y="4787900"/>
          <p14:tracePt t="76862" x="3625850" y="4787900"/>
          <p14:tracePt t="76878" x="3594100" y="4787900"/>
          <p14:tracePt t="76895" x="3587750" y="4794250"/>
          <p14:tracePt t="76928" x="3568700" y="4794250"/>
          <p14:tracePt t="76945" x="3562350" y="4794250"/>
          <p14:tracePt t="76969" x="3556000" y="4794250"/>
          <p14:tracePt t="76978" x="3543300" y="4794250"/>
          <p14:tracePt t="76995" x="3517900" y="4794250"/>
          <p14:tracePt t="77011" x="3505200" y="4800600"/>
          <p14:tracePt t="77057" x="3505200" y="4806950"/>
          <p14:tracePt t="77081" x="3505200" y="4813300"/>
          <p14:tracePt t="77097" x="3505200" y="4819650"/>
          <p14:tracePt t="77121" x="3511550" y="4826000"/>
          <p14:tracePt t="77145" x="3511550" y="4838700"/>
          <p14:tracePt t="77153" x="3517900" y="4838700"/>
          <p14:tracePt t="77169" x="3524250" y="4845050"/>
          <p14:tracePt t="77185" x="3530600" y="4845050"/>
          <p14:tracePt t="77195" x="3536950" y="4845050"/>
          <p14:tracePt t="77211" x="3543300" y="4845050"/>
          <p14:tracePt t="77228" x="3556000" y="4851400"/>
          <p14:tracePt t="77245" x="3562350" y="4851400"/>
          <p14:tracePt t="77262" x="3575050" y="4851400"/>
          <p14:tracePt t="77295" x="3600450" y="4857750"/>
          <p14:tracePt t="77312" x="3619500" y="4857750"/>
          <p14:tracePt t="77328" x="3651250" y="4864100"/>
          <p14:tracePt t="77345" x="3683000" y="4864100"/>
          <p14:tracePt t="77362" x="3714750" y="4870450"/>
          <p14:tracePt t="77378" x="3740150" y="4870450"/>
          <p14:tracePt t="77395" x="3784600" y="4870450"/>
          <p14:tracePt t="77412" x="3816350" y="4870450"/>
          <p14:tracePt t="77428" x="3829050" y="4870450"/>
          <p14:tracePt t="77445" x="3879850" y="4870450"/>
          <p14:tracePt t="77577" x="3873500" y="4876800"/>
          <p14:tracePt t="77584" x="3860800" y="4889500"/>
          <p14:tracePt t="77595" x="3854450" y="4889500"/>
          <p14:tracePt t="77611" x="3835400" y="4895850"/>
          <p14:tracePt t="77628" x="3816350" y="4902200"/>
          <p14:tracePt t="77645" x="3778250" y="4902200"/>
          <p14:tracePt t="77662" x="3759200" y="4914900"/>
          <p14:tracePt t="77678" x="3752850" y="4914900"/>
          <p14:tracePt t="77695" x="3740150" y="4914900"/>
          <p14:tracePt t="77711" x="3721100" y="4914900"/>
          <p14:tracePt t="77752" x="3721100" y="4908550"/>
          <p14:tracePt t="77761" x="3714750" y="4902200"/>
          <p14:tracePt t="77778" x="3708400" y="4902200"/>
          <p14:tracePt t="77795" x="3702050" y="4895850"/>
          <p14:tracePt t="77881" x="3695700" y="4889500"/>
          <p14:tracePt t="78057" x="3689350" y="4889500"/>
          <p14:tracePt t="78177" x="3695700" y="4889500"/>
          <p14:tracePt t="78217" x="3708400" y="4889500"/>
          <p14:tracePt t="78224" x="3714750" y="4895850"/>
          <p14:tracePt t="78233" x="3721100" y="4895850"/>
          <p14:tracePt t="78245" x="3733800" y="4902200"/>
          <p14:tracePt t="78261" x="3746500" y="4902200"/>
          <p14:tracePt t="78278" x="3752850" y="4902200"/>
          <p14:tracePt t="78295" x="3765550" y="4902200"/>
          <p14:tracePt t="78311" x="3784600" y="4908550"/>
          <p14:tracePt t="78328" x="3829050" y="4914900"/>
          <p14:tracePt t="78345" x="3835400" y="4914900"/>
          <p14:tracePt t="78361" x="3892550" y="4908550"/>
          <p14:tracePt t="78378" x="3911600" y="4902200"/>
          <p14:tracePt t="78395" x="3937000" y="4889500"/>
          <p14:tracePt t="78411" x="3962400" y="4876800"/>
          <p14:tracePt t="78445" x="3968750" y="4870450"/>
          <p14:tracePt t="78462" x="3987800" y="4845050"/>
          <p14:tracePt t="78478" x="4006850" y="4819650"/>
          <p14:tracePt t="78495" x="4019550" y="4806950"/>
          <p14:tracePt t="78512" x="4051300" y="4768850"/>
          <p14:tracePt t="78528" x="4064000" y="4749800"/>
          <p14:tracePt t="78545" x="4070350" y="4737100"/>
          <p14:tracePt t="78562" x="4076700" y="4711700"/>
          <p14:tracePt t="78578" x="4076700" y="4699000"/>
          <p14:tracePt t="78595" x="4083050" y="4679950"/>
          <p14:tracePt t="78612" x="4083050" y="4667250"/>
          <p14:tracePt t="78628" x="4083050" y="4660900"/>
          <p14:tracePt t="78645" x="4057650" y="4635500"/>
          <p14:tracePt t="78662" x="4038600" y="4622800"/>
          <p14:tracePt t="78678" x="3968750" y="4584700"/>
          <p14:tracePt t="78695" x="3949700" y="4584700"/>
          <p14:tracePt t="78712" x="3905250" y="4572000"/>
          <p14:tracePt t="78728" x="3771900" y="4527550"/>
          <p14:tracePt t="78745" x="3727450" y="4521200"/>
          <p14:tracePt t="78761" x="3683000" y="4521200"/>
          <p14:tracePt t="78778" x="3638550" y="4514850"/>
          <p14:tracePt t="78795" x="3625850" y="4514850"/>
          <p14:tracePt t="78811" x="3594100" y="4514850"/>
          <p14:tracePt t="78828" x="3543300" y="4546600"/>
          <p14:tracePt t="78845" x="3517900" y="4565650"/>
          <p14:tracePt t="78862" x="3454400" y="4597400"/>
          <p14:tracePt t="78878" x="3416300" y="4629150"/>
          <p14:tracePt t="78895" x="3390900" y="4654550"/>
          <p14:tracePt t="78912" x="3378200" y="4660900"/>
          <p14:tracePt t="78928" x="3365500" y="4692650"/>
          <p14:tracePt t="78945" x="3365500" y="4699000"/>
          <p14:tracePt t="78962" x="3359150" y="4705350"/>
          <p14:tracePt t="78995" x="3352800" y="4705350"/>
          <p14:tracePt t="79017" x="3359150" y="4711700"/>
          <p14:tracePt t="79028" x="3359150" y="4718050"/>
          <p14:tracePt t="79105" x="3365500" y="4718050"/>
          <p14:tracePt t="79137" x="3365500" y="4724400"/>
          <p14:tracePt t="79145" x="3365500" y="4730750"/>
          <p14:tracePt t="79161" x="3378200" y="4743450"/>
          <p14:tracePt t="79169" x="3384550" y="4749800"/>
          <p14:tracePt t="79178" x="3397250" y="4756150"/>
          <p14:tracePt t="79195" x="3460750" y="4787900"/>
          <p14:tracePt t="79211" x="3536950" y="4826000"/>
          <p14:tracePt t="79228" x="3638550" y="4851400"/>
          <p14:tracePt t="79245" x="3835400" y="4883150"/>
          <p14:tracePt t="79261" x="3911600" y="4883150"/>
          <p14:tracePt t="79278" x="3987800" y="4883150"/>
          <p14:tracePt t="79295" x="4038600" y="4870450"/>
          <p14:tracePt t="79312" x="4108450" y="4845050"/>
          <p14:tracePt t="79328" x="4165600" y="4832350"/>
          <p14:tracePt t="79345" x="4235450" y="4826000"/>
          <p14:tracePt t="79361" x="4273550" y="4826000"/>
          <p14:tracePt t="79378" x="4286250" y="4826000"/>
          <p14:tracePt t="79395" x="4349750" y="4826000"/>
          <p14:tracePt t="79412" x="4375150" y="4826000"/>
          <p14:tracePt t="79428" x="4394200" y="4826000"/>
          <p14:tracePt t="79445" x="4438650" y="4826000"/>
          <p14:tracePt t="79461" x="4457700" y="4819650"/>
          <p14:tracePt t="79478" x="4476750" y="4813300"/>
          <p14:tracePt t="79495" x="4495800" y="4806950"/>
          <p14:tracePt t="79512" x="4533900" y="4794250"/>
          <p14:tracePt t="79528" x="4540250" y="4787900"/>
          <p14:tracePt t="79545" x="4546600" y="4781550"/>
          <p14:tracePt t="79562" x="4565650" y="4781550"/>
          <p14:tracePt t="79578" x="4565650" y="4768850"/>
          <p14:tracePt t="79595" x="4578350" y="4768850"/>
          <p14:tracePt t="79617" x="4584700" y="4768850"/>
          <p14:tracePt t="79628" x="4603750" y="4762500"/>
          <p14:tracePt t="79645" x="4635500" y="4749800"/>
          <p14:tracePt t="79678" x="4654550" y="4749800"/>
          <p14:tracePt t="79695" x="4673600" y="4743450"/>
          <p14:tracePt t="79753" x="4673600" y="4737100"/>
          <p14:tracePt t="79841" x="4686300" y="4724400"/>
          <p14:tracePt t="79881" x="4686300" y="4718050"/>
          <p14:tracePt t="79897" x="4686300" y="4711700"/>
          <p14:tracePt t="79913" x="4686300" y="4705350"/>
          <p14:tracePt t="79921" x="4686300" y="4699000"/>
          <p14:tracePt t="79929" x="4686300" y="4692650"/>
          <p14:tracePt t="79945" x="4686300" y="4686300"/>
          <p14:tracePt t="79961" x="4686300" y="4673600"/>
          <p14:tracePt t="79995" x="4673600" y="4660900"/>
          <p14:tracePt t="80011" x="4667250" y="4660900"/>
          <p14:tracePt t="80028" x="4654550" y="4654550"/>
          <p14:tracePt t="80045" x="4622800" y="4641850"/>
          <p14:tracePt t="80062" x="4591050" y="4629150"/>
          <p14:tracePt t="80078" x="4572000" y="4622800"/>
          <p14:tracePt t="80095" x="4495800" y="4610100"/>
          <p14:tracePt t="80112" x="4470400" y="4597400"/>
          <p14:tracePt t="80128" x="4387850" y="4584700"/>
          <p14:tracePt t="80145" x="4356100" y="4584700"/>
          <p14:tracePt t="80161" x="4305300" y="4603750"/>
          <p14:tracePt t="80178" x="4286250" y="4603750"/>
          <p14:tracePt t="80195" x="4254500" y="4610100"/>
          <p14:tracePt t="80211" x="4248150" y="4616450"/>
          <p14:tracePt t="80228" x="4229100" y="4616450"/>
          <p14:tracePt t="80245" x="4216400" y="4616450"/>
          <p14:tracePt t="80261" x="4191000" y="4622800"/>
          <p14:tracePt t="80295" x="4165600" y="4629150"/>
          <p14:tracePt t="80312" x="4159250" y="4641850"/>
          <p14:tracePt t="80328" x="4140200" y="4654550"/>
          <p14:tracePt t="80345" x="4133850" y="4660900"/>
          <p14:tracePt t="80362" x="4127500" y="4667250"/>
          <p14:tracePt t="80395" x="4121150" y="4679950"/>
          <p14:tracePt t="80417" x="4133850" y="4679950"/>
          <p14:tracePt t="80432" x="4121150" y="4686300"/>
          <p14:tracePt t="80445" x="4121150" y="4692650"/>
          <p14:tracePt t="80461" x="4114800" y="4699000"/>
          <p14:tracePt t="80478" x="4108450" y="4711700"/>
          <p14:tracePt t="80495" x="4108450" y="4724400"/>
          <p14:tracePt t="80512" x="4108450" y="4737100"/>
          <p14:tracePt t="80528" x="4108450" y="4768850"/>
          <p14:tracePt t="80545" x="4108450" y="4781550"/>
          <p14:tracePt t="80561" x="4121150" y="4781550"/>
          <p14:tracePt t="80578" x="4127500" y="4794250"/>
          <p14:tracePt t="80594" x="4133850" y="4794250"/>
          <p14:tracePt t="80612" x="4140200" y="4800600"/>
          <p14:tracePt t="80628" x="4152900" y="4800600"/>
          <p14:tracePt t="80645" x="4171950" y="4806950"/>
          <p14:tracePt t="80661" x="4197350" y="4819650"/>
          <p14:tracePt t="80678" x="4210050" y="4819650"/>
          <p14:tracePt t="80695" x="4241800" y="4826000"/>
          <p14:tracePt t="80711" x="4273550" y="4845050"/>
          <p14:tracePt t="80728" x="4356100" y="4864100"/>
          <p14:tracePt t="80745" x="4413250" y="4876800"/>
          <p14:tracePt t="80761" x="4432300" y="4876800"/>
          <p14:tracePt t="80778" x="4470400" y="4889500"/>
          <p14:tracePt t="80795" x="4533900" y="4895850"/>
          <p14:tracePt t="80811" x="4572000" y="4902200"/>
          <p14:tracePt t="80828" x="4603750" y="4902200"/>
          <p14:tracePt t="80845" x="4660900" y="4902200"/>
          <p14:tracePt t="80862" x="4679950" y="4902200"/>
          <p14:tracePt t="80878" x="4718050" y="4902200"/>
          <p14:tracePt t="80895" x="4781550" y="4902200"/>
          <p14:tracePt t="80911" x="4813300" y="4902200"/>
          <p14:tracePt t="80928" x="4883150" y="4895850"/>
          <p14:tracePt t="80945" x="4921250" y="4889500"/>
          <p14:tracePt t="80961" x="4940300" y="4889500"/>
          <p14:tracePt t="80978" x="4959350" y="4889500"/>
          <p14:tracePt t="80995" x="4984750" y="4889500"/>
          <p14:tracePt t="81011" x="5003800" y="4889500"/>
          <p14:tracePt t="81028" x="5022850" y="4889500"/>
          <p14:tracePt t="81045" x="5035550" y="4883150"/>
          <p14:tracePt t="81062" x="5048250" y="4883150"/>
          <p14:tracePt t="81081" x="5080000" y="4876800"/>
          <p14:tracePt t="81097" x="5099050" y="4870450"/>
          <p14:tracePt t="81121" x="5111750" y="4864100"/>
          <p14:tracePt t="81129" x="5124450" y="4864100"/>
          <p14:tracePt t="81145" x="5137150" y="4857750"/>
          <p14:tracePt t="81161" x="5162550" y="4845050"/>
          <p14:tracePt t="81178" x="5175250" y="4838700"/>
          <p14:tracePt t="81195" x="5187950" y="4838700"/>
          <p14:tracePt t="81211" x="5219700" y="4819650"/>
          <p14:tracePt t="81228" x="5251450" y="4813300"/>
          <p14:tracePt t="81245" x="5276850" y="4800600"/>
          <p14:tracePt t="81261" x="5308600" y="4787900"/>
          <p14:tracePt t="81278" x="5321300" y="4781550"/>
          <p14:tracePt t="81295" x="5327650" y="4768850"/>
          <p14:tracePt t="81312" x="5340350" y="4762500"/>
          <p14:tracePt t="81328" x="5340350" y="4756150"/>
          <p14:tracePt t="81345" x="5353050" y="4749800"/>
          <p14:tracePt t="81362" x="5353050" y="4743450"/>
          <p14:tracePt t="81378" x="5365750" y="4737100"/>
          <p14:tracePt t="81395" x="5365750" y="4730750"/>
          <p14:tracePt t="81411" x="5365750" y="4724400"/>
          <p14:tracePt t="81428" x="5359400" y="4718050"/>
          <p14:tracePt t="81445" x="5353050" y="4718050"/>
          <p14:tracePt t="81461" x="5353050" y="4711700"/>
          <p14:tracePt t="81478" x="5340350" y="4705350"/>
          <p14:tracePt t="81495" x="5340350" y="4692650"/>
          <p14:tracePt t="81528" x="5314950" y="4673600"/>
          <p14:tracePt t="81545" x="5295900" y="4667250"/>
          <p14:tracePt t="81561" x="5283200" y="4667250"/>
          <p14:tracePt t="81578" x="5264150" y="4654550"/>
          <p14:tracePt t="81594" x="5238750" y="4648200"/>
          <p14:tracePt t="81612" x="5219700" y="4635500"/>
          <p14:tracePt t="81628" x="5194300" y="4622800"/>
          <p14:tracePt t="81645" x="5175250" y="4616450"/>
          <p14:tracePt t="81661" x="5168900" y="4603750"/>
          <p14:tracePt t="81678" x="5162550" y="4603750"/>
          <p14:tracePt t="81695" x="5143500" y="4597400"/>
          <p14:tracePt t="81711" x="5137150" y="4597400"/>
          <p14:tracePt t="81728" x="5124450" y="4597400"/>
          <p14:tracePt t="81745" x="5111750" y="4597400"/>
          <p14:tracePt t="81762" x="5099050" y="4597400"/>
          <p14:tracePt t="81778" x="5092700" y="4597400"/>
          <p14:tracePt t="81795" x="5086350" y="4597400"/>
          <p14:tracePt t="81812" x="5080000" y="4597400"/>
          <p14:tracePt t="81829" x="5073650" y="4603750"/>
          <p14:tracePt t="81845" x="5048250" y="4610100"/>
          <p14:tracePt t="81861" x="5041900" y="4610100"/>
          <p14:tracePt t="81878" x="5029200" y="4616450"/>
          <p14:tracePt t="81895" x="5022850" y="4616450"/>
          <p14:tracePt t="81912" x="4997450" y="4629150"/>
          <p14:tracePt t="81969" x="4991100" y="4635500"/>
          <p14:tracePt t="82009" x="4984750" y="4648200"/>
          <p14:tracePt t="82033" x="4978400" y="4648200"/>
          <p14:tracePt t="82056" x="4978400" y="4654550"/>
          <p14:tracePt t="82113" x="4972050" y="4667250"/>
          <p14:tracePt t="82128" x="4972050" y="4673600"/>
          <p14:tracePt t="82145" x="4972050" y="4679950"/>
          <p14:tracePt t="82153" x="4965700" y="4686300"/>
          <p14:tracePt t="82169" x="4965700" y="4692650"/>
          <p14:tracePt t="82178" x="4965700" y="4699000"/>
          <p14:tracePt t="82195" x="4959350" y="4705350"/>
          <p14:tracePt t="82211" x="4959350" y="4718050"/>
          <p14:tracePt t="82228" x="4953000" y="4724400"/>
          <p14:tracePt t="82244" x="4946650" y="4737100"/>
          <p14:tracePt t="82261" x="4946650" y="4743450"/>
          <p14:tracePt t="82278" x="4946650" y="4749800"/>
          <p14:tracePt t="82295" x="4946650" y="4756150"/>
          <p14:tracePt t="82312" x="4946650" y="4762500"/>
          <p14:tracePt t="82328" x="4946650" y="4768850"/>
          <p14:tracePt t="82345" x="4946650" y="4781550"/>
          <p14:tracePt t="82369" x="4959350" y="4781550"/>
          <p14:tracePt t="82378" x="4959350" y="4787900"/>
          <p14:tracePt t="82395" x="4965700" y="4794250"/>
          <p14:tracePt t="82411" x="4984750" y="4800600"/>
          <p14:tracePt t="82428" x="4991100" y="4806950"/>
          <p14:tracePt t="82445" x="5003800" y="4806950"/>
          <p14:tracePt t="82462" x="5022850" y="4806950"/>
          <p14:tracePt t="82478" x="5041900" y="4806950"/>
          <p14:tracePt t="82495" x="5080000" y="4800600"/>
          <p14:tracePt t="82512" x="5092700" y="4794250"/>
          <p14:tracePt t="82528" x="5118100" y="4787900"/>
          <p14:tracePt t="82608" x="5124450" y="4787900"/>
          <p14:tracePt t="82633" x="5124450" y="4794250"/>
          <p14:tracePt t="82640" x="5130800" y="4794250"/>
          <p14:tracePt t="82649" x="5143500" y="4800600"/>
          <p14:tracePt t="82661" x="5149850" y="4806950"/>
          <p14:tracePt t="82678" x="5200650" y="4838700"/>
          <p14:tracePt t="82695" x="5232400" y="4864100"/>
          <p14:tracePt t="82712" x="5251450" y="4876800"/>
          <p14:tracePt t="82728" x="5391150" y="4908550"/>
          <p14:tracePt t="82745" x="5480050" y="4927600"/>
          <p14:tracePt t="82761" x="5594350" y="4927600"/>
          <p14:tracePt t="82778" x="5670550" y="4927600"/>
          <p14:tracePt t="82795" x="5740400" y="4927600"/>
          <p14:tracePt t="82812" x="5778500" y="4927600"/>
          <p14:tracePt t="82828" x="5911850" y="4908550"/>
          <p14:tracePt t="82845" x="5949950" y="4908550"/>
          <p14:tracePt t="82861" x="6051550" y="4902200"/>
          <p14:tracePt t="82878" x="6140450" y="4902200"/>
          <p14:tracePt t="82895" x="6178550" y="4902200"/>
          <p14:tracePt t="82912" x="6229350" y="4895850"/>
          <p14:tracePt t="82928" x="6292850" y="4889500"/>
          <p14:tracePt t="82945" x="6337300" y="4876800"/>
          <p14:tracePt t="82961" x="6388100" y="4864100"/>
          <p14:tracePt t="82978" x="6413500" y="4864100"/>
          <p14:tracePt t="82995" x="6426200" y="4857750"/>
          <p14:tracePt t="83011" x="6464300" y="4845050"/>
          <p14:tracePt t="83028" x="6483350" y="4832350"/>
          <p14:tracePt t="83045" x="6496050" y="4826000"/>
          <p14:tracePt t="83062" x="6508750" y="4813300"/>
          <p14:tracePt t="83078" x="6508750" y="4806950"/>
          <p14:tracePt t="83095" x="6508750" y="4800600"/>
          <p14:tracePt t="83112" x="6515100" y="4787900"/>
          <p14:tracePt t="83128" x="6521450" y="4768850"/>
          <p14:tracePt t="83145" x="6521450" y="4756150"/>
          <p14:tracePt t="83161" x="6521450" y="4737100"/>
          <p14:tracePt t="83178" x="6521450" y="4718050"/>
          <p14:tracePt t="83195" x="6521450" y="4699000"/>
          <p14:tracePt t="83212" x="6515100" y="4699000"/>
          <p14:tracePt t="83228" x="6502400" y="4686300"/>
          <p14:tracePt t="83245" x="6489700" y="4679950"/>
          <p14:tracePt t="83261" x="6477000" y="4673600"/>
          <p14:tracePt t="83278" x="6457950" y="4660900"/>
          <p14:tracePt t="83295" x="6451600" y="4660900"/>
          <p14:tracePt t="83312" x="6438900" y="4641850"/>
          <p14:tracePt t="83329" x="6413500" y="4641850"/>
          <p14:tracePt t="83345" x="6362700" y="4641850"/>
          <p14:tracePt t="83362" x="6343650" y="4641850"/>
          <p14:tracePt t="83378" x="6318250" y="4635500"/>
          <p14:tracePt t="83395" x="6254750" y="4622800"/>
          <p14:tracePt t="83412" x="6127750" y="4603750"/>
          <p14:tracePt t="83428" x="6038850" y="4597400"/>
          <p14:tracePt t="83445" x="5943600" y="4578350"/>
          <p14:tracePt t="83461" x="5778500" y="4578350"/>
          <p14:tracePt t="83478" x="5715000" y="4578350"/>
          <p14:tracePt t="83495" x="5664200" y="4584700"/>
          <p14:tracePt t="83511" x="5613400" y="4597400"/>
          <p14:tracePt t="83528" x="5600700" y="4603750"/>
          <p14:tracePt t="83545" x="5594350" y="4616450"/>
          <p14:tracePt t="83578" x="5588000" y="4616450"/>
          <p14:tracePt t="83601" x="5588000" y="4629150"/>
          <p14:tracePt t="83624" x="5581650" y="4629150"/>
          <p14:tracePt t="83641" x="5581650" y="4641850"/>
          <p14:tracePt t="83656" x="5581650" y="4654550"/>
          <p14:tracePt t="83672" x="5575300" y="4667250"/>
          <p14:tracePt t="83689" x="5581650" y="4673600"/>
          <p14:tracePt t="83697" x="5581650" y="4679950"/>
          <p14:tracePt t="83713" x="5581650" y="4705350"/>
          <p14:tracePt t="83728" x="5588000" y="4711700"/>
          <p14:tracePt t="83745" x="5594350" y="4718050"/>
          <p14:tracePt t="83761" x="5600700" y="4730750"/>
          <p14:tracePt t="83778" x="5613400" y="4749800"/>
          <p14:tracePt t="83795" x="5619750" y="4756150"/>
          <p14:tracePt t="83811" x="5626100" y="4768850"/>
          <p14:tracePt t="83828" x="5638800" y="4781550"/>
          <p14:tracePt t="83845" x="5638800" y="4794250"/>
          <p14:tracePt t="83862" x="5651500" y="4800600"/>
          <p14:tracePt t="83878" x="5689600" y="4826000"/>
          <p14:tracePt t="83895" x="5721350" y="4838700"/>
          <p14:tracePt t="83912" x="5791200" y="4870450"/>
          <p14:tracePt t="83928" x="5899150" y="4902200"/>
          <p14:tracePt t="83945" x="5962650" y="4908550"/>
          <p14:tracePt t="83961" x="6121400" y="4927600"/>
          <p14:tracePt t="83978" x="6172200" y="4927600"/>
          <p14:tracePt t="83995" x="6184900" y="4927600"/>
          <p14:tracePt t="84011" x="6324600" y="4933950"/>
          <p14:tracePt t="84028" x="6407150" y="4940300"/>
          <p14:tracePt t="84045" x="6489700" y="4940300"/>
          <p14:tracePt t="84062" x="6584950" y="4940300"/>
          <p14:tracePt t="84078" x="6635750" y="4933950"/>
          <p14:tracePt t="84095" x="6642100" y="4933950"/>
          <p14:tracePt t="84111" x="6686550" y="4914900"/>
          <p14:tracePt t="84128" x="6718300" y="4889500"/>
          <p14:tracePt t="84145" x="6724650" y="4876800"/>
          <p14:tracePt t="84161" x="6724650" y="4870450"/>
          <p14:tracePt t="84195" x="6724650" y="4857750"/>
          <p14:tracePt t="84211" x="6731000" y="4845050"/>
          <p14:tracePt t="84228" x="6731000" y="4832350"/>
          <p14:tracePt t="84245" x="6731000" y="4826000"/>
          <p14:tracePt t="84261" x="6737350" y="4813300"/>
          <p14:tracePt t="84278" x="6731000" y="4794250"/>
          <p14:tracePt t="84295" x="6731000" y="4781550"/>
          <p14:tracePt t="84312" x="6718300" y="4756150"/>
          <p14:tracePt t="84328" x="6699250" y="4743450"/>
          <p14:tracePt t="84345" x="6673850" y="4724400"/>
          <p14:tracePt t="84361" x="6642100" y="4699000"/>
          <p14:tracePt t="84378" x="6623050" y="4686300"/>
          <p14:tracePt t="84395" x="6584950" y="4679950"/>
          <p14:tracePt t="84412" x="6553200" y="4660900"/>
          <p14:tracePt t="84428" x="6540500" y="4654550"/>
          <p14:tracePt t="84445" x="6521450" y="4648200"/>
          <p14:tracePt t="84461" x="6502400" y="4648200"/>
          <p14:tracePt t="84478" x="6483350" y="4641850"/>
          <p14:tracePt t="84511" x="6477000" y="4641850"/>
          <p14:tracePt t="84528" x="6464300" y="4641850"/>
          <p14:tracePt t="84585" x="6457950" y="4641850"/>
          <p14:tracePt t="84960" x="6457950" y="4648200"/>
          <p14:tracePt t="84993" x="6457950" y="4654550"/>
          <p14:tracePt t="85008" x="6457950" y="4667250"/>
          <p14:tracePt t="85017" x="6457950" y="4673600"/>
          <p14:tracePt t="85040" x="6457950" y="4679950"/>
          <p14:tracePt t="85049" x="6451600" y="4692650"/>
          <p14:tracePt t="85061" x="6451600" y="4699000"/>
          <p14:tracePt t="85078" x="6451600" y="4718050"/>
          <p14:tracePt t="85081" x="6451600" y="4730750"/>
          <p14:tracePt t="85097" x="6451600" y="4737100"/>
          <p14:tracePt t="85233" x="6445250" y="4737100"/>
          <p14:tracePt t="85240" x="6438900" y="4737100"/>
          <p14:tracePt t="85249" x="6419850" y="4737100"/>
          <p14:tracePt t="85261" x="6407150" y="4737100"/>
          <p14:tracePt t="85278" x="6330950" y="4743450"/>
          <p14:tracePt t="85295" x="6102350" y="4718050"/>
          <p14:tracePt t="85312" x="6013450" y="4718050"/>
          <p14:tracePt t="85328" x="5746750" y="4730750"/>
          <p14:tracePt t="85345" x="5721350" y="4730750"/>
          <p14:tracePt t="85425" x="5727700" y="4730750"/>
          <p14:tracePt t="85432" x="5734050" y="4737100"/>
          <p14:tracePt t="85445" x="5746750" y="4737100"/>
          <p14:tracePt t="85461" x="5772150" y="4743450"/>
          <p14:tracePt t="85478" x="5829300" y="4768850"/>
          <p14:tracePt t="85495" x="5848350" y="4768850"/>
          <p14:tracePt t="85512" x="5911850" y="4787900"/>
          <p14:tracePt t="85528" x="5994400" y="4806950"/>
          <p14:tracePt t="85545" x="6045200" y="4826000"/>
          <p14:tracePt t="85561" x="6108700" y="4832350"/>
          <p14:tracePt t="85578" x="6165850" y="4845050"/>
          <p14:tracePt t="85595" x="6229350" y="4851400"/>
          <p14:tracePt t="85611" x="6261100" y="4851400"/>
          <p14:tracePt t="85628" x="6362700" y="4845050"/>
          <p14:tracePt t="85645" x="6407150" y="4838700"/>
          <p14:tracePt t="85662" x="6419850" y="4832350"/>
          <p14:tracePt t="85678" x="6438900" y="4819650"/>
          <p14:tracePt t="85695" x="6470650" y="4806950"/>
          <p14:tracePt t="85712" x="6483350" y="4787900"/>
          <p14:tracePt t="85728" x="6515100" y="4756150"/>
          <p14:tracePt t="85745" x="6534150" y="4711700"/>
          <p14:tracePt t="85761" x="6540500" y="4692650"/>
          <p14:tracePt t="85778" x="6540500" y="4660900"/>
          <p14:tracePt t="85795" x="6527800" y="4629150"/>
          <p14:tracePt t="85812" x="6521450" y="4616450"/>
          <p14:tracePt t="85828" x="6508750" y="4616450"/>
          <p14:tracePt t="85953" x="6515100" y="4616450"/>
          <p14:tracePt t="85969" x="6515100" y="4629150"/>
          <p14:tracePt t="85976" x="6521450" y="4629150"/>
          <p14:tracePt t="85985" x="6527800" y="4641850"/>
          <p14:tracePt t="85995" x="6540500" y="4648200"/>
          <p14:tracePt t="86011" x="6559550" y="4654550"/>
          <p14:tracePt t="86028" x="6578600" y="4667250"/>
          <p14:tracePt t="86081" x="6584950" y="4673600"/>
          <p14:tracePt t="86097" x="6584950" y="4686300"/>
          <p14:tracePt t="86121" x="6584950" y="4699000"/>
          <p14:tracePt t="86128" x="6578600" y="4699000"/>
          <p14:tracePt t="86137" x="6565900" y="4711700"/>
          <p14:tracePt t="86145" x="6540500" y="4724400"/>
          <p14:tracePt t="86161" x="6502400" y="4743450"/>
          <p14:tracePt t="86178" x="6267450" y="4794250"/>
          <p14:tracePt t="86195" x="6013450" y="4826000"/>
          <p14:tracePt t="86211" x="5600700" y="4857750"/>
          <p14:tracePt t="86228" x="5334000" y="4870450"/>
          <p14:tracePt t="86245" x="5194300" y="4870450"/>
          <p14:tracePt t="86261" x="4845050" y="4851400"/>
          <p14:tracePt t="86278" x="4635500" y="4819650"/>
          <p14:tracePt t="86295" x="4476750" y="4794250"/>
          <p14:tracePt t="86312" x="4248150" y="4756150"/>
          <p14:tracePt t="86328" x="4121150" y="4730750"/>
          <p14:tracePt t="86345" x="4006850" y="4718050"/>
          <p14:tracePt t="86362" x="3975100" y="4718050"/>
          <p14:tracePt t="86378" x="3962400" y="4718050"/>
          <p14:tracePt t="86395" x="3956050" y="4718050"/>
          <p14:tracePt t="86428" x="3943350" y="4718050"/>
          <p14:tracePt t="86445" x="3937000" y="4718050"/>
          <p14:tracePt t="86461" x="3930650" y="4718050"/>
          <p14:tracePt t="86512" x="3917950" y="4718050"/>
          <p14:tracePt t="86537" x="3911600" y="4718050"/>
          <p14:tracePt t="86680" x="3898900" y="4718050"/>
          <p14:tracePt t="86704" x="3886200" y="4718050"/>
          <p14:tracePt t="86712" x="3879850" y="4724400"/>
          <p14:tracePt t="86720" x="3848100" y="4730750"/>
          <p14:tracePt t="86728" x="3841750" y="4730750"/>
          <p14:tracePt t="86744" x="3829050" y="4743450"/>
          <p14:tracePt t="86920" x="3829050" y="4737100"/>
          <p14:tracePt t="86936" x="3854450" y="4737100"/>
          <p14:tracePt t="86952" x="3867150" y="4730750"/>
          <p14:tracePt t="86960" x="3886200" y="4724400"/>
          <p14:tracePt t="86969" x="3917950" y="4724400"/>
          <p14:tracePt t="86978" x="3937000" y="4724400"/>
          <p14:tracePt t="86995" x="3987800" y="4724400"/>
          <p14:tracePt t="87011" x="4038600" y="4724400"/>
          <p14:tracePt t="87028" x="4083050" y="4724400"/>
          <p14:tracePt t="87044" x="4102100" y="4724400"/>
          <p14:tracePt t="87061" x="4210050" y="4743450"/>
          <p14:tracePt t="87078" x="4286250" y="4749800"/>
          <p14:tracePt t="87080" x="4324350" y="4756150"/>
          <p14:tracePt t="87094" x="4349750" y="4762500"/>
          <p14:tracePt t="87111" x="4432300" y="4775200"/>
          <p14:tracePt t="87128" x="4470400" y="4781550"/>
          <p14:tracePt t="87144" x="4489450" y="4781550"/>
          <p14:tracePt t="87161" x="4521200" y="4787900"/>
          <p14:tracePt t="87178" x="4527550" y="4787900"/>
          <p14:tracePt t="87195" x="4540250" y="4787900"/>
          <p14:tracePt t="87552" x="4546600" y="4787900"/>
          <p14:tracePt t="87561" x="4610100" y="4781550"/>
          <p14:tracePt t="87569" x="4616450" y="4781550"/>
          <p14:tracePt t="87578" x="4629150" y="4775200"/>
          <p14:tracePt t="87594" x="4648200" y="4775200"/>
          <p14:tracePt t="87612" x="4654550" y="4775200"/>
          <p14:tracePt t="87628" x="4673600" y="4781550"/>
          <p14:tracePt t="87645" x="4718050" y="4800600"/>
          <p14:tracePt t="87661" x="4756150" y="4806950"/>
          <p14:tracePt t="87678" x="4851400" y="4826000"/>
          <p14:tracePt t="87695" x="4914900" y="4838700"/>
          <p14:tracePt t="87711" x="4940300" y="4845050"/>
          <p14:tracePt t="87728" x="5041900" y="4851400"/>
          <p14:tracePt t="87745" x="5099050" y="4857750"/>
          <p14:tracePt t="87761" x="5149850" y="4851400"/>
          <p14:tracePt t="87778" x="5219700" y="4845050"/>
          <p14:tracePt t="87795" x="5226050" y="4845050"/>
          <p14:tracePt t="87812" x="5238750" y="4838700"/>
          <p14:tracePt t="87828" x="5283200" y="4832350"/>
          <p14:tracePt t="87845" x="5302250" y="4826000"/>
          <p14:tracePt t="87861" x="5321300" y="4819650"/>
          <p14:tracePt t="87878" x="5340350" y="4813300"/>
          <p14:tracePt t="87895" x="5359400" y="4813300"/>
          <p14:tracePt t="87912" x="5384800" y="4800600"/>
          <p14:tracePt t="87928" x="5410200" y="4794250"/>
          <p14:tracePt t="87945" x="5416550" y="4787900"/>
          <p14:tracePt t="87978" x="5429250" y="4781550"/>
          <p14:tracePt t="88008" x="5429250" y="4775200"/>
          <p14:tracePt t="88040" x="5435600" y="4768850"/>
          <p14:tracePt t="88056" x="5435600" y="4762500"/>
          <p14:tracePt t="88072" x="5435600" y="4749800"/>
          <p14:tracePt t="88082" x="5435600" y="4737100"/>
          <p14:tracePt t="88097" x="5429250" y="4737100"/>
          <p14:tracePt t="88113" x="5429250" y="4730750"/>
          <p14:tracePt t="88128" x="5422900" y="4718050"/>
          <p14:tracePt t="88144" x="5403850" y="4699000"/>
          <p14:tracePt t="88161" x="5391150" y="4686300"/>
          <p14:tracePt t="88178" x="5372100" y="4679950"/>
          <p14:tracePt t="88194" x="5295900" y="4654550"/>
          <p14:tracePt t="88211" x="5207000" y="4629150"/>
          <p14:tracePt t="88228" x="5099050" y="4616450"/>
          <p14:tracePt t="88245" x="4864100" y="4572000"/>
          <p14:tracePt t="88261" x="4724400" y="4546600"/>
          <p14:tracePt t="88278" x="4667250" y="4540250"/>
          <p14:tracePt t="88295" x="4432300" y="4508500"/>
          <p14:tracePt t="88312" x="4305300" y="4489450"/>
          <p14:tracePt t="88328" x="4064000" y="4464050"/>
          <p14:tracePt t="88345" x="4019550" y="4464050"/>
          <p14:tracePt t="88361" x="3956050" y="4464050"/>
          <p14:tracePt t="88378" x="3886200" y="4489450"/>
          <p14:tracePt t="88395" x="3841750" y="4495800"/>
          <p14:tracePt t="88411" x="3822700" y="4514850"/>
          <p14:tracePt t="88428" x="3803650" y="4521200"/>
          <p14:tracePt t="88445" x="3765550" y="4540250"/>
          <p14:tracePt t="88461" x="3714750" y="4572000"/>
          <p14:tracePt t="88478" x="3657600" y="4610100"/>
          <p14:tracePt t="88495" x="3587750" y="4660900"/>
          <p14:tracePt t="88511" x="3536950" y="4699000"/>
          <p14:tracePt t="88528" x="3498850" y="4730750"/>
          <p14:tracePt t="88545" x="3473450" y="4762500"/>
          <p14:tracePt t="88561" x="3467100" y="4787900"/>
          <p14:tracePt t="88578" x="3467100" y="4813300"/>
          <p14:tracePt t="88595" x="3467100" y="4819650"/>
          <p14:tracePt t="88612" x="3479800" y="4838700"/>
          <p14:tracePt t="88628" x="3479800" y="4851400"/>
          <p14:tracePt t="88645" x="3498850" y="4851400"/>
          <p14:tracePt t="88661" x="3543300" y="4876800"/>
          <p14:tracePt t="88678" x="3619500" y="4895850"/>
          <p14:tracePt t="88695" x="3663950" y="4902200"/>
          <p14:tracePt t="88711" x="3829050" y="4921250"/>
          <p14:tracePt t="88728" x="4095750" y="4927600"/>
          <p14:tracePt t="88744" x="4286250" y="4927600"/>
          <p14:tracePt t="88761" x="4737100" y="4921250"/>
          <p14:tracePt t="88778" x="4800600" y="4914900"/>
          <p14:tracePt t="88795" x="5048250" y="4902200"/>
          <p14:tracePt t="88811" x="5397500" y="4902200"/>
          <p14:tracePt t="88828" x="5549900" y="4895850"/>
          <p14:tracePt t="88845" x="5676900" y="4895850"/>
          <p14:tracePt t="88861" x="5854700" y="4889500"/>
          <p14:tracePt t="88878" x="5969000" y="4883150"/>
          <p14:tracePt t="88895" x="6045200" y="4876800"/>
          <p14:tracePt t="88911" x="6184900" y="4864100"/>
          <p14:tracePt t="88928" x="6280150" y="4857750"/>
          <p14:tracePt t="88945" x="6318250" y="4857750"/>
          <p14:tracePt t="88961" x="6394450" y="4851400"/>
          <p14:tracePt t="88978" x="6413500" y="4851400"/>
          <p14:tracePt t="88995" x="6438900" y="4838700"/>
          <p14:tracePt t="89028" x="6445250" y="4832350"/>
          <p14:tracePt t="89045" x="6451600" y="4819650"/>
          <p14:tracePt t="89061" x="6451600" y="4813300"/>
          <p14:tracePt t="89078" x="6457950" y="4794250"/>
          <p14:tracePt t="89081" x="6464300" y="4794250"/>
          <p14:tracePt t="89104" x="6470650" y="4781550"/>
          <p14:tracePt t="89128" x="6470650" y="4775200"/>
          <p14:tracePt t="89137" x="6470650" y="4762500"/>
          <p14:tracePt t="89145" x="6483350" y="4756150"/>
          <p14:tracePt t="89161" x="6483350" y="4743450"/>
          <p14:tracePt t="89178" x="6483350" y="4730750"/>
          <p14:tracePt t="89225" x="6489700" y="4718050"/>
          <p14:tracePt t="89240" x="6489700" y="4711700"/>
          <p14:tracePt t="89257" x="6489700" y="4705350"/>
          <p14:tracePt t="89272" x="6483350" y="4699000"/>
          <p14:tracePt t="89281" x="6477000" y="4679950"/>
          <p14:tracePt t="89295" x="6464300" y="4679950"/>
          <p14:tracePt t="89312" x="6388100" y="4635500"/>
          <p14:tracePt t="89328" x="6305550" y="4610100"/>
          <p14:tracePt t="89345" x="6203950" y="4565650"/>
          <p14:tracePt t="89362" x="6184900" y="4565650"/>
          <p14:tracePt t="89378" x="6153150" y="4559300"/>
          <p14:tracePt t="89394" x="6134100" y="4552950"/>
          <p14:tracePt t="89411" x="6089650" y="4552950"/>
          <p14:tracePt t="89428" x="6070600" y="4552950"/>
          <p14:tracePt t="89445" x="6057900" y="4552950"/>
          <p14:tracePt t="89462" x="5981700" y="4552950"/>
          <p14:tracePt t="89478" x="5930900" y="4559300"/>
          <p14:tracePt t="89495" x="5899150" y="4578350"/>
          <p14:tracePt t="89512" x="5842000" y="4603750"/>
          <p14:tracePt t="89528" x="5765800" y="4648200"/>
          <p14:tracePt t="89545" x="5759450" y="4667250"/>
          <p14:tracePt t="89562" x="5727700" y="4705350"/>
          <p14:tracePt t="89578" x="5721350" y="4711700"/>
          <p14:tracePt t="89595" x="5715000" y="4724400"/>
          <p14:tracePt t="89612" x="5695950" y="4756150"/>
          <p14:tracePt t="89628" x="5689600" y="4775200"/>
          <p14:tracePt t="89645" x="5683250" y="4787900"/>
          <p14:tracePt t="89661" x="5683250" y="4794250"/>
          <p14:tracePt t="89678" x="5683250" y="4826000"/>
          <p14:tracePt t="89695" x="5689600" y="4832350"/>
          <p14:tracePt t="89711" x="5695950" y="4851400"/>
          <p14:tracePt t="89728" x="5702300" y="4857750"/>
          <p14:tracePt t="89745" x="5721350" y="4876800"/>
          <p14:tracePt t="89761" x="5772150" y="4889500"/>
          <p14:tracePt t="89778" x="5873750" y="4908550"/>
          <p14:tracePt t="89795" x="5975350" y="4908550"/>
          <p14:tracePt t="89812" x="6000750" y="4908550"/>
          <p14:tracePt t="89828" x="6146800" y="4902200"/>
          <p14:tracePt t="89845" x="6242050" y="4902200"/>
          <p14:tracePt t="89861" x="6330950" y="4895850"/>
          <p14:tracePt t="89878" x="6400800" y="4883150"/>
          <p14:tracePt t="89895" x="6438900" y="4876800"/>
          <p14:tracePt t="89912" x="6445250" y="4870450"/>
          <p14:tracePt t="89928" x="6457950" y="4857750"/>
          <p14:tracePt t="89961" x="6464300" y="4857750"/>
          <p14:tracePt t="89978" x="6464300" y="4838700"/>
          <p14:tracePt t="89995" x="6464300" y="4826000"/>
          <p14:tracePt t="90011" x="6457950" y="4813300"/>
          <p14:tracePt t="90028" x="6457950" y="4806950"/>
          <p14:tracePt t="90073" x="6451600" y="4800600"/>
          <p14:tracePt t="90560" x="6445250" y="4800600"/>
          <p14:tracePt t="90577" x="6438900" y="4800600"/>
          <p14:tracePt t="90585" x="6426200" y="4819650"/>
          <p14:tracePt t="90595" x="6394450" y="4832350"/>
          <p14:tracePt t="90612" x="6343650" y="4876800"/>
          <p14:tracePt t="90628" x="6330950" y="4883150"/>
          <p14:tracePt t="90728" x="6324600" y="4883150"/>
          <p14:tracePt t="90736" x="6311900" y="4895850"/>
          <p14:tracePt t="90760" x="6305550" y="4921250"/>
          <p14:tracePt t="90769" x="6292850" y="4927600"/>
          <p14:tracePt t="90778" x="6286500" y="4959350"/>
          <p14:tracePt t="90794" x="6267450" y="4978400"/>
          <p14:tracePt t="90811" x="6203950" y="5060950"/>
          <p14:tracePt t="90828" x="6191250" y="5099050"/>
          <p14:tracePt t="90846" x="6146800" y="5156200"/>
          <p14:tracePt t="90862" x="6108700" y="5219700"/>
          <p14:tracePt t="90878" x="6089650" y="5257800"/>
          <p14:tracePt t="90895" x="6070600" y="5289550"/>
          <p14:tracePt t="90912" x="6064250" y="5295900"/>
          <p14:tracePt t="90928" x="6051550" y="5327650"/>
          <p14:tracePt t="90945" x="6045200" y="5334000"/>
          <p14:tracePt t="90962" x="6032500" y="5334000"/>
          <p14:tracePt t="90995" x="6026150" y="5334000"/>
          <p14:tracePt t="91011" x="6026150" y="5327650"/>
          <p14:tracePt t="91028" x="6026150" y="5314950"/>
          <p14:tracePt t="91368" x="6026150" y="5308600"/>
          <p14:tracePt t="91440" x="6019800" y="5302250"/>
          <p14:tracePt t="91448" x="6019800" y="5295900"/>
          <p14:tracePt t="91456" x="6019800" y="5289550"/>
          <p14:tracePt t="91465" x="6013450" y="5283200"/>
          <p14:tracePt t="91478" x="6013450" y="5276850"/>
          <p14:tracePt t="91495" x="6013450" y="5264150"/>
          <p14:tracePt t="91511" x="6013450" y="5257800"/>
          <p14:tracePt t="91528" x="6007100" y="5245100"/>
          <p14:tracePt t="91800" x="6013450" y="5245100"/>
          <p14:tracePt t="92081" x="6019800" y="5245100"/>
          <p14:tracePt t="92104" x="6026150" y="5232400"/>
          <p14:tracePt t="92120" x="6032500" y="5232400"/>
          <p14:tracePt t="93521" x="6032500" y="5226050"/>
          <p14:tracePt t="93528" x="6026150" y="5226050"/>
          <p14:tracePt t="93537" x="6026150" y="5219700"/>
          <p14:tracePt t="93545" x="6026150" y="5213350"/>
          <p14:tracePt t="93561" x="6019800" y="5213350"/>
          <p14:tracePt t="93578" x="6013450" y="5200650"/>
          <p14:tracePt t="93595" x="6007100" y="5194300"/>
          <p14:tracePt t="93612" x="6007100" y="5168900"/>
          <p14:tracePt t="93628" x="6007100" y="5162550"/>
          <p14:tracePt t="93645" x="6013450" y="5143500"/>
          <p14:tracePt t="93661" x="6013450" y="5124450"/>
          <p14:tracePt t="93678" x="6038850" y="5080000"/>
          <p14:tracePt t="93695" x="6045200" y="5067300"/>
          <p14:tracePt t="93712" x="6057900" y="5029200"/>
          <p14:tracePt t="93728" x="6070600" y="4972050"/>
          <p14:tracePt t="93745" x="6076950" y="4953000"/>
          <p14:tracePt t="93761" x="6076950" y="4946650"/>
          <p14:tracePt t="95137" x="6076950" y="4940300"/>
          <p14:tracePt t="95144" x="6076950" y="4927600"/>
          <p14:tracePt t="95153" x="6076950" y="4914900"/>
          <p14:tracePt t="95161" x="6064250" y="4902200"/>
          <p14:tracePt t="95178" x="6032500" y="4832350"/>
          <p14:tracePt t="95195" x="6013450" y="4806950"/>
          <p14:tracePt t="95211" x="5962650" y="4762500"/>
          <p14:tracePt t="95228" x="5943600" y="4749800"/>
          <p14:tracePt t="95244" x="5899150" y="4724400"/>
          <p14:tracePt t="95261" x="5765800" y="4673600"/>
          <p14:tracePt t="95278" x="5613400" y="4648200"/>
          <p14:tracePt t="95295" x="5372100" y="4603750"/>
          <p14:tracePt t="95311" x="5340350" y="4603750"/>
          <p14:tracePt t="95328" x="5207000" y="4591050"/>
          <p14:tracePt t="95345" x="5111750" y="4603750"/>
          <p14:tracePt t="95361" x="5035550" y="4616450"/>
          <p14:tracePt t="95378" x="4978400" y="4635500"/>
          <p14:tracePt t="95395" x="4857750" y="4673600"/>
          <p14:tracePt t="95411" x="4775200" y="4699000"/>
          <p14:tracePt t="95428" x="4686300" y="4768850"/>
          <p14:tracePt t="95445" x="4597400" y="4813300"/>
          <p14:tracePt t="95461" x="4572000" y="4845050"/>
          <p14:tracePt t="95478" x="4533900" y="4883150"/>
          <p14:tracePt t="95495" x="4508500" y="4902200"/>
          <p14:tracePt t="95512" x="4470400" y="4946650"/>
          <p14:tracePt t="95528" x="4337050" y="5029200"/>
          <p14:tracePt t="95545" x="4311650" y="5048250"/>
          <p14:tracePt t="95561" x="4165600" y="5149850"/>
          <p14:tracePt t="95578" x="4064000" y="5213350"/>
          <p14:tracePt t="95595" x="3886200" y="5314950"/>
          <p14:tracePt t="95612" x="3803650" y="5359400"/>
          <p14:tracePt t="95628" x="3765550" y="5384800"/>
          <p14:tracePt t="95645" x="3721100" y="5410200"/>
          <p14:tracePt t="95661" x="3702050" y="5422900"/>
          <p14:tracePt t="95695" x="3702050" y="5416550"/>
          <p14:tracePt t="96336" x="3683000" y="5416550"/>
          <p14:tracePt t="96344" x="3606800" y="5448300"/>
          <p14:tracePt t="96360" x="3575050" y="5454650"/>
          <p14:tracePt t="96368" x="3498850" y="5480050"/>
          <p14:tracePt t="96378" x="3340100" y="5505450"/>
          <p14:tracePt t="96395" x="3238500" y="5518150"/>
          <p14:tracePt t="96411" x="3162300" y="5518150"/>
          <p14:tracePt t="96428" x="3060700" y="5505450"/>
          <p14:tracePt t="96445" x="3016250" y="5505450"/>
          <p14:tracePt t="96461" x="2921000" y="5486400"/>
          <p14:tracePt t="96478" x="2749550" y="5422900"/>
          <p14:tracePt t="96494" x="2660650" y="5378450"/>
          <p14:tracePt t="96511" x="2571750" y="5295900"/>
          <p14:tracePt t="96528" x="2349500" y="4978400"/>
          <p14:tracePt t="96545" x="2190750" y="4781550"/>
          <p14:tracePt t="96562" x="1943100" y="4521200"/>
          <p14:tracePt t="96578" x="1879600" y="4470400"/>
          <p14:tracePt t="96595" x="1828800" y="4451350"/>
          <p14:tracePt t="96612" x="1809750" y="4445000"/>
          <p14:tracePt t="96645" x="1784350" y="4457700"/>
          <p14:tracePt t="96661" x="1771650" y="4470400"/>
          <p14:tracePt t="96678" x="1758950" y="4483100"/>
          <p14:tracePt t="96695" x="1758950" y="4489450"/>
          <p14:tracePt t="96711" x="1739900" y="4508500"/>
          <p14:tracePt t="96728" x="1714500" y="4527550"/>
          <p14:tracePt t="96745" x="1689100" y="4546600"/>
          <p14:tracePt t="96761" x="1644650" y="4572000"/>
          <p14:tracePt t="96778" x="1612900" y="4578350"/>
          <p14:tracePt t="96795" x="1466850" y="4616450"/>
          <p14:tracePt t="96811" x="1352550" y="4635500"/>
          <p14:tracePt t="96828" x="1276350" y="4635500"/>
          <p14:tracePt t="96845" x="1206500" y="4654550"/>
          <p14:tracePt t="96861" x="1200150" y="4654550"/>
          <p14:tracePt t="96878" x="1181100" y="4660900"/>
          <p14:tracePt t="96895" x="1168400" y="4660900"/>
          <p14:tracePt t="96921" x="1162050" y="4667250"/>
          <p14:tracePt t="96929" x="1149350" y="4667250"/>
          <p14:tracePt t="96944" x="1117600" y="4686300"/>
          <p14:tracePt t="96961" x="1111250" y="4686300"/>
          <p14:tracePt t="96978" x="1079500" y="4705350"/>
          <p14:tracePt t="97056" x="1066800" y="4711700"/>
          <p14:tracePt t="97072" x="1066800" y="4718050"/>
          <p14:tracePt t="100592" x="1066800" y="4705350"/>
          <p14:tracePt t="100600" x="1066800" y="4692650"/>
          <p14:tracePt t="100611" x="1060450" y="4686300"/>
          <p14:tracePt t="100628" x="1041400" y="4667250"/>
          <p14:tracePt t="100644" x="1028700" y="4641850"/>
          <p14:tracePt t="100661" x="1022350" y="4629150"/>
          <p14:tracePt t="100678" x="1016000" y="4629150"/>
          <p14:tracePt t="100694" x="1003300" y="4610100"/>
          <p14:tracePt t="100711" x="1003300" y="4603750"/>
          <p14:tracePt t="100728" x="1003300" y="4597400"/>
          <p14:tracePt t="100960" x="1003300" y="4603750"/>
          <p14:tracePt t="100977" x="1009650" y="4610100"/>
          <p14:tracePt t="101016" x="1016000" y="4616450"/>
          <p14:tracePt t="101048" x="1016000" y="4629150"/>
          <p14:tracePt t="101056" x="1022350" y="4629150"/>
          <p14:tracePt t="101064" x="1022350" y="4635500"/>
          <p14:tracePt t="101078" x="1028700" y="4635500"/>
          <p14:tracePt t="101094" x="1041400" y="4641850"/>
          <p14:tracePt t="101111" x="1041400" y="4648200"/>
          <p14:tracePt t="101312" x="1041400" y="4641850"/>
          <p14:tracePt t="101321" x="1041400" y="4629150"/>
          <p14:tracePt t="101329" x="1028700" y="4610100"/>
          <p14:tracePt t="101345" x="977900" y="4540250"/>
          <p14:tracePt t="101361" x="901700" y="4241800"/>
          <p14:tracePt t="101378" x="876300" y="4064000"/>
          <p14:tracePt t="101394" x="844550" y="3956050"/>
          <p14:tracePt t="101411" x="717550" y="3289300"/>
          <p14:tracePt t="101428" x="654050" y="2876550"/>
          <p14:tracePt t="101449" x="431800" y="1968500"/>
          <p14:tracePt t="101469" x="349250" y="1631950"/>
          <p14:tracePt t="101485" x="292100" y="1485900"/>
          <p14:tracePt t="101494" x="241300" y="1371600"/>
          <p14:tracePt t="101511" x="63500" y="94615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1.4  INTERNET HISTORY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1.4.2 Birth of the Internet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1972,  Cerf and Kahn devised the idea of a gateway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TCP/IP 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1973,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Cerf and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Kahn proposed TCP(Transmission Control Protocol)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1977, TCP split into TCP and IP(Internet Protocol)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MILNET</a:t>
            </a:r>
            <a:endParaRPr lang="en-US" altLang="ko-KR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1983, ARPANET split into Military Network and ARPANET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CSNET</a:t>
            </a:r>
            <a:endParaRPr lang="en-US" altLang="ko-KR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Computer Science Network, 1981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Using TCP/IP</a:t>
            </a:r>
          </a:p>
        </p:txBody>
      </p:sp>
    </p:spTree>
  </p:cSld>
  <p:clrMapOvr>
    <a:masterClrMapping/>
  </p:clrMapOvr>
  <p:transition spd="med" advTm="106854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66" x="4851400" y="3683000"/>
          <p14:tracePt t="414" x="4857750" y="3683000"/>
          <p14:tracePt t="422" x="4857750" y="3689350"/>
          <p14:tracePt t="430" x="4857750" y="3702050"/>
          <p14:tracePt t="445" x="4864100" y="3721100"/>
          <p14:tracePt t="461" x="4921250" y="3765550"/>
          <p14:tracePt t="478" x="4972050" y="3784600"/>
          <p14:tracePt t="494" x="5035550" y="3822700"/>
          <p14:tracePt t="511" x="5200650" y="3886200"/>
          <p14:tracePt t="528" x="5314950" y="3930650"/>
          <p14:tracePt t="545" x="5391150" y="3956050"/>
          <p14:tracePt t="561" x="5607050" y="4038600"/>
          <p14:tracePt t="578" x="5753100" y="4076700"/>
          <p14:tracePt t="594" x="6070600" y="4159250"/>
          <p14:tracePt t="611" x="6184900" y="4197350"/>
          <p14:tracePt t="628" x="6413500" y="4229100"/>
          <p14:tracePt t="645" x="6470650" y="4241800"/>
          <p14:tracePt t="661" x="6597650" y="4260850"/>
          <p14:tracePt t="678" x="6692900" y="4267200"/>
          <p14:tracePt t="694" x="6718300" y="4273550"/>
          <p14:tracePt t="711" x="6737350" y="4273550"/>
          <p14:tracePt t="728" x="6743700" y="4273550"/>
          <p14:tracePt t="744" x="6769100" y="4273550"/>
          <p14:tracePt t="997" x="6769100" y="4267200"/>
          <p14:tracePt t="1021" x="6756400" y="4267200"/>
          <p14:tracePt t="1373" x="6756400" y="4260850"/>
          <p14:tracePt t="1389" x="6756400" y="4254500"/>
          <p14:tracePt t="1413" x="6743700" y="4248150"/>
          <p14:tracePt t="1421" x="6737350" y="4248150"/>
          <p14:tracePt t="1429" x="6737350" y="4235450"/>
          <p14:tracePt t="1453" x="6743700" y="4222750"/>
          <p14:tracePt t="1469" x="6743700" y="4216400"/>
          <p14:tracePt t="1478" x="6750050" y="4210050"/>
          <p14:tracePt t="1494" x="6750050" y="4197350"/>
          <p14:tracePt t="1511" x="6762750" y="4184650"/>
          <p14:tracePt t="1545" x="6762750" y="4178300"/>
          <p14:tracePt t="1565" x="6762750" y="4171950"/>
          <p14:tracePt t="1578" x="6769100" y="4165600"/>
          <p14:tracePt t="1677" x="6769100" y="4152900"/>
          <p14:tracePt t="1693" x="6775450" y="4140200"/>
          <p14:tracePt t="1725" x="6775450" y="4133850"/>
          <p14:tracePt t="1733" x="6775450" y="4127500"/>
          <p14:tracePt t="1744" x="6775450" y="4114800"/>
          <p14:tracePt t="1761" x="6775450" y="4057650"/>
          <p14:tracePt t="1778" x="6705600" y="4006850"/>
          <p14:tracePt t="1794" x="6661150" y="3968750"/>
          <p14:tracePt t="1811" x="6496050" y="3848100"/>
          <p14:tracePt t="1828" x="6375400" y="3797300"/>
          <p14:tracePt t="1845" x="6273800" y="3746500"/>
          <p14:tracePt t="1861" x="6076950" y="3651250"/>
          <p14:tracePt t="1878" x="6007100" y="3625850"/>
          <p14:tracePt t="1894" x="5835650" y="3524250"/>
          <p14:tracePt t="1911" x="5715000" y="3467100"/>
          <p14:tracePt t="1928" x="5588000" y="3409950"/>
          <p14:tracePt t="1945" x="5435600" y="3333750"/>
          <p14:tracePt t="1961" x="5372100" y="3321050"/>
          <p14:tracePt t="1978" x="5283200" y="3289300"/>
          <p14:tracePt t="1995" x="5156200" y="3238500"/>
          <p14:tracePt t="2011" x="5099050" y="3200400"/>
          <p14:tracePt t="2015" x="5080000" y="3200400"/>
          <p14:tracePt t="2028" x="5035550" y="3162300"/>
          <p14:tracePt t="2045" x="5016500" y="3111500"/>
          <p14:tracePt t="2061" x="4991100" y="3079750"/>
          <p14:tracePt t="2078" x="4959350" y="3009900"/>
          <p14:tracePt t="2095" x="4940300" y="2971800"/>
          <p14:tracePt t="2111" x="4908550" y="2914650"/>
          <p14:tracePt t="2128" x="4889500" y="2901950"/>
          <p14:tracePt t="2145" x="4883150" y="2901950"/>
          <p14:tracePt t="2161" x="4876800" y="2889250"/>
          <p14:tracePt t="2206" x="4876800" y="2882900"/>
          <p14:tracePt t="2990" x="4876800" y="2876550"/>
          <p14:tracePt t="2999" x="4876800" y="2870200"/>
          <p14:tracePt t="3012" x="4870450" y="2863850"/>
          <p14:tracePt t="3028" x="4838700" y="2794000"/>
          <p14:tracePt t="3045" x="4813300" y="2730500"/>
          <p14:tracePt t="3061" x="4673600" y="2419350"/>
          <p14:tracePt t="3078" x="4597400" y="2298700"/>
          <p14:tracePt t="3094" x="4438650" y="2146300"/>
          <p14:tracePt t="3111" x="4330700" y="2082800"/>
          <p14:tracePt t="3128" x="4267200" y="2038350"/>
          <p14:tracePt t="3144" x="3994150" y="1924050"/>
          <p14:tracePt t="3161" x="3848100" y="1879600"/>
          <p14:tracePt t="3178" x="3587750" y="1828800"/>
          <p14:tracePt t="3194" x="3460750" y="1809750"/>
          <p14:tracePt t="3211" x="3378200" y="1803400"/>
          <p14:tracePt t="3228" x="3200400" y="1797050"/>
          <p14:tracePt t="3244" x="3143250" y="1797050"/>
          <p14:tracePt t="3261" x="3060700" y="1797050"/>
          <p14:tracePt t="3278" x="2997200" y="1797050"/>
          <p14:tracePt t="3295" x="2990850" y="1803400"/>
          <p14:tracePt t="3311" x="2965450" y="1803400"/>
          <p14:tracePt t="3328" x="2940050" y="1803400"/>
          <p14:tracePt t="3345" x="2933700" y="1803400"/>
          <p14:tracePt t="3361" x="2921000" y="1803400"/>
          <p14:tracePt t="3406" x="2914650" y="1803400"/>
          <p14:tracePt t="3582" x="2901950" y="1803400"/>
          <p14:tracePt t="3606" x="2889250" y="1803400"/>
          <p14:tracePt t="3614" x="2876550" y="1803400"/>
          <p14:tracePt t="3622" x="2863850" y="1816100"/>
          <p14:tracePt t="3630" x="2838450" y="1828800"/>
          <p14:tracePt t="3645" x="2819400" y="1854200"/>
          <p14:tracePt t="3661" x="2641600" y="1981200"/>
          <p14:tracePt t="3678" x="2622550" y="2006600"/>
          <p14:tracePt t="3694" x="2501900" y="2133600"/>
          <p14:tracePt t="3711" x="2451100" y="2184400"/>
          <p14:tracePt t="3728" x="2419350" y="2235200"/>
          <p14:tracePt t="3745" x="2381250" y="2286000"/>
          <p14:tracePt t="3761" x="2374900" y="2292350"/>
          <p14:tracePt t="3778" x="2368550" y="2298700"/>
          <p14:tracePt t="3795" x="2368550" y="2305050"/>
          <p14:tracePt t="3870" x="2374900" y="2305050"/>
          <p14:tracePt t="3902" x="2381250" y="2305050"/>
          <p14:tracePt t="3910" x="2393950" y="2305050"/>
          <p14:tracePt t="3925" x="2406650" y="2305050"/>
          <p14:tracePt t="3934" x="2419350" y="2305050"/>
          <p14:tracePt t="3950" x="2444750" y="2305050"/>
          <p14:tracePt t="3961" x="2457450" y="2305050"/>
          <p14:tracePt t="3978" x="2482850" y="2311400"/>
          <p14:tracePt t="3994" x="2514600" y="2317750"/>
          <p14:tracePt t="4011" x="2540000" y="2324100"/>
          <p14:tracePt t="4014" x="2546350" y="2324100"/>
          <p14:tracePt t="4028" x="2552700" y="2324100"/>
          <p14:tracePt t="4045" x="2584450" y="2336800"/>
          <p14:tracePt t="4061" x="2603500" y="2349500"/>
          <p14:tracePt t="4078" x="2616200" y="2349500"/>
          <p14:tracePt t="4094" x="2622550" y="2355850"/>
          <p14:tracePt t="4366" x="2616200" y="2349500"/>
          <p14:tracePt t="4382" x="2571750" y="2292350"/>
          <p14:tracePt t="4390" x="2463800" y="2178050"/>
          <p14:tracePt t="4398" x="2343150" y="2032000"/>
          <p14:tracePt t="4411" x="2247900" y="1955800"/>
          <p14:tracePt t="4428" x="1911350" y="1708150"/>
          <p14:tracePt t="4445" x="1733550" y="1651000"/>
          <p14:tracePt t="4461" x="1485900" y="1606550"/>
          <p14:tracePt t="4478" x="1384300" y="1600200"/>
          <p14:tracePt t="4494" x="1308100" y="1600200"/>
          <p14:tracePt t="4511" x="1238250" y="1606550"/>
          <p14:tracePt t="4528" x="1193800" y="1619250"/>
          <p14:tracePt t="4545" x="1181100" y="1625600"/>
          <p14:tracePt t="4561" x="1181100" y="1631950"/>
          <p14:tracePt t="4578" x="1168400" y="1631950"/>
          <p14:tracePt t="4594" x="1162050" y="1638300"/>
          <p14:tracePt t="4611" x="1162050" y="1644650"/>
          <p14:tracePt t="4628" x="1162050" y="1663700"/>
          <p14:tracePt t="4645" x="1130300" y="1689100"/>
          <p14:tracePt t="4661" x="965200" y="1771650"/>
          <p14:tracePt t="4678" x="946150" y="1778000"/>
          <p14:tracePt t="4694" x="825500" y="1809750"/>
          <p14:tracePt t="4711" x="806450" y="1809750"/>
          <p14:tracePt t="4728" x="781050" y="1816100"/>
          <p14:tracePt t="4744" x="774700" y="1816100"/>
          <p14:tracePt t="4814" x="768350" y="1816100"/>
          <p14:tracePt t="4830" x="768350" y="1803400"/>
          <p14:tracePt t="4845" x="768350" y="1797050"/>
          <p14:tracePt t="4861" x="749300" y="1778000"/>
          <p14:tracePt t="4878" x="730250" y="1720850"/>
          <p14:tracePt t="4895" x="685800" y="1682750"/>
          <p14:tracePt t="4911" x="673100" y="1670050"/>
          <p14:tracePt t="4928" x="654050" y="1657350"/>
          <p14:tracePt t="4945" x="647700" y="1657350"/>
          <p14:tracePt t="5286" x="647700" y="1651000"/>
          <p14:tracePt t="5310" x="647700" y="1644650"/>
          <p14:tracePt t="5318" x="641350" y="1638300"/>
          <p14:tracePt t="5328" x="641350" y="1631950"/>
          <p14:tracePt t="5344" x="628650" y="1625600"/>
          <p14:tracePt t="5361" x="628650" y="1619250"/>
          <p14:tracePt t="20262" x="628650" y="1625600"/>
          <p14:tracePt t="20278" x="628650" y="1631950"/>
          <p14:tracePt t="20294" x="622300" y="1638300"/>
          <p14:tracePt t="20662" x="622300" y="1631950"/>
          <p14:tracePt t="20853" x="622300" y="1625600"/>
          <p14:tracePt t="22358" x="622300" y="1631950"/>
          <p14:tracePt t="22365" x="622300" y="1638300"/>
          <p14:tracePt t="22413" x="622300" y="1644650"/>
          <p14:tracePt t="34269" x="622300" y="1651000"/>
          <p14:tracePt t="34278" x="622300" y="1657350"/>
          <p14:tracePt t="34645" x="622300" y="1651000"/>
          <p14:tracePt t="34693" x="609600" y="1651000"/>
          <p14:tracePt t="34725" x="603250" y="1644650"/>
          <p14:tracePt t="34734" x="596900" y="1644650"/>
          <p14:tracePt t="34744" x="577850" y="1638300"/>
          <p14:tracePt t="34761" x="558800" y="1631950"/>
          <p14:tracePt t="34778" x="552450" y="1619250"/>
          <p14:tracePt t="34811" x="539750" y="1638300"/>
          <p14:tracePt t="34828" x="482600" y="1816100"/>
          <p14:tracePt t="34844" x="457200" y="1860550"/>
          <p14:tracePt t="34861" x="298450" y="2190750"/>
          <p14:tracePt t="34878" x="266700" y="2241550"/>
          <p14:tracePt t="34894" x="158750" y="2387600"/>
          <p14:tracePt t="34911" x="146050" y="2444750"/>
          <p14:tracePt t="34928" x="120650" y="2470150"/>
          <p14:tracePt t="34944" x="107950" y="2476500"/>
          <p14:tracePt t="35037" x="107950" y="2482850"/>
          <p14:tracePt t="35110" x="107950" y="2489200"/>
          <p14:tracePt t="35133" x="114300" y="2489200"/>
          <p14:tracePt t="35141" x="127000" y="2489200"/>
          <p14:tracePt t="35149" x="139700" y="2482850"/>
          <p14:tracePt t="35161" x="146050" y="2482850"/>
          <p14:tracePt t="35177" x="165100" y="2463800"/>
          <p14:tracePt t="35211" x="196850" y="2438400"/>
          <p14:tracePt t="35228" x="215900" y="2413000"/>
          <p14:tracePt t="35244" x="266700" y="2355850"/>
          <p14:tracePt t="35261" x="273050" y="2336800"/>
          <p14:tracePt t="35277" x="279400" y="2330450"/>
          <p14:tracePt t="35294" x="292100" y="2324100"/>
          <p14:tracePt t="35327" x="298450" y="2317750"/>
          <p14:tracePt t="35344" x="304800" y="2317750"/>
          <p14:tracePt t="35361" x="311150" y="2305050"/>
          <p14:tracePt t="35377" x="317500" y="2305050"/>
          <p14:tracePt t="35394" x="330200" y="2298700"/>
          <p14:tracePt t="35411" x="355600" y="2279650"/>
          <p14:tracePt t="35427" x="381000" y="2260600"/>
          <p14:tracePt t="35444" x="419100" y="2235200"/>
          <p14:tracePt t="35461" x="450850" y="2216150"/>
          <p14:tracePt t="35477" x="469900" y="2197100"/>
          <p14:tracePt t="35494" x="482600" y="2184400"/>
          <p14:tracePt t="35528" x="495300" y="2184400"/>
          <p14:tracePt t="35544" x="495300" y="2171700"/>
          <p14:tracePt t="35561" x="508000" y="2171700"/>
          <p14:tracePt t="35582" x="508000" y="2165350"/>
          <p14:tracePt t="35717" x="514350" y="2159000"/>
          <p14:tracePt t="35734" x="520700" y="2152650"/>
          <p14:tracePt t="35758" x="533400" y="2146300"/>
          <p14:tracePt t="35767" x="533400" y="2139950"/>
          <p14:tracePt t="35778" x="539750" y="2133600"/>
          <p14:tracePt t="35794" x="558800" y="2120900"/>
          <p14:tracePt t="35812" x="584200" y="2101850"/>
          <p14:tracePt t="35827" x="590550" y="2095500"/>
          <p14:tracePt t="35844" x="603250" y="2082800"/>
          <p14:tracePt t="35893" x="609600" y="2082800"/>
          <p14:tracePt t="36390" x="609600" y="2089150"/>
          <p14:tracePt t="36414" x="609600" y="2095500"/>
          <p14:tracePt t="36437" x="603250" y="2101850"/>
          <p14:tracePt t="36461" x="603250" y="2108200"/>
          <p14:tracePt t="36477" x="603250" y="2120900"/>
          <p14:tracePt t="36493" x="590550" y="2120900"/>
          <p14:tracePt t="36509" x="590550" y="2133600"/>
          <p14:tracePt t="36533" x="590550" y="2139950"/>
          <p14:tracePt t="36550" x="590550" y="2146300"/>
          <p14:tracePt t="37125" x="590550" y="2152650"/>
          <p14:tracePt t="37142" x="584200" y="2152650"/>
          <p14:tracePt t="37165" x="584200" y="2165350"/>
          <p14:tracePt t="37182" x="577850" y="2165350"/>
          <p14:tracePt t="37197" x="571500" y="2171700"/>
          <p14:tracePt t="50285" x="571500" y="2165350"/>
          <p14:tracePt t="50429" x="577850" y="2159000"/>
          <p14:tracePt t="50677" x="577850" y="2152650"/>
          <p14:tracePt t="50925" x="584200" y="2139950"/>
          <p14:tracePt t="50950" x="590550" y="2127250"/>
          <p14:tracePt t="50961" x="590550" y="2101850"/>
          <p14:tracePt t="50977" x="590550" y="1924050"/>
          <p14:tracePt t="50994" x="584200" y="1473200"/>
          <p14:tracePt t="51010" x="571500" y="958850"/>
          <p14:tracePt t="51028" x="514350" y="692150"/>
          <p14:tracePt t="51030" x="482600" y="584200"/>
          <p14:tracePt t="51044" x="450850" y="514350"/>
          <p14:tracePt t="51060" x="406400" y="330200"/>
          <p14:tracePt t="51077" x="406400" y="323850"/>
          <p14:tracePt t="51237" x="393700" y="323850"/>
          <p14:tracePt t="51246" x="393700" y="330200"/>
          <p14:tracePt t="51261" x="393700" y="349250"/>
          <p14:tracePt t="51277" x="381000" y="355600"/>
          <p14:tracePt t="51294" x="349250" y="431800"/>
          <p14:tracePt t="51311" x="330200" y="482600"/>
          <p14:tracePt t="51327" x="330200" y="520700"/>
          <p14:tracePt t="51344" x="323850" y="571500"/>
          <p14:tracePt t="51361" x="317500" y="590550"/>
          <p14:tracePt t="51377" x="298450" y="628650"/>
          <p14:tracePt t="51394" x="298450" y="704850"/>
          <p14:tracePt t="51411" x="285750" y="755650"/>
          <p14:tracePt t="51427" x="285750" y="787400"/>
          <p14:tracePt t="51444" x="285750" y="800100"/>
          <p14:tracePt t="51460" x="285750" y="889000"/>
          <p14:tracePt t="51477" x="285750" y="920750"/>
          <p14:tracePt t="51494" x="285750" y="977900"/>
          <p14:tracePt t="51511" x="285750" y="1028700"/>
          <p14:tracePt t="51527" x="285750" y="1066800"/>
          <p14:tracePt t="51544" x="292100" y="1149350"/>
          <p14:tracePt t="51561" x="311150" y="1200150"/>
          <p14:tracePt t="51577" x="317500" y="1257300"/>
          <p14:tracePt t="51594" x="317500" y="1320800"/>
          <p14:tracePt t="51610" x="330200" y="1377950"/>
          <p14:tracePt t="51627" x="330200" y="1416050"/>
          <p14:tracePt t="51644" x="342900" y="1447800"/>
          <p14:tracePt t="51660" x="361950" y="1511300"/>
          <p14:tracePt t="51677" x="361950" y="1536700"/>
          <p14:tracePt t="51694" x="368300" y="1543050"/>
          <p14:tracePt t="51789" x="368300" y="1549400"/>
          <p14:tracePt t="51797" x="368300" y="1562100"/>
          <p14:tracePt t="51811" x="368300" y="1593850"/>
          <p14:tracePt t="51827" x="368300" y="1625600"/>
          <p14:tracePt t="51844" x="457200" y="1822450"/>
          <p14:tracePt t="51860" x="508000" y="2025650"/>
          <p14:tracePt t="51877" x="546100" y="2114550"/>
          <p14:tracePt t="51894" x="635000" y="2273300"/>
          <p14:tracePt t="51911" x="654050" y="2305050"/>
          <p14:tracePt t="51927" x="717550" y="2368550"/>
          <p14:tracePt t="51944" x="812800" y="2444750"/>
          <p14:tracePt t="51961" x="882650" y="2495550"/>
          <p14:tracePt t="51977" x="1035050" y="2584450"/>
          <p14:tracePt t="51994" x="1085850" y="2628900"/>
          <p14:tracePt t="52011" x="1123950" y="2654300"/>
          <p14:tracePt t="52027" x="1200150" y="2698750"/>
          <p14:tracePt t="52030" x="1295400" y="2762250"/>
          <p14:tracePt t="52044" x="1333500" y="2781300"/>
          <p14:tracePt t="52061" x="1403350" y="2838450"/>
          <p14:tracePt t="52077" x="1479550" y="2889250"/>
          <p14:tracePt t="52094" x="1492250" y="2901950"/>
          <p14:tracePt t="52111" x="1530350" y="2921000"/>
          <p14:tracePt t="52127" x="1562100" y="2952750"/>
          <p14:tracePt t="52144" x="1562100" y="2959100"/>
          <p14:tracePt t="52161" x="1581150" y="2965450"/>
          <p14:tracePt t="52177" x="1587500" y="2978150"/>
          <p14:tracePt t="52194" x="1593850" y="2990850"/>
          <p14:tracePt t="52211" x="1619250" y="3022600"/>
          <p14:tracePt t="52227" x="1670050" y="3073400"/>
          <p14:tracePt t="52244" x="1708150" y="3105150"/>
          <p14:tracePt t="52260" x="1746250" y="3136900"/>
          <p14:tracePt t="52278" x="1778000" y="3149600"/>
          <p14:tracePt t="52294" x="1797050" y="3155950"/>
          <p14:tracePt t="52533" x="1790700" y="3155950"/>
          <p14:tracePt t="52549" x="1790700" y="3143250"/>
          <p14:tracePt t="52561" x="1771650" y="3130550"/>
          <p14:tracePt t="52577" x="1708150" y="3111500"/>
          <p14:tracePt t="52594" x="1657350" y="3098800"/>
          <p14:tracePt t="52611" x="1619250" y="3092450"/>
          <p14:tracePt t="52628" x="1568450" y="3086100"/>
          <p14:tracePt t="52644" x="1511300" y="3073400"/>
          <p14:tracePt t="52661" x="1428750" y="3067050"/>
          <p14:tracePt t="52677" x="1289050" y="3054350"/>
          <p14:tracePt t="52694" x="1200150" y="3054350"/>
          <p14:tracePt t="52711" x="1155700" y="3054350"/>
          <p14:tracePt t="52727" x="990600" y="3054350"/>
          <p14:tracePt t="52744" x="920750" y="3048000"/>
          <p14:tracePt t="52761" x="850900" y="3048000"/>
          <p14:tracePt t="52778" x="806450" y="3048000"/>
          <p14:tracePt t="52794" x="800100" y="3048000"/>
          <p14:tracePt t="52811" x="787400" y="3048000"/>
          <p14:tracePt t="52827" x="774700" y="3048000"/>
          <p14:tracePt t="52844" x="762000" y="3048000"/>
          <p14:tracePt t="52877" x="755650" y="3048000"/>
          <p14:tracePt t="52894" x="742950" y="3048000"/>
          <p14:tracePt t="53405" x="742950" y="3054350"/>
          <p14:tracePt t="53413" x="742950" y="3060700"/>
          <p14:tracePt t="53565" x="742950" y="3067050"/>
          <p14:tracePt t="54813" x="742950" y="3073400"/>
          <p14:tracePt t="58317" x="742950" y="3079750"/>
          <p14:tracePt t="58325" x="742950" y="3086100"/>
          <p14:tracePt t="58341" x="736600" y="3086100"/>
          <p14:tracePt t="58349" x="736600" y="3092450"/>
          <p14:tracePt t="59389" x="736600" y="3098800"/>
          <p14:tracePt t="69101" x="755650" y="3073400"/>
          <p14:tracePt t="69261" x="762000" y="3067050"/>
          <p14:tracePt t="69285" x="762000" y="3060700"/>
          <p14:tracePt t="69637" x="762000" y="3054350"/>
          <p14:tracePt t="69661" x="762000" y="3048000"/>
          <p14:tracePt t="69669" x="762000" y="3041650"/>
          <p14:tracePt t="69677" x="768350" y="3016250"/>
          <p14:tracePt t="69694" x="927100" y="2616200"/>
          <p14:tracePt t="69710" x="1028700" y="2393950"/>
          <p14:tracePt t="69728" x="1066800" y="2260600"/>
          <p14:tracePt t="69744" x="1104900" y="2171700"/>
          <p14:tracePt t="69760" x="1117600" y="2159000"/>
          <p14:tracePt t="69778" x="1117600" y="2152650"/>
          <p14:tracePt t="70317" x="1123950" y="2152650"/>
          <p14:tracePt t="70326" x="1123950" y="2165350"/>
          <p14:tracePt t="70349" x="1123950" y="2171700"/>
          <p14:tracePt t="70359" x="1136650" y="2171700"/>
          <p14:tracePt t="70369" x="1136650" y="2184400"/>
          <p14:tracePt t="70381" x="1136650" y="2197100"/>
          <p14:tracePt t="70397" x="1136650" y="2203450"/>
          <p14:tracePt t="70410" x="1136650" y="2216150"/>
          <p14:tracePt t="70427" x="1136650" y="2247900"/>
          <p14:tracePt t="70444" x="1136650" y="2254250"/>
          <p14:tracePt t="70460" x="1136650" y="2298700"/>
          <p14:tracePt t="70477" x="1143000" y="2362200"/>
          <p14:tracePt t="70494" x="1143000" y="2393950"/>
          <p14:tracePt t="70510" x="1162050" y="2444750"/>
          <p14:tracePt t="70527" x="1162050" y="2451100"/>
          <p14:tracePt t="70544" x="1162050" y="2476500"/>
          <p14:tracePt t="70560" x="1162050" y="2501900"/>
          <p14:tracePt t="70577" x="1162050" y="2533650"/>
          <p14:tracePt t="70594" x="1162050" y="2546350"/>
          <p14:tracePt t="70611" x="1162050" y="2552700"/>
          <p14:tracePt t="70644" x="1168400" y="2559050"/>
          <p14:tracePt t="70660" x="1174750" y="2559050"/>
          <p14:tracePt t="70677" x="1174750" y="2571750"/>
          <p14:tracePt t="70694" x="1174750" y="2584450"/>
          <p14:tracePt t="70710" x="1168400" y="2609850"/>
          <p14:tracePt t="70727" x="1155700" y="2628900"/>
          <p14:tracePt t="70744" x="1136650" y="2692400"/>
          <p14:tracePt t="70760" x="1130300" y="2736850"/>
          <p14:tracePt t="70778" x="1123950" y="2794000"/>
          <p14:tracePt t="70794" x="1104900" y="2870200"/>
          <p14:tracePt t="70811" x="1092200" y="2914650"/>
          <p14:tracePt t="70827" x="1085850" y="2933700"/>
          <p14:tracePt t="70844" x="1079500" y="2959100"/>
          <p14:tracePt t="70860" x="1079500" y="2978150"/>
          <p14:tracePt t="70877" x="1079500" y="2990850"/>
          <p14:tracePt t="70894" x="1079500" y="2997200"/>
          <p14:tracePt t="71014" x="1085850" y="3003550"/>
          <p14:tracePt t="71957" x="1085850" y="3009900"/>
          <p14:tracePt t="71965" x="1085850" y="3016250"/>
          <p14:tracePt t="71977" x="1085850" y="3022600"/>
          <p14:tracePt t="71994" x="1085850" y="3041650"/>
          <p14:tracePt t="72010" x="1047750" y="3105150"/>
          <p14:tracePt t="72027" x="1009650" y="3149600"/>
          <p14:tracePt t="72030" x="996950" y="3155950"/>
          <p14:tracePt t="72044" x="971550" y="3181350"/>
          <p14:tracePt t="72061" x="952500" y="3206750"/>
          <p14:tracePt t="72077" x="939800" y="3219450"/>
          <p14:tracePt t="72094" x="895350" y="3251200"/>
          <p14:tracePt t="72110" x="882650" y="3282950"/>
          <p14:tracePt t="72127" x="800100" y="3327400"/>
          <p14:tracePt t="72144" x="781050" y="3346450"/>
          <p14:tracePt t="72160" x="768350" y="3359150"/>
          <p14:tracePt t="72177" x="723900" y="3403600"/>
          <p14:tracePt t="72194" x="711200" y="3416300"/>
          <p14:tracePt t="72210" x="666750" y="3441700"/>
          <p14:tracePt t="72227" x="654050" y="3454400"/>
          <p14:tracePt t="72244" x="635000" y="3473450"/>
          <p14:tracePt t="72260" x="603250" y="3498850"/>
          <p14:tracePt t="72277" x="577850" y="3511550"/>
          <p14:tracePt t="72294" x="546100" y="3536950"/>
          <p14:tracePt t="72311" x="533400" y="3556000"/>
          <p14:tracePt t="72328" x="495300" y="3587750"/>
          <p14:tracePt t="72344" x="476250" y="3600450"/>
          <p14:tracePt t="72361" x="457200" y="3619500"/>
          <p14:tracePt t="72565" x="457200" y="3613150"/>
          <p14:tracePt t="72573" x="463550" y="3606800"/>
          <p14:tracePt t="72597" x="469900" y="3600450"/>
          <p14:tracePt t="72605" x="476250" y="3587750"/>
          <p14:tracePt t="72613" x="488950" y="3587750"/>
          <p14:tracePt t="72627" x="488950" y="3575050"/>
          <p14:tracePt t="72644" x="508000" y="3556000"/>
          <p14:tracePt t="72660" x="527050" y="3543300"/>
          <p14:tracePt t="72677" x="552450" y="3530600"/>
          <p14:tracePt t="72694" x="565150" y="3517900"/>
          <p14:tracePt t="72711" x="577850" y="3511550"/>
          <p14:tracePt t="72729" x="590550" y="3511550"/>
          <p14:tracePt t="77437" x="590550" y="3517900"/>
          <p14:tracePt t="78965" x="590550" y="3524250"/>
          <p14:tracePt t="85325" x="590550" y="3517900"/>
          <p14:tracePt t="85397" x="590550" y="3511550"/>
          <p14:tracePt t="85437" x="590550" y="3505200"/>
          <p14:tracePt t="85589" x="590550" y="3498850"/>
          <p14:tracePt t="85837" x="590550" y="3486150"/>
          <p14:tracePt t="85861" x="596900" y="3473450"/>
          <p14:tracePt t="85876" x="596900" y="3467100"/>
          <p14:tracePt t="85887" x="609600" y="3441700"/>
          <p14:tracePt t="85897" x="615950" y="3435350"/>
          <p14:tracePt t="85911" x="641350" y="3403600"/>
          <p14:tracePt t="85927" x="647700" y="3403600"/>
          <p14:tracePt t="85944" x="685800" y="3397250"/>
          <p14:tracePt t="85960" x="762000" y="3403600"/>
          <p14:tracePt t="85977" x="1104900" y="3486150"/>
          <p14:tracePt t="85995" x="1473200" y="3600450"/>
          <p14:tracePt t="86010" x="1651000" y="3676650"/>
          <p14:tracePt t="86027" x="2025650" y="3841750"/>
          <p14:tracePt t="86029" x="2101850" y="3860800"/>
          <p14:tracePt t="86044" x="2178050" y="3886200"/>
          <p14:tracePt t="86060" x="2527300" y="3962400"/>
          <p14:tracePt t="86077" x="2717800" y="3987800"/>
          <p14:tracePt t="86094" x="2819400" y="3994150"/>
          <p14:tracePt t="86111" x="3111500" y="4057650"/>
          <p14:tracePt t="86127" x="3282950" y="4102100"/>
          <p14:tracePt t="86144" x="3448050" y="4165600"/>
          <p14:tracePt t="86160" x="3816350" y="4298950"/>
          <p14:tracePt t="86177" x="3943350" y="4343400"/>
          <p14:tracePt t="86194" x="4121150" y="4406900"/>
          <p14:tracePt t="86210" x="4559300" y="4508500"/>
          <p14:tracePt t="86227" x="4730750" y="4527550"/>
          <p14:tracePt t="86244" x="5086350" y="4546600"/>
          <p14:tracePt t="86261" x="5289550" y="4527550"/>
          <p14:tracePt t="86277" x="5467350" y="4508500"/>
          <p14:tracePt t="86294" x="5861050" y="4438650"/>
          <p14:tracePt t="86310" x="6108700" y="4394200"/>
          <p14:tracePt t="86327" x="6483350" y="4337050"/>
          <p14:tracePt t="86344" x="6718300" y="4305300"/>
          <p14:tracePt t="86360" x="6940550" y="4292600"/>
          <p14:tracePt t="86377" x="7131050" y="4279900"/>
          <p14:tracePt t="86394" x="7385050" y="4260850"/>
          <p14:tracePt t="86410" x="7499350" y="4260850"/>
          <p14:tracePt t="86427" x="7588250" y="4260850"/>
          <p14:tracePt t="86444" x="7613650" y="4260850"/>
          <p14:tracePt t="86460" x="7816850" y="4279900"/>
          <p14:tracePt t="86477" x="7912100" y="4298950"/>
          <p14:tracePt t="86494" x="7988300" y="4305300"/>
          <p14:tracePt t="86510" x="8013700" y="4311650"/>
          <p14:tracePt t="86527" x="8026400" y="4311650"/>
          <p14:tracePt t="86565" x="8032750" y="4311650"/>
          <p14:tracePt t="86573" x="8045450" y="4311650"/>
          <p14:tracePt t="86589" x="8051800" y="4311650"/>
          <p14:tracePt t="86597" x="8070850" y="4311650"/>
          <p14:tracePt t="86610" x="8115300" y="4311650"/>
          <p14:tracePt t="86627" x="8185150" y="4305300"/>
          <p14:tracePt t="86644" x="8191500" y="4298950"/>
          <p14:tracePt t="86660" x="8210550" y="4279900"/>
          <p14:tracePt t="86677" x="8210550" y="4273550"/>
          <p14:tracePt t="86694" x="8210550" y="4248150"/>
          <p14:tracePt t="86711" x="8166100" y="4191000"/>
          <p14:tracePt t="86727" x="8128000" y="4152900"/>
          <p14:tracePt t="86744" x="8102600" y="4108450"/>
          <p14:tracePt t="86761" x="8051800" y="4083050"/>
          <p14:tracePt t="86778" x="8039100" y="4064000"/>
          <p14:tracePt t="86794" x="8007350" y="4051300"/>
          <p14:tracePt t="86811" x="7956550" y="4025900"/>
          <p14:tracePt t="86827" x="7931150" y="4013200"/>
          <p14:tracePt t="86844" x="7861300" y="3994150"/>
          <p14:tracePt t="86860" x="7747000" y="3956050"/>
          <p14:tracePt t="86877" x="7696200" y="3943350"/>
          <p14:tracePt t="86894" x="7632700" y="3930650"/>
          <p14:tracePt t="86911" x="7613650" y="3924300"/>
          <p14:tracePt t="86927" x="7600950" y="3924300"/>
          <p14:tracePt t="86944" x="7581900" y="3917950"/>
          <p14:tracePt t="86961" x="7569200" y="3917950"/>
          <p14:tracePt t="86994" x="7556500" y="3924300"/>
          <p14:tracePt t="87011" x="7537450" y="3930650"/>
          <p14:tracePt t="87014" x="7518400" y="3943350"/>
          <p14:tracePt t="87027" x="7499350" y="3975100"/>
          <p14:tracePt t="87044" x="7493000" y="3975100"/>
          <p14:tracePt t="87061" x="7416800" y="4032250"/>
          <p14:tracePt t="87077" x="7353300" y="4070350"/>
          <p14:tracePt t="87094" x="7334250" y="4083050"/>
          <p14:tracePt t="87111" x="7334250" y="4089400"/>
          <p14:tracePt t="87127" x="7321550" y="4095750"/>
          <p14:tracePt t="87144" x="7321550" y="4102100"/>
          <p14:tracePt t="87325" x="7308850" y="4102100"/>
          <p14:tracePt t="87333" x="7302500" y="4102100"/>
          <p14:tracePt t="87344" x="7251700" y="4108450"/>
          <p14:tracePt t="87360" x="7124700" y="4127500"/>
          <p14:tracePt t="87377" x="6731000" y="4171950"/>
          <p14:tracePt t="87394" x="6432550" y="4197350"/>
          <p14:tracePt t="87410" x="6343650" y="4203700"/>
          <p14:tracePt t="87427" x="5708650" y="4311650"/>
          <p14:tracePt t="87444" x="5429250" y="4356100"/>
          <p14:tracePt t="87461" x="5048250" y="4425950"/>
          <p14:tracePt t="87477" x="5022850" y="4425950"/>
          <p14:tracePt t="87494" x="4876800" y="4451350"/>
          <p14:tracePt t="87510" x="4800600" y="4464050"/>
          <p14:tracePt t="87527" x="4743450" y="4470400"/>
          <p14:tracePt t="87544" x="4686300" y="4483100"/>
          <p14:tracePt t="87561" x="4654550" y="4483100"/>
          <p14:tracePt t="87577" x="4616450" y="4489450"/>
          <p14:tracePt t="87594" x="4578350" y="4489450"/>
          <p14:tracePt t="87611" x="4552950" y="4489450"/>
          <p14:tracePt t="87627" x="4508500" y="4502150"/>
          <p14:tracePt t="87644" x="4502150" y="4502150"/>
          <p14:tracePt t="87661" x="4464050" y="4502150"/>
          <p14:tracePt t="87677" x="4413250" y="4502150"/>
          <p14:tracePt t="87694" x="4305300" y="4489450"/>
          <p14:tracePt t="87711" x="4222750" y="4470400"/>
          <p14:tracePt t="87727" x="4159250" y="4457700"/>
          <p14:tracePt t="87744" x="4152900" y="4451350"/>
          <p14:tracePt t="87760" x="4133850" y="4438650"/>
          <p14:tracePt t="87777" x="4114800" y="4425950"/>
          <p14:tracePt t="87794" x="4114800" y="4406900"/>
          <p14:tracePt t="87811" x="4076700" y="4381500"/>
          <p14:tracePt t="87827" x="4076700" y="4375150"/>
          <p14:tracePt t="87844" x="4076700" y="4349750"/>
          <p14:tracePt t="87861" x="4064000" y="4324350"/>
          <p14:tracePt t="87877" x="4064000" y="4318000"/>
          <p14:tracePt t="87894" x="4064000" y="4305300"/>
          <p14:tracePt t="87911" x="4064000" y="4298950"/>
          <p14:tracePt t="87927" x="4064000" y="4286250"/>
          <p14:tracePt t="87944" x="4070350" y="4267200"/>
          <p14:tracePt t="87961" x="4076700" y="4254500"/>
          <p14:tracePt t="87994" x="4089400" y="4241800"/>
          <p14:tracePt t="88011" x="4102100" y="4229100"/>
          <p14:tracePt t="88029" x="4127500" y="4222750"/>
          <p14:tracePt t="88044" x="4152900" y="4216400"/>
          <p14:tracePt t="88060" x="4191000" y="4197350"/>
          <p14:tracePt t="88077" x="4229100" y="4191000"/>
          <p14:tracePt t="88094" x="4305300" y="4191000"/>
          <p14:tracePt t="88111" x="4362450" y="4197350"/>
          <p14:tracePt t="88127" x="4470400" y="4210050"/>
          <p14:tracePt t="88144" x="4514850" y="4222750"/>
          <p14:tracePt t="88161" x="4552950" y="4229100"/>
          <p14:tracePt t="88177" x="4578350" y="4241800"/>
          <p14:tracePt t="88194" x="4610100" y="4267200"/>
          <p14:tracePt t="88210" x="4629150" y="4273550"/>
          <p14:tracePt t="88227" x="4660900" y="4298950"/>
          <p14:tracePt t="88244" x="4724400" y="4324350"/>
          <p14:tracePt t="88260" x="4768850" y="4343400"/>
          <p14:tracePt t="88277" x="4908550" y="4368800"/>
          <p14:tracePt t="88294" x="4978400" y="4368800"/>
          <p14:tracePt t="88311" x="5041900" y="4368800"/>
          <p14:tracePt t="88327" x="5118100" y="4343400"/>
          <p14:tracePt t="88344" x="5156200" y="4324350"/>
          <p14:tracePt t="88360" x="5168900" y="4318000"/>
          <p14:tracePt t="88377" x="5238750" y="4279900"/>
          <p14:tracePt t="88394" x="5257800" y="4254500"/>
          <p14:tracePt t="88411" x="5270500" y="4254500"/>
          <p14:tracePt t="88427" x="5302250" y="4229100"/>
          <p14:tracePt t="88444" x="5308600" y="4216400"/>
          <p14:tracePt t="88460" x="5340350" y="4165600"/>
          <p14:tracePt t="88477" x="5346700" y="4152900"/>
          <p14:tracePt t="88494" x="5353050" y="4140200"/>
          <p14:tracePt t="88510" x="5353050" y="4127500"/>
          <p14:tracePt t="88527" x="5346700" y="4114800"/>
          <p14:tracePt t="88544" x="5340350" y="4089400"/>
          <p14:tracePt t="88561" x="5302250" y="4064000"/>
          <p14:tracePt t="88577" x="5283200" y="4038600"/>
          <p14:tracePt t="88594" x="5226050" y="4019550"/>
          <p14:tracePt t="88611" x="5162550" y="3981450"/>
          <p14:tracePt t="88627" x="5124450" y="3968750"/>
          <p14:tracePt t="88644" x="5048250" y="3943350"/>
          <p14:tracePt t="88661" x="5016500" y="3937000"/>
          <p14:tracePt t="88677" x="4959350" y="3924300"/>
          <p14:tracePt t="88694" x="4889500" y="3911600"/>
          <p14:tracePt t="88710" x="4857750" y="3905250"/>
          <p14:tracePt t="88727" x="4826000" y="3905250"/>
          <p14:tracePt t="88744" x="4819650" y="3905250"/>
          <p14:tracePt t="88760" x="4768850" y="3905250"/>
          <p14:tracePt t="88778" x="4737100" y="3905250"/>
          <p14:tracePt t="88794" x="4699000" y="3924300"/>
          <p14:tracePt t="88811" x="4660900" y="3937000"/>
          <p14:tracePt t="88827" x="4654550" y="3937000"/>
          <p14:tracePt t="88844" x="4616450" y="3949700"/>
          <p14:tracePt t="88861" x="4521200" y="3981450"/>
          <p14:tracePt t="88877" x="4495800" y="3994150"/>
          <p14:tracePt t="88894" x="4451350" y="4013200"/>
          <p14:tracePt t="88911" x="4425950" y="4025900"/>
          <p14:tracePt t="88927" x="4387850" y="4051300"/>
          <p14:tracePt t="88944" x="4368800" y="4064000"/>
          <p14:tracePt t="88960" x="4349750" y="4076700"/>
          <p14:tracePt t="88977" x="4349750" y="4083050"/>
          <p14:tracePt t="89117" x="4349750" y="4095750"/>
          <p14:tracePt t="89125" x="4356100" y="4095750"/>
          <p14:tracePt t="89133" x="4387850" y="4102100"/>
          <p14:tracePt t="89157" x="4406900" y="4102100"/>
          <p14:tracePt t="89165" x="4419600" y="4108450"/>
          <p14:tracePt t="89177" x="4438650" y="4114800"/>
          <p14:tracePt t="89194" x="4470400" y="4121150"/>
          <p14:tracePt t="89211" x="4533900" y="4127500"/>
          <p14:tracePt t="89227" x="4629150" y="4146550"/>
          <p14:tracePt t="89244" x="4730750" y="4165600"/>
          <p14:tracePt t="89261" x="5016500" y="4191000"/>
          <p14:tracePt t="89277" x="5130800" y="4216400"/>
          <p14:tracePt t="89294" x="5232400" y="4222750"/>
          <p14:tracePt t="89310" x="5422900" y="4254500"/>
          <p14:tracePt t="89327" x="5441950" y="4254500"/>
          <p14:tracePt t="89344" x="5518150" y="4260850"/>
          <p14:tracePt t="89360" x="5613400" y="4260850"/>
          <p14:tracePt t="89377" x="5746750" y="4267200"/>
          <p14:tracePt t="89394" x="5791200" y="4267200"/>
          <p14:tracePt t="89410" x="5822950" y="4267200"/>
          <p14:tracePt t="89427" x="5854700" y="4260850"/>
          <p14:tracePt t="89444" x="5880100" y="4260850"/>
          <p14:tracePt t="89461" x="5899150" y="4254500"/>
          <p14:tracePt t="89725" x="5899150" y="4248150"/>
          <p14:tracePt t="89733" x="5899150" y="4241800"/>
          <p14:tracePt t="89749" x="5899150" y="4235450"/>
          <p14:tracePt t="89760" x="5892800" y="4229100"/>
          <p14:tracePt t="89778" x="5892800" y="4222750"/>
          <p14:tracePt t="89794" x="5892800" y="4203700"/>
          <p14:tracePt t="89811" x="5892800" y="4197350"/>
          <p14:tracePt t="89827" x="5911850" y="4165600"/>
          <p14:tracePt t="89844" x="5918200" y="4121150"/>
          <p14:tracePt t="89861" x="5924550" y="4095750"/>
          <p14:tracePt t="89877" x="5930900" y="4070350"/>
          <p14:tracePt t="89894" x="5930900" y="4057650"/>
          <p14:tracePt t="89910" x="5930900" y="4051300"/>
          <p14:tracePt t="89927" x="5930900" y="4044950"/>
          <p14:tracePt t="89944" x="5930900" y="4032250"/>
          <p14:tracePt t="89960" x="5930900" y="4025900"/>
          <p14:tracePt t="89977" x="5924550" y="4013200"/>
          <p14:tracePt t="89994" x="5918200" y="3987800"/>
          <p14:tracePt t="90010" x="5892800" y="3968750"/>
          <p14:tracePt t="90027" x="5842000" y="3937000"/>
          <p14:tracePt t="90044" x="5791200" y="3911600"/>
          <p14:tracePt t="90061" x="5664200" y="3867150"/>
          <p14:tracePt t="90077" x="5422900" y="3803650"/>
          <p14:tracePt t="90094" x="5327650" y="3784600"/>
          <p14:tracePt t="90110" x="5251450" y="3771900"/>
          <p14:tracePt t="90127" x="5022850" y="3714750"/>
          <p14:tracePt t="90144" x="4889500" y="3695700"/>
          <p14:tracePt t="90161" x="4718050" y="3663950"/>
          <p14:tracePt t="90177" x="4641850" y="3638550"/>
          <p14:tracePt t="90194" x="4546600" y="3625850"/>
          <p14:tracePt t="90211" x="4406900" y="3625850"/>
          <p14:tracePt t="90227" x="4311650" y="3625850"/>
          <p14:tracePt t="90244" x="4248150" y="3632200"/>
          <p14:tracePt t="90261" x="4019550" y="3663950"/>
          <p14:tracePt t="90277" x="3937000" y="3676650"/>
          <p14:tracePt t="90294" x="3841750" y="3702050"/>
          <p14:tracePt t="90311" x="3759200" y="3721100"/>
          <p14:tracePt t="90327" x="3689350" y="3733800"/>
          <p14:tracePt t="90344" x="3632200" y="3759200"/>
          <p14:tracePt t="90360" x="3625850" y="3759200"/>
          <p14:tracePt t="90393" x="3619500" y="3771900"/>
          <p14:tracePt t="90421" x="3619500" y="3778250"/>
          <p14:tracePt t="90429" x="3613150" y="3784600"/>
          <p14:tracePt t="90444" x="3613150" y="3790950"/>
          <p14:tracePt t="90461" x="3613150" y="3803650"/>
          <p14:tracePt t="90494" x="3613150" y="3816350"/>
          <p14:tracePt t="90525" x="3619500" y="3822700"/>
          <p14:tracePt t="90581" x="3619500" y="3835400"/>
          <p14:tracePt t="90597" x="3625850" y="3835400"/>
          <p14:tracePt t="90605" x="3632200" y="3841750"/>
          <p14:tracePt t="90621" x="3644900" y="3841750"/>
          <p14:tracePt t="90629" x="3644900" y="3848100"/>
          <p14:tracePt t="90644" x="3644900" y="3854450"/>
          <p14:tracePt t="90660" x="3657600" y="3867150"/>
          <p14:tracePt t="90677" x="3695700" y="3892550"/>
          <p14:tracePt t="90694" x="3708400" y="3892550"/>
          <p14:tracePt t="90710" x="3721100" y="3905250"/>
          <p14:tracePt t="90727" x="3765550" y="3937000"/>
          <p14:tracePt t="90744" x="3797300" y="3949700"/>
          <p14:tracePt t="90760" x="3860800" y="3968750"/>
          <p14:tracePt t="90778" x="3994150" y="4013200"/>
          <p14:tracePt t="90794" x="4044950" y="4025900"/>
          <p14:tracePt t="90811" x="4165600" y="4057650"/>
          <p14:tracePt t="90827" x="4425950" y="4108450"/>
          <p14:tracePt t="90844" x="4584700" y="4140200"/>
          <p14:tracePt t="90861" x="4857750" y="4146550"/>
          <p14:tracePt t="90877" x="4902200" y="4146550"/>
          <p14:tracePt t="90894" x="4978400" y="4146550"/>
          <p14:tracePt t="90910" x="5086350" y="4140200"/>
          <p14:tracePt t="90927" x="5124450" y="4133850"/>
          <p14:tracePt t="90944" x="5162550" y="4127500"/>
          <p14:tracePt t="90960" x="5245100" y="4114800"/>
          <p14:tracePt t="90977" x="5257800" y="4114800"/>
          <p14:tracePt t="90994" x="5321300" y="4108450"/>
          <p14:tracePt t="91010" x="5353050" y="4108450"/>
          <p14:tracePt t="91027" x="5391150" y="4095750"/>
          <p14:tracePt t="91030" x="5397500" y="4095750"/>
          <p14:tracePt t="91044" x="5403850" y="4089400"/>
          <p14:tracePt t="91061" x="5422900" y="4089400"/>
          <p14:tracePt t="91094" x="5429250" y="4083050"/>
          <p14:tracePt t="91149" x="5422900" y="4083050"/>
          <p14:tracePt t="91173" x="5391150" y="4070350"/>
          <p14:tracePt t="91181" x="5372100" y="4064000"/>
          <p14:tracePt t="91194" x="5359400" y="4051300"/>
          <p14:tracePt t="91211" x="5308600" y="4038600"/>
          <p14:tracePt t="91227" x="5213350" y="4006850"/>
          <p14:tracePt t="91244" x="5175250" y="3994150"/>
          <p14:tracePt t="91260" x="5105400" y="3975100"/>
          <p14:tracePt t="91277" x="5010150" y="3937000"/>
          <p14:tracePt t="91293" x="4946650" y="3917950"/>
          <p14:tracePt t="91310" x="4895850" y="3898900"/>
          <p14:tracePt t="91327" x="4889500" y="3898900"/>
          <p14:tracePt t="91344" x="4870450" y="3886200"/>
          <p14:tracePt t="91360" x="4832350" y="3873500"/>
          <p14:tracePt t="91377" x="4813300" y="3867150"/>
          <p14:tracePt t="91394" x="4787900" y="3867150"/>
          <p14:tracePt t="91410" x="4775200" y="3867150"/>
          <p14:tracePt t="91427" x="4762500" y="3867150"/>
          <p14:tracePt t="91444" x="4743450" y="3867150"/>
          <p14:tracePt t="91461" x="4679950" y="3886200"/>
          <p14:tracePt t="91477" x="4673600" y="3886200"/>
          <p14:tracePt t="91494" x="4648200" y="3892550"/>
          <p14:tracePt t="91510" x="4578350" y="3924300"/>
          <p14:tracePt t="91527" x="4521200" y="3949700"/>
          <p14:tracePt t="91544" x="4470400" y="3975100"/>
          <p14:tracePt t="91561" x="4451350" y="3981450"/>
          <p14:tracePt t="91577" x="4432300" y="3994150"/>
          <p14:tracePt t="91611" x="4432300" y="4000500"/>
          <p14:tracePt t="91669" x="4425950" y="4006850"/>
          <p14:tracePt t="91701" x="4425950" y="4019550"/>
          <p14:tracePt t="91725" x="4419600" y="4019550"/>
          <p14:tracePt t="91813" x="4419600" y="4025900"/>
          <p14:tracePt t="91837" x="4425950" y="4032250"/>
          <p14:tracePt t="91853" x="4432300" y="4044950"/>
          <p14:tracePt t="91869" x="4438650" y="4044950"/>
          <p14:tracePt t="91877" x="4445000" y="4051300"/>
          <p14:tracePt t="91885" x="4457700" y="4051300"/>
          <p14:tracePt t="91893" x="4464050" y="4057650"/>
          <p14:tracePt t="91910" x="4476750" y="4064000"/>
          <p14:tracePt t="91927" x="4552950" y="4076700"/>
          <p14:tracePt t="91944" x="4559300" y="4089400"/>
          <p14:tracePt t="91961" x="4603750" y="4095750"/>
          <p14:tracePt t="91977" x="4711700" y="4114800"/>
          <p14:tracePt t="91994" x="4826000" y="4140200"/>
          <p14:tracePt t="92011" x="4927600" y="4152900"/>
          <p14:tracePt t="92014" x="5048250" y="4171950"/>
          <p14:tracePt t="92028" x="5092700" y="4171950"/>
          <p14:tracePt t="92044" x="5149850" y="4171950"/>
          <p14:tracePt t="92061" x="5289550" y="4178300"/>
          <p14:tracePt t="92077" x="5391150" y="4178300"/>
          <p14:tracePt t="92094" x="5473700" y="4165600"/>
          <p14:tracePt t="92110" x="5530850" y="4159250"/>
          <p14:tracePt t="92127" x="5607050" y="4146550"/>
          <p14:tracePt t="92144" x="5664200" y="4133850"/>
          <p14:tracePt t="92161" x="5746750" y="4121150"/>
          <p14:tracePt t="92177" x="5784850" y="4121150"/>
          <p14:tracePt t="92194" x="5861050" y="4114800"/>
          <p14:tracePt t="92210" x="5880100" y="4114800"/>
          <p14:tracePt t="92227" x="5886450" y="4114800"/>
          <p14:tracePt t="92244" x="5911850" y="4114800"/>
          <p14:tracePt t="92260" x="5924550" y="4102100"/>
          <p14:tracePt t="92349" x="5937250" y="4095750"/>
          <p14:tracePt t="92389" x="5937250" y="4083050"/>
          <p14:tracePt t="92405" x="5937250" y="4076700"/>
          <p14:tracePt t="92413" x="5930900" y="4070350"/>
          <p14:tracePt t="92436" x="5937250" y="4064000"/>
          <p14:tracePt t="92445" x="5937250" y="4057650"/>
          <p14:tracePt t="92460" x="5937250" y="4051300"/>
          <p14:tracePt t="92477" x="5930900" y="4044950"/>
          <p14:tracePt t="92494" x="5924550" y="4019550"/>
          <p14:tracePt t="92510" x="5873750" y="3975100"/>
          <p14:tracePt t="92527" x="5803900" y="3937000"/>
          <p14:tracePt t="92544" x="5664200" y="3892550"/>
          <p14:tracePt t="92560" x="5626100" y="3873500"/>
          <p14:tracePt t="92577" x="5543550" y="3854450"/>
          <p14:tracePt t="92594" x="5473700" y="3841750"/>
          <p14:tracePt t="92610" x="5365750" y="3822700"/>
          <p14:tracePt t="92627" x="5308600" y="3816350"/>
          <p14:tracePt t="92644" x="5270500" y="3810000"/>
          <p14:tracePt t="92660" x="5073650" y="3784600"/>
          <p14:tracePt t="92677" x="4972050" y="3784600"/>
          <p14:tracePt t="92694" x="4743450" y="3816350"/>
          <p14:tracePt t="92710" x="4597400" y="3848100"/>
          <p14:tracePt t="92727" x="4406900" y="3892550"/>
          <p14:tracePt t="92744" x="4318000" y="3911600"/>
          <p14:tracePt t="92760" x="4235450" y="3943350"/>
          <p14:tracePt t="92778" x="4152900" y="3975100"/>
          <p14:tracePt t="92794" x="4127500" y="3987800"/>
          <p14:tracePt t="92810" x="4127500" y="3994150"/>
          <p14:tracePt t="92827" x="4121150" y="4000500"/>
          <p14:tracePt t="92844" x="4114800" y="4006850"/>
          <p14:tracePt t="92860" x="4108450" y="4013200"/>
          <p14:tracePt t="93213" x="4108450" y="4019550"/>
          <p14:tracePt t="93237" x="4108450" y="4025900"/>
          <p14:tracePt t="93269" x="4121150" y="4025900"/>
          <p14:tracePt t="93277" x="4121150" y="4032250"/>
          <p14:tracePt t="93285" x="4140200" y="4038600"/>
          <p14:tracePt t="93310" x="4140200" y="4051300"/>
          <p14:tracePt t="93317" x="4146550" y="4051300"/>
          <p14:tracePt t="93333" x="4159250" y="4057650"/>
          <p14:tracePt t="93344" x="4165600" y="4057650"/>
          <p14:tracePt t="93360" x="4171950" y="4057650"/>
          <p14:tracePt t="93377" x="4184650" y="4070350"/>
          <p14:tracePt t="93394" x="4197350" y="4070350"/>
          <p14:tracePt t="93411" x="4216400" y="4076700"/>
          <p14:tracePt t="93427" x="4229100" y="4089400"/>
          <p14:tracePt t="93444" x="4305300" y="4114800"/>
          <p14:tracePt t="93460" x="4368800" y="4133850"/>
          <p14:tracePt t="93477" x="4445000" y="4165600"/>
          <p14:tracePt t="93494" x="4508500" y="4184650"/>
          <p14:tracePt t="93510" x="4540250" y="4191000"/>
          <p14:tracePt t="93527" x="4616450" y="4191000"/>
          <p14:tracePt t="93544" x="4692650" y="4197350"/>
          <p14:tracePt t="93561" x="4737100" y="4197350"/>
          <p14:tracePt t="93577" x="4794250" y="4197350"/>
          <p14:tracePt t="93594" x="4819650" y="4197350"/>
          <p14:tracePt t="93610" x="4895850" y="4191000"/>
          <p14:tracePt t="93627" x="4921250" y="4191000"/>
          <p14:tracePt t="93644" x="4978400" y="4184650"/>
          <p14:tracePt t="93661" x="5054600" y="4178300"/>
          <p14:tracePt t="93677" x="5073650" y="4178300"/>
          <p14:tracePt t="93694" x="5118100" y="4178300"/>
          <p14:tracePt t="93710" x="5181600" y="4178300"/>
          <p14:tracePt t="93727" x="5226050" y="4178300"/>
          <p14:tracePt t="93744" x="5270500" y="4178300"/>
          <p14:tracePt t="93760" x="5314950" y="4178300"/>
          <p14:tracePt t="93778" x="5321300" y="4178300"/>
          <p14:tracePt t="93794" x="5346700" y="4178300"/>
          <p14:tracePt t="93811" x="5359400" y="4178300"/>
          <p14:tracePt t="93827" x="5397500" y="4178300"/>
          <p14:tracePt t="93844" x="5435600" y="4178300"/>
          <p14:tracePt t="93860" x="5461000" y="4178300"/>
          <p14:tracePt t="93877" x="5524500" y="4184650"/>
          <p14:tracePt t="93894" x="5556250" y="4184650"/>
          <p14:tracePt t="93910" x="5607050" y="4184650"/>
          <p14:tracePt t="93927" x="5626100" y="4178300"/>
          <p14:tracePt t="93944" x="5651500" y="4178300"/>
          <p14:tracePt t="94053" x="5657850" y="4178300"/>
          <p14:tracePt t="94421" x="5664200" y="4178300"/>
          <p14:tracePt t="94437" x="5664200" y="4171950"/>
          <p14:tracePt t="94837" x="5664200" y="4165600"/>
          <p14:tracePt t="94845" x="5664200" y="4159250"/>
          <p14:tracePt t="94861" x="5664200" y="4152900"/>
          <p14:tracePt t="94869" x="5676900" y="4146550"/>
          <p14:tracePt t="94877" x="5676900" y="4140200"/>
          <p14:tracePt t="94894" x="5683250" y="4133850"/>
          <p14:tracePt t="94910" x="5683250" y="4121150"/>
          <p14:tracePt t="94927" x="5702300" y="4102100"/>
          <p14:tracePt t="94944" x="5708650" y="4089400"/>
          <p14:tracePt t="94960" x="5715000" y="4064000"/>
          <p14:tracePt t="94977" x="5721350" y="4057650"/>
          <p14:tracePt t="94994" x="5721350" y="4032250"/>
          <p14:tracePt t="95011" x="5721350" y="4019550"/>
          <p14:tracePt t="95014" x="5715000" y="4013200"/>
          <p14:tracePt t="95027" x="5715000" y="4000500"/>
          <p14:tracePt t="95044" x="5689600" y="3975100"/>
          <p14:tracePt t="95061" x="5226050" y="3911600"/>
          <p14:tracePt t="95077" x="4584700" y="3924300"/>
          <p14:tracePt t="95094" x="3448050" y="4108450"/>
          <p14:tracePt t="95110" x="2635250" y="4267200"/>
          <p14:tracePt t="95127" x="2311400" y="4337050"/>
          <p14:tracePt t="95144" x="1517650" y="4483100"/>
          <p14:tracePt t="95160" x="1200150" y="4540250"/>
          <p14:tracePt t="95177" x="831850" y="4629150"/>
          <p14:tracePt t="95194" x="698500" y="4654550"/>
          <p14:tracePt t="95215" x="508000" y="4718050"/>
          <p14:tracePt t="95227" x="476250" y="4718050"/>
          <p14:tracePt t="95244" x="412750" y="4724400"/>
          <p14:tracePt t="95260" x="387350" y="4724400"/>
          <p14:tracePt t="95277" x="381000" y="4724400"/>
          <p14:tracePt t="95294" x="374650" y="4718050"/>
          <p14:tracePt t="95311" x="374650" y="4711700"/>
          <p14:tracePt t="95327" x="368300" y="4686300"/>
          <p14:tracePt t="95344" x="361950" y="4679950"/>
          <p14:tracePt t="95360" x="342900" y="4635500"/>
          <p14:tracePt t="95377" x="342900" y="4610100"/>
          <p14:tracePt t="95394" x="342900" y="4591050"/>
          <p14:tracePt t="95410" x="336550" y="4572000"/>
          <p14:tracePt t="95427" x="323850" y="4552950"/>
          <p14:tracePt t="95460" x="323850" y="4546600"/>
          <p14:tracePt t="95485" x="330200" y="4540250"/>
          <p14:tracePt t="95494" x="330200" y="4533900"/>
          <p14:tracePt t="95517" x="336550" y="4527550"/>
          <p14:tracePt t="95527" x="349250" y="4521200"/>
          <p14:tracePt t="95544" x="355600" y="4514850"/>
          <p14:tracePt t="95561" x="368300" y="4502150"/>
          <p14:tracePt t="95594" x="374650" y="4495800"/>
          <p14:tracePt t="95645" x="381000" y="4495800"/>
          <p14:tracePt t="95693" x="387350" y="4495800"/>
          <p14:tracePt t="95701" x="400050" y="4495800"/>
          <p14:tracePt t="95710" x="406400" y="4495800"/>
          <p14:tracePt t="95727" x="425450" y="4502150"/>
          <p14:tracePt t="95744" x="438150" y="4514850"/>
          <p14:tracePt t="95760" x="457200" y="4514850"/>
          <p14:tracePt t="95778" x="495300" y="4527550"/>
          <p14:tracePt t="95794" x="514350" y="4527550"/>
          <p14:tracePt t="95810" x="546100" y="4533900"/>
          <p14:tracePt t="95827" x="577850" y="4533900"/>
          <p14:tracePt t="95844" x="584200" y="4533900"/>
          <p14:tracePt t="95861" x="596900" y="4533900"/>
          <p14:tracePt t="95893" x="603250" y="4533900"/>
          <p14:tracePt t="95910" x="609600" y="4533900"/>
          <p14:tracePt t="95940" x="622300" y="4533900"/>
          <p14:tracePt t="95965" x="622300" y="4546600"/>
          <p14:tracePt t="95973" x="628650" y="4546600"/>
          <p14:tracePt t="95981" x="628650" y="4559300"/>
          <p14:tracePt t="95993" x="641350" y="4578350"/>
          <p14:tracePt t="96010" x="647700" y="4597400"/>
          <p14:tracePt t="96027" x="660400" y="4648200"/>
          <p14:tracePt t="96044" x="711200" y="4762500"/>
          <p14:tracePt t="96060" x="742950" y="4857750"/>
          <p14:tracePt t="96077" x="793750" y="4933950"/>
          <p14:tracePt t="96093" x="800100" y="4953000"/>
          <p14:tracePt t="96110" x="825500" y="5003800"/>
          <p14:tracePt t="96127" x="895350" y="5092700"/>
          <p14:tracePt t="96143" x="958850" y="5130800"/>
          <p14:tracePt t="96160" x="1054100" y="5187950"/>
          <p14:tracePt t="96177" x="1263650" y="5270500"/>
          <p14:tracePt t="96193" x="1333500" y="5289550"/>
          <p14:tracePt t="96210" x="1498600" y="5321300"/>
          <p14:tracePt t="96227" x="1733550" y="5346700"/>
          <p14:tracePt t="96244" x="1860550" y="5359400"/>
          <p14:tracePt t="96260" x="2171700" y="5359400"/>
          <p14:tracePt t="96277" x="2228850" y="5372100"/>
          <p14:tracePt t="96294" x="2406650" y="5378450"/>
          <p14:tracePt t="96310" x="2692400" y="5403850"/>
          <p14:tracePt t="96327" x="2819400" y="5410200"/>
          <p14:tracePt t="96344" x="2952750" y="5429250"/>
          <p14:tracePt t="96360" x="3092450" y="5448300"/>
          <p14:tracePt t="96377" x="3168650" y="5454650"/>
          <p14:tracePt t="96393" x="3238500" y="5461000"/>
          <p14:tracePt t="96410" x="3346450" y="5461000"/>
          <p14:tracePt t="96427" x="3416300" y="5461000"/>
          <p14:tracePt t="96444" x="3467100" y="5461000"/>
          <p14:tracePt t="96460" x="3530600" y="5461000"/>
          <p14:tracePt t="96477" x="3638550" y="5454650"/>
          <p14:tracePt t="96494" x="3695700" y="5441950"/>
          <p14:tracePt t="96510" x="3752850" y="5429250"/>
          <p14:tracePt t="96527" x="3867150" y="5391150"/>
          <p14:tracePt t="96544" x="3905250" y="5372100"/>
          <p14:tracePt t="96560" x="3962400" y="5353050"/>
          <p14:tracePt t="96577" x="4064000" y="5302250"/>
          <p14:tracePt t="96594" x="4102100" y="5289550"/>
          <p14:tracePt t="96611" x="4159250" y="5251450"/>
          <p14:tracePt t="96627" x="4210050" y="5226050"/>
          <p14:tracePt t="96644" x="4229100" y="5213350"/>
          <p14:tracePt t="96660" x="4318000" y="5187950"/>
          <p14:tracePt t="96677" x="4362450" y="5181600"/>
          <p14:tracePt t="96694" x="4406900" y="5168900"/>
          <p14:tracePt t="96710" x="4476750" y="5156200"/>
          <p14:tracePt t="96727" x="4521200" y="5137150"/>
          <p14:tracePt t="96744" x="4584700" y="5118100"/>
          <p14:tracePt t="96760" x="4641850" y="5099050"/>
          <p14:tracePt t="96777" x="4686300" y="5080000"/>
          <p14:tracePt t="96794" x="4813300" y="5016500"/>
          <p14:tracePt t="96811" x="4832350" y="5010150"/>
          <p14:tracePt t="96827" x="4857750" y="4997450"/>
          <p14:tracePt t="96844" x="4870450" y="4984750"/>
          <p14:tracePt t="96860" x="4876800" y="4965700"/>
          <p14:tracePt t="96877" x="4876800" y="4946650"/>
          <p14:tracePt t="96894" x="4876800" y="4921250"/>
          <p14:tracePt t="96910" x="4876800" y="4895850"/>
          <p14:tracePt t="96927" x="4864100" y="4845050"/>
          <p14:tracePt t="96944" x="4851400" y="4826000"/>
          <p14:tracePt t="96960" x="4838700" y="4819650"/>
          <p14:tracePt t="96977" x="4813300" y="4775200"/>
          <p14:tracePt t="96994" x="4781550" y="4743450"/>
          <p14:tracePt t="97010" x="4711700" y="4699000"/>
          <p14:tracePt t="97027" x="4686300" y="4692650"/>
          <p14:tracePt t="97030" x="4660900" y="4686300"/>
          <p14:tracePt t="97044" x="4654550" y="4679950"/>
          <p14:tracePt t="97060" x="4591050" y="4660900"/>
          <p14:tracePt t="97077" x="4572000" y="4654550"/>
          <p14:tracePt t="97094" x="4565650" y="4654550"/>
          <p14:tracePt t="97110" x="4546600" y="4654550"/>
          <p14:tracePt t="97144" x="4533900" y="4654550"/>
          <p14:tracePt t="97160" x="4527550" y="4654550"/>
          <p14:tracePt t="97177" x="4508500" y="4654550"/>
          <p14:tracePt t="97194" x="4489450" y="4654550"/>
          <p14:tracePt t="97210" x="4470400" y="4654550"/>
          <p14:tracePt t="97244" x="4457700" y="4654550"/>
          <p14:tracePt t="97277" x="4445000" y="4654550"/>
          <p14:tracePt t="97301" x="4432300" y="4660900"/>
          <p14:tracePt t="97309" x="4432300" y="4667250"/>
          <p14:tracePt t="97325" x="4425950" y="4673600"/>
          <p14:tracePt t="97333" x="4425950" y="4679950"/>
          <p14:tracePt t="97344" x="4413250" y="4686300"/>
          <p14:tracePt t="97361" x="4406900" y="4699000"/>
          <p14:tracePt t="97377" x="4394200" y="4711700"/>
          <p14:tracePt t="97394" x="4394200" y="4718050"/>
          <p14:tracePt t="97410" x="4368800" y="4737100"/>
          <p14:tracePt t="97427" x="4368800" y="4749800"/>
          <p14:tracePt t="97443" x="4356100" y="4762500"/>
          <p14:tracePt t="97460" x="4349750" y="4781550"/>
          <p14:tracePt t="97477" x="4349750" y="4794250"/>
          <p14:tracePt t="97494" x="4343400" y="4813300"/>
          <p14:tracePt t="97510" x="4337050" y="4826000"/>
          <p14:tracePt t="97527" x="4330700" y="4845050"/>
          <p14:tracePt t="97544" x="4318000" y="4864100"/>
          <p14:tracePt t="97561" x="4318000" y="4876800"/>
          <p14:tracePt t="97577" x="4311650" y="4889500"/>
          <p14:tracePt t="97594" x="4305300" y="4914900"/>
          <p14:tracePt t="97627" x="4298950" y="4927600"/>
          <p14:tracePt t="97644" x="4298950" y="4940300"/>
          <p14:tracePt t="97660" x="4292600" y="4965700"/>
          <p14:tracePt t="97677" x="4292600" y="4972050"/>
          <p14:tracePt t="97694" x="4292600" y="4978400"/>
          <p14:tracePt t="97710" x="4292600" y="5003800"/>
          <p14:tracePt t="97727" x="4298950" y="5003800"/>
          <p14:tracePt t="97744" x="4298950" y="5010150"/>
          <p14:tracePt t="97760" x="4298950" y="5022850"/>
          <p14:tracePt t="97778" x="4298950" y="5029200"/>
          <p14:tracePt t="97794" x="4298950" y="5041900"/>
          <p14:tracePt t="97811" x="4298950" y="5048250"/>
          <p14:tracePt t="97828" x="4298950" y="5067300"/>
          <p14:tracePt t="97844" x="4305300" y="5080000"/>
          <p14:tracePt t="97860" x="4311650" y="5099050"/>
          <p14:tracePt t="97894" x="4318000" y="5111750"/>
          <p14:tracePt t="97910" x="4324350" y="5118100"/>
          <p14:tracePt t="97927" x="4330700" y="5124450"/>
          <p14:tracePt t="97944" x="4343400" y="5124450"/>
          <p14:tracePt t="97960" x="4343400" y="5137150"/>
          <p14:tracePt t="97994" x="4356100" y="5149850"/>
          <p14:tracePt t="98027" x="4375150" y="5156200"/>
          <p14:tracePt t="98044" x="4394200" y="5156200"/>
          <p14:tracePt t="98061" x="4419600" y="5162550"/>
          <p14:tracePt t="98077" x="4432300" y="5162550"/>
          <p14:tracePt t="98094" x="4464050" y="5168900"/>
          <p14:tracePt t="98110" x="4489450" y="5168900"/>
          <p14:tracePt t="98127" x="4527550" y="5175250"/>
          <p14:tracePt t="98144" x="4546600" y="5181600"/>
          <p14:tracePt t="98160" x="4578350" y="5187950"/>
          <p14:tracePt t="98177" x="4584700" y="5187950"/>
          <p14:tracePt t="98194" x="4603750" y="5187950"/>
          <p14:tracePt t="98211" x="4629150" y="5187950"/>
          <p14:tracePt t="98227" x="4660900" y="5175250"/>
          <p14:tracePt t="98244" x="4679950" y="5175250"/>
          <p14:tracePt t="98260" x="4705350" y="5149850"/>
          <p14:tracePt t="98277" x="4718050" y="5143500"/>
          <p14:tracePt t="98311" x="4718050" y="5137150"/>
          <p14:tracePt t="98493" x="4705350" y="5162550"/>
          <p14:tracePt t="98501" x="4667250" y="5181600"/>
          <p14:tracePt t="98510" x="4603750" y="5200650"/>
          <p14:tracePt t="98527" x="4521200" y="5207000"/>
          <p14:tracePt t="98544" x="4013200" y="5289550"/>
          <p14:tracePt t="98560" x="3619500" y="5346700"/>
          <p14:tracePt t="98577" x="2984500" y="5461000"/>
          <p14:tracePt t="98593" x="2762250" y="5499100"/>
          <p14:tracePt t="98610" x="2698750" y="5524500"/>
          <p14:tracePt t="98627" x="2628900" y="5530850"/>
          <p14:tracePt t="98643" x="2603500" y="5530850"/>
          <p14:tracePt t="98660" x="2597150" y="5530850"/>
          <p14:tracePt t="98677" x="2590800" y="5530850"/>
          <p14:tracePt t="98694" x="2571750" y="5530850"/>
          <p14:tracePt t="98710" x="2552700" y="5530850"/>
          <p14:tracePt t="98727" x="2540000" y="5518150"/>
          <p14:tracePt t="98744" x="2527300" y="5505450"/>
          <p14:tracePt t="98760" x="2520950" y="5492750"/>
          <p14:tracePt t="98777" x="2495550" y="5486400"/>
          <p14:tracePt t="98794" x="2495550" y="5480050"/>
          <p14:tracePt t="98811" x="2470150" y="5467350"/>
          <p14:tracePt t="98827" x="2393950" y="5435600"/>
          <p14:tracePt t="98844" x="2330450" y="5422900"/>
          <p14:tracePt t="98860" x="2286000" y="5410200"/>
          <p14:tracePt t="98877" x="2279650" y="5403850"/>
          <p14:tracePt t="98910" x="2273300" y="5403850"/>
          <p14:tracePt t="98949" x="2273300" y="5397500"/>
          <p14:tracePt t="98957" x="2266950" y="5397500"/>
          <p14:tracePt t="98973" x="2254250" y="5391150"/>
          <p14:tracePt t="98982" x="2247900" y="5384800"/>
          <p14:tracePt t="98994" x="2247900" y="5378450"/>
          <p14:tracePt t="99010" x="2222500" y="5365750"/>
          <p14:tracePt t="99028" x="2197100" y="5340350"/>
          <p14:tracePt t="99030" x="2184400" y="5334000"/>
          <p14:tracePt t="99044" x="2171700" y="5334000"/>
          <p14:tracePt t="99060" x="2152650" y="5327650"/>
          <p14:tracePt t="99077" x="2108200" y="5308600"/>
          <p14:tracePt t="99093" x="2082800" y="5308600"/>
          <p14:tracePt t="99110" x="2057400" y="5314950"/>
          <p14:tracePt t="99127" x="1993900" y="5340350"/>
          <p14:tracePt t="99144" x="1987550" y="5346700"/>
          <p14:tracePt t="99160" x="1943100" y="5365750"/>
          <p14:tracePt t="99177" x="1885950" y="5410200"/>
          <p14:tracePt t="99194" x="1860550" y="5429250"/>
          <p14:tracePt t="99210" x="1841500" y="5448300"/>
          <p14:tracePt t="99227" x="1828800" y="5454650"/>
          <p14:tracePt t="99244" x="1828800" y="5461000"/>
          <p14:tracePt t="99260" x="1809750" y="5480050"/>
          <p14:tracePt t="99277" x="1790700" y="5492750"/>
          <p14:tracePt t="99294" x="1790700" y="5499100"/>
          <p14:tracePt t="99311" x="1790700" y="5505450"/>
          <p14:tracePt t="99327" x="1790700" y="5511800"/>
          <p14:tracePt t="99360" x="1790700" y="5524500"/>
          <p14:tracePt t="99377" x="1790700" y="5530850"/>
          <p14:tracePt t="99394" x="1790700" y="5543550"/>
          <p14:tracePt t="99410" x="1790700" y="5549900"/>
          <p14:tracePt t="99428" x="1790700" y="5556250"/>
          <p14:tracePt t="99444" x="1797050" y="5562600"/>
          <p14:tracePt t="99460" x="1816100" y="5588000"/>
          <p14:tracePt t="99477" x="1828800" y="5607050"/>
          <p14:tracePt t="99494" x="1873250" y="5619750"/>
          <p14:tracePt t="99510" x="1885950" y="5619750"/>
          <p14:tracePt t="99528" x="1930400" y="5638800"/>
          <p14:tracePt t="99544" x="2000250" y="5651500"/>
          <p14:tracePt t="99560" x="2095500" y="5664200"/>
          <p14:tracePt t="99577" x="2184400" y="5664200"/>
          <p14:tracePt t="99594" x="2324100" y="5664200"/>
          <p14:tracePt t="99610" x="2343150" y="5664200"/>
          <p14:tracePt t="99627" x="2413000" y="5664200"/>
          <p14:tracePt t="99644" x="2482850" y="5664200"/>
          <p14:tracePt t="99660" x="2559050" y="5651500"/>
          <p14:tracePt t="99677" x="2578100" y="5651500"/>
          <p14:tracePt t="99694" x="2584450" y="5651500"/>
          <p14:tracePt t="99710" x="2603500" y="5632450"/>
          <p14:tracePt t="99727" x="2635250" y="5613400"/>
          <p14:tracePt t="99744" x="2647950" y="5600700"/>
          <p14:tracePt t="99760" x="2673350" y="5575300"/>
          <p14:tracePt t="99778" x="2692400" y="5568950"/>
          <p14:tracePt t="99794" x="2698750" y="5556250"/>
          <p14:tracePt t="99811" x="2711450" y="5530850"/>
          <p14:tracePt t="99827" x="2717800" y="5518150"/>
          <p14:tracePt t="99844" x="2724150" y="5505450"/>
          <p14:tracePt t="99860" x="2736850" y="5467350"/>
          <p14:tracePt t="99877" x="2736850" y="5454650"/>
          <p14:tracePt t="99894" x="2711450" y="5429250"/>
          <p14:tracePt t="99910" x="2686050" y="5391150"/>
          <p14:tracePt t="99927" x="2552700" y="5302250"/>
          <p14:tracePt t="99944" x="2489200" y="5289550"/>
          <p14:tracePt t="99960" x="2355850" y="5245100"/>
          <p14:tracePt t="99977" x="2241550" y="5200650"/>
          <p14:tracePt t="99994" x="2171700" y="5175250"/>
          <p14:tracePt t="100011" x="2101850" y="5168900"/>
          <p14:tracePt t="100014" x="1981200" y="5149850"/>
          <p14:tracePt t="100027" x="1962150" y="5149850"/>
          <p14:tracePt t="100044" x="1924050" y="5137150"/>
          <p14:tracePt t="100061" x="1771650" y="5130800"/>
          <p14:tracePt t="100077" x="1701800" y="5149850"/>
          <p14:tracePt t="100094" x="1638300" y="5162550"/>
          <p14:tracePt t="100110" x="1530350" y="5200650"/>
          <p14:tracePt t="100127" x="1517650" y="5200650"/>
          <p14:tracePt t="100144" x="1485900" y="5219700"/>
          <p14:tracePt t="100161" x="1473200" y="5226050"/>
          <p14:tracePt t="100177" x="1466850" y="5232400"/>
          <p14:tracePt t="100194" x="1454150" y="5238750"/>
          <p14:tracePt t="100211" x="1447800" y="5245100"/>
          <p14:tracePt t="100227" x="1441450" y="5264150"/>
          <p14:tracePt t="100244" x="1435100" y="5276850"/>
          <p14:tracePt t="100260" x="1435100" y="5283200"/>
          <p14:tracePt t="100277" x="1435100" y="5308600"/>
          <p14:tracePt t="100294" x="1441450" y="5365750"/>
          <p14:tracePt t="100311" x="1441450" y="5397500"/>
          <p14:tracePt t="100327" x="1447800" y="5429250"/>
          <p14:tracePt t="100344" x="1466850" y="5454650"/>
          <p14:tracePt t="100361" x="1479550" y="5473700"/>
          <p14:tracePt t="100377" x="1479550" y="5511800"/>
          <p14:tracePt t="100394" x="1492250" y="5568950"/>
          <p14:tracePt t="100411" x="1498600" y="5594350"/>
          <p14:tracePt t="100427" x="1555750" y="5638800"/>
          <p14:tracePt t="100444" x="1555750" y="5651500"/>
          <p14:tracePt t="100460" x="1568450" y="5670550"/>
          <p14:tracePt t="100477" x="1593850" y="5683250"/>
          <p14:tracePt t="100494" x="1606550" y="5689600"/>
          <p14:tracePt t="100510" x="1631950" y="5695950"/>
          <p14:tracePt t="100527" x="1663700" y="5695950"/>
          <p14:tracePt t="100544" x="1682750" y="5695950"/>
          <p14:tracePt t="100561" x="1695450" y="5695950"/>
          <p14:tracePt t="100577" x="1714500" y="5695950"/>
          <p14:tracePt t="100594" x="1727200" y="5695950"/>
          <p14:tracePt t="100610" x="1739900" y="5695950"/>
          <p14:tracePt t="100627" x="1752600" y="5695950"/>
          <p14:tracePt t="100643" x="1765300" y="5695950"/>
          <p14:tracePt t="100660" x="1771650" y="5695950"/>
          <p14:tracePt t="100709" x="1771650" y="5689600"/>
          <p14:tracePt t="101021" x="1778000" y="5689600"/>
          <p14:tracePt t="101037" x="1790700" y="5689600"/>
          <p14:tracePt t="101046" x="1822450" y="5676900"/>
          <p14:tracePt t="101061" x="1854200" y="5664200"/>
          <p14:tracePt t="101077" x="1892300" y="5638800"/>
          <p14:tracePt t="101093" x="1962150" y="5581650"/>
          <p14:tracePt t="101110" x="1981200" y="5568950"/>
          <p14:tracePt t="101127" x="2025650" y="5518150"/>
          <p14:tracePt t="101144" x="2057400" y="5429250"/>
          <p14:tracePt t="101160" x="2076450" y="5384800"/>
          <p14:tracePt t="101177" x="2089150" y="5327650"/>
          <p14:tracePt t="101194" x="2076450" y="5257800"/>
          <p14:tracePt t="101210" x="2070100" y="5251450"/>
          <p14:tracePt t="101227" x="2032000" y="5200650"/>
          <p14:tracePt t="101244" x="1873250" y="5118100"/>
          <p14:tracePt t="101260" x="1739900" y="5067300"/>
          <p14:tracePt t="101277" x="1625600" y="5029200"/>
          <p14:tracePt t="101294" x="1562100" y="5022850"/>
          <p14:tracePt t="101311" x="1498600" y="5010150"/>
          <p14:tracePt t="101327" x="1454150" y="5010150"/>
          <p14:tracePt t="101344" x="1428750" y="5003800"/>
          <p14:tracePt t="101361" x="1422400" y="5003800"/>
          <p14:tracePt t="101405" x="1416050" y="5003800"/>
          <p14:tracePt t="101709" x="1422400" y="4997450"/>
          <p14:tracePt t="101717" x="1428750" y="4997450"/>
          <p14:tracePt t="101727" x="1454150" y="4991100"/>
          <p14:tracePt t="101743" x="1466850" y="4978400"/>
          <p14:tracePt t="101761" x="1498600" y="4972050"/>
          <p14:tracePt t="101777" x="1587500" y="4953000"/>
          <p14:tracePt t="101794" x="1644650" y="4933950"/>
          <p14:tracePt t="101810" x="1720850" y="4921250"/>
          <p14:tracePt t="101827" x="1866900" y="4902200"/>
          <p14:tracePt t="101844" x="1911350" y="4889500"/>
          <p14:tracePt t="101860" x="2025650" y="4883150"/>
          <p14:tracePt t="101877" x="2159000" y="4883150"/>
          <p14:tracePt t="101893" x="2241550" y="4883150"/>
          <p14:tracePt t="101910" x="2286000" y="4883150"/>
          <p14:tracePt t="101927" x="2343150" y="4889500"/>
          <p14:tracePt t="101943" x="2419350" y="4895850"/>
          <p14:tracePt t="101960" x="2451100" y="4895850"/>
          <p14:tracePt t="101977" x="2482850" y="4895850"/>
          <p14:tracePt t="102093" x="2495550" y="4895850"/>
          <p14:tracePt t="102156" x="2501900" y="4895850"/>
          <p14:tracePt t="102173" x="2508250" y="4895850"/>
          <p14:tracePt t="102181" x="2533650" y="4895850"/>
          <p14:tracePt t="102194" x="2552700" y="4895850"/>
          <p14:tracePt t="102210" x="2590800" y="4908550"/>
          <p14:tracePt t="102227" x="2705100" y="4933950"/>
          <p14:tracePt t="102243" x="2755900" y="4953000"/>
          <p14:tracePt t="102260" x="2838450" y="4978400"/>
          <p14:tracePt t="102277" x="2978150" y="4997450"/>
          <p14:tracePt t="102293" x="3054350" y="5010150"/>
          <p14:tracePt t="102311" x="3111500" y="5010150"/>
          <p14:tracePt t="102327" x="3194050" y="5016500"/>
          <p14:tracePt t="102344" x="3219450" y="5022850"/>
          <p14:tracePt t="102360" x="3263900" y="5022850"/>
          <p14:tracePt t="102377" x="3365500" y="5035550"/>
          <p14:tracePt t="102394" x="3397250" y="5035550"/>
          <p14:tracePt t="102410" x="3448050" y="5035550"/>
          <p14:tracePt t="102427" x="3492500" y="5035550"/>
          <p14:tracePt t="102444" x="3505200" y="5035550"/>
          <p14:tracePt t="102460" x="3530600" y="5035550"/>
          <p14:tracePt t="102477" x="3575050" y="5035550"/>
          <p14:tracePt t="102493" x="3581400" y="5035550"/>
          <p14:tracePt t="102510" x="3600450" y="5035550"/>
          <p14:tracePt t="102527" x="3613150" y="5035550"/>
          <p14:tracePt t="102543" x="3632200" y="5035550"/>
          <p14:tracePt t="102560" x="3644900" y="5035550"/>
          <p14:tracePt t="102594" x="3663950" y="5041900"/>
          <p14:tracePt t="102610" x="3670300" y="5041900"/>
          <p14:tracePt t="102644" x="3676650" y="5041900"/>
          <p14:tracePt t="102661" x="3683000" y="5041900"/>
          <p14:tracePt t="102685" x="3689350" y="5041900"/>
          <p14:tracePt t="102708" x="3702050" y="5041900"/>
          <p14:tracePt t="102956" x="3702050" y="5035550"/>
          <p14:tracePt t="102965" x="3670300" y="5022850"/>
          <p14:tracePt t="102972" x="3632200" y="5003800"/>
          <p14:tracePt t="102980" x="3479800" y="4965700"/>
          <p14:tracePt t="102997" x="3460750" y="4965700"/>
          <p14:tracePt t="103010" x="3409950" y="4953000"/>
          <p14:tracePt t="103027" x="3340100" y="4933950"/>
          <p14:tracePt t="103044" x="3168650" y="4895850"/>
          <p14:tracePt t="103060" x="2978150" y="4845050"/>
          <p14:tracePt t="103077" x="2806700" y="4813300"/>
          <p14:tracePt t="103093" x="2590800" y="4768850"/>
          <p14:tracePt t="103110" x="2330450" y="4737100"/>
          <p14:tracePt t="103127" x="1885950" y="4667250"/>
          <p14:tracePt t="103143" x="1758950" y="4660900"/>
          <p14:tracePt t="103160" x="1600200" y="4648200"/>
          <p14:tracePt t="103177" x="1587500" y="4648200"/>
          <p14:tracePt t="103193" x="1555750" y="4641850"/>
          <p14:tracePt t="103210" x="1549400" y="4641850"/>
          <p14:tracePt t="103227" x="1543050" y="4641850"/>
          <p14:tracePt t="103244" x="1530350" y="4641850"/>
          <p14:tracePt t="103260" x="1511300" y="4635500"/>
          <p14:tracePt t="103277" x="1479550" y="4629150"/>
          <p14:tracePt t="103294" x="1460500" y="4629150"/>
          <p14:tracePt t="103310" x="1441450" y="4629150"/>
          <p14:tracePt t="103327" x="1435100" y="4629150"/>
          <p14:tracePt t="103343" x="1428750" y="4629150"/>
          <p14:tracePt t="103360" x="1390650" y="4616450"/>
          <p14:tracePt t="103377" x="1295400" y="4610100"/>
          <p14:tracePt t="103394" x="1231900" y="4603750"/>
          <p14:tracePt t="103410" x="1181100" y="4591050"/>
          <p14:tracePt t="103427" x="1143000" y="4578350"/>
          <p14:tracePt t="103444" x="1117600" y="4572000"/>
          <p14:tracePt t="103460" x="1098550" y="4552950"/>
          <p14:tracePt t="103477" x="1066800" y="4521200"/>
          <p14:tracePt t="103494" x="1047750" y="4514850"/>
          <p14:tracePt t="103510" x="1041400" y="4508500"/>
          <p14:tracePt t="103527" x="1028700" y="4489450"/>
          <p14:tracePt t="103544" x="1016000" y="4483100"/>
          <p14:tracePt t="103561" x="1009650" y="4483100"/>
          <p14:tracePt t="103577" x="1003300" y="4483100"/>
          <p14:tracePt t="103593" x="1003300" y="4470400"/>
          <p14:tracePt t="103610" x="990600" y="4470400"/>
          <p14:tracePt t="103627" x="971550" y="4470400"/>
          <p14:tracePt t="103644" x="958850" y="4470400"/>
          <p14:tracePt t="103660" x="939800" y="4470400"/>
          <p14:tracePt t="103677" x="933450" y="4483100"/>
          <p14:tracePt t="103693" x="914400" y="4489450"/>
          <p14:tracePt t="103710" x="908050" y="4533900"/>
          <p14:tracePt t="103727" x="901700" y="4565650"/>
          <p14:tracePt t="103743" x="901700" y="4610100"/>
          <p14:tracePt t="103760" x="901700" y="4686300"/>
          <p14:tracePt t="103777" x="901700" y="4705350"/>
          <p14:tracePt t="103794" x="920750" y="4737100"/>
          <p14:tracePt t="103810" x="939800" y="4762500"/>
          <p14:tracePt t="103827" x="952500" y="4768850"/>
          <p14:tracePt t="103844" x="958850" y="4768850"/>
          <p14:tracePt t="103860" x="971550" y="4775200"/>
          <p14:tracePt t="103885" x="977900" y="4775200"/>
          <p14:tracePt t="103917" x="990600" y="4775200"/>
          <p14:tracePt t="104245" x="990600" y="4756150"/>
          <p14:tracePt t="104261" x="990600" y="4749800"/>
          <p14:tracePt t="104274" x="990600" y="4743450"/>
          <p14:tracePt t="104286" x="990600" y="4730750"/>
          <p14:tracePt t="104298" x="990600" y="4711700"/>
          <p14:tracePt t="104310" x="990600" y="4686300"/>
          <p14:tracePt t="104327" x="990600" y="4679950"/>
          <p14:tracePt t="104343" x="971550" y="4584700"/>
          <p14:tracePt t="104360" x="952500" y="4527550"/>
          <p14:tracePt t="104377" x="901700" y="4445000"/>
          <p14:tracePt t="104393" x="781050" y="4298950"/>
          <p14:tracePt t="104410" x="742950" y="4254500"/>
          <p14:tracePt t="104427" x="698500" y="4171950"/>
          <p14:tracePt t="104444" x="565150" y="4025900"/>
          <p14:tracePt t="104460" x="457200" y="3898900"/>
          <p14:tracePt t="104477" x="323850" y="3727450"/>
          <p14:tracePt t="104493" x="292100" y="3695700"/>
          <p14:tracePt t="104510" x="215900" y="3556000"/>
          <p14:tracePt t="104527" x="88900" y="3276600"/>
          <p14:tracePt t="104544" x="38100" y="31877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1.4  INTERNET HISTORY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NSFNET 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1990, ARPANET was officially retired and replaced by NSFNET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ANSNET</a:t>
            </a:r>
            <a:endParaRPr lang="en-US" altLang="ko-KR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Advanced Network Services Network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1991, IBM, Merit, and Verizon formed ANS to build ANSNET</a:t>
            </a:r>
          </a:p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1.4.3 Internet Today</a:t>
            </a:r>
            <a:endParaRPr lang="en-US" altLang="ko-K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World Wide Web</a:t>
            </a:r>
          </a:p>
          <a:p>
            <a:pPr lvl="1"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1990, Tim Berners-Lee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Multimedia</a:t>
            </a:r>
          </a:p>
          <a:p>
            <a:pPr marL="742950" lvl="2" indent="-342900">
              <a:spcAft>
                <a:spcPts val="600"/>
              </a:spcAft>
              <a:buFontTx/>
              <a:buBlip>
                <a:blip r:embed="rId2"/>
              </a:buBlip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Voice over IP, Video over IP, You Tube, Television over IP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Peer-to-peer Application</a:t>
            </a:r>
            <a:endParaRPr lang="en-US" altLang="ko-KR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 advTm="126218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602" x="4679950" y="3727450"/>
          <p14:tracePt t="610" x="4686300" y="3733800"/>
          <p14:tracePt t="622" x="4699000" y="3740150"/>
          <p14:tracePt t="638" x="4699000" y="3752850"/>
          <p14:tracePt t="682" x="4705350" y="3752850"/>
          <p14:tracePt t="698" x="4718050" y="3752850"/>
          <p14:tracePt t="706" x="4730750" y="3714750"/>
          <p14:tracePt t="722" x="4762500" y="3594100"/>
          <p14:tracePt t="739" x="4768850" y="3429000"/>
          <p14:tracePt t="755" x="4749800" y="3194050"/>
          <p14:tracePt t="772" x="4749800" y="3041650"/>
          <p14:tracePt t="788" x="4749800" y="2959100"/>
          <p14:tracePt t="805" x="4730750" y="2628900"/>
          <p14:tracePt t="822" x="4660900" y="2368550"/>
          <p14:tracePt t="839" x="4521200" y="2089150"/>
          <p14:tracePt t="855" x="4222750" y="1638300"/>
          <p14:tracePt t="872" x="4146550" y="1568450"/>
          <p14:tracePt t="889" x="3987800" y="1422400"/>
          <p14:tracePt t="905" x="3575050" y="1244600"/>
          <p14:tracePt t="922" x="3206750" y="1162050"/>
          <p14:tracePt t="939" x="3111500" y="1149350"/>
          <p14:tracePt t="956" x="3035300" y="1143000"/>
          <p14:tracePt t="972" x="2787650" y="1168400"/>
          <p14:tracePt t="989" x="2609850" y="1219200"/>
          <p14:tracePt t="1005" x="2457450" y="1276350"/>
          <p14:tracePt t="1022" x="2203450" y="1365250"/>
          <p14:tracePt t="1039" x="2120900" y="1384300"/>
          <p14:tracePt t="1055" x="1898650" y="1416050"/>
          <p14:tracePt t="1072" x="1733550" y="1447800"/>
          <p14:tracePt t="1089" x="1568450" y="1485900"/>
          <p14:tracePt t="1105" x="1397000" y="1555750"/>
          <p14:tracePt t="1124" x="1327150" y="1568450"/>
          <p14:tracePt t="1139" x="1289050" y="1568450"/>
          <p14:tracePt t="1155" x="1263650" y="1568450"/>
          <p14:tracePt t="1189" x="1257300" y="1568450"/>
          <p14:tracePt t="1205" x="1244600" y="1568450"/>
          <p14:tracePt t="1222" x="1212850" y="1574800"/>
          <p14:tracePt t="1238" x="1181100" y="1587500"/>
          <p14:tracePt t="1255" x="1117600" y="1612900"/>
          <p14:tracePt t="1272" x="1111250" y="1619250"/>
          <p14:tracePt t="1274" x="1098550" y="1619250"/>
          <p14:tracePt t="1289" x="1079500" y="1631950"/>
          <p14:tracePt t="1305" x="1016000" y="1701800"/>
          <p14:tracePt t="1322" x="984250" y="1727200"/>
          <p14:tracePt t="1339" x="952500" y="1758950"/>
          <p14:tracePt t="1355" x="933450" y="1784350"/>
          <p14:tracePt t="1372" x="933450" y="1797050"/>
          <p14:tracePt t="1546" x="933450" y="1790700"/>
          <p14:tracePt t="1618" x="939800" y="1790700"/>
          <p14:tracePt t="1627" x="946150" y="1790700"/>
          <p14:tracePt t="1642" x="952500" y="1790700"/>
          <p14:tracePt t="1658" x="958850" y="1784350"/>
          <p14:tracePt t="1682" x="971550" y="1784350"/>
          <p14:tracePt t="1697" x="977900" y="1784350"/>
          <p14:tracePt t="1713" x="990600" y="1778000"/>
          <p14:tracePt t="1745" x="996950" y="1778000"/>
          <p14:tracePt t="1818" x="996950" y="1771650"/>
          <p14:tracePt t="1850" x="996950" y="1765300"/>
          <p14:tracePt t="1861" x="996950" y="1758950"/>
          <p14:tracePt t="1874" x="996950" y="1739900"/>
          <p14:tracePt t="1889" x="996950" y="1727200"/>
          <p14:tracePt t="1905" x="1016000" y="1676400"/>
          <p14:tracePt t="1922" x="1016000" y="1670050"/>
          <p14:tracePt t="1939" x="1016000" y="1651000"/>
          <p14:tracePt t="1972" x="1022350" y="1638300"/>
          <p14:tracePt t="1988" x="1028700" y="1625600"/>
          <p14:tracePt t="2005" x="1028700" y="1606550"/>
          <p14:tracePt t="2038" x="1028700" y="1593850"/>
          <p14:tracePt t="2072" x="1035050" y="1581150"/>
          <p14:tracePt t="2105" x="1041400" y="1574800"/>
          <p14:tracePt t="2145" x="1047750" y="1568450"/>
          <p14:tracePt t="2210" x="1047750" y="1555750"/>
          <p14:tracePt t="2233" x="1047750" y="1549400"/>
          <p14:tracePt t="2250" x="1054100" y="1543050"/>
          <p14:tracePt t="2265" x="1054100" y="1536700"/>
          <p14:tracePt t="2290" x="1066800" y="1530350"/>
          <p14:tracePt t="2305" x="1066800" y="1524000"/>
          <p14:tracePt t="3090" x="1060450" y="1524000"/>
          <p14:tracePt t="8490" x="1073150" y="1524000"/>
          <p14:tracePt t="8498" x="1079500" y="1524000"/>
          <p14:tracePt t="8506" x="1104900" y="1524000"/>
          <p14:tracePt t="8522" x="1257300" y="1524000"/>
          <p14:tracePt t="8538" x="1524000" y="1536700"/>
          <p14:tracePt t="8555" x="1600200" y="1543050"/>
          <p14:tracePt t="8572" x="1619250" y="1543050"/>
          <p14:tracePt t="8589" x="1651000" y="1543050"/>
          <p14:tracePt t="8605" x="1701800" y="1543050"/>
          <p14:tracePt t="8639" x="1720850" y="1543050"/>
          <p14:tracePt t="8655" x="1746250" y="1543050"/>
          <p14:tracePt t="8672" x="1797050" y="1536700"/>
          <p14:tracePt t="8689" x="1835150" y="1536700"/>
          <p14:tracePt t="8705" x="1898650" y="1536700"/>
          <p14:tracePt t="8722" x="2019300" y="1536700"/>
          <p14:tracePt t="8739" x="2070100" y="1543050"/>
          <p14:tracePt t="8755" x="2165350" y="1562100"/>
          <p14:tracePt t="8772" x="2381250" y="1600200"/>
          <p14:tracePt t="8789" x="2444750" y="1612900"/>
          <p14:tracePt t="8805" x="2520950" y="1625600"/>
          <p14:tracePt t="8822" x="2705100" y="1657350"/>
          <p14:tracePt t="8839" x="2813050" y="1670050"/>
          <p14:tracePt t="8855" x="2889250" y="1676400"/>
          <p14:tracePt t="8872" x="3028950" y="1676400"/>
          <p14:tracePt t="8888" x="3048000" y="1676400"/>
          <p14:tracePt t="8905" x="3124200" y="1676400"/>
          <p14:tracePt t="8922" x="3168650" y="1663700"/>
          <p14:tracePt t="8938" x="3225800" y="1651000"/>
          <p14:tracePt t="8955" x="3263900" y="1638300"/>
          <p14:tracePt t="8972" x="3276600" y="1631950"/>
          <p14:tracePt t="8988" x="3314700" y="1612900"/>
          <p14:tracePt t="9005" x="3346450" y="1593850"/>
          <p14:tracePt t="9022" x="3352800" y="1581150"/>
          <p14:tracePt t="9038" x="3390900" y="1549400"/>
          <p14:tracePt t="9055" x="3390900" y="1536700"/>
          <p14:tracePt t="9072" x="3397250" y="1524000"/>
          <p14:tracePt t="9089" x="3409950" y="1492250"/>
          <p14:tracePt t="9105" x="3416300" y="1454150"/>
          <p14:tracePt t="9122" x="3397250" y="1409700"/>
          <p14:tracePt t="9139" x="3378200" y="1358900"/>
          <p14:tracePt t="9155" x="3365500" y="1352550"/>
          <p14:tracePt t="9172" x="3308350" y="1301750"/>
          <p14:tracePt t="9188" x="3263900" y="1289050"/>
          <p14:tracePt t="9205" x="3200400" y="1276350"/>
          <p14:tracePt t="9222" x="3098800" y="1257300"/>
          <p14:tracePt t="9239" x="3060700" y="1250950"/>
          <p14:tracePt t="9255" x="2990850" y="1238250"/>
          <p14:tracePt t="9272" x="2863850" y="1225550"/>
          <p14:tracePt t="9275" x="2819400" y="1225550"/>
          <p14:tracePt t="9289" x="2774950" y="1219200"/>
          <p14:tracePt t="9306" x="2628900" y="1231900"/>
          <p14:tracePt t="9322" x="2616200" y="1244600"/>
          <p14:tracePt t="9339" x="2565400" y="1257300"/>
          <p14:tracePt t="9355" x="2540000" y="1276350"/>
          <p14:tracePt t="9372" x="2520950" y="1295400"/>
          <p14:tracePt t="9405" x="2520950" y="1308100"/>
          <p14:tracePt t="9422" x="2514600" y="1320800"/>
          <p14:tracePt t="9439" x="2508250" y="1327150"/>
          <p14:tracePt t="9455" x="2508250" y="1339850"/>
          <p14:tracePt t="9472" x="2508250" y="1346200"/>
          <p14:tracePt t="9505" x="2514600" y="1352550"/>
          <p14:tracePt t="9522" x="2514600" y="1358900"/>
          <p14:tracePt t="9538" x="2514600" y="1365250"/>
          <p14:tracePt t="9555" x="2527300" y="1371600"/>
          <p14:tracePt t="9573" x="2533650" y="1384300"/>
          <p14:tracePt t="9589" x="2559050" y="1397000"/>
          <p14:tracePt t="9605" x="2571750" y="1403350"/>
          <p14:tracePt t="9622" x="2603500" y="1403350"/>
          <p14:tracePt t="9639" x="2628900" y="1409700"/>
          <p14:tracePt t="9655" x="2711450" y="1422400"/>
          <p14:tracePt t="9672" x="2794000" y="1435100"/>
          <p14:tracePt t="9689" x="2870200" y="1435100"/>
          <p14:tracePt t="9706" x="3213100" y="1473200"/>
          <p14:tracePt t="9722" x="3321050" y="1479550"/>
          <p14:tracePt t="9739" x="3460750" y="1492250"/>
          <p14:tracePt t="9755" x="3771900" y="1504950"/>
          <p14:tracePt t="9772" x="3924300" y="1511300"/>
          <p14:tracePt t="9788" x="3981450" y="1511300"/>
          <p14:tracePt t="9805" x="4197350" y="1511300"/>
          <p14:tracePt t="9822" x="4305300" y="1511300"/>
          <p14:tracePt t="9839" x="4464050" y="1543050"/>
          <p14:tracePt t="9855" x="4616450" y="1555750"/>
          <p14:tracePt t="9872" x="4667250" y="1562100"/>
          <p14:tracePt t="9889" x="4743450" y="1574800"/>
          <p14:tracePt t="9905" x="4959350" y="1600200"/>
          <p14:tracePt t="9922" x="5054600" y="1612900"/>
          <p14:tracePt t="9938" x="5156200" y="1631950"/>
          <p14:tracePt t="9955" x="5353050" y="1638300"/>
          <p14:tracePt t="9972" x="5467350" y="1651000"/>
          <p14:tracePt t="9988" x="5632450" y="1663700"/>
          <p14:tracePt t="10005" x="5810250" y="1663700"/>
          <p14:tracePt t="10022" x="5892800" y="1663700"/>
          <p14:tracePt t="10038" x="5943600" y="1663700"/>
          <p14:tracePt t="10055" x="5969000" y="1663700"/>
          <p14:tracePt t="10072" x="6026150" y="1657350"/>
          <p14:tracePt t="10089" x="6051550" y="1657350"/>
          <p14:tracePt t="10105" x="6121400" y="1644650"/>
          <p14:tracePt t="10122" x="6159500" y="1638300"/>
          <p14:tracePt t="10139" x="6172200" y="1631950"/>
          <p14:tracePt t="10155" x="6229350" y="1619250"/>
          <p14:tracePt t="10172" x="6242050" y="1606550"/>
          <p14:tracePt t="10189" x="6267450" y="1606550"/>
          <p14:tracePt t="10205" x="6292850" y="1593850"/>
          <p14:tracePt t="10222" x="6311900" y="1593850"/>
          <p14:tracePt t="10239" x="6330950" y="1581150"/>
          <p14:tracePt t="10255" x="6350000" y="1568450"/>
          <p14:tracePt t="10272" x="6400800" y="1555750"/>
          <p14:tracePt t="10275" x="6413500" y="1549400"/>
          <p14:tracePt t="10289" x="6419850" y="1543050"/>
          <p14:tracePt t="10305" x="6432550" y="1536700"/>
          <p14:tracePt t="10322" x="6445250" y="1524000"/>
          <p14:tracePt t="10339" x="6464300" y="1517650"/>
          <p14:tracePt t="10355" x="6464300" y="1511300"/>
          <p14:tracePt t="10372" x="6470650" y="1511300"/>
          <p14:tracePt t="10418" x="6477000" y="1504950"/>
          <p14:tracePt t="10450" x="6483350" y="1504950"/>
          <p14:tracePt t="10498" x="6489700" y="1504950"/>
          <p14:tracePt t="10554" x="6502400" y="1504950"/>
          <p14:tracePt t="10570" x="6508750" y="1504950"/>
          <p14:tracePt t="10593" x="6515100" y="1504950"/>
          <p14:tracePt t="10602" x="6521450" y="1504950"/>
          <p14:tracePt t="10618" x="6527800" y="1504950"/>
          <p14:tracePt t="10642" x="6534150" y="1504950"/>
          <p14:tracePt t="10721" x="6527800" y="1504950"/>
          <p14:tracePt t="10730" x="6527800" y="1498600"/>
          <p14:tracePt t="10745" x="6527800" y="1492250"/>
          <p14:tracePt t="10762" x="6527800" y="1485900"/>
          <p14:tracePt t="10772" x="6508750" y="1466850"/>
          <p14:tracePt t="10788" x="6502400" y="1466850"/>
          <p14:tracePt t="10805" x="6483350" y="1460500"/>
          <p14:tracePt t="10822" x="6477000" y="1460500"/>
          <p14:tracePt t="10839" x="6451600" y="1447800"/>
          <p14:tracePt t="10855" x="6432550" y="1447800"/>
          <p14:tracePt t="10872" x="6413500" y="1435100"/>
          <p14:tracePt t="10888" x="6388100" y="1422400"/>
          <p14:tracePt t="10905" x="6286500" y="1409700"/>
          <p14:tracePt t="10922" x="6254750" y="1403350"/>
          <p14:tracePt t="10939" x="6203950" y="1390650"/>
          <p14:tracePt t="10955" x="6178550" y="1390650"/>
          <p14:tracePt t="10972" x="6172200" y="1390650"/>
          <p14:tracePt t="10989" x="6153150" y="1390650"/>
          <p14:tracePt t="11005" x="6121400" y="1390650"/>
          <p14:tracePt t="11039" x="6076950" y="1390650"/>
          <p14:tracePt t="11056" x="6045200" y="1390650"/>
          <p14:tracePt t="11072" x="6032500" y="1390650"/>
          <p14:tracePt t="11089" x="5994400" y="1390650"/>
          <p14:tracePt t="11105" x="5949950" y="1397000"/>
          <p14:tracePt t="11122" x="5930900" y="1397000"/>
          <p14:tracePt t="11139" x="5918200" y="1409700"/>
          <p14:tracePt t="11155" x="5892800" y="1422400"/>
          <p14:tracePt t="11172" x="5873750" y="1435100"/>
          <p14:tracePt t="11189" x="5867400" y="1460500"/>
          <p14:tracePt t="11205" x="5867400" y="1479550"/>
          <p14:tracePt t="11222" x="5854700" y="1492250"/>
          <p14:tracePt t="11239" x="5854700" y="1511300"/>
          <p14:tracePt t="11255" x="5854700" y="1524000"/>
          <p14:tracePt t="11272" x="5854700" y="1543050"/>
          <p14:tracePt t="11291" x="5854700" y="1549400"/>
          <p14:tracePt t="11305" x="5873750" y="1568450"/>
          <p14:tracePt t="11322" x="5892800" y="1587500"/>
          <p14:tracePt t="11339" x="5899150" y="1593850"/>
          <p14:tracePt t="11355" x="5956300" y="1606550"/>
          <p14:tracePt t="11372" x="5981700" y="1619250"/>
          <p14:tracePt t="11389" x="6026150" y="1631950"/>
          <p14:tracePt t="11405" x="6178550" y="1657350"/>
          <p14:tracePt t="11422" x="6248400" y="1663700"/>
          <p14:tracePt t="11439" x="6337300" y="1676400"/>
          <p14:tracePt t="11455" x="6464300" y="1676400"/>
          <p14:tracePt t="11472" x="6489700" y="1676400"/>
          <p14:tracePt t="11489" x="6508750" y="1676400"/>
          <p14:tracePt t="11505" x="6623050" y="1651000"/>
          <p14:tracePt t="11522" x="6667500" y="1644650"/>
          <p14:tracePt t="11539" x="6737350" y="1612900"/>
          <p14:tracePt t="11555" x="6750050" y="1600200"/>
          <p14:tracePt t="11572" x="6762750" y="1593850"/>
          <p14:tracePt t="11589" x="6769100" y="1581150"/>
          <p14:tracePt t="11605" x="6781800" y="1574800"/>
          <p14:tracePt t="11622" x="6788150" y="1568450"/>
          <p14:tracePt t="11639" x="6794500" y="1555750"/>
          <p14:tracePt t="11655" x="6794500" y="1549400"/>
          <p14:tracePt t="11672" x="6800850" y="1543050"/>
          <p14:tracePt t="11705" x="6800850" y="1530350"/>
          <p14:tracePt t="11722" x="6794500" y="1511300"/>
          <p14:tracePt t="11739" x="6775450" y="1492250"/>
          <p14:tracePt t="11755" x="6769100" y="1485900"/>
          <p14:tracePt t="11772" x="6724650" y="1460500"/>
          <p14:tracePt t="11788" x="6629400" y="1422400"/>
          <p14:tracePt t="11805" x="6534150" y="1403350"/>
          <p14:tracePt t="11822" x="6343650" y="1397000"/>
          <p14:tracePt t="11839" x="6280150" y="1390650"/>
          <p14:tracePt t="11855" x="6191250" y="1384300"/>
          <p14:tracePt t="11872" x="6051550" y="1384300"/>
          <p14:tracePt t="11889" x="5994400" y="1384300"/>
          <p14:tracePt t="11946" x="5988050" y="1384300"/>
          <p14:tracePt t="12058" x="5981700" y="1384300"/>
          <p14:tracePt t="12065" x="5975350" y="1384300"/>
          <p14:tracePt t="12074" x="5937250" y="1384300"/>
          <p14:tracePt t="12089" x="5886450" y="1384300"/>
          <p14:tracePt t="12105" x="5753100" y="1384300"/>
          <p14:tracePt t="12122" x="5619750" y="1397000"/>
          <p14:tracePt t="12138" x="5511800" y="1397000"/>
          <p14:tracePt t="12155" x="5429250" y="1397000"/>
          <p14:tracePt t="12172" x="5353050" y="1403350"/>
          <p14:tracePt t="12188" x="5334000" y="1403350"/>
          <p14:tracePt t="12205" x="5308600" y="1409700"/>
          <p14:tracePt t="12222" x="5289550" y="1416050"/>
          <p14:tracePt t="12238" x="5276850" y="1422400"/>
          <p14:tracePt t="12255" x="5238750" y="1422400"/>
          <p14:tracePt t="12272" x="5200650" y="1428750"/>
          <p14:tracePt t="12289" x="5175250" y="1435100"/>
          <p14:tracePt t="12305" x="5118100" y="1454150"/>
          <p14:tracePt t="12322" x="5092700" y="1466850"/>
          <p14:tracePt t="12355" x="5086350" y="1466850"/>
          <p14:tracePt t="12372" x="5054600" y="1479550"/>
          <p14:tracePt t="12388" x="5035550" y="1479550"/>
          <p14:tracePt t="12422" x="5016500" y="1485900"/>
          <p14:tracePt t="12538" x="5016500" y="1492250"/>
          <p14:tracePt t="12546" x="5016500" y="1498600"/>
          <p14:tracePt t="12555" x="5016500" y="1504950"/>
          <p14:tracePt t="12572" x="5022850" y="1511300"/>
          <p14:tracePt t="12589" x="5041900" y="1517650"/>
          <p14:tracePt t="12605" x="5105400" y="1543050"/>
          <p14:tracePt t="12622" x="5143500" y="1549400"/>
          <p14:tracePt t="12639" x="5175250" y="1549400"/>
          <p14:tracePt t="12655" x="5219700" y="1549400"/>
          <p14:tracePt t="12672" x="5238750" y="1530350"/>
          <p14:tracePt t="12689" x="5251450" y="1524000"/>
          <p14:tracePt t="12705" x="5264150" y="1498600"/>
          <p14:tracePt t="12722" x="5276850" y="1447800"/>
          <p14:tracePt t="12739" x="5270500" y="1422400"/>
          <p14:tracePt t="12755" x="5251450" y="1403350"/>
          <p14:tracePt t="12772" x="5207000" y="1377950"/>
          <p14:tracePt t="12789" x="5124450" y="1352550"/>
          <p14:tracePt t="12805" x="5016500" y="1333500"/>
          <p14:tracePt t="12822" x="4819650" y="1339850"/>
          <p14:tracePt t="12839" x="4705350" y="1339850"/>
          <p14:tracePt t="12855" x="4616450" y="1358900"/>
          <p14:tracePt t="12872" x="4552950" y="1384300"/>
          <p14:tracePt t="12889" x="4533900" y="1390650"/>
          <p14:tracePt t="12905" x="4521200" y="1416050"/>
          <p14:tracePt t="12922" x="4508500" y="1422400"/>
          <p14:tracePt t="12938" x="4521200" y="1460500"/>
          <p14:tracePt t="12955" x="4521200" y="1479550"/>
          <p14:tracePt t="12972" x="4533900" y="1504950"/>
          <p14:tracePt t="12988" x="4565650" y="1549400"/>
          <p14:tracePt t="13005" x="4591050" y="1562100"/>
          <p14:tracePt t="13022" x="4616450" y="1587500"/>
          <p14:tracePt t="13038" x="4667250" y="1612900"/>
          <p14:tracePt t="13055" x="4705350" y="1625600"/>
          <p14:tracePt t="13072" x="4749800" y="1644650"/>
          <p14:tracePt t="13088" x="4870450" y="1644650"/>
          <p14:tracePt t="13105" x="4933950" y="1644650"/>
          <p14:tracePt t="13122" x="5010150" y="1644650"/>
          <p14:tracePt t="13138" x="5156200" y="1631950"/>
          <p14:tracePt t="13155" x="5200650" y="1625600"/>
          <p14:tracePt t="13172" x="5219700" y="1619250"/>
          <p14:tracePt t="13188" x="5226050" y="1612900"/>
          <p14:tracePt t="13266" x="5213350" y="1606550"/>
          <p14:tracePt t="13274" x="5207000" y="1606550"/>
          <p14:tracePt t="13281" x="5200650" y="1600200"/>
          <p14:tracePt t="13291" x="5181600" y="1593850"/>
          <p14:tracePt t="13305" x="5175250" y="1593850"/>
          <p14:tracePt t="13322" x="5111750" y="1587500"/>
          <p14:tracePt t="13339" x="5099050" y="1581150"/>
          <p14:tracePt t="13355" x="5080000" y="1574800"/>
          <p14:tracePt t="13372" x="5067300" y="1574800"/>
          <p14:tracePt t="13405" x="5060950" y="1574800"/>
          <p14:tracePt t="13426" x="5054600" y="1574800"/>
          <p14:tracePt t="13438" x="5041900" y="1574800"/>
          <p14:tracePt t="13626" x="5035550" y="1581150"/>
          <p14:tracePt t="13705" x="5041900" y="1581150"/>
          <p14:tracePt t="13721" x="5048250" y="1581150"/>
          <p14:tracePt t="13730" x="5060950" y="1587500"/>
          <p14:tracePt t="13738" x="5080000" y="1593850"/>
          <p14:tracePt t="13755" x="5124450" y="1606550"/>
          <p14:tracePt t="13772" x="5295900" y="1663700"/>
          <p14:tracePt t="13788" x="5410200" y="1689100"/>
          <p14:tracePt t="13805" x="5467350" y="1695450"/>
          <p14:tracePt t="13822" x="5734050" y="1727200"/>
          <p14:tracePt t="13839" x="5861050" y="1746250"/>
          <p14:tracePt t="13855" x="5975350" y="1758950"/>
          <p14:tracePt t="13871" x="6191250" y="1784350"/>
          <p14:tracePt t="13888" x="6267450" y="1797050"/>
          <p14:tracePt t="13905" x="6318250" y="1803400"/>
          <p14:tracePt t="13922" x="6381750" y="1803400"/>
          <p14:tracePt t="13938" x="6388100" y="1803400"/>
          <p14:tracePt t="13955" x="6400800" y="1803400"/>
          <p14:tracePt t="14050" x="6400800" y="1816100"/>
          <p14:tracePt t="14065" x="6400800" y="1822450"/>
          <p14:tracePt t="14145" x="6407150" y="1822450"/>
          <p14:tracePt t="14194" x="6413500" y="1822450"/>
          <p14:tracePt t="14202" x="6419850" y="1822450"/>
          <p14:tracePt t="14210" x="6426200" y="1828800"/>
          <p14:tracePt t="14222" x="6451600" y="1835150"/>
          <p14:tracePt t="14238" x="6515100" y="1835150"/>
          <p14:tracePt t="14255" x="6667500" y="1841500"/>
          <p14:tracePt t="14272" x="6769100" y="1841500"/>
          <p14:tracePt t="14274" x="6819900" y="1841500"/>
          <p14:tracePt t="14290" x="6845300" y="1841500"/>
          <p14:tracePt t="14305" x="6997700" y="1841500"/>
          <p14:tracePt t="14321" x="7073900" y="1841500"/>
          <p14:tracePt t="14339" x="7137400" y="1841500"/>
          <p14:tracePt t="14355" x="7245350" y="1841500"/>
          <p14:tracePt t="14372" x="7270750" y="1841500"/>
          <p14:tracePt t="14389" x="7340600" y="1841500"/>
          <p14:tracePt t="14405" x="7404100" y="1841500"/>
          <p14:tracePt t="14422" x="7524750" y="1841500"/>
          <p14:tracePt t="14439" x="7588250" y="1841500"/>
          <p14:tracePt t="14455" x="7613650" y="1841500"/>
          <p14:tracePt t="14472" x="7664450" y="1841500"/>
          <p14:tracePt t="14489" x="7708900" y="1841500"/>
          <p14:tracePt t="14505" x="7778750" y="1835150"/>
          <p14:tracePt t="14522" x="7854950" y="1816100"/>
          <p14:tracePt t="14539" x="7886700" y="1803400"/>
          <p14:tracePt t="14555" x="7899400" y="1790700"/>
          <p14:tracePt t="14572" x="7918450" y="1778000"/>
          <p14:tracePt t="14589" x="7931150" y="1765300"/>
          <p14:tracePt t="14605" x="7931150" y="1752600"/>
          <p14:tracePt t="14622" x="7931150" y="1720850"/>
          <p14:tracePt t="14639" x="7931150" y="1708150"/>
          <p14:tracePt t="14655" x="7931150" y="1676400"/>
          <p14:tracePt t="14672" x="7918450" y="1638300"/>
          <p14:tracePt t="14689" x="7905750" y="1612900"/>
          <p14:tracePt t="14705" x="7867650" y="1568450"/>
          <p14:tracePt t="14722" x="7848600" y="1562100"/>
          <p14:tracePt t="14738" x="7829550" y="1555750"/>
          <p14:tracePt t="14755" x="7778750" y="1536700"/>
          <p14:tracePt t="14772" x="7747000" y="1530350"/>
          <p14:tracePt t="14788" x="7715250" y="1530350"/>
          <p14:tracePt t="14805" x="7658100" y="1517650"/>
          <p14:tracePt t="14822" x="7632700" y="1517650"/>
          <p14:tracePt t="14839" x="7600950" y="1517650"/>
          <p14:tracePt t="14855" x="7524750" y="1504950"/>
          <p14:tracePt t="14872" x="7486650" y="1504950"/>
          <p14:tracePt t="14889" x="7454900" y="1504950"/>
          <p14:tracePt t="14905" x="7429500" y="1504950"/>
          <p14:tracePt t="14922" x="7404100" y="1511300"/>
          <p14:tracePt t="14939" x="7397750" y="1517650"/>
          <p14:tracePt t="14955" x="7385050" y="1530350"/>
          <p14:tracePt t="14972" x="7385050" y="1536700"/>
          <p14:tracePt t="14988" x="7372350" y="1543050"/>
          <p14:tracePt t="15005" x="7372350" y="1549400"/>
          <p14:tracePt t="15022" x="7366000" y="1568450"/>
          <p14:tracePt t="15038" x="7359650" y="1574800"/>
          <p14:tracePt t="15055" x="7346950" y="1587500"/>
          <p14:tracePt t="15073" x="7340600" y="1600200"/>
          <p14:tracePt t="15089" x="7340600" y="1606550"/>
          <p14:tracePt t="15105" x="7334250" y="1612900"/>
          <p14:tracePt t="15122" x="7334250" y="1619250"/>
          <p14:tracePt t="15139" x="7334250" y="1625600"/>
          <p14:tracePt t="15172" x="7340600" y="1631950"/>
          <p14:tracePt t="15188" x="7340600" y="1638300"/>
          <p14:tracePt t="15205" x="7346950" y="1651000"/>
          <p14:tracePt t="15222" x="7353300" y="1651000"/>
          <p14:tracePt t="15238" x="7385050" y="1663700"/>
          <p14:tracePt t="15255" x="7423150" y="1670050"/>
          <p14:tracePt t="15271" x="7543800" y="1682750"/>
          <p14:tracePt t="15274" x="7569200" y="1682750"/>
          <p14:tracePt t="15289" x="7639050" y="1682750"/>
          <p14:tracePt t="15305" x="7734300" y="1695450"/>
          <p14:tracePt t="15321" x="7905750" y="1701800"/>
          <p14:tracePt t="15338" x="7975600" y="1708150"/>
          <p14:tracePt t="15355" x="8051800" y="1708150"/>
          <p14:tracePt t="15372" x="8121650" y="1708150"/>
          <p14:tracePt t="15388" x="8166100" y="1708150"/>
          <p14:tracePt t="15405" x="8172450" y="1708150"/>
          <p14:tracePt t="15422" x="8172450" y="1714500"/>
          <p14:tracePt t="15438" x="8191500" y="1714500"/>
          <p14:tracePt t="15455" x="8197850" y="1714500"/>
          <p14:tracePt t="15650" x="8204200" y="1708150"/>
          <p14:tracePt t="15665" x="8210550" y="1708150"/>
          <p14:tracePt t="15682" x="8216900" y="1695450"/>
          <p14:tracePt t="15698" x="8216900" y="1682750"/>
          <p14:tracePt t="15706" x="8223250" y="1676400"/>
          <p14:tracePt t="15722" x="8235950" y="1670050"/>
          <p14:tracePt t="15738" x="8248650" y="1644650"/>
          <p14:tracePt t="15755" x="8261350" y="1631950"/>
          <p14:tracePt t="15772" x="8261350" y="1619250"/>
          <p14:tracePt t="15788" x="8274050" y="1619250"/>
          <p14:tracePt t="15805" x="8286750" y="1606550"/>
          <p14:tracePt t="15822" x="8286750" y="1600200"/>
          <p14:tracePt t="15838" x="8293100" y="1600200"/>
          <p14:tracePt t="15855" x="8299450" y="1587500"/>
          <p14:tracePt t="15872" x="8305800" y="1574800"/>
          <p14:tracePt t="15889" x="8318500" y="1574800"/>
          <p14:tracePt t="15905" x="8337550" y="1555750"/>
          <p14:tracePt t="15922" x="8337550" y="1549400"/>
          <p14:tracePt t="15939" x="8356600" y="1536700"/>
          <p14:tracePt t="15955" x="8356600" y="1524000"/>
          <p14:tracePt t="15972" x="8375650" y="1517650"/>
          <p14:tracePt t="16370" x="8369300" y="1517650"/>
          <p14:tracePt t="16386" x="8362950" y="1511300"/>
          <p14:tracePt t="16394" x="8356600" y="1504950"/>
          <p14:tracePt t="16410" x="8337550" y="1504950"/>
          <p14:tracePt t="16422" x="8318500" y="1498600"/>
          <p14:tracePt t="16438" x="8134350" y="1460500"/>
          <p14:tracePt t="16455" x="7988300" y="1441450"/>
          <p14:tracePt t="16472" x="7861300" y="1441450"/>
          <p14:tracePt t="16488" x="7677150" y="1428750"/>
          <p14:tracePt t="16505" x="7588250" y="1428750"/>
          <p14:tracePt t="16522" x="7562850" y="1428750"/>
          <p14:tracePt t="16538" x="7543800" y="1428750"/>
          <p14:tracePt t="16578" x="7543800" y="1435100"/>
          <p14:tracePt t="16594" x="7531100" y="1435100"/>
          <p14:tracePt t="16610" x="7531100" y="1441450"/>
          <p14:tracePt t="16622" x="7524750" y="1441450"/>
          <p14:tracePt t="16639" x="7499350" y="1447800"/>
          <p14:tracePt t="16655" x="7448550" y="1473200"/>
          <p14:tracePt t="16672" x="7385050" y="1498600"/>
          <p14:tracePt t="16688" x="7321550" y="1530350"/>
          <p14:tracePt t="16705" x="7302500" y="1543050"/>
          <p14:tracePt t="16722" x="7289800" y="1555750"/>
          <p14:tracePt t="16739" x="7277100" y="1568450"/>
          <p14:tracePt t="16772" x="7264400" y="1574800"/>
          <p14:tracePt t="16788" x="7264400" y="1581150"/>
          <p14:tracePt t="16810" x="7251700" y="1593850"/>
          <p14:tracePt t="17001" x="7258050" y="1600200"/>
          <p14:tracePt t="17009" x="7258050" y="1606550"/>
          <p14:tracePt t="17033" x="7270750" y="1606550"/>
          <p14:tracePt t="17081" x="7283450" y="1606550"/>
          <p14:tracePt t="17090" x="7289800" y="1606550"/>
          <p14:tracePt t="17113" x="7302500" y="1606550"/>
          <p14:tracePt t="17121" x="7308850" y="1612900"/>
          <p14:tracePt t="17146" x="7321550" y="1612900"/>
          <p14:tracePt t="17153" x="7327900" y="1619250"/>
          <p14:tracePt t="17161" x="7334250" y="1619250"/>
          <p14:tracePt t="17178" x="7340600" y="1619250"/>
          <p14:tracePt t="17188" x="7340600" y="1625600"/>
          <p14:tracePt t="17634" x="7327900" y="1625600"/>
          <p14:tracePt t="17714" x="7321550" y="1625600"/>
          <p14:tracePt t="18250" x="7321550" y="1631950"/>
          <p14:tracePt t="18258" x="7353300" y="1631950"/>
          <p14:tracePt t="18272" x="7359650" y="1631950"/>
          <p14:tracePt t="18291" x="7378700" y="1631950"/>
          <p14:tracePt t="18305" x="7391400" y="1631950"/>
          <p14:tracePt t="18441" x="7397750" y="1638300"/>
          <p14:tracePt t="18458" x="7404100" y="1638300"/>
          <p14:tracePt t="18465" x="7410450" y="1638300"/>
          <p14:tracePt t="18474" x="7416800" y="1638300"/>
          <p14:tracePt t="18488" x="7435850" y="1638300"/>
          <p14:tracePt t="18505" x="7454900" y="1631950"/>
          <p14:tracePt t="18522" x="7461250" y="1631950"/>
          <p14:tracePt t="18882" x="7473950" y="1625600"/>
          <p14:tracePt t="18897" x="7480300" y="1625600"/>
          <p14:tracePt t="18905" x="7486650" y="1625600"/>
          <p14:tracePt t="18914" x="7493000" y="1625600"/>
          <p14:tracePt t="18921" x="7499350" y="1625600"/>
          <p14:tracePt t="18938" x="7505700" y="1625600"/>
          <p14:tracePt t="19161" x="7512050" y="1625600"/>
          <p14:tracePt t="19185" x="7518400" y="1625600"/>
          <p14:tracePt t="19193" x="7531100" y="1619250"/>
          <p14:tracePt t="19210" x="7543800" y="1619250"/>
          <p14:tracePt t="19242" x="7556500" y="1612900"/>
          <p14:tracePt t="19361" x="7556500" y="1606550"/>
          <p14:tracePt t="19370" x="7562850" y="1606550"/>
          <p14:tracePt t="19377" x="7569200" y="1606550"/>
          <p14:tracePt t="19388" x="7575550" y="1600200"/>
          <p14:tracePt t="19405" x="7575550" y="1593850"/>
          <p14:tracePt t="20017" x="7556500" y="1593850"/>
          <p14:tracePt t="20026" x="7550150" y="1593850"/>
          <p14:tracePt t="20218" x="7556500" y="1593850"/>
          <p14:tracePt t="20225" x="7556500" y="1600200"/>
          <p14:tracePt t="20449" x="7543800" y="1600200"/>
          <p14:tracePt t="20457" x="7543800" y="1606550"/>
          <p14:tracePt t="20465" x="7512050" y="1606550"/>
          <p14:tracePt t="20473" x="7505700" y="1606550"/>
          <p14:tracePt t="20488" x="7486650" y="1606550"/>
          <p14:tracePt t="20505" x="7423150" y="1606550"/>
          <p14:tracePt t="20521" x="7372350" y="1606550"/>
          <p14:tracePt t="20555" x="7359650" y="1606550"/>
          <p14:tracePt t="20633" x="7353300" y="1606550"/>
          <p14:tracePt t="20641" x="7346950" y="1606550"/>
          <p14:tracePt t="20655" x="7334250" y="1606550"/>
          <p14:tracePt t="20672" x="7289800" y="1606550"/>
          <p14:tracePt t="20688" x="7277100" y="1606550"/>
          <p14:tracePt t="21065" x="7283450" y="1612900"/>
          <p14:tracePt t="21073" x="7289800" y="1612900"/>
          <p14:tracePt t="21097" x="7302500" y="1619250"/>
          <p14:tracePt t="21105" x="7308850" y="1619250"/>
          <p14:tracePt t="21113" x="7321550" y="1619250"/>
          <p14:tracePt t="21145" x="7327900" y="1619250"/>
          <p14:tracePt t="21161" x="7334250" y="1619250"/>
          <p14:tracePt t="21169" x="7334250" y="1625600"/>
          <p14:tracePt t="21193" x="7340600" y="1625600"/>
          <p14:tracePt t="21201" x="7353300" y="1625600"/>
          <p14:tracePt t="21209" x="7366000" y="1625600"/>
          <p14:tracePt t="21221" x="7372350" y="1625600"/>
          <p14:tracePt t="21238" x="7378700" y="1631950"/>
          <p14:tracePt t="21255" x="7397750" y="1631950"/>
          <p14:tracePt t="21272" x="7410450" y="1631950"/>
          <p14:tracePt t="21274" x="7423150" y="1631950"/>
          <p14:tracePt t="21290" x="7435850" y="1631950"/>
          <p14:tracePt t="21305" x="7448550" y="1631950"/>
          <p14:tracePt t="21322" x="7454900" y="1631950"/>
          <p14:tracePt t="21339" x="7480300" y="1625600"/>
          <p14:tracePt t="21355" x="7486650" y="1625600"/>
          <p14:tracePt t="21372" x="7512050" y="1625600"/>
          <p14:tracePt t="21388" x="7524750" y="1619250"/>
          <p14:tracePt t="21422" x="7550150" y="1612900"/>
          <p14:tracePt t="21438" x="7562850" y="1612900"/>
          <p14:tracePt t="21455" x="7569200" y="1612900"/>
          <p14:tracePt t="21472" x="7600950" y="1606550"/>
          <p14:tracePt t="21491" x="7607300" y="1606550"/>
          <p14:tracePt t="21570" x="7620000" y="1593850"/>
          <p14:tracePt t="22577" x="7632700" y="1600200"/>
          <p14:tracePt t="22690" x="7626350" y="1600200"/>
          <p14:tracePt t="22705" x="7632700" y="1600200"/>
          <p14:tracePt t="22801" x="7626350" y="1593850"/>
          <p14:tracePt t="23497" x="7626350" y="1587500"/>
          <p14:tracePt t="23610" x="7626350" y="1581150"/>
          <p14:tracePt t="23649" x="7626350" y="1574800"/>
          <p14:tracePt t="23865" x="7632700" y="1587500"/>
          <p14:tracePt t="23881" x="7639050" y="1587500"/>
          <p14:tracePt t="23897" x="7651750" y="1593850"/>
          <p14:tracePt t="23922" x="7658100" y="1593850"/>
          <p14:tracePt t="23929" x="7677150" y="1593850"/>
          <p14:tracePt t="23938" x="7689850" y="1593850"/>
          <p14:tracePt t="23955" x="7766050" y="1593850"/>
          <p14:tracePt t="23972" x="7835900" y="1581150"/>
          <p14:tracePt t="23989" x="7880350" y="1581150"/>
          <p14:tracePt t="24005" x="8064500" y="1574800"/>
          <p14:tracePt t="24022" x="8159750" y="1568450"/>
          <p14:tracePt t="24038" x="8191500" y="1562100"/>
          <p14:tracePt t="24055" x="8216900" y="1543050"/>
          <p14:tracePt t="24089" x="8223250" y="1524000"/>
          <p14:tracePt t="24105" x="8235950" y="1498600"/>
          <p14:tracePt t="24121" x="8235950" y="1460500"/>
          <p14:tracePt t="24138" x="8235950" y="1447800"/>
          <p14:tracePt t="24155" x="8235950" y="1409700"/>
          <p14:tracePt t="24172" x="8223250" y="1358900"/>
          <p14:tracePt t="24188" x="8204200" y="1333500"/>
          <p14:tracePt t="24205" x="8140700" y="1282700"/>
          <p14:tracePt t="24222" x="8102600" y="1263650"/>
          <p14:tracePt t="24238" x="8083550" y="1257300"/>
          <p14:tracePt t="24255" x="7988300" y="1219200"/>
          <p14:tracePt t="24272" x="7918450" y="1212850"/>
          <p14:tracePt t="24275" x="7867650" y="1206500"/>
          <p14:tracePt t="24289" x="7835900" y="1193800"/>
          <p14:tracePt t="24305" x="7562850" y="1174750"/>
          <p14:tracePt t="24322" x="7518400" y="1174750"/>
          <p14:tracePt t="24339" x="7391400" y="1168400"/>
          <p14:tracePt t="24355" x="7219950" y="1168400"/>
          <p14:tracePt t="24372" x="7175500" y="1168400"/>
          <p14:tracePt t="24388" x="7156450" y="1174750"/>
          <p14:tracePt t="24405" x="7143750" y="1181100"/>
          <p14:tracePt t="24422" x="7143750" y="1187450"/>
          <p14:tracePt t="24438" x="7131050" y="1212850"/>
          <p14:tracePt t="24455" x="7112000" y="1250950"/>
          <p14:tracePt t="24472" x="7112000" y="1270000"/>
          <p14:tracePt t="24489" x="7099300" y="1308100"/>
          <p14:tracePt t="24505" x="7092950" y="1390650"/>
          <p14:tracePt t="24522" x="7080250" y="1454150"/>
          <p14:tracePt t="24538" x="7080250" y="1606550"/>
          <p14:tracePt t="24555" x="7099300" y="1644650"/>
          <p14:tracePt t="24572" x="7112000" y="1727200"/>
          <p14:tracePt t="24588" x="7124700" y="1771650"/>
          <p14:tracePt t="24605" x="7162800" y="1841500"/>
          <p14:tracePt t="24622" x="7175500" y="1860550"/>
          <p14:tracePt t="24639" x="7194550" y="1879600"/>
          <p14:tracePt t="24655" x="7200900" y="1885950"/>
          <p14:tracePt t="24672" x="7239000" y="1892300"/>
          <p14:tracePt t="24689" x="7296150" y="1892300"/>
          <p14:tracePt t="24705" x="7442200" y="1898650"/>
          <p14:tracePt t="24722" x="7524750" y="1898650"/>
          <p14:tracePt t="24738" x="7600950" y="1898650"/>
          <p14:tracePt t="24755" x="7747000" y="1898650"/>
          <p14:tracePt t="24772" x="7874000" y="1898650"/>
          <p14:tracePt t="24788" x="7950200" y="1898650"/>
          <p14:tracePt t="24805" x="8159750" y="1905000"/>
          <p14:tracePt t="24822" x="8229600" y="1905000"/>
          <p14:tracePt t="24839" x="8324850" y="1905000"/>
          <p14:tracePt t="24855" x="8420100" y="1885950"/>
          <p14:tracePt t="24872" x="8464550" y="1854200"/>
          <p14:tracePt t="24889" x="8477250" y="1841500"/>
          <p14:tracePt t="24905" x="8502650" y="1784350"/>
          <p14:tracePt t="24922" x="8515350" y="1778000"/>
          <p14:tracePt t="24938" x="8515350" y="1752600"/>
          <p14:tracePt t="24955" x="8521700" y="1701800"/>
          <p14:tracePt t="24972" x="8528050" y="1676400"/>
          <p14:tracePt t="24988" x="8528050" y="1644650"/>
          <p14:tracePt t="25005" x="8502650" y="1606550"/>
          <p14:tracePt t="25022" x="8496300" y="1568450"/>
          <p14:tracePt t="25038" x="8477250" y="1543050"/>
          <p14:tracePt t="25055" x="8394700" y="1492250"/>
          <p14:tracePt t="25072" x="8312150" y="1447800"/>
          <p14:tracePt t="25089" x="8108950" y="1384300"/>
          <p14:tracePt t="25105" x="7994650" y="1352550"/>
          <p14:tracePt t="25122" x="7848600" y="1320800"/>
          <p14:tracePt t="25138" x="7607300" y="1276350"/>
          <p14:tracePt t="25155" x="7531100" y="1270000"/>
          <p14:tracePt t="25171" x="7416800" y="1257300"/>
          <p14:tracePt t="25188" x="7385050" y="1257300"/>
          <p14:tracePt t="25205" x="7359650" y="1257300"/>
          <p14:tracePt t="25221" x="7334250" y="1257300"/>
          <p14:tracePt t="25238" x="7277100" y="1282700"/>
          <p14:tracePt t="25255" x="7239000" y="1308100"/>
          <p14:tracePt t="25271" x="7232650" y="1320800"/>
          <p14:tracePt t="25274" x="7194550" y="1346200"/>
          <p14:tracePt t="25288" x="7188200" y="1352550"/>
          <p14:tracePt t="25305" x="7105650" y="1441450"/>
          <p14:tracePt t="25322" x="7067550" y="1479550"/>
          <p14:tracePt t="25338" x="7010400" y="1562100"/>
          <p14:tracePt t="25355" x="6997700" y="1574800"/>
          <p14:tracePt t="25371" x="6978650" y="1612900"/>
          <p14:tracePt t="25388" x="6953250" y="1714500"/>
          <p14:tracePt t="25405" x="6940550" y="1771650"/>
          <p14:tracePt t="25421" x="6946900" y="1809750"/>
          <p14:tracePt t="25438" x="6946900" y="1828800"/>
          <p14:tracePt t="25455" x="6972300" y="1866900"/>
          <p14:tracePt t="25472" x="6972300" y="1879600"/>
          <p14:tracePt t="25488" x="7004050" y="1892300"/>
          <p14:tracePt t="25505" x="7029450" y="1905000"/>
          <p14:tracePt t="25522" x="7042150" y="1911350"/>
          <p14:tracePt t="25538" x="7099300" y="1917700"/>
          <p14:tracePt t="25555" x="7175500" y="1930400"/>
          <p14:tracePt t="25572" x="7258050" y="1936750"/>
          <p14:tracePt t="25588" x="7493000" y="1949450"/>
          <p14:tracePt t="25605" x="7626350" y="1955800"/>
          <p14:tracePt t="25622" x="7702550" y="1955800"/>
          <p14:tracePt t="25638" x="7912100" y="1943100"/>
          <p14:tracePt t="25655" x="8045450" y="1924050"/>
          <p14:tracePt t="25671" x="8083550" y="1917700"/>
          <p14:tracePt t="25688" x="8223250" y="1873250"/>
          <p14:tracePt t="25705" x="8255000" y="1854200"/>
          <p14:tracePt t="25722" x="8286750" y="1822450"/>
          <p14:tracePt t="25738" x="8318500" y="1778000"/>
          <p14:tracePt t="25755" x="8337550" y="1733550"/>
          <p14:tracePt t="25772" x="8356600" y="1695450"/>
          <p14:tracePt t="25788" x="8356600" y="1663700"/>
          <p14:tracePt t="25805" x="8362950" y="1612900"/>
          <p14:tracePt t="25822" x="8362950" y="1581150"/>
          <p14:tracePt t="25839" x="8350250" y="1524000"/>
          <p14:tracePt t="25855" x="8312150" y="1473200"/>
          <p14:tracePt t="25872" x="8255000" y="1416050"/>
          <p14:tracePt t="25889" x="8147050" y="1358900"/>
          <p14:tracePt t="25905" x="7956550" y="1308100"/>
          <p14:tracePt t="25922" x="7797800" y="1244600"/>
          <p14:tracePt t="25938" x="7708900" y="1225550"/>
          <p14:tracePt t="25955" x="7689850" y="1225550"/>
          <p14:tracePt t="25972" x="7677150" y="1225550"/>
          <p14:tracePt t="26009" x="7664450" y="1231900"/>
          <p14:tracePt t="26022" x="7651750" y="1238250"/>
          <p14:tracePt t="26038" x="7645400" y="1250950"/>
          <p14:tracePt t="26055" x="7632700" y="1263650"/>
          <p14:tracePt t="26072" x="7632700" y="1270000"/>
          <p14:tracePt t="26089" x="7620000" y="1282700"/>
          <p14:tracePt t="26105" x="7613650" y="1308100"/>
          <p14:tracePt t="26122" x="7613650" y="1314450"/>
          <p14:tracePt t="26138" x="7613650" y="1320800"/>
          <p14:tracePt t="26155" x="7607300" y="1327150"/>
          <p14:tracePt t="26172" x="7600950" y="1339850"/>
          <p14:tracePt t="26205" x="7588250" y="1365250"/>
          <p14:tracePt t="26221" x="7588250" y="1377950"/>
          <p14:tracePt t="26238" x="7581900" y="1384300"/>
          <p14:tracePt t="26255" x="7575550" y="1403350"/>
          <p14:tracePt t="26271" x="7575550" y="1409700"/>
          <p14:tracePt t="26273" x="7575550" y="1422400"/>
          <p14:tracePt t="26288" x="7569200" y="1422400"/>
          <p14:tracePt t="26305" x="7569200" y="1447800"/>
          <p14:tracePt t="26322" x="7569200" y="1454150"/>
          <p14:tracePt t="26338" x="7562850" y="1466850"/>
          <p14:tracePt t="26355" x="7556500" y="1492250"/>
          <p14:tracePt t="26371" x="7556500" y="1511300"/>
          <p14:tracePt t="26388" x="7537450" y="1530350"/>
          <p14:tracePt t="26405" x="7537450" y="1536700"/>
          <p14:tracePt t="26421" x="7543800" y="1543050"/>
          <p14:tracePt t="26438" x="7543800" y="1555750"/>
          <p14:tracePt t="26455" x="7537450" y="1574800"/>
          <p14:tracePt t="26471" x="7537450" y="1587500"/>
          <p14:tracePt t="26505" x="7537450" y="1612900"/>
          <p14:tracePt t="26521" x="7537450" y="1619250"/>
          <p14:tracePt t="26538" x="7537450" y="1631950"/>
          <p14:tracePt t="26555" x="7537450" y="1638300"/>
          <p14:tracePt t="26571" x="7543800" y="1644650"/>
          <p14:tracePt t="26588" x="7550150" y="1651000"/>
          <p14:tracePt t="26605" x="7569200" y="1657350"/>
          <p14:tracePt t="26622" x="7575550" y="1657350"/>
          <p14:tracePt t="26638" x="7600950" y="1657350"/>
          <p14:tracePt t="26655" x="7626350" y="1644650"/>
          <p14:tracePt t="26671" x="7632700" y="1638300"/>
          <p14:tracePt t="26688" x="7639050" y="1625600"/>
          <p14:tracePt t="26705" x="7664450" y="1600200"/>
          <p14:tracePt t="26721" x="7677150" y="1587500"/>
          <p14:tracePt t="26738" x="7677150" y="1581150"/>
          <p14:tracePt t="26755" x="7670800" y="1574800"/>
          <p14:tracePt t="26772" x="7683500" y="1574800"/>
          <p14:tracePt t="26788" x="7670800" y="1574800"/>
          <p14:tracePt t="26805" x="7670800" y="1568450"/>
          <p14:tracePt t="26822" x="7658100" y="1568450"/>
          <p14:tracePt t="26838" x="7645400" y="1568450"/>
          <p14:tracePt t="26855" x="7639050" y="1574800"/>
          <p14:tracePt t="26872" x="7639050" y="1581150"/>
          <p14:tracePt t="26905" x="7639050" y="1587500"/>
          <p14:tracePt t="26922" x="7639050" y="1593850"/>
          <p14:tracePt t="26945" x="7639050" y="1600200"/>
          <p14:tracePt t="27010" x="7645400" y="1600200"/>
          <p14:tracePt t="27027" x="7658100" y="1606550"/>
          <p14:tracePt t="27042" x="7664450" y="1606550"/>
          <p14:tracePt t="27049" x="7677150" y="1612900"/>
          <p14:tracePt t="27058" x="7689850" y="1612900"/>
          <p14:tracePt t="27072" x="7702550" y="1612900"/>
          <p14:tracePt t="27088" x="7740650" y="1619250"/>
          <p14:tracePt t="27105" x="7753350" y="1619250"/>
          <p14:tracePt t="27162" x="7753350" y="1612900"/>
          <p14:tracePt t="27185" x="7753350" y="1606550"/>
          <p14:tracePt t="27193" x="7734300" y="1606550"/>
          <p14:tracePt t="27205" x="7702550" y="1606550"/>
          <p14:tracePt t="27221" x="7632700" y="1593850"/>
          <p14:tracePt t="27238" x="7569200" y="1581150"/>
          <p14:tracePt t="27255" x="7518400" y="1581150"/>
          <p14:tracePt t="27272" x="7499350" y="1581150"/>
          <p14:tracePt t="27378" x="7505700" y="1581150"/>
          <p14:tracePt t="27402" x="7531100" y="1581150"/>
          <p14:tracePt t="27409" x="7537450" y="1587500"/>
          <p14:tracePt t="27422" x="7543800" y="1587500"/>
          <p14:tracePt t="27438" x="7569200" y="1600200"/>
          <p14:tracePt t="27455" x="7588250" y="1600200"/>
          <p14:tracePt t="27497" x="7575550" y="1600200"/>
          <p14:tracePt t="27506" x="7550150" y="1581150"/>
          <p14:tracePt t="27522" x="7372350" y="1530350"/>
          <p14:tracePt t="27538" x="6496050" y="1339850"/>
          <p14:tracePt t="27556" x="6223000" y="1263650"/>
          <p14:tracePt t="27572" x="5480050" y="1136650"/>
          <p14:tracePt t="27589" x="4025900" y="952500"/>
          <p14:tracePt t="27605" x="3219450" y="831850"/>
          <p14:tracePt t="27622" x="2686050" y="762000"/>
          <p14:tracePt t="27638" x="2127250" y="736600"/>
          <p14:tracePt t="27655" x="2038350" y="723900"/>
          <p14:tracePt t="27672" x="1911350" y="730250"/>
          <p14:tracePt t="27689" x="1828800" y="730250"/>
          <p14:tracePt t="27705" x="1790700" y="730250"/>
          <p14:tracePt t="27722" x="1771650" y="742950"/>
          <p14:tracePt t="27738" x="1765300" y="749300"/>
          <p14:tracePt t="27755" x="1752600" y="755650"/>
          <p14:tracePt t="27772" x="1739900" y="762000"/>
          <p14:tracePt t="27788" x="1720850" y="774700"/>
          <p14:tracePt t="27805" x="1695450" y="781050"/>
          <p14:tracePt t="27822" x="1663700" y="787400"/>
          <p14:tracePt t="27838" x="1600200" y="806450"/>
          <p14:tracePt t="27855" x="1555750" y="819150"/>
          <p14:tracePt t="27871" x="1536700" y="819150"/>
          <p14:tracePt t="27888" x="1447800" y="869950"/>
          <p14:tracePt t="27905" x="1397000" y="908050"/>
          <p14:tracePt t="27921" x="1320800" y="977900"/>
          <p14:tracePt t="27938" x="1289050" y="1003300"/>
          <p14:tracePt t="27955" x="1250950" y="1047750"/>
          <p14:tracePt t="27971" x="1200150" y="1092200"/>
          <p14:tracePt t="27988" x="1187450" y="1104900"/>
          <p14:tracePt t="28005" x="1143000" y="1130300"/>
          <p14:tracePt t="28021" x="1130300" y="1136650"/>
          <p14:tracePt t="28038" x="1111250" y="1143000"/>
          <p14:tracePt t="28055" x="1022350" y="1168400"/>
          <p14:tracePt t="28072" x="1003300" y="1181100"/>
          <p14:tracePt t="28257" x="984250" y="1181100"/>
          <p14:tracePt t="28269" x="965200" y="1187450"/>
          <p14:tracePt t="28722" x="965200" y="1193800"/>
          <p14:tracePt t="28737" x="971550" y="1193800"/>
          <p14:tracePt t="28750" x="1035050" y="1200150"/>
          <p14:tracePt t="28762" x="1111250" y="1200150"/>
          <p14:tracePt t="28776" x="1301750" y="1200150"/>
          <p14:tracePt t="28788" x="1397000" y="1200150"/>
          <p14:tracePt t="28805" x="1581150" y="1212850"/>
          <p14:tracePt t="28822" x="1752600" y="1212850"/>
          <p14:tracePt t="28839" x="1981200" y="1219200"/>
          <p14:tracePt t="28855" x="2000250" y="1225550"/>
          <p14:tracePt t="28872" x="2006600" y="1225550"/>
          <p14:tracePt t="29290" x="2006600" y="1219200"/>
          <p14:tracePt t="29301" x="2000250" y="1206500"/>
          <p14:tracePt t="29314" x="1968500" y="1162050"/>
          <p14:tracePt t="29324" x="1955800" y="1143000"/>
          <p14:tracePt t="29338" x="1955800" y="1136650"/>
          <p14:tracePt t="29642" x="1949450" y="1174750"/>
          <p14:tracePt t="29653" x="1930400" y="1250950"/>
          <p14:tracePt t="29666" x="1911350" y="1333500"/>
          <p14:tracePt t="29678" x="1885950" y="1466850"/>
          <p14:tracePt t="29690" x="1816100" y="1600200"/>
          <p14:tracePt t="29709" x="1784350" y="1644650"/>
          <p14:tracePt t="29728" x="1631950" y="1822450"/>
          <p14:tracePt t="29741" x="1612900" y="1854200"/>
          <p14:tracePt t="29755" x="1581150" y="1885950"/>
          <p14:tracePt t="29772" x="1562100" y="1892300"/>
          <p14:tracePt t="29788" x="1549400" y="1905000"/>
          <p14:tracePt t="29805" x="1517650" y="1917700"/>
          <p14:tracePt t="29822" x="1479550" y="1930400"/>
          <p14:tracePt t="29838" x="1416050" y="1962150"/>
          <p14:tracePt t="29855" x="1397000" y="1968500"/>
          <p14:tracePt t="29871" x="1339850" y="1981200"/>
          <p14:tracePt t="29888" x="1301750" y="1993900"/>
          <p14:tracePt t="29905" x="1276350" y="2000250"/>
          <p14:tracePt t="29938" x="1250950" y="2006600"/>
          <p14:tracePt t="29955" x="1238250" y="2012950"/>
          <p14:tracePt t="29971" x="1181100" y="2038350"/>
          <p14:tracePt t="29988" x="1174750" y="2038350"/>
          <p14:tracePt t="30005" x="1136650" y="2070100"/>
          <p14:tracePt t="30021" x="1123950" y="2089150"/>
          <p14:tracePt t="30038" x="1098550" y="2127250"/>
          <p14:tracePt t="30055" x="1079500" y="2139950"/>
          <p14:tracePt t="30072" x="1066800" y="2152650"/>
          <p14:tracePt t="30088" x="1054100" y="2165350"/>
          <p14:tracePt t="30105" x="1047750" y="2178050"/>
          <p14:tracePt t="30241" x="1047750" y="2171700"/>
          <p14:tracePt t="30253" x="1041400" y="2165350"/>
          <p14:tracePt t="30265" x="1035050" y="2152650"/>
          <p14:tracePt t="30278" x="1035050" y="2127250"/>
          <p14:tracePt t="30288" x="1022350" y="2108200"/>
          <p14:tracePt t="30305" x="1022350" y="2082800"/>
          <p14:tracePt t="30321" x="1022350" y="2063750"/>
          <p14:tracePt t="30338" x="1022350" y="2051050"/>
          <p14:tracePt t="30355" x="1022350" y="2038350"/>
          <p14:tracePt t="30372" x="1022350" y="2025650"/>
          <p14:tracePt t="30388" x="1016000" y="2019300"/>
          <p14:tracePt t="30405" x="1016000" y="2012950"/>
          <p14:tracePt t="30421" x="1009650" y="2006600"/>
          <p14:tracePt t="30438" x="1003300" y="2000250"/>
          <p14:tracePt t="30455" x="996950" y="2000250"/>
          <p14:tracePt t="30471" x="958850" y="2000250"/>
          <p14:tracePt t="30488" x="914400" y="1993900"/>
          <p14:tracePt t="30505" x="838200" y="1993900"/>
          <p14:tracePt t="30521" x="736600" y="2006600"/>
          <p14:tracePt t="30538" x="673100" y="2019300"/>
          <p14:tracePt t="30555" x="635000" y="2019300"/>
          <p14:tracePt t="30572" x="609600" y="2025650"/>
          <p14:tracePt t="30588" x="603250" y="2025650"/>
          <p14:tracePt t="30622" x="596900" y="2025650"/>
          <p14:tracePt t="31178" x="603250" y="2025650"/>
          <p14:tracePt t="31190" x="609600" y="2032000"/>
          <p14:tracePt t="31205" x="660400" y="2044700"/>
          <p14:tracePt t="31221" x="749300" y="2089150"/>
          <p14:tracePt t="31239" x="812800" y="2120900"/>
          <p14:tracePt t="31255" x="920750" y="2190750"/>
          <p14:tracePt t="31271" x="1092200" y="2330450"/>
          <p14:tracePt t="31273" x="1136650" y="2374900"/>
          <p14:tracePt t="31288" x="1174750" y="2406650"/>
          <p14:tracePt t="31305" x="1358900" y="2546350"/>
          <p14:tracePt t="31321" x="1473200" y="2628900"/>
          <p14:tracePt t="31338" x="1619250" y="2705100"/>
          <p14:tracePt t="31355" x="1835150" y="2794000"/>
          <p14:tracePt t="31371" x="1924050" y="2825750"/>
          <p14:tracePt t="31388" x="2032000" y="2851150"/>
          <p14:tracePt t="31405" x="2108200" y="2863850"/>
          <p14:tracePt t="31422" x="2133600" y="2863850"/>
          <p14:tracePt t="31438" x="2171700" y="2863850"/>
          <p14:tracePt t="31455" x="2247900" y="2863850"/>
          <p14:tracePt t="31471" x="2292350" y="2863850"/>
          <p14:tracePt t="31488" x="2324100" y="2863850"/>
          <p14:tracePt t="31505" x="2482850" y="2863850"/>
          <p14:tracePt t="31521" x="2520950" y="2863850"/>
          <p14:tracePt t="31538" x="2584450" y="2863850"/>
          <p14:tracePt t="31555" x="2628900" y="2863850"/>
          <p14:tracePt t="31572" x="2667000" y="2863850"/>
          <p14:tracePt t="31588" x="2679700" y="2863850"/>
          <p14:tracePt t="31605" x="2711450" y="2863850"/>
          <p14:tracePt t="31622" x="2736850" y="2863850"/>
          <p14:tracePt t="31657" x="2743200" y="2863850"/>
          <p14:tracePt t="31745" x="2736850" y="2863850"/>
          <p14:tracePt t="31753" x="2724150" y="2863850"/>
          <p14:tracePt t="31769" x="2692400" y="2876550"/>
          <p14:tracePt t="31777" x="2667000" y="2876550"/>
          <p14:tracePt t="31788" x="2628900" y="2882900"/>
          <p14:tracePt t="31805" x="2578100" y="2882900"/>
          <p14:tracePt t="31822" x="2381250" y="2882900"/>
          <p14:tracePt t="31838" x="2330450" y="2882900"/>
          <p14:tracePt t="31855" x="2241550" y="2889250"/>
          <p14:tracePt t="31871" x="2133600" y="2908300"/>
          <p14:tracePt t="31888" x="2101850" y="2921000"/>
          <p14:tracePt t="31905" x="2095500" y="2933700"/>
          <p14:tracePt t="31921" x="2095500" y="2940050"/>
          <p14:tracePt t="31938" x="2095500" y="2959100"/>
          <p14:tracePt t="31955" x="2095500" y="2965450"/>
          <p14:tracePt t="31971" x="2095500" y="2978150"/>
          <p14:tracePt t="31988" x="2108200" y="3003550"/>
          <p14:tracePt t="32005" x="2114550" y="3009900"/>
          <p14:tracePt t="32021" x="2133600" y="3016250"/>
          <p14:tracePt t="32038" x="2133600" y="3028950"/>
          <p14:tracePt t="32055" x="2146300" y="3028950"/>
          <p14:tracePt t="32071" x="2184400" y="3048000"/>
          <p14:tracePt t="32088" x="2209800" y="3048000"/>
          <p14:tracePt t="32105" x="2311400" y="3060700"/>
          <p14:tracePt t="32122" x="2374900" y="3073400"/>
          <p14:tracePt t="32138" x="2406650" y="3073400"/>
          <p14:tracePt t="32155" x="2476500" y="3092450"/>
          <p14:tracePt t="32171" x="2584450" y="3098800"/>
          <p14:tracePt t="32188" x="2641600" y="3111500"/>
          <p14:tracePt t="32205" x="2806700" y="3111500"/>
          <p14:tracePt t="32221" x="2882900" y="3111500"/>
          <p14:tracePt t="32238" x="2901950" y="3111500"/>
          <p14:tracePt t="32255" x="2965450" y="3111500"/>
          <p14:tracePt t="32271" x="3079750" y="3105150"/>
          <p14:tracePt t="32273" x="3111500" y="3105150"/>
          <p14:tracePt t="32288" x="3130550" y="3105150"/>
          <p14:tracePt t="32305" x="3175000" y="3105150"/>
          <p14:tracePt t="32322" x="3232150" y="3105150"/>
          <p14:tracePt t="32338" x="3251200" y="3105150"/>
          <p14:tracePt t="32355" x="3270250" y="3105150"/>
          <p14:tracePt t="32371" x="3308350" y="3105150"/>
          <p14:tracePt t="32388" x="3321050" y="3105150"/>
          <p14:tracePt t="32405" x="3327400" y="3105150"/>
          <p14:tracePt t="32421" x="3333750" y="3105150"/>
          <p14:tracePt t="32438" x="3340100" y="3105150"/>
          <p14:tracePt t="32455" x="3352800" y="3105150"/>
          <p14:tracePt t="32488" x="3371850" y="3105150"/>
          <p14:tracePt t="32505" x="3378200" y="3105150"/>
          <p14:tracePt t="32529" x="3384550" y="3098800"/>
          <p14:tracePt t="32538" x="3390900" y="3098800"/>
          <p14:tracePt t="32561" x="3403600" y="3092450"/>
          <p14:tracePt t="32585" x="3403600" y="3086100"/>
          <p14:tracePt t="32609" x="3416300" y="3067050"/>
          <p14:tracePt t="32617" x="3422650" y="3067050"/>
          <p14:tracePt t="32626" x="3422650" y="3060700"/>
          <p14:tracePt t="32638" x="3429000" y="3048000"/>
          <p14:tracePt t="32655" x="3435350" y="3028950"/>
          <p14:tracePt t="32671" x="3435350" y="2997200"/>
          <p14:tracePt t="32689" x="3435350" y="2965450"/>
          <p14:tracePt t="32705" x="3435350" y="2940050"/>
          <p14:tracePt t="32721" x="3435350" y="2933700"/>
          <p14:tracePt t="32738" x="3409950" y="2927350"/>
          <p14:tracePt t="32755" x="3397250" y="2927350"/>
          <p14:tracePt t="32771" x="3365500" y="2921000"/>
          <p14:tracePt t="32788" x="3308350" y="2921000"/>
          <p14:tracePt t="32805" x="3225800" y="2933700"/>
          <p14:tracePt t="32822" x="3162300" y="2946400"/>
          <p14:tracePt t="32838" x="3155950" y="2946400"/>
          <p14:tracePt t="32855" x="3143250" y="2952750"/>
          <p14:tracePt t="32962" x="3136900" y="2959100"/>
          <p14:tracePt t="32978" x="3136900" y="2965450"/>
          <p14:tracePt t="33001" x="3143250" y="2965450"/>
          <p14:tracePt t="33013" x="3143250" y="2978150"/>
          <p14:tracePt t="33033" x="3149600" y="2978150"/>
          <p14:tracePt t="33046" x="3155950" y="2984500"/>
          <p14:tracePt t="33059" x="3175000" y="2997200"/>
          <p14:tracePt t="33072" x="3187700" y="3003550"/>
          <p14:tracePt t="33088" x="3282950" y="3022600"/>
          <p14:tracePt t="33105" x="3390900" y="3022600"/>
          <p14:tracePt t="33121" x="3429000" y="3022600"/>
          <p14:tracePt t="33138" x="3600450" y="3003550"/>
          <p14:tracePt t="33155" x="3714750" y="2984500"/>
          <p14:tracePt t="33172" x="3822700" y="2971800"/>
          <p14:tracePt t="33188" x="3975100" y="2933700"/>
          <p14:tracePt t="33205" x="4025900" y="2914650"/>
          <p14:tracePt t="33222" x="4044950" y="2908300"/>
          <p14:tracePt t="33238" x="4070350" y="2901950"/>
          <p14:tracePt t="33255" x="4095750" y="2901950"/>
          <p14:tracePt t="33271" x="4108450" y="2901950"/>
          <p14:tracePt t="33273" x="4114800" y="2901950"/>
          <p14:tracePt t="33288" x="4127500" y="2901950"/>
          <p14:tracePt t="33305" x="4140200" y="2901950"/>
          <p14:tracePt t="33321" x="4171950" y="2901950"/>
          <p14:tracePt t="33338" x="4184650" y="2901950"/>
          <p14:tracePt t="33371" x="4210050" y="2901950"/>
          <p14:tracePt t="33388" x="4222750" y="2908300"/>
          <p14:tracePt t="33405" x="4235450" y="2914650"/>
          <p14:tracePt t="33421" x="4254500" y="2914650"/>
          <p14:tracePt t="33438" x="4260850" y="2914650"/>
          <p14:tracePt t="33455" x="4273550" y="2921000"/>
          <p14:tracePt t="33522" x="4273550" y="2927350"/>
          <p14:tracePt t="33546" x="4273550" y="2933700"/>
          <p14:tracePt t="33569" x="4273550" y="2940050"/>
          <p14:tracePt t="33577" x="4267200" y="2940050"/>
          <p14:tracePt t="33593" x="4267200" y="2946400"/>
          <p14:tracePt t="33605" x="4260850" y="2952750"/>
          <p14:tracePt t="33626" x="4260850" y="2959100"/>
          <p14:tracePt t="33658" x="4260850" y="2965450"/>
          <p14:tracePt t="33666" x="4254500" y="2965450"/>
          <p14:tracePt t="33673" x="4248150" y="2978150"/>
          <p14:tracePt t="33698" x="4248150" y="2990850"/>
          <p14:tracePt t="33713" x="4248150" y="2997200"/>
          <p14:tracePt t="33722" x="4254500" y="3003550"/>
          <p14:tracePt t="33738" x="4254500" y="3016250"/>
          <p14:tracePt t="33755" x="4273550" y="3048000"/>
          <p14:tracePt t="33772" x="4292600" y="3060700"/>
          <p14:tracePt t="33788" x="4318000" y="3073400"/>
          <p14:tracePt t="33805" x="4362450" y="3105150"/>
          <p14:tracePt t="33822" x="4381500" y="3130550"/>
          <p14:tracePt t="33838" x="4400550" y="3149600"/>
          <p14:tracePt t="33855" x="4413250" y="3181350"/>
          <p14:tracePt t="33872" x="4413250" y="3200400"/>
          <p14:tracePt t="33889" x="4400550" y="3244850"/>
          <p14:tracePt t="33905" x="4349750" y="3340100"/>
          <p14:tracePt t="33922" x="4343400" y="3340100"/>
          <p14:tracePt t="34153" x="4343400" y="3333750"/>
          <p14:tracePt t="34161" x="4343400" y="3321050"/>
          <p14:tracePt t="34177" x="4343400" y="3257550"/>
          <p14:tracePt t="34188" x="4337050" y="3251200"/>
          <p14:tracePt t="34205" x="4318000" y="3238500"/>
          <p14:tracePt t="34221" x="4318000" y="3225800"/>
          <p14:tracePt t="34238" x="4311650" y="3213100"/>
          <p14:tracePt t="34272" x="4298950" y="3206750"/>
          <p14:tracePt t="34275" x="4298950" y="3194050"/>
          <p14:tracePt t="34289" x="4292600" y="3194050"/>
          <p14:tracePt t="34305" x="4292600" y="3187700"/>
          <p14:tracePt t="34465" x="4286250" y="3187700"/>
          <p14:tracePt t="34537" x="4286250" y="3181350"/>
          <p14:tracePt t="34545" x="4292600" y="3175000"/>
          <p14:tracePt t="34555" x="4298950" y="3162300"/>
          <p14:tracePt t="34572" x="4318000" y="3149600"/>
          <p14:tracePt t="34588" x="4368800" y="3117850"/>
          <p14:tracePt t="34605" x="4451350" y="3067050"/>
          <p14:tracePt t="34621" x="4533900" y="3028950"/>
          <p14:tracePt t="34638" x="4584700" y="3003550"/>
          <p14:tracePt t="34655" x="4616450" y="2997200"/>
          <p14:tracePt t="34671" x="4654550" y="2990850"/>
          <p14:tracePt t="34688" x="4686300" y="2984500"/>
          <p14:tracePt t="34705" x="4756150" y="2984500"/>
          <p14:tracePt t="34721" x="4794250" y="2984500"/>
          <p14:tracePt t="34738" x="4927600" y="3009900"/>
          <p14:tracePt t="34755" x="4953000" y="3016250"/>
          <p14:tracePt t="34772" x="5010150" y="3022600"/>
          <p14:tracePt t="34788" x="5099050" y="3035300"/>
          <p14:tracePt t="34805" x="5187950" y="3048000"/>
          <p14:tracePt t="34822" x="5238750" y="3060700"/>
          <p14:tracePt t="34838" x="5257800" y="3067050"/>
          <p14:tracePt t="34855" x="5365750" y="3067050"/>
          <p14:tracePt t="34872" x="5391150" y="3067050"/>
          <p14:tracePt t="34888" x="5429250" y="3067050"/>
          <p14:tracePt t="34905" x="5499100" y="3060700"/>
          <p14:tracePt t="34922" x="5505450" y="3060700"/>
          <p14:tracePt t="34938" x="5518150" y="3054350"/>
          <p14:tracePt t="34955" x="5575300" y="3054350"/>
          <p14:tracePt t="34972" x="5607050" y="3041650"/>
          <p14:tracePt t="34988" x="5645150" y="3035300"/>
          <p14:tracePt t="35005" x="5734050" y="3009900"/>
          <p14:tracePt t="35022" x="5759450" y="3003550"/>
          <p14:tracePt t="35038" x="5797550" y="2984500"/>
          <p14:tracePt t="35055" x="5835650" y="2978150"/>
          <p14:tracePt t="35072" x="5899150" y="2946400"/>
          <p14:tracePt t="35089" x="5943600" y="2921000"/>
          <p14:tracePt t="35105" x="6064250" y="2857500"/>
          <p14:tracePt t="35122" x="6108700" y="2825750"/>
          <p14:tracePt t="35138" x="6146800" y="2806700"/>
          <p14:tracePt t="35155" x="6203950" y="2768600"/>
          <p14:tracePt t="35172" x="6223000" y="2755900"/>
          <p14:tracePt t="35205" x="6229350" y="2749550"/>
          <p14:tracePt t="35222" x="6248400" y="2736850"/>
          <p14:tracePt t="35238" x="6248400" y="2724150"/>
          <p14:tracePt t="35255" x="6267450" y="2711450"/>
          <p14:tracePt t="35271" x="6273800" y="2711450"/>
          <p14:tracePt t="35273" x="6286500" y="2698750"/>
          <p14:tracePt t="35290" x="6305550" y="2692400"/>
          <p14:tracePt t="35313" x="6311900" y="2686050"/>
          <p14:tracePt t="35322" x="6318250" y="2679700"/>
          <p14:tracePt t="35339" x="6343650" y="2673350"/>
          <p14:tracePt t="35355" x="6362700" y="2667000"/>
          <p14:tracePt t="35371" x="6400800" y="2667000"/>
          <p14:tracePt t="35388" x="6496050" y="2686050"/>
          <p14:tracePt t="35405" x="6540500" y="2686050"/>
          <p14:tracePt t="35421" x="6610350" y="2705100"/>
          <p14:tracePt t="35438" x="6718300" y="2743200"/>
          <p14:tracePt t="35455" x="6762750" y="2755900"/>
          <p14:tracePt t="35472" x="6788150" y="2768600"/>
          <p14:tracePt t="35488" x="6813550" y="2787650"/>
          <p14:tracePt t="35505" x="6819900" y="2800350"/>
          <p14:tracePt t="35522" x="6832600" y="2800350"/>
          <p14:tracePt t="35538" x="6832600" y="2806700"/>
          <p14:tracePt t="35617" x="6826250" y="2806700"/>
          <p14:tracePt t="35625" x="6819900" y="2806700"/>
          <p14:tracePt t="35638" x="6794500" y="2806700"/>
          <p14:tracePt t="35655" x="6724650" y="2806700"/>
          <p14:tracePt t="35671" x="6496050" y="2768600"/>
          <p14:tracePt t="35688" x="6400800" y="2762250"/>
          <p14:tracePt t="35705" x="6159500" y="2730500"/>
          <p14:tracePt t="35721" x="5791200" y="2686050"/>
          <p14:tracePt t="35738" x="5657850" y="2660650"/>
          <p14:tracePt t="35755" x="5505450" y="2635250"/>
          <p14:tracePt t="35771" x="5473700" y="2635250"/>
          <p14:tracePt t="35788" x="5429250" y="2635250"/>
          <p14:tracePt t="35805" x="5391150" y="2635250"/>
          <p14:tracePt t="35822" x="5372100" y="2635250"/>
          <p14:tracePt t="35838" x="5359400" y="2635250"/>
          <p14:tracePt t="35855" x="5340350" y="2641600"/>
          <p14:tracePt t="35871" x="5308600" y="2654300"/>
          <p14:tracePt t="35905" x="5251450" y="2667000"/>
          <p14:tracePt t="35922" x="5238750" y="2673350"/>
          <p14:tracePt t="35938" x="5207000" y="2679700"/>
          <p14:tracePt t="35972" x="5194300" y="2679700"/>
          <p14:tracePt t="35988" x="5168900" y="2679700"/>
          <p14:tracePt t="36005" x="5130800" y="2692400"/>
          <p14:tracePt t="36021" x="5029200" y="2705100"/>
          <p14:tracePt t="36038" x="5016500" y="2711450"/>
          <p14:tracePt t="36072" x="4991100" y="2711450"/>
          <p14:tracePt t="36088" x="4978400" y="2711450"/>
          <p14:tracePt t="36105" x="4927600" y="2717800"/>
          <p14:tracePt t="36122" x="4794250" y="2736850"/>
          <p14:tracePt t="36138" x="4673600" y="2762250"/>
          <p14:tracePt t="36155" x="4622800" y="2768600"/>
          <p14:tracePt t="36172" x="4451350" y="2787650"/>
          <p14:tracePt t="36188" x="4381500" y="2794000"/>
          <p14:tracePt t="36205" x="4292600" y="2813050"/>
          <p14:tracePt t="36221" x="4159250" y="2832100"/>
          <p14:tracePt t="36238" x="4076700" y="2844800"/>
          <p14:tracePt t="36255" x="4044950" y="2851150"/>
          <p14:tracePt t="36272" x="3924300" y="2863850"/>
          <p14:tracePt t="36274" x="3911600" y="2870200"/>
          <p14:tracePt t="36289" x="3879850" y="2876550"/>
          <p14:tracePt t="36305" x="3784600" y="2895600"/>
          <p14:tracePt t="36322" x="3771900" y="2901950"/>
          <p14:tracePt t="36441" x="3778250" y="2901950"/>
          <p14:tracePt t="36465" x="3784600" y="2901950"/>
          <p14:tracePt t="36474" x="3790950" y="2901950"/>
          <p14:tracePt t="36481" x="3797300" y="2908300"/>
          <p14:tracePt t="36490" x="3810000" y="2908300"/>
          <p14:tracePt t="36505" x="3835400" y="2914650"/>
          <p14:tracePt t="36522" x="3873500" y="2914650"/>
          <p14:tracePt t="36538" x="4083050" y="2952750"/>
          <p14:tracePt t="36555" x="4191000" y="2971800"/>
          <p14:tracePt t="36571" x="4273550" y="2984500"/>
          <p14:tracePt t="36588" x="4527550" y="3016250"/>
          <p14:tracePt t="36605" x="4578350" y="3022600"/>
          <p14:tracePt t="36622" x="4692650" y="3041650"/>
          <p14:tracePt t="36638" x="4832350" y="3060700"/>
          <p14:tracePt t="36655" x="4895850" y="3067050"/>
          <p14:tracePt t="36672" x="4978400" y="3067050"/>
          <p14:tracePt t="36688" x="5060950" y="3067050"/>
          <p14:tracePt t="36705" x="5156200" y="3073400"/>
          <p14:tracePt t="36722" x="5245100" y="3073400"/>
          <p14:tracePt t="36738" x="5314950" y="3073400"/>
          <p14:tracePt t="36755" x="5391150" y="3079750"/>
          <p14:tracePt t="36772" x="5454650" y="3079750"/>
          <p14:tracePt t="36788" x="5492750" y="3086100"/>
          <p14:tracePt t="36805" x="5549900" y="3086100"/>
          <p14:tracePt t="36822" x="5581650" y="3086100"/>
          <p14:tracePt t="36839" x="5632450" y="3092450"/>
          <p14:tracePt t="36855" x="5670550" y="3098800"/>
          <p14:tracePt t="36872" x="5695950" y="3098800"/>
          <p14:tracePt t="36888" x="5727700" y="3098800"/>
          <p14:tracePt t="36905" x="5778500" y="3098800"/>
          <p14:tracePt t="36922" x="5810250" y="3098800"/>
          <p14:tracePt t="36938" x="5861050" y="3086100"/>
          <p14:tracePt t="36955" x="6032500" y="3086100"/>
          <p14:tracePt t="36972" x="6089650" y="3086100"/>
          <p14:tracePt t="36988" x="6223000" y="3086100"/>
          <p14:tracePt t="37005" x="6381750" y="3086100"/>
          <p14:tracePt t="37022" x="6591300" y="3092450"/>
          <p14:tracePt t="37038" x="6718300" y="3092450"/>
          <p14:tracePt t="37055" x="6845300" y="3092450"/>
          <p14:tracePt t="37072" x="6896100" y="3092450"/>
          <p14:tracePt t="37088" x="6940550" y="3092450"/>
          <p14:tracePt t="37105" x="6985000" y="3092450"/>
          <p14:tracePt t="37122" x="7016750" y="3092450"/>
          <p14:tracePt t="37155" x="7023100" y="3092450"/>
          <p14:tracePt t="37172" x="7010400" y="3124200"/>
          <p14:tracePt t="37188" x="6965950" y="3168650"/>
          <p14:tracePt t="37205" x="6946900" y="3206750"/>
          <p14:tracePt t="37222" x="6927850" y="3238500"/>
          <p14:tracePt t="37238" x="6915150" y="3251200"/>
          <p14:tracePt t="37338" x="6908800" y="3251200"/>
          <p14:tracePt t="37354" x="6883400" y="3244850"/>
          <p14:tracePt t="37362" x="6877050" y="3219450"/>
          <p14:tracePt t="37372" x="6851650" y="3206750"/>
          <p14:tracePt t="37389" x="6667500" y="3130550"/>
          <p14:tracePt t="37405" x="6597650" y="3117850"/>
          <p14:tracePt t="37421" x="6527800" y="3079750"/>
          <p14:tracePt t="37438" x="6515100" y="3060700"/>
          <p14:tracePt t="37546" x="6515100" y="3054350"/>
          <p14:tracePt t="37569" x="6502400" y="3054350"/>
          <p14:tracePt t="37585" x="6496050" y="3048000"/>
          <p14:tracePt t="37594" x="6489700" y="3048000"/>
          <p14:tracePt t="37609" x="6477000" y="3041650"/>
          <p14:tracePt t="37621" x="6464300" y="3035300"/>
          <p14:tracePt t="37639" x="6419850" y="3035300"/>
          <p14:tracePt t="37655" x="6350000" y="3016250"/>
          <p14:tracePt t="37672" x="6197600" y="2971800"/>
          <p14:tracePt t="37689" x="6178550" y="2965450"/>
          <p14:tracePt t="37705" x="5975350" y="2908300"/>
          <p14:tracePt t="37722" x="5715000" y="2819400"/>
          <p14:tracePt t="37738" x="5581650" y="2787650"/>
          <p14:tracePt t="37755" x="5346700" y="2755900"/>
          <p14:tracePt t="37772" x="5283200" y="2736850"/>
          <p14:tracePt t="37788" x="5213350" y="2730500"/>
          <p14:tracePt t="37805" x="5168900" y="2724150"/>
          <p14:tracePt t="37866" x="5168900" y="2717800"/>
          <p14:tracePt t="38041" x="5175250" y="2724150"/>
          <p14:tracePt t="38050" x="5175250" y="2730500"/>
          <p14:tracePt t="38058" x="5175250" y="2736850"/>
          <p14:tracePt t="38072" x="5181600" y="2743200"/>
          <p14:tracePt t="38089" x="5181600" y="2749550"/>
          <p14:tracePt t="38105" x="5213350" y="2787650"/>
          <p14:tracePt t="38121" x="5219700" y="2794000"/>
          <p14:tracePt t="38138" x="5226050" y="2819400"/>
          <p14:tracePt t="38155" x="5238750" y="2844800"/>
          <p14:tracePt t="38171" x="5251450" y="2863850"/>
          <p14:tracePt t="38188" x="5257800" y="2870200"/>
          <p14:tracePt t="38205" x="5264150" y="2876550"/>
          <p14:tracePt t="38221" x="5264150" y="2889250"/>
          <p14:tracePt t="38238" x="5276850" y="2889250"/>
          <p14:tracePt t="38255" x="5283200" y="2895600"/>
          <p14:tracePt t="38271" x="5289550" y="2895600"/>
          <p14:tracePt t="38289" x="5295900" y="2901950"/>
          <p14:tracePt t="38305" x="5327650" y="2901950"/>
          <p14:tracePt t="38322" x="5353050" y="2908300"/>
          <p14:tracePt t="38338" x="5378450" y="2921000"/>
          <p14:tracePt t="38355" x="5403850" y="2921000"/>
          <p14:tracePt t="38372" x="5441950" y="2927350"/>
          <p14:tracePt t="38388" x="5473700" y="2927350"/>
          <p14:tracePt t="38405" x="5556250" y="2927350"/>
          <p14:tracePt t="38422" x="5581650" y="2927350"/>
          <p14:tracePt t="38438" x="5607050" y="2927350"/>
          <p14:tracePt t="38455" x="5638800" y="2933700"/>
          <p14:tracePt t="38472" x="5657850" y="2940050"/>
          <p14:tracePt t="38489" x="5683250" y="2940050"/>
          <p14:tracePt t="38505" x="5734050" y="2952750"/>
          <p14:tracePt t="38522" x="5753100" y="2959100"/>
          <p14:tracePt t="38538" x="5759450" y="2959100"/>
          <p14:tracePt t="38555" x="5784850" y="2959100"/>
          <p14:tracePt t="38572" x="5803900" y="2959100"/>
          <p14:tracePt t="38589" x="5810250" y="2959100"/>
          <p14:tracePt t="38605" x="5829300" y="2959100"/>
          <p14:tracePt t="38622" x="5842000" y="2959100"/>
          <p14:tracePt t="38638" x="5861050" y="2959100"/>
          <p14:tracePt t="38671" x="5867400" y="2959100"/>
          <p14:tracePt t="38688" x="5873750" y="2952750"/>
          <p14:tracePt t="38706" x="5880100" y="2952750"/>
          <p14:tracePt t="38722" x="5886450" y="2952750"/>
          <p14:tracePt t="38738" x="5899150" y="2952750"/>
          <p14:tracePt t="38801" x="5905500" y="2952750"/>
          <p14:tracePt t="38937" x="5899150" y="2952750"/>
          <p14:tracePt t="38946" x="5892800" y="2952750"/>
          <p14:tracePt t="38955" x="5892800" y="2946400"/>
          <p14:tracePt t="38971" x="5861050" y="2940050"/>
          <p14:tracePt t="38988" x="5842000" y="2940050"/>
          <p14:tracePt t="39005" x="5803900" y="2933700"/>
          <p14:tracePt t="39022" x="5791200" y="2927350"/>
          <p14:tracePt t="39038" x="5778500" y="2927350"/>
          <p14:tracePt t="39055" x="5772150" y="2927350"/>
          <p14:tracePt t="39217" x="5759450" y="2927350"/>
          <p14:tracePt t="39746" x="5765800" y="2921000"/>
          <p14:tracePt t="39753" x="5778500" y="2921000"/>
          <p14:tracePt t="39778" x="5784850" y="2914650"/>
          <p14:tracePt t="39785" x="5797550" y="2908300"/>
          <p14:tracePt t="39793" x="5810250" y="2908300"/>
          <p14:tracePt t="39805" x="5816600" y="2908300"/>
          <p14:tracePt t="39821" x="5854700" y="2901950"/>
          <p14:tracePt t="39838" x="5880100" y="2901950"/>
          <p14:tracePt t="39855" x="5918200" y="2895600"/>
          <p14:tracePt t="39871" x="5924550" y="2895600"/>
          <p14:tracePt t="39888" x="5937250" y="2889250"/>
          <p14:tracePt t="39921" x="5949950" y="2882900"/>
          <p14:tracePt t="39938" x="5949950" y="2863850"/>
          <p14:tracePt t="39972" x="5949950" y="2844800"/>
          <p14:tracePt t="39988" x="5956300" y="2825750"/>
          <p14:tracePt t="40005" x="5962650" y="2806700"/>
          <p14:tracePt t="40022" x="5962650" y="2800350"/>
          <p14:tracePt t="40038" x="5956300" y="2774950"/>
          <p14:tracePt t="40055" x="5930900" y="2749550"/>
          <p14:tracePt t="40072" x="5892800" y="2724150"/>
          <p14:tracePt t="40089" x="5848350" y="2692400"/>
          <p14:tracePt t="40105" x="5772150" y="2654300"/>
          <p14:tracePt t="40122" x="5746750" y="2641600"/>
          <p14:tracePt t="40138" x="5676900" y="2628900"/>
          <p14:tracePt t="40155" x="5651500" y="2622550"/>
          <p14:tracePt t="40172" x="5632450" y="2622550"/>
          <p14:tracePt t="40188" x="5626100" y="2622550"/>
          <p14:tracePt t="40205" x="5613400" y="2635250"/>
          <p14:tracePt t="40222" x="5594350" y="2647950"/>
          <p14:tracePt t="40238" x="5588000" y="2654300"/>
          <p14:tracePt t="40255" x="5568950" y="2667000"/>
          <p14:tracePt t="40272" x="5556250" y="2679700"/>
          <p14:tracePt t="40274" x="5556250" y="2686050"/>
          <p14:tracePt t="40289" x="5543550" y="2692400"/>
          <p14:tracePt t="40305" x="5511800" y="2724150"/>
          <p14:tracePt t="40339" x="5505450" y="2743200"/>
          <p14:tracePt t="40372" x="5492750" y="2755900"/>
          <p14:tracePt t="40389" x="5492750" y="2768600"/>
          <p14:tracePt t="40405" x="5486400" y="2768600"/>
          <p14:tracePt t="40422" x="5486400" y="2774950"/>
          <p14:tracePt t="40438" x="5486400" y="2781300"/>
          <p14:tracePt t="40455" x="5486400" y="2787650"/>
          <p14:tracePt t="40472" x="5486400" y="2794000"/>
          <p14:tracePt t="40488" x="5486400" y="2806700"/>
          <p14:tracePt t="40505" x="5486400" y="2819400"/>
          <p14:tracePt t="40522" x="5486400" y="2832100"/>
          <p14:tracePt t="40538" x="5480050" y="2838450"/>
          <p14:tracePt t="40555" x="5473700" y="2844800"/>
          <p14:tracePt t="40572" x="5473700" y="2857500"/>
          <p14:tracePt t="40605" x="5467350" y="2863850"/>
          <p14:tracePt t="40622" x="5467350" y="2870200"/>
          <p14:tracePt t="40638" x="5467350" y="2876550"/>
          <p14:tracePt t="40655" x="5467350" y="2889250"/>
          <p14:tracePt t="40672" x="5467350" y="2895600"/>
          <p14:tracePt t="40689" x="5467350" y="2908300"/>
          <p14:tracePt t="40705" x="5467350" y="2914650"/>
          <p14:tracePt t="40721" x="5467350" y="2927350"/>
          <p14:tracePt t="40738" x="5467350" y="2933700"/>
          <p14:tracePt t="40755" x="5473700" y="2946400"/>
          <p14:tracePt t="40772" x="5480050" y="2946400"/>
          <p14:tracePt t="40788" x="5492750" y="2959100"/>
          <p14:tracePt t="40805" x="5499100" y="2965450"/>
          <p14:tracePt t="40822" x="5505450" y="2971800"/>
          <p14:tracePt t="40839" x="5518150" y="2978150"/>
          <p14:tracePt t="40855" x="5543550" y="2990850"/>
          <p14:tracePt t="40872" x="5549900" y="2990850"/>
          <p14:tracePt t="40888" x="5568950" y="2997200"/>
          <p14:tracePt t="40905" x="5632450" y="3016250"/>
          <p14:tracePt t="40922" x="5651500" y="3022600"/>
          <p14:tracePt t="40938" x="5670550" y="3022600"/>
          <p14:tracePt t="40955" x="5727700" y="3035300"/>
          <p14:tracePt t="40972" x="5753100" y="3048000"/>
          <p14:tracePt t="40988" x="5797550" y="3054350"/>
          <p14:tracePt t="41005" x="5842000" y="3067050"/>
          <p14:tracePt t="41022" x="5873750" y="3067050"/>
          <p14:tracePt t="41038" x="5892800" y="3067050"/>
          <p14:tracePt t="41055" x="5918200" y="3067050"/>
          <p14:tracePt t="41072" x="5937250" y="3060700"/>
          <p14:tracePt t="41089" x="5956300" y="3060700"/>
          <p14:tracePt t="41105" x="6026150" y="3016250"/>
          <p14:tracePt t="41121" x="6038850" y="3003550"/>
          <p14:tracePt t="41139" x="6070600" y="2990850"/>
          <p14:tracePt t="41155" x="6121400" y="2952750"/>
          <p14:tracePt t="41172" x="6153150" y="2927350"/>
          <p14:tracePt t="41188" x="6184900" y="2895600"/>
          <p14:tracePt t="41205" x="6191250" y="2882900"/>
          <p14:tracePt t="41222" x="6197600" y="2870200"/>
          <p14:tracePt t="41238" x="6197600" y="2857500"/>
          <p14:tracePt t="41255" x="6210300" y="2838450"/>
          <p14:tracePt t="41272" x="6203950" y="2819400"/>
          <p14:tracePt t="41275" x="6203950" y="2800350"/>
          <p14:tracePt t="41288" x="6172200" y="2774950"/>
          <p14:tracePt t="41305" x="6140450" y="2743200"/>
          <p14:tracePt t="41322" x="6108700" y="2736850"/>
          <p14:tracePt t="41339" x="6045200" y="2698750"/>
          <p14:tracePt t="41355" x="5988050" y="2679700"/>
          <p14:tracePt t="41371" x="5930900" y="2673350"/>
          <p14:tracePt t="41388" x="5892800" y="2673350"/>
          <p14:tracePt t="41405" x="5873750" y="2673350"/>
          <p14:tracePt t="41421" x="5848350" y="2673350"/>
          <p14:tracePt t="41438" x="5803900" y="2679700"/>
          <p14:tracePt t="41455" x="5784850" y="2698750"/>
          <p14:tracePt t="41471" x="5765800" y="2711450"/>
          <p14:tracePt t="41488" x="5765800" y="2717800"/>
          <p14:tracePt t="41505" x="5759450" y="2724150"/>
          <p14:tracePt t="41817" x="5753100" y="2736850"/>
          <p14:tracePt t="41833" x="5746750" y="2743200"/>
          <p14:tracePt t="41842" x="5708650" y="2768600"/>
          <p14:tracePt t="41855" x="5683250" y="2787650"/>
          <p14:tracePt t="41871" x="5670550" y="2787650"/>
          <p14:tracePt t="41888" x="5626100" y="2813050"/>
          <p14:tracePt t="41905" x="5568950" y="2844800"/>
          <p14:tracePt t="41921" x="5562600" y="2851150"/>
          <p14:tracePt t="41938" x="5549900" y="2857500"/>
          <p14:tracePt t="41994" x="5549900" y="2870200"/>
          <p14:tracePt t="42010" x="5537200" y="2870200"/>
          <p14:tracePt t="42017" x="5530850" y="2876550"/>
          <p14:tracePt t="42033" x="5530850" y="2882900"/>
          <p14:tracePt t="42042" x="5524500" y="2895600"/>
          <p14:tracePt t="42055" x="5518150" y="2901950"/>
          <p14:tracePt t="42072" x="5518150" y="2921000"/>
          <p14:tracePt t="42088" x="5511800" y="2933700"/>
          <p14:tracePt t="42105" x="5492750" y="2971800"/>
          <p14:tracePt t="42122" x="5492750" y="2990850"/>
          <p14:tracePt t="42138" x="5492750" y="2997200"/>
          <p14:tracePt t="42155" x="5492750" y="3009900"/>
          <p14:tracePt t="42172" x="5492750" y="3028950"/>
          <p14:tracePt t="42205" x="5492750" y="3035300"/>
          <p14:tracePt t="42222" x="5492750" y="3048000"/>
          <p14:tracePt t="42238" x="5505450" y="3054350"/>
          <p14:tracePt t="42255" x="5511800" y="3054350"/>
          <p14:tracePt t="42272" x="5524500" y="3067050"/>
          <p14:tracePt t="42274" x="5537200" y="3067050"/>
          <p14:tracePt t="42288" x="5537200" y="3073400"/>
          <p14:tracePt t="42305" x="5613400" y="3098800"/>
          <p14:tracePt t="42322" x="5683250" y="3105150"/>
          <p14:tracePt t="42339" x="5727700" y="3111500"/>
          <p14:tracePt t="42355" x="5886450" y="3117850"/>
          <p14:tracePt t="42372" x="5988050" y="3124200"/>
          <p14:tracePt t="42388" x="6267450" y="3136900"/>
          <p14:tracePt t="42405" x="6388100" y="3136900"/>
          <p14:tracePt t="42422" x="6489700" y="3136900"/>
          <p14:tracePt t="42438" x="6546850" y="3136900"/>
          <p14:tracePt t="42455" x="6648450" y="3130550"/>
          <p14:tracePt t="42471" x="6731000" y="3130550"/>
          <p14:tracePt t="42489" x="6781800" y="3130550"/>
          <p14:tracePt t="42505" x="6908800" y="3124200"/>
          <p14:tracePt t="42522" x="6953250" y="3124200"/>
          <p14:tracePt t="42538" x="7035800" y="3124200"/>
          <p14:tracePt t="42555" x="7099300" y="3124200"/>
          <p14:tracePt t="42572" x="7219950" y="3124200"/>
          <p14:tracePt t="42588" x="7258050" y="3130550"/>
          <p14:tracePt t="42605" x="7302500" y="3136900"/>
          <p14:tracePt t="42622" x="7327900" y="3136900"/>
          <p14:tracePt t="42638" x="7378700" y="3136900"/>
          <p14:tracePt t="42655" x="7416800" y="3136900"/>
          <p14:tracePt t="42672" x="7442200" y="3136900"/>
          <p14:tracePt t="42688" x="7461250" y="3136900"/>
          <p14:tracePt t="42722" x="7473950" y="3136900"/>
          <p14:tracePt t="42745" x="7473950" y="3130550"/>
          <p14:tracePt t="43009" x="7473950" y="3124200"/>
          <p14:tracePt t="43033" x="7467600" y="3117850"/>
          <p14:tracePt t="43057" x="7448550" y="3117850"/>
          <p14:tracePt t="43065" x="7429500" y="3111500"/>
          <p14:tracePt t="43073" x="7416800" y="3105150"/>
          <p14:tracePt t="43088" x="7391400" y="3092450"/>
          <p14:tracePt t="43105" x="7334250" y="3086100"/>
          <p14:tracePt t="43121" x="7283450" y="3067050"/>
          <p14:tracePt t="43138" x="7264400" y="3060700"/>
          <p14:tracePt t="43155" x="7251700" y="3048000"/>
          <p14:tracePt t="43171" x="7245350" y="3048000"/>
          <p14:tracePt t="43188" x="7232650" y="3041650"/>
          <p14:tracePt t="43205" x="7232650" y="3035300"/>
          <p14:tracePt t="43449" x="7239000" y="3035300"/>
          <p14:tracePt t="43457" x="7251700" y="3035300"/>
          <p14:tracePt t="43471" x="7283450" y="3028950"/>
          <p14:tracePt t="43488" x="7378700" y="3022600"/>
          <p14:tracePt t="43505" x="7645400" y="2997200"/>
          <p14:tracePt t="43521" x="7734300" y="2978150"/>
          <p14:tracePt t="43538" x="7785100" y="2952750"/>
          <p14:tracePt t="43555" x="7829550" y="2940050"/>
          <p14:tracePt t="43572" x="7842250" y="2927350"/>
          <p14:tracePt t="43673" x="7848600" y="2927350"/>
          <p14:tracePt t="43873" x="7848600" y="2933700"/>
          <p14:tracePt t="44329" x="7848600" y="2927350"/>
          <p14:tracePt t="44353" x="7854950" y="2927350"/>
          <p14:tracePt t="44833" x="7848600" y="2921000"/>
          <p14:tracePt t="44841" x="7842250" y="2921000"/>
          <p14:tracePt t="44857" x="7778750" y="2901950"/>
          <p14:tracePt t="44871" x="7708900" y="2889250"/>
          <p14:tracePt t="44888" x="6965950" y="2787650"/>
          <p14:tracePt t="44905" x="5854700" y="2711450"/>
          <p14:tracePt t="44922" x="4991100" y="2673350"/>
          <p14:tracePt t="44938" x="3930650" y="2673350"/>
          <p14:tracePt t="44955" x="3257550" y="2660650"/>
          <p14:tracePt t="44971" x="2628900" y="2616200"/>
          <p14:tracePt t="44988" x="1847850" y="2609850"/>
          <p14:tracePt t="45005" x="1612900" y="2628900"/>
          <p14:tracePt t="45021" x="1593850" y="2628900"/>
          <p14:tracePt t="45038" x="1562100" y="2628900"/>
          <p14:tracePt t="45055" x="1511300" y="2616200"/>
          <p14:tracePt t="45072" x="1479550" y="2616200"/>
          <p14:tracePt t="45088" x="1435100" y="2597150"/>
          <p14:tracePt t="45105" x="1346200" y="2584450"/>
          <p14:tracePt t="45121" x="1301750" y="2578100"/>
          <p14:tracePt t="45138" x="1225550" y="2552700"/>
          <p14:tracePt t="45155" x="1200150" y="2546350"/>
          <p14:tracePt t="45171" x="1162050" y="2533650"/>
          <p14:tracePt t="45188" x="1136650" y="2520950"/>
          <p14:tracePt t="45205" x="1136650" y="2508250"/>
          <p14:tracePt t="45221" x="1130300" y="2508250"/>
          <p14:tracePt t="45238" x="1117600" y="2501900"/>
          <p14:tracePt t="45273" x="1117600" y="2495550"/>
          <p14:tracePt t="45513" x="1123950" y="2495550"/>
          <p14:tracePt t="45529" x="1123950" y="2501900"/>
          <p14:tracePt t="45546" x="1123950" y="2508250"/>
          <p14:tracePt t="45577" x="1123950" y="2514600"/>
          <p14:tracePt t="45593" x="1130300" y="2520950"/>
          <p14:tracePt t="45618" x="1136650" y="2520950"/>
          <p14:tracePt t="45626" x="1143000" y="2520950"/>
          <p14:tracePt t="45642" x="1149350" y="2527300"/>
          <p14:tracePt t="45665" x="1155700" y="2533650"/>
          <p14:tracePt t="45681" x="1168400" y="2533650"/>
          <p14:tracePt t="45705" x="1181100" y="2540000"/>
          <p14:tracePt t="45729" x="1187450" y="2540000"/>
          <p14:tracePt t="45738" x="1200150" y="2546350"/>
          <p14:tracePt t="45761" x="1206500" y="2546350"/>
          <p14:tracePt t="45770" x="1212850" y="2552700"/>
          <p14:tracePt t="45778" x="1219200" y="2552700"/>
          <p14:tracePt t="45793" x="1231900" y="2552700"/>
          <p14:tracePt t="45805" x="1238250" y="2552700"/>
          <p14:tracePt t="45822" x="1257300" y="2559050"/>
          <p14:tracePt t="45839" x="1276350" y="2565400"/>
          <p14:tracePt t="45872" x="1282700" y="2565400"/>
          <p14:tracePt t="45888" x="1295400" y="2565400"/>
          <p14:tracePt t="46027" x="1295400" y="2559050"/>
          <p14:tracePt t="46129" x="1289050" y="2559050"/>
          <p14:tracePt t="46225" x="1295400" y="2559050"/>
          <p14:tracePt t="46249" x="1301750" y="2552700"/>
          <p14:tracePt t="46265" x="1358900" y="2533650"/>
          <p14:tracePt t="46274" x="1371600" y="2533650"/>
          <p14:tracePt t="46288" x="1397000" y="2527300"/>
          <p14:tracePt t="46305" x="1473200" y="2520950"/>
          <p14:tracePt t="46321" x="1644650" y="2514600"/>
          <p14:tracePt t="46338" x="1733550" y="2514600"/>
          <p14:tracePt t="46355" x="1866900" y="2514600"/>
          <p14:tracePt t="46371" x="2038350" y="2508250"/>
          <p14:tracePt t="46388" x="2127250" y="2508250"/>
          <p14:tracePt t="46405" x="2146300" y="2508250"/>
          <p14:tracePt t="46421" x="2228850" y="2508250"/>
          <p14:tracePt t="46438" x="2362200" y="2508250"/>
          <p14:tracePt t="46455" x="2425700" y="2514600"/>
          <p14:tracePt t="46471" x="2482850" y="2520950"/>
          <p14:tracePt t="46488" x="2559050" y="2520950"/>
          <p14:tracePt t="46505" x="2622550" y="2527300"/>
          <p14:tracePt t="46521" x="2654300" y="2527300"/>
          <p14:tracePt t="46538" x="2698750" y="2527300"/>
          <p14:tracePt t="46555" x="2717800" y="2527300"/>
          <p14:tracePt t="46572" x="2724150" y="2527300"/>
          <p14:tracePt t="46588" x="2755900" y="2520950"/>
          <p14:tracePt t="46605" x="2768600" y="2520950"/>
          <p14:tracePt t="46689" x="2774950" y="2520950"/>
          <p14:tracePt t="46905" x="2781300" y="2520950"/>
          <p14:tracePt t="46921" x="2819400" y="2520950"/>
          <p14:tracePt t="46937" x="2838450" y="2520950"/>
          <p14:tracePt t="46946" x="2863850" y="2514600"/>
          <p14:tracePt t="46955" x="2882900" y="2514600"/>
          <p14:tracePt t="46971" x="2914650" y="2514600"/>
          <p14:tracePt t="46988" x="2971800" y="2508250"/>
          <p14:tracePt t="47005" x="3003550" y="2508250"/>
          <p14:tracePt t="47021" x="3016250" y="2508250"/>
          <p14:tracePt t="47038" x="3060700" y="2514600"/>
          <p14:tracePt t="47055" x="3098800" y="2520950"/>
          <p14:tracePt t="47071" x="3111500" y="2520950"/>
          <p14:tracePt t="47088" x="3175000" y="2520950"/>
          <p14:tracePt t="47105" x="3206750" y="2520950"/>
          <p14:tracePt t="47185" x="3219450" y="2520950"/>
          <p14:tracePt t="47217" x="3225800" y="2527300"/>
          <p14:tracePt t="47242" x="3263900" y="2533650"/>
          <p14:tracePt t="47250" x="3276600" y="2533650"/>
          <p14:tracePt t="47258" x="3321050" y="2540000"/>
          <p14:tracePt t="47271" x="3346450" y="2546350"/>
          <p14:tracePt t="47288" x="3409950" y="2546350"/>
          <p14:tracePt t="47305" x="3657600" y="2584450"/>
          <p14:tracePt t="47322" x="3695700" y="2590800"/>
          <p14:tracePt t="47339" x="3930650" y="2609850"/>
          <p14:tracePt t="47355" x="4032250" y="2616200"/>
          <p14:tracePt t="47371" x="4102100" y="2616200"/>
          <p14:tracePt t="47389" x="4178300" y="2616200"/>
          <p14:tracePt t="47405" x="4222750" y="2603500"/>
          <p14:tracePt t="47422" x="4241800" y="2603500"/>
          <p14:tracePt t="47438" x="4267200" y="2597150"/>
          <p14:tracePt t="47585" x="4273550" y="2597150"/>
          <p14:tracePt t="47594" x="4279900" y="2597150"/>
          <p14:tracePt t="47605" x="4286250" y="2597150"/>
          <p14:tracePt t="47621" x="4305300" y="2597150"/>
          <p14:tracePt t="47638" x="4330700" y="2597150"/>
          <p14:tracePt t="47655" x="4406900" y="2603500"/>
          <p14:tracePt t="47671" x="4451350" y="2603500"/>
          <p14:tracePt t="47688" x="4489450" y="2603500"/>
          <p14:tracePt t="47705" x="4521200" y="2603500"/>
          <p14:tracePt t="47721" x="4533900" y="2597150"/>
          <p14:tracePt t="47755" x="4527550" y="2597150"/>
          <p14:tracePt t="48385" x="4527550" y="2590800"/>
          <p14:tracePt t="48394" x="4527550" y="2584450"/>
          <p14:tracePt t="48405" x="4514850" y="2571750"/>
          <p14:tracePt t="48421" x="4508500" y="2559050"/>
          <p14:tracePt t="48529" x="4502150" y="2559050"/>
          <p14:tracePt t="48545" x="4502150" y="2552700"/>
          <p14:tracePt t="48682" x="4495800" y="2552700"/>
          <p14:tracePt t="48713" x="4495800" y="2559050"/>
          <p14:tracePt t="48722" x="4502150" y="2565400"/>
          <p14:tracePt t="48730" x="4502150" y="2571750"/>
          <p14:tracePt t="48739" x="4508500" y="2578100"/>
          <p14:tracePt t="48755" x="4565650" y="2603500"/>
          <p14:tracePt t="48771" x="4622800" y="2635250"/>
          <p14:tracePt t="48788" x="4667250" y="2647950"/>
          <p14:tracePt t="48805" x="4705350" y="2667000"/>
          <p14:tracePt t="48822" x="4794250" y="2692400"/>
          <p14:tracePt t="48838" x="4857750" y="2717800"/>
          <p14:tracePt t="48855" x="4921250" y="2736850"/>
          <p14:tracePt t="48871" x="5016500" y="2781300"/>
          <p14:tracePt t="48888" x="5035550" y="2781300"/>
          <p14:tracePt t="48905" x="5124450" y="2806700"/>
          <p14:tracePt t="48921" x="5156200" y="2813050"/>
          <p14:tracePt t="48938" x="5200650" y="2813050"/>
          <p14:tracePt t="48955" x="5270500" y="2819400"/>
          <p14:tracePt t="48971" x="5321300" y="2819400"/>
          <p14:tracePt t="48988" x="5397500" y="2819400"/>
          <p14:tracePt t="49005" x="5499100" y="2819400"/>
          <p14:tracePt t="49022" x="5746750" y="2838450"/>
          <p14:tracePt t="49038" x="5962650" y="2844800"/>
          <p14:tracePt t="49055" x="6229350" y="2851150"/>
          <p14:tracePt t="49071" x="6642100" y="2876550"/>
          <p14:tracePt t="49088" x="6788150" y="2882900"/>
          <p14:tracePt t="49105" x="7067550" y="2921000"/>
          <p14:tracePt t="49122" x="7353300" y="2965450"/>
          <p14:tracePt t="49138" x="7429500" y="2978150"/>
          <p14:tracePt t="49155" x="7480300" y="2978150"/>
          <p14:tracePt t="49171" x="7512050" y="2978150"/>
          <p14:tracePt t="49188" x="7524750" y="2978150"/>
          <p14:tracePt t="49266" x="7531100" y="2978150"/>
          <p14:tracePt t="49281" x="7537450" y="2984500"/>
          <p14:tracePt t="49290" x="7543800" y="2984500"/>
          <p14:tracePt t="49297" x="7562850" y="2997200"/>
          <p14:tracePt t="49306" x="7588250" y="3003550"/>
          <p14:tracePt t="49322" x="7626350" y="3022600"/>
          <p14:tracePt t="49338" x="7715250" y="3054350"/>
          <p14:tracePt t="49355" x="7747000" y="3067050"/>
          <p14:tracePt t="49372" x="7772400" y="3073400"/>
          <p14:tracePt t="49389" x="7791450" y="3079750"/>
          <p14:tracePt t="49421" x="7791450" y="3086100"/>
          <p14:tracePt t="49601" x="7797800" y="3079750"/>
          <p14:tracePt t="49626" x="7810500" y="3079750"/>
          <p14:tracePt t="49633" x="7829550" y="3067050"/>
          <p14:tracePt t="49649" x="7842250" y="3054350"/>
          <p14:tracePt t="49673" x="7848600" y="3054350"/>
          <p14:tracePt t="49681" x="7861300" y="3054350"/>
          <p14:tracePt t="49713" x="7874000" y="3054350"/>
          <p14:tracePt t="49746" x="7880350" y="3054350"/>
          <p14:tracePt t="49817" x="7880350" y="3048000"/>
          <p14:tracePt t="49825" x="7867650" y="3041650"/>
          <p14:tracePt t="49838" x="7842250" y="3028950"/>
          <p14:tracePt t="49855" x="7778750" y="3022600"/>
          <p14:tracePt t="49872" x="7747000" y="3022600"/>
          <p14:tracePt t="49905" x="7740650" y="3022600"/>
          <p14:tracePt t="50201" x="7740650" y="3009900"/>
          <p14:tracePt t="50209" x="7740650" y="2990850"/>
          <p14:tracePt t="50221" x="7740650" y="2978150"/>
          <p14:tracePt t="50250" x="7740650" y="2971800"/>
          <p14:tracePt t="50258" x="7740650" y="2965450"/>
          <p14:tracePt t="50271" x="7727950" y="2959100"/>
          <p14:tracePt t="50288" x="7708900" y="2946400"/>
          <p14:tracePt t="50305" x="7626350" y="2914650"/>
          <p14:tracePt t="50322" x="7524750" y="2882900"/>
          <p14:tracePt t="50385" x="7531100" y="2882900"/>
          <p14:tracePt t="50434" x="7537450" y="2882900"/>
          <p14:tracePt t="50457" x="7543800" y="2882900"/>
          <p14:tracePt t="50465" x="7556500" y="2882900"/>
          <p14:tracePt t="50473" x="7562850" y="2882900"/>
          <p14:tracePt t="50488" x="7588250" y="2889250"/>
          <p14:tracePt t="50505" x="7600950" y="2901950"/>
          <p14:tracePt t="50521" x="7626350" y="2946400"/>
          <p14:tracePt t="50538" x="7607300" y="2978150"/>
          <p14:tracePt t="50555" x="7391400" y="3041650"/>
          <p14:tracePt t="50801" x="7391400" y="3048000"/>
          <p14:tracePt t="50809" x="7385050" y="3048000"/>
          <p14:tracePt t="50825" x="7378700" y="3048000"/>
          <p14:tracePt t="50841" x="7372350" y="3048000"/>
          <p14:tracePt t="50855" x="7359650" y="3048000"/>
          <p14:tracePt t="50871" x="7359650" y="3041650"/>
          <p14:tracePt t="50888" x="7359650" y="3035300"/>
          <p14:tracePt t="50905" x="7359650" y="3022600"/>
          <p14:tracePt t="50921" x="7372350" y="3003550"/>
          <p14:tracePt t="50955" x="7372350" y="2997200"/>
          <p14:tracePt t="50971" x="7372350" y="2990850"/>
          <p14:tracePt t="50988" x="7372350" y="2978150"/>
          <p14:tracePt t="51010" x="7385050" y="2978150"/>
          <p14:tracePt t="51145" x="7385050" y="2971800"/>
          <p14:tracePt t="51169" x="7416800" y="2965450"/>
          <p14:tracePt t="51176" x="7423150" y="2965450"/>
          <p14:tracePt t="51188" x="7435850" y="2965450"/>
          <p14:tracePt t="51205" x="7454900" y="2965450"/>
          <p14:tracePt t="51221" x="7486650" y="2965450"/>
          <p14:tracePt t="51238" x="7569200" y="2978150"/>
          <p14:tracePt t="51255" x="7658100" y="2984500"/>
          <p14:tracePt t="51272" x="7721600" y="3003550"/>
          <p14:tracePt t="51275" x="7766050" y="3003550"/>
          <p14:tracePt t="51290" x="7842250" y="2997200"/>
          <p14:tracePt t="51305" x="7880350" y="3003550"/>
          <p14:tracePt t="51321" x="7924800" y="3003550"/>
          <p14:tracePt t="51338" x="7931150" y="3003550"/>
          <p14:tracePt t="51355" x="7931150" y="2997200"/>
          <p14:tracePt t="51417" x="7943850" y="2997200"/>
          <p14:tracePt t="51529" x="7956550" y="2990850"/>
          <p14:tracePt t="51593" x="7969250" y="2984500"/>
          <p14:tracePt t="51665" x="7975600" y="2984500"/>
          <p14:tracePt t="51753" x="7981950" y="2984500"/>
          <p14:tracePt t="51809" x="7988300" y="2984500"/>
          <p14:tracePt t="51962" x="8001000" y="2978150"/>
          <p14:tracePt t="51993" x="8007350" y="2971800"/>
          <p14:tracePt t="52017" x="8013700" y="2971800"/>
          <p14:tracePt t="52081" x="8032750" y="2971800"/>
          <p14:tracePt t="52113" x="8039100" y="2971800"/>
          <p14:tracePt t="52129" x="8045450" y="2971800"/>
          <p14:tracePt t="52137" x="8051800" y="2971800"/>
          <p14:tracePt t="52146" x="8058150" y="2971800"/>
          <p14:tracePt t="52161" x="8064500" y="2971800"/>
          <p14:tracePt t="52177" x="8077200" y="2971800"/>
          <p14:tracePt t="52188" x="8089900" y="2971800"/>
          <p14:tracePt t="52205" x="8096250" y="2978150"/>
          <p14:tracePt t="52221" x="8108950" y="2984500"/>
          <p14:tracePt t="52305" x="8108950" y="2990850"/>
          <p14:tracePt t="52386" x="8108950" y="3003550"/>
          <p14:tracePt t="52410" x="8102600" y="3003550"/>
          <p14:tracePt t="52433" x="8102600" y="3016250"/>
          <p14:tracePt t="52441" x="8089900" y="3016250"/>
          <p14:tracePt t="52465" x="8083550" y="3016250"/>
          <p14:tracePt t="52570" x="8089900" y="3016250"/>
          <p14:tracePt t="52577" x="8102600" y="3009900"/>
          <p14:tracePt t="52593" x="8128000" y="3003550"/>
          <p14:tracePt t="52641" x="8134350" y="3003550"/>
          <p14:tracePt t="52681" x="8134350" y="2990850"/>
          <p14:tracePt t="52690" x="8147050" y="2990850"/>
          <p14:tracePt t="52697" x="8153400" y="2978150"/>
          <p14:tracePt t="52730" x="8153400" y="2965450"/>
          <p14:tracePt t="52737" x="8159750" y="2965450"/>
          <p14:tracePt t="52953" x="8159750" y="2971800"/>
          <p14:tracePt t="53257" x="8147050" y="2978150"/>
          <p14:tracePt t="53265" x="8128000" y="2990850"/>
          <p14:tracePt t="53281" x="8121650" y="2990850"/>
          <p14:tracePt t="53290" x="8121650" y="3003550"/>
          <p14:tracePt t="53305" x="8083550" y="3028950"/>
          <p14:tracePt t="53322" x="8070850" y="3048000"/>
          <p14:tracePt t="53338" x="8051800" y="3060700"/>
          <p14:tracePt t="53355" x="8026400" y="3079750"/>
          <p14:tracePt t="53371" x="8007350" y="3092450"/>
          <p14:tracePt t="53388" x="8007350" y="3098800"/>
          <p14:tracePt t="53422" x="7994650" y="3105150"/>
          <p14:tracePt t="53953" x="8001000" y="3105150"/>
          <p14:tracePt t="53985" x="8001000" y="3098800"/>
          <p14:tracePt t="54001" x="8001000" y="3086100"/>
          <p14:tracePt t="54010" x="7988300" y="3079750"/>
          <p14:tracePt t="54021" x="7956550" y="3060700"/>
          <p14:tracePt t="54038" x="7759700" y="2990850"/>
          <p14:tracePt t="54055" x="7721600" y="2978150"/>
          <p14:tracePt t="54071" x="7416800" y="2921000"/>
          <p14:tracePt t="54088" x="6699250" y="2851150"/>
          <p14:tracePt t="54105" x="5816600" y="2762250"/>
          <p14:tracePt t="54121" x="4749800" y="2711450"/>
          <p14:tracePt t="54138" x="4375150" y="2711450"/>
          <p14:tracePt t="54155" x="3746500" y="2724150"/>
          <p14:tracePt t="54171" x="2743200" y="2819400"/>
          <p14:tracePt t="54188" x="2260600" y="2895600"/>
          <p14:tracePt t="54205" x="1841500" y="2965450"/>
          <p14:tracePt t="54221" x="1397000" y="3060700"/>
          <p14:tracePt t="54238" x="1193800" y="3124200"/>
          <p14:tracePt t="54255" x="1066800" y="3168650"/>
          <p14:tracePt t="54271" x="1022350" y="3194050"/>
          <p14:tracePt t="54288" x="1016000" y="3200400"/>
          <p14:tracePt t="54304" x="984250" y="3238500"/>
          <p14:tracePt t="54321" x="933450" y="3257550"/>
          <p14:tracePt t="54338" x="882650" y="3282950"/>
          <p14:tracePt t="54354" x="863600" y="3282950"/>
          <p14:tracePt t="54371" x="787400" y="3314700"/>
          <p14:tracePt t="54388" x="730250" y="3327400"/>
          <p14:tracePt t="54404" x="673100" y="3352800"/>
          <p14:tracePt t="54421" x="635000" y="3365500"/>
          <p14:tracePt t="54438" x="615950" y="3365500"/>
          <p14:tracePt t="54454" x="552450" y="3384550"/>
          <p14:tracePt t="54471" x="527050" y="3397250"/>
          <p14:tracePt t="54488" x="495300" y="3409950"/>
          <p14:tracePt t="54504" x="476250" y="3409950"/>
          <p14:tracePt t="54577" x="476250" y="3416300"/>
          <p14:tracePt t="54737" x="463550" y="3422650"/>
          <p14:tracePt t="54746" x="450850" y="3429000"/>
          <p14:tracePt t="54762" x="450850" y="3435350"/>
          <p14:tracePt t="54778" x="450850" y="3441700"/>
          <p14:tracePt t="54913" x="438150" y="3441700"/>
          <p14:tracePt t="55145" x="425450" y="3441700"/>
          <p14:tracePt t="55201" x="419100" y="3441700"/>
          <p14:tracePt t="56457" x="419100" y="3435350"/>
          <p14:tracePt t="56497" x="419100" y="3429000"/>
          <p14:tracePt t="56521" x="419100" y="3422650"/>
          <p14:tracePt t="56533" x="419100" y="3416300"/>
          <p14:tracePt t="56562" x="419100" y="3409950"/>
          <p14:tracePt t="56572" x="419100" y="3403600"/>
          <p14:tracePt t="57001" x="419100" y="3397250"/>
          <p14:tracePt t="57017" x="419100" y="3390900"/>
          <p14:tracePt t="57028" x="419100" y="3384550"/>
          <p14:tracePt t="57038" x="419100" y="3378200"/>
          <p14:tracePt t="57055" x="425450" y="3359150"/>
          <p14:tracePt t="57072" x="425450" y="3352800"/>
          <p14:tracePt t="57089" x="431800" y="3340100"/>
          <p14:tracePt t="57105" x="438150" y="3327400"/>
          <p14:tracePt t="57633" x="444500" y="3333750"/>
          <p14:tracePt t="57643" x="450850" y="3352800"/>
          <p14:tracePt t="57657" x="450850" y="3359150"/>
          <p14:tracePt t="57671" x="450850" y="3384550"/>
          <p14:tracePt t="57689" x="450850" y="3416300"/>
          <p14:tracePt t="57705" x="469900" y="3606800"/>
          <p14:tracePt t="57721" x="501650" y="3676650"/>
          <p14:tracePt t="57738" x="527050" y="3771900"/>
          <p14:tracePt t="57759" x="539750" y="3848100"/>
          <p14:tracePt t="57761" x="552450" y="3930650"/>
          <p14:tracePt t="57778" x="565150" y="3987800"/>
          <p14:tracePt t="57797" x="565150" y="4013200"/>
          <p14:tracePt t="57818" x="565150" y="4025900"/>
          <p14:tracePt t="57827" x="565150" y="4032250"/>
          <p14:tracePt t="57838" x="565150" y="4038600"/>
          <p14:tracePt t="57854" x="577850" y="4057650"/>
          <p14:tracePt t="57871" x="577850" y="4076700"/>
          <p14:tracePt t="57888" x="584200" y="4083050"/>
          <p14:tracePt t="57905" x="609600" y="4121150"/>
          <p14:tracePt t="57921" x="654050" y="4178300"/>
          <p14:tracePt t="57938" x="673100" y="4216400"/>
          <p14:tracePt t="57954" x="692150" y="4254500"/>
          <p14:tracePt t="57971" x="698500" y="4279900"/>
          <p14:tracePt t="57988" x="698500" y="4311650"/>
          <p14:tracePt t="58005" x="698500" y="4330700"/>
          <p14:tracePt t="58021" x="704850" y="4349750"/>
          <p14:tracePt t="58038" x="704850" y="4381500"/>
          <p14:tracePt t="58054" x="717550" y="4400550"/>
          <p14:tracePt t="58071" x="723900" y="4445000"/>
          <p14:tracePt t="58088" x="755650" y="4527550"/>
          <p14:tracePt t="58105" x="781050" y="4559300"/>
          <p14:tracePt t="58121" x="793750" y="4565650"/>
          <p14:tracePt t="58138" x="806450" y="4572000"/>
          <p14:tracePt t="58154" x="825500" y="4572000"/>
          <p14:tracePt t="58171" x="831850" y="4565650"/>
          <p14:tracePt t="58188" x="850900" y="4546600"/>
          <p14:tracePt t="58204" x="876300" y="4533900"/>
          <p14:tracePt t="58221" x="901700" y="4514850"/>
          <p14:tracePt t="58238" x="958850" y="4489450"/>
          <p14:tracePt t="58255" x="971550" y="4483100"/>
          <p14:tracePt t="58271" x="990600" y="4476750"/>
          <p14:tracePt t="58273" x="996950" y="4470400"/>
          <p14:tracePt t="58288" x="1016000" y="4470400"/>
          <p14:tracePt t="58305" x="1041400" y="4457700"/>
          <p14:tracePt t="58321" x="1073150" y="4451350"/>
          <p14:tracePt t="58354" x="1079500" y="4451350"/>
          <p14:tracePt t="59338" x="1073150" y="4451350"/>
          <p14:tracePt t="59349" x="1066800" y="4445000"/>
          <p14:tracePt t="59369" x="1035050" y="4425950"/>
          <p14:tracePt t="59381" x="1035050" y="4419600"/>
          <p14:tracePt t="59393" x="996950" y="4387850"/>
          <p14:tracePt t="59405" x="958850" y="4362450"/>
          <p14:tracePt t="59421" x="781050" y="4216400"/>
          <p14:tracePt t="59438" x="730250" y="4191000"/>
          <p14:tracePt t="59454" x="628650" y="4114800"/>
          <p14:tracePt t="59471" x="571500" y="4051300"/>
          <p14:tracePt t="59488" x="565150" y="4038600"/>
          <p14:tracePt t="59545" x="558800" y="4038600"/>
          <p14:tracePt t="59673" x="552450" y="4038600"/>
          <p14:tracePt t="60569" x="558800" y="4038600"/>
          <p14:tracePt t="60585" x="565150" y="4038600"/>
          <p14:tracePt t="60596" x="571500" y="4032250"/>
          <p14:tracePt t="60609" x="577850" y="4032250"/>
          <p14:tracePt t="60621" x="590550" y="4032250"/>
          <p14:tracePt t="60639" x="603250" y="4019550"/>
          <p14:tracePt t="60655" x="628650" y="4019550"/>
          <p14:tracePt t="60688" x="635000" y="4013200"/>
          <p14:tracePt t="60704" x="647700" y="4006850"/>
          <p14:tracePt t="60721" x="654050" y="4006850"/>
          <p14:tracePt t="60745" x="660400" y="3994150"/>
          <p14:tracePt t="60833" x="666750" y="3994150"/>
          <p14:tracePt t="63065" x="666750" y="3987800"/>
          <p14:tracePt t="63145" x="654050" y="3975100"/>
          <p14:tracePt t="63169" x="647700" y="3975100"/>
          <p14:tracePt t="63181" x="641350" y="3975100"/>
          <p14:tracePt t="63191" x="622300" y="3975100"/>
          <p14:tracePt t="63204" x="590550" y="3975100"/>
          <p14:tracePt t="63225" x="584200" y="3968750"/>
          <p14:tracePt t="68625" x="577850" y="3968750"/>
          <p14:tracePt t="69929" x="577850" y="3956050"/>
          <p14:tracePt t="70009" x="577850" y="3968750"/>
          <p14:tracePt t="70026" x="565150" y="4038600"/>
          <p14:tracePt t="70043" x="539750" y="4178300"/>
          <p14:tracePt t="70059" x="514350" y="4318000"/>
          <p14:tracePt t="70071" x="508000" y="4337050"/>
          <p14:tracePt t="70088" x="501650" y="4381500"/>
          <p14:tracePt t="70104" x="495300" y="4438650"/>
          <p14:tracePt t="70121" x="488950" y="4457700"/>
          <p14:tracePt t="70138" x="476250" y="4464050"/>
          <p14:tracePt t="70154" x="476250" y="4470400"/>
          <p14:tracePt t="70188" x="476250" y="4476750"/>
          <p14:tracePt t="70205" x="476250" y="4489450"/>
          <p14:tracePt t="70221" x="476250" y="4514850"/>
          <p14:tracePt t="70238" x="476250" y="4527550"/>
          <p14:tracePt t="70255" x="476250" y="4565650"/>
          <p14:tracePt t="70271" x="508000" y="4660900"/>
          <p14:tracePt t="70274" x="508000" y="4699000"/>
          <p14:tracePt t="70288" x="514350" y="4718050"/>
          <p14:tracePt t="70304" x="520700" y="4737100"/>
          <p14:tracePt t="70338" x="520700" y="4743450"/>
          <p14:tracePt t="70369" x="533400" y="4743450"/>
          <p14:tracePt t="70393" x="539750" y="4756150"/>
          <p14:tracePt t="70403" x="539750" y="4762500"/>
          <p14:tracePt t="70415" x="546100" y="4775200"/>
          <p14:tracePt t="70426" x="565150" y="4806950"/>
          <p14:tracePt t="70438" x="571500" y="4819650"/>
          <p14:tracePt t="70455" x="590550" y="4838700"/>
          <p14:tracePt t="70471" x="596900" y="4845050"/>
          <p14:tracePt t="70488" x="596900" y="4857750"/>
          <p14:tracePt t="70505" x="603250" y="4876800"/>
          <p14:tracePt t="70538" x="609600" y="4876800"/>
          <p14:tracePt t="70601" x="609600" y="4883150"/>
          <p14:tracePt t="70611" x="609600" y="4889500"/>
          <p14:tracePt t="70622" x="609600" y="4895850"/>
          <p14:tracePt t="70641" x="615950" y="4895850"/>
          <p14:tracePt t="70655" x="615950" y="4902200"/>
          <p14:tracePt t="70671" x="615950" y="4914900"/>
          <p14:tracePt t="70985" x="622300" y="4914900"/>
          <p14:tracePt t="74369" x="615950" y="4914900"/>
          <p14:tracePt t="77065" x="615950" y="4921250"/>
          <p14:tracePt t="77081" x="615950" y="4927600"/>
          <p14:tracePt t="82896" x="615950" y="4921250"/>
          <p14:tracePt t="82936" x="603250" y="4921250"/>
          <p14:tracePt t="82976" x="603250" y="4914900"/>
          <p14:tracePt t="83296" x="609600" y="4914900"/>
          <p14:tracePt t="85880" x="609600" y="4908550"/>
          <p14:tracePt t="86280" x="609600" y="4902200"/>
          <p14:tracePt t="86289" x="628650" y="4902200"/>
          <p14:tracePt t="86304" x="641350" y="4902200"/>
          <p14:tracePt t="86317" x="641350" y="4914900"/>
          <p14:tracePt t="86325" x="647700" y="4914900"/>
          <p14:tracePt t="86338" x="660400" y="4940300"/>
          <p14:tracePt t="86354" x="666750" y="4940300"/>
          <p14:tracePt t="86388" x="666750" y="4946650"/>
          <p14:tracePt t="86405" x="679450" y="4953000"/>
          <p14:tracePt t="86421" x="685800" y="4959350"/>
          <p14:tracePt t="86454" x="692150" y="4965700"/>
          <p14:tracePt t="86488" x="698500" y="4965700"/>
          <p14:tracePt t="86504" x="704850" y="4978400"/>
          <p14:tracePt t="86521" x="704850" y="5003800"/>
          <p14:tracePt t="86538" x="711200" y="5022850"/>
          <p14:tracePt t="86554" x="730250" y="5067300"/>
          <p14:tracePt t="86571" x="736600" y="5080000"/>
          <p14:tracePt t="86587" x="755650" y="5105400"/>
          <p14:tracePt t="86604" x="768350" y="5175250"/>
          <p14:tracePt t="86621" x="781050" y="5200650"/>
          <p14:tracePt t="86638" x="793750" y="5238750"/>
          <p14:tracePt t="86654" x="812800" y="5289550"/>
          <p14:tracePt t="86671" x="819150" y="5308600"/>
          <p14:tracePt t="86688" x="819150" y="5346700"/>
          <p14:tracePt t="86704" x="831850" y="5384800"/>
          <p14:tracePt t="86721" x="831850" y="5397500"/>
          <p14:tracePt t="86738" x="831850" y="5403850"/>
          <p14:tracePt t="86912" x="838200" y="5403850"/>
          <p14:tracePt t="86920" x="844550" y="5410200"/>
          <p14:tracePt t="86936" x="850900" y="5410200"/>
          <p14:tracePt t="86960" x="863600" y="5416550"/>
          <p14:tracePt t="86977" x="869950" y="5416550"/>
          <p14:tracePt t="86984" x="876300" y="5416550"/>
          <p14:tracePt t="87009" x="882650" y="5416550"/>
          <p14:tracePt t="87016" x="882650" y="5410200"/>
          <p14:tracePt t="87025" x="895350" y="5410200"/>
          <p14:tracePt t="87041" x="895350" y="5403850"/>
          <p14:tracePt t="87054" x="901700" y="5403850"/>
          <p14:tracePt t="87071" x="908050" y="5397500"/>
          <p14:tracePt t="87088" x="920750" y="5372100"/>
          <p14:tracePt t="87104" x="920750" y="5359400"/>
          <p14:tracePt t="87121" x="927100" y="5346700"/>
          <p14:tracePt t="87138" x="933450" y="5340350"/>
          <p14:tracePt t="87154" x="939800" y="5321300"/>
          <p14:tracePt t="87232" x="946150" y="5321300"/>
          <p14:tracePt t="87280" x="952500" y="5321300"/>
          <p14:tracePt t="87632" x="965200" y="5321300"/>
          <p14:tracePt t="88008" x="965200" y="5314950"/>
          <p14:tracePt t="88080" x="952500" y="5314950"/>
          <p14:tracePt t="88648" x="965200" y="5314950"/>
          <p14:tracePt t="88657" x="1003300" y="5314950"/>
          <p14:tracePt t="88671" x="1047750" y="5327650"/>
          <p14:tracePt t="88688" x="1149350" y="5353050"/>
          <p14:tracePt t="88704" x="1460500" y="5397500"/>
          <p14:tracePt t="88721" x="1485900" y="5403850"/>
          <p14:tracePt t="88737" x="1657350" y="5416550"/>
          <p14:tracePt t="88754" x="1746250" y="5435600"/>
          <p14:tracePt t="88786" x="1993900" y="5461000"/>
          <p14:tracePt t="88811" x="2082800" y="5486400"/>
          <p14:tracePt t="88831" x="2171700" y="5511800"/>
          <p14:tracePt t="88847" x="2298700" y="5537200"/>
          <p14:tracePt t="88859" x="2355850" y="5556250"/>
          <p14:tracePt t="88871" x="2374900" y="5562600"/>
          <p14:tracePt t="88888" x="2438400" y="5581650"/>
          <p14:tracePt t="88904" x="2470150" y="5581650"/>
          <p14:tracePt t="88921" x="2489200" y="5581650"/>
          <p14:tracePt t="88938" x="2546350" y="5594350"/>
          <p14:tracePt t="88954" x="2616200" y="5607050"/>
          <p14:tracePt t="88971" x="2717800" y="5619750"/>
          <p14:tracePt t="88988" x="2768600" y="5626100"/>
          <p14:tracePt t="89004" x="2800350" y="5626100"/>
          <p14:tracePt t="89021" x="2832100" y="5626100"/>
          <p14:tracePt t="89037" x="2876550" y="5619750"/>
          <p14:tracePt t="89054" x="2901950" y="5619750"/>
          <p14:tracePt t="89071" x="2946400" y="5613400"/>
          <p14:tracePt t="89088" x="2952750" y="5613400"/>
          <p14:tracePt t="89104" x="3003550" y="5600700"/>
          <p14:tracePt t="89121" x="3028950" y="5588000"/>
          <p14:tracePt t="89138" x="3035300" y="5581650"/>
          <p14:tracePt t="89154" x="3041650" y="5568950"/>
          <p14:tracePt t="89171" x="3054350" y="5568950"/>
          <p14:tracePt t="89188" x="3067050" y="5549900"/>
          <p14:tracePt t="89204" x="3073400" y="5537200"/>
          <p14:tracePt t="89221" x="3073400" y="5530850"/>
          <p14:tracePt t="89237" x="3092450" y="5524500"/>
          <p14:tracePt t="89254" x="3092450" y="5511800"/>
          <p14:tracePt t="89271" x="3098800" y="5511800"/>
          <p14:tracePt t="89288" x="3098800" y="5505450"/>
          <p14:tracePt t="89304" x="3105150" y="5499100"/>
          <p14:tracePt t="89321" x="3105150" y="5486400"/>
          <p14:tracePt t="89338" x="3111500" y="5473700"/>
          <p14:tracePt t="89384" x="3111500" y="5461000"/>
          <p14:tracePt t="89424" x="3111500" y="5454650"/>
          <p14:tracePt t="89432" x="3105150" y="5454650"/>
          <p14:tracePt t="89457" x="3105150" y="5448300"/>
          <p14:tracePt t="89473" x="3098800" y="5448300"/>
          <p14:tracePt t="89489" x="3086100" y="5448300"/>
          <p14:tracePt t="89498" x="3079750" y="5441950"/>
          <p14:tracePt t="89520" x="3048000" y="5435600"/>
          <p14:tracePt t="89529" x="3035300" y="5429250"/>
          <p14:tracePt t="89537" x="3028950" y="5429250"/>
          <p14:tracePt t="89554" x="3022600" y="5429250"/>
          <p14:tracePt t="89571" x="3016250" y="5429250"/>
          <p14:tracePt t="89588" x="3003550" y="5429250"/>
          <p14:tracePt t="89736" x="3009900" y="5429250"/>
          <p14:tracePt t="89744" x="3016250" y="5429250"/>
          <p14:tracePt t="89754" x="3060700" y="5429250"/>
          <p14:tracePt t="89771" x="3079750" y="5429250"/>
          <p14:tracePt t="89787" x="3111500" y="5429250"/>
          <p14:tracePt t="89804" x="3200400" y="5441950"/>
          <p14:tracePt t="89821" x="3340100" y="5467350"/>
          <p14:tracePt t="89837" x="3403600" y="5473700"/>
          <p14:tracePt t="89854" x="3543300" y="5499100"/>
          <p14:tracePt t="89871" x="3587750" y="5505450"/>
          <p14:tracePt t="89888" x="3663950" y="5518150"/>
          <p14:tracePt t="89904" x="3733800" y="5524500"/>
          <p14:tracePt t="89921" x="3784600" y="5537200"/>
          <p14:tracePt t="89992" x="3790950" y="5537200"/>
          <p14:tracePt t="90168" x="3771900" y="5537200"/>
          <p14:tracePt t="90176" x="3752850" y="5518150"/>
          <p14:tracePt t="90187" x="3740150" y="5511800"/>
          <p14:tracePt t="90204" x="3740150" y="5505450"/>
          <p14:tracePt t="90221" x="3733800" y="5499100"/>
          <p14:tracePt t="90241" x="3733800" y="5492750"/>
          <p14:tracePt t="90256" x="3740150" y="5492750"/>
          <p14:tracePt t="90271" x="3746500" y="5492750"/>
          <p14:tracePt t="90288" x="3803650" y="5480050"/>
          <p14:tracePt t="90304" x="4038600" y="5454650"/>
          <p14:tracePt t="90321" x="4102100" y="5441950"/>
          <p14:tracePt t="90338" x="4184650" y="5422900"/>
          <p14:tracePt t="90354" x="4356100" y="5397500"/>
          <p14:tracePt t="90371" x="4400550" y="5391150"/>
          <p14:tracePt t="90387" x="4457700" y="5378450"/>
          <p14:tracePt t="90404" x="4521200" y="5378450"/>
          <p14:tracePt t="90421" x="4552950" y="5378450"/>
          <p14:tracePt t="90438" x="4584700" y="5378450"/>
          <p14:tracePt t="90454" x="4603750" y="5378450"/>
          <p14:tracePt t="90471" x="4635500" y="5391150"/>
          <p14:tracePt t="90488" x="4654550" y="5391150"/>
          <p14:tracePt t="90504" x="4718050" y="5410200"/>
          <p14:tracePt t="90521" x="4749800" y="5410200"/>
          <p14:tracePt t="90538" x="4756150" y="5410200"/>
          <p14:tracePt t="90554" x="4794250" y="5416550"/>
          <p14:tracePt t="90571" x="4806950" y="5416550"/>
          <p14:tracePt t="90588" x="4826000" y="5422900"/>
          <p14:tracePt t="90604" x="4864100" y="5435600"/>
          <p14:tracePt t="90621" x="4870450" y="5435600"/>
          <p14:tracePt t="90638" x="4895850" y="5441950"/>
          <p14:tracePt t="90654" x="4984750" y="5473700"/>
          <p14:tracePt t="90671" x="5016500" y="5499100"/>
          <p14:tracePt t="90688" x="5099050" y="5524500"/>
          <p14:tracePt t="90704" x="5270500" y="5588000"/>
          <p14:tracePt t="90721" x="5257800" y="5607050"/>
          <p14:tracePt t="90738" x="5257800" y="5619750"/>
          <p14:tracePt t="90754" x="5251450" y="5626100"/>
          <p14:tracePt t="90771" x="5194300" y="5632450"/>
          <p14:tracePt t="90787" x="5156200" y="5632450"/>
          <p14:tracePt t="90960" x="5149850" y="5638800"/>
          <p14:tracePt t="91184" x="5149850" y="5626100"/>
          <p14:tracePt t="91200" x="5149850" y="5619750"/>
          <p14:tracePt t="91208" x="5149850" y="5613400"/>
          <p14:tracePt t="91224" x="5149850" y="5607050"/>
          <p14:tracePt t="91237" x="5149850" y="5600700"/>
          <p14:tracePt t="91254" x="5143500" y="5600700"/>
          <p14:tracePt t="91271" x="5143500" y="5594350"/>
          <p14:tracePt t="91312" x="5137150" y="5594350"/>
          <p14:tracePt t="91344" x="5130800" y="5594350"/>
          <p14:tracePt t="91368" x="5137150" y="5594350"/>
          <p14:tracePt t="91376" x="5137150" y="5581650"/>
          <p14:tracePt t="91416" x="5137150" y="5575300"/>
          <p14:tracePt t="91424" x="5143500" y="5568950"/>
          <p14:tracePt t="91441" x="5149850" y="5568950"/>
          <p14:tracePt t="91456" x="5149850" y="5562600"/>
          <p14:tracePt t="91488" x="5149850" y="5556250"/>
          <p14:tracePt t="91560" x="5149850" y="5549900"/>
          <p14:tracePt t="91584" x="5149850" y="5543550"/>
          <p14:tracePt t="91608" x="5149850" y="5537200"/>
          <p14:tracePt t="91616" x="5162550" y="5537200"/>
          <p14:tracePt t="91624" x="5168900" y="5537200"/>
          <p14:tracePt t="91638" x="5168900" y="5530850"/>
          <p14:tracePt t="91654" x="5200650" y="5524500"/>
          <p14:tracePt t="91671" x="5207000" y="5518150"/>
          <p14:tracePt t="91688" x="5238750" y="5505450"/>
          <p14:tracePt t="91705" x="5270500" y="5492750"/>
          <p14:tracePt t="91721" x="5308600" y="5492750"/>
          <p14:tracePt t="91737" x="5346700" y="5492750"/>
          <p14:tracePt t="91754" x="5410200" y="5492750"/>
          <p14:tracePt t="91771" x="5422900" y="5492750"/>
          <p14:tracePt t="91788" x="5543550" y="5505450"/>
          <p14:tracePt t="91804" x="5664200" y="5524500"/>
          <p14:tracePt t="91821" x="5854700" y="5556250"/>
          <p14:tracePt t="91838" x="5962650" y="5568950"/>
          <p14:tracePt t="91854" x="6038850" y="5588000"/>
          <p14:tracePt t="91871" x="6070600" y="5588000"/>
          <p14:tracePt t="91888" x="6127750" y="5594350"/>
          <p14:tracePt t="91904" x="6140450" y="5594350"/>
          <p14:tracePt t="91921" x="6146800" y="5594350"/>
          <p14:tracePt t="91938" x="6159500" y="5588000"/>
          <p14:tracePt t="91955" x="6178550" y="5588000"/>
          <p14:tracePt t="91971" x="6223000" y="5568950"/>
          <p14:tracePt t="91988" x="6235700" y="5568950"/>
          <p14:tracePt t="92004" x="6305550" y="5556250"/>
          <p14:tracePt t="92021" x="6350000" y="5549900"/>
          <p14:tracePt t="92038" x="6375400" y="5543550"/>
          <p14:tracePt t="92054" x="6470650" y="5543550"/>
          <p14:tracePt t="92071" x="6515100" y="5543550"/>
          <p14:tracePt t="92088" x="6546850" y="5543550"/>
          <p14:tracePt t="92104" x="6616700" y="5549900"/>
          <p14:tracePt t="92121" x="6648450" y="5556250"/>
          <p14:tracePt t="92138" x="6654800" y="5562600"/>
          <p14:tracePt t="92154" x="6661150" y="5562600"/>
          <p14:tracePt t="92209" x="6667500" y="5562600"/>
          <p14:tracePt t="92680" x="6667500" y="5556250"/>
          <p14:tracePt t="92689" x="6667500" y="5549900"/>
          <p14:tracePt t="92712" x="6667500" y="5543550"/>
          <p14:tracePt t="92720" x="6667500" y="5537200"/>
          <p14:tracePt t="92729" x="6661150" y="5537200"/>
          <p14:tracePt t="92737" x="6661150" y="5524500"/>
          <p14:tracePt t="92754" x="6642100" y="5511800"/>
          <p14:tracePt t="92771" x="6635750" y="5499100"/>
          <p14:tracePt t="92787" x="6616700" y="5486400"/>
          <p14:tracePt t="92804" x="6591300" y="5480050"/>
          <p14:tracePt t="92880" x="6591300" y="5473700"/>
          <p14:tracePt t="92912" x="6591300" y="5461000"/>
          <p14:tracePt t="92920" x="6597650" y="5454650"/>
          <p14:tracePt t="92929" x="6597650" y="5448300"/>
          <p14:tracePt t="92937" x="6597650" y="5435600"/>
          <p14:tracePt t="92954" x="6610350" y="5429250"/>
          <p14:tracePt t="92971" x="6623050" y="5410200"/>
          <p14:tracePt t="92988" x="6648450" y="5391150"/>
          <p14:tracePt t="93004" x="6661150" y="5378450"/>
          <p14:tracePt t="93021" x="6673850" y="5365750"/>
          <p14:tracePt t="93038" x="6686550" y="5359400"/>
          <p14:tracePt t="93054" x="6692900" y="5353050"/>
          <p14:tracePt t="93160" x="6699250" y="5353050"/>
          <p14:tracePt t="93232" x="6699250" y="5359400"/>
          <p14:tracePt t="93256" x="6699250" y="5365750"/>
          <p14:tracePt t="93272" x="6699250" y="5372100"/>
          <p14:tracePt t="93280" x="6699250" y="5384800"/>
          <p14:tracePt t="93312" x="6699250" y="5397500"/>
          <p14:tracePt t="93328" x="6699250" y="5403850"/>
          <p14:tracePt t="93352" x="6692900" y="5410200"/>
          <p14:tracePt t="93384" x="6680200" y="5416550"/>
          <p14:tracePt t="93409" x="6673850" y="5416550"/>
          <p14:tracePt t="93416" x="6661150" y="5422900"/>
          <p14:tracePt t="93424" x="6616700" y="5429250"/>
          <p14:tracePt t="93437" x="6546850" y="5429250"/>
          <p14:tracePt t="93454" x="6419850" y="5410200"/>
          <p14:tracePt t="93471" x="5835650" y="5308600"/>
          <p14:tracePt t="93488" x="5397500" y="5232400"/>
          <p14:tracePt t="93504" x="4749800" y="5041900"/>
          <p14:tracePt t="93521" x="3321050" y="4762500"/>
          <p14:tracePt t="93538" x="2571750" y="4597400"/>
          <p14:tracePt t="93555" x="1930400" y="4495800"/>
          <p14:tracePt t="93572" x="1384300" y="4419600"/>
          <p14:tracePt t="93588" x="1301750" y="4400550"/>
          <p14:tracePt t="93604" x="1181100" y="4394200"/>
          <p14:tracePt t="93621" x="1073150" y="4394200"/>
          <p14:tracePt t="93638" x="1041400" y="4394200"/>
          <p14:tracePt t="93654" x="1028700" y="4400550"/>
          <p14:tracePt t="93671" x="1022350" y="4400550"/>
          <p14:tracePt t="93688" x="1009650" y="4413250"/>
          <p14:tracePt t="93704" x="990600" y="4432300"/>
          <p14:tracePt t="93738" x="971550" y="4445000"/>
          <p14:tracePt t="93754" x="965200" y="4451350"/>
          <p14:tracePt t="93771" x="939800" y="4470400"/>
          <p14:tracePt t="93787" x="927100" y="4470400"/>
          <p14:tracePt t="93804" x="920750" y="4483100"/>
          <p14:tracePt t="93821" x="901700" y="4502150"/>
          <p14:tracePt t="93838" x="869950" y="4527550"/>
          <p14:tracePt t="93854" x="863600" y="4546600"/>
          <p14:tracePt t="93871" x="844550" y="4578350"/>
          <p14:tracePt t="93888" x="831850" y="4629150"/>
          <p14:tracePt t="93904" x="812800" y="4679950"/>
          <p14:tracePt t="93921" x="800100" y="4743450"/>
          <p14:tracePt t="93937" x="800100" y="4762500"/>
          <p14:tracePt t="93954" x="793750" y="4787900"/>
          <p14:tracePt t="93971" x="787400" y="4813300"/>
          <p14:tracePt t="93987" x="768350" y="4857750"/>
          <p14:tracePt t="94004" x="768350" y="4870450"/>
          <p14:tracePt t="94021" x="762000" y="4883150"/>
          <p14:tracePt t="94038" x="755650" y="4902200"/>
          <p14:tracePt t="94054" x="749300" y="4921250"/>
          <p14:tracePt t="94071" x="749300" y="4927600"/>
          <p14:tracePt t="94088" x="749300" y="4933950"/>
          <p14:tracePt t="94105" x="749300" y="4946650"/>
          <p14:tracePt t="94272" x="749300" y="4940300"/>
          <p14:tracePt t="94296" x="742950" y="4933950"/>
          <p14:tracePt t="94305" x="742950" y="4927600"/>
          <p14:tracePt t="94320" x="730250" y="4921250"/>
          <p14:tracePt t="94352" x="723900" y="4921250"/>
          <p14:tracePt t="94368" x="717550" y="4914900"/>
          <p14:tracePt t="94376" x="704850" y="4914900"/>
          <p14:tracePt t="94400" x="704850" y="4908550"/>
          <p14:tracePt t="94424" x="698500" y="4908550"/>
          <p14:tracePt t="94448" x="673100" y="4914900"/>
          <p14:tracePt t="94464" x="666750" y="4914900"/>
          <p14:tracePt t="94472" x="660400" y="4914900"/>
          <p14:tracePt t="94488" x="647700" y="4914900"/>
          <p14:tracePt t="94504" x="609600" y="4921250"/>
          <p14:tracePt t="94521" x="596900" y="4927600"/>
          <p14:tracePt t="94538" x="590550" y="4927600"/>
          <p14:tracePt t="94600" x="590550" y="4933950"/>
          <p14:tracePt t="94744" x="590550" y="4940300"/>
          <p14:tracePt t="94808" x="590550" y="4946650"/>
          <p14:tracePt t="94880" x="596900" y="4946650"/>
          <p14:tracePt t="95216" x="596900" y="4953000"/>
          <p14:tracePt t="95656" x="590550" y="4953000"/>
          <p14:tracePt t="95696" x="584200" y="4953000"/>
          <p14:tracePt t="96312" x="590550" y="4959350"/>
          <p14:tracePt t="96328" x="596900" y="4965700"/>
          <p14:tracePt t="96344" x="603250" y="4978400"/>
          <p14:tracePt t="96353" x="603250" y="4991100"/>
          <p14:tracePt t="96361" x="603250" y="5010150"/>
          <p14:tracePt t="96371" x="603250" y="5035550"/>
          <p14:tracePt t="96387" x="603250" y="5060950"/>
          <p14:tracePt t="96404" x="577850" y="5200650"/>
          <p14:tracePt t="96421" x="571500" y="5295900"/>
          <p14:tracePt t="96438" x="571500" y="5391150"/>
          <p14:tracePt t="96454" x="546100" y="5594350"/>
          <p14:tracePt t="96471" x="546100" y="5670550"/>
          <p14:tracePt t="96488" x="546100" y="5715000"/>
          <p14:tracePt t="96504" x="520700" y="5842000"/>
          <p14:tracePt t="96521" x="520700" y="5880100"/>
          <p14:tracePt t="96537" x="514350" y="5924550"/>
          <p14:tracePt t="96554" x="501650" y="5956300"/>
          <p14:tracePt t="96571" x="501650" y="5969000"/>
          <p14:tracePt t="96588" x="501650" y="5981700"/>
          <p14:tracePt t="96604" x="495300" y="6007100"/>
          <p14:tracePt t="96621" x="495300" y="6019800"/>
          <p14:tracePt t="96664" x="488950" y="6019800"/>
          <p14:tracePt t="96688" x="488950" y="6032500"/>
          <p14:tracePt t="96697" x="488950" y="6045200"/>
          <p14:tracePt t="96720" x="488950" y="6051550"/>
          <p14:tracePt t="96808" x="495300" y="6051550"/>
          <p14:tracePt t="96825" x="501650" y="6045200"/>
          <p14:tracePt t="96841" x="508000" y="6045200"/>
          <p14:tracePt t="96848" x="514350" y="6032500"/>
          <p14:tracePt t="96856" x="520700" y="6032500"/>
          <p14:tracePt t="96871" x="527050" y="6026150"/>
          <p14:tracePt t="96889" x="520700" y="6019800"/>
          <p14:tracePt t="96904" x="508000" y="6019800"/>
          <p14:tracePt t="96921" x="508000" y="6013450"/>
          <p14:tracePt t="96938" x="514350" y="5988050"/>
          <p14:tracePt t="96954" x="514350" y="5981700"/>
          <p14:tracePt t="96971" x="520700" y="5975350"/>
          <p14:tracePt t="96987" x="520700" y="5969000"/>
          <p14:tracePt t="97004" x="520700" y="5962650"/>
          <p14:tracePt t="97021" x="527050" y="5949950"/>
          <p14:tracePt t="97038" x="533400" y="5930900"/>
          <p14:tracePt t="97054" x="533400" y="5924550"/>
          <p14:tracePt t="97071" x="514350" y="5918200"/>
          <p14:tracePt t="97096" x="514350" y="5911850"/>
          <p14:tracePt t="97128" x="508000" y="5905500"/>
          <p14:tracePt t="97144" x="508000" y="5899150"/>
          <p14:tracePt t="97152" x="508000" y="5892800"/>
          <p14:tracePt t="97160" x="514350" y="5880100"/>
          <p14:tracePt t="97176" x="514350" y="5873750"/>
          <p14:tracePt t="97187" x="520700" y="5867400"/>
          <p14:tracePt t="97204" x="527050" y="5854700"/>
          <p14:tracePt t="97221" x="527050" y="5848350"/>
          <p14:tracePt t="97238" x="533400" y="5835650"/>
          <p14:tracePt t="97254" x="539750" y="5829300"/>
          <p14:tracePt t="97271" x="539750" y="5822950"/>
          <p14:tracePt t="97287" x="546100" y="5822950"/>
          <p14:tracePt t="99648" x="546100" y="5829300"/>
          <p14:tracePt t="99680" x="546100" y="5835650"/>
          <p14:tracePt t="122112" x="546100" y="5822950"/>
          <p14:tracePt t="122584" x="552450" y="5822950"/>
          <p14:tracePt t="122632" x="552450" y="5816600"/>
          <p14:tracePt t="122672" x="552450" y="5810250"/>
          <p14:tracePt t="122680" x="552450" y="5803900"/>
          <p14:tracePt t="122689" x="539750" y="5797550"/>
          <p14:tracePt t="122704" x="533400" y="5778500"/>
          <p14:tracePt t="122721" x="527050" y="5772150"/>
          <p14:tracePt t="122737" x="514350" y="5759450"/>
          <p14:tracePt t="122754" x="508000" y="5746750"/>
          <p14:tracePt t="122771" x="508000" y="5734050"/>
          <p14:tracePt t="122787" x="501650" y="5734050"/>
          <p14:tracePt t="122804" x="488950" y="5708650"/>
          <p14:tracePt t="122821" x="457200" y="5651500"/>
          <p14:tracePt t="122838" x="342900" y="5505450"/>
          <p14:tracePt t="122854" x="273050" y="5403850"/>
          <p14:tracePt t="122871" x="215900" y="5340350"/>
          <p14:tracePt t="122888" x="12700" y="5099050"/>
          <p14:tracePt t="124224" x="0" y="508000"/>
          <p14:tracePt t="124232" x="25400" y="495300"/>
          <p14:tracePt t="124240" x="57150" y="488950"/>
          <p14:tracePt t="124254" x="57150" y="482600"/>
          <p14:tracePt t="124272" x="19050" y="457200"/>
          <p14:tracePt t="124289" x="0" y="44450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1.5 STANDARDS AND ADMINISTRATION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1.5  STANDARDS AND ADMINISTRATION</a:t>
            </a:r>
          </a:p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1.5.1 Internet Standards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Maturity levels of an RFC(Request for Comment)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709863"/>
            <a:ext cx="74930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 advTm="1108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45" x="4514850" y="3714750"/>
          <p14:tracePt t="153" x="4533900" y="3708400"/>
          <p14:tracePt t="953" x="4533900" y="3695700"/>
          <p14:tracePt t="977" x="4533900" y="3689350"/>
          <p14:tracePt t="985" x="4533900" y="3676650"/>
          <p14:tracePt t="1001" x="4533900" y="3638550"/>
          <p14:tracePt t="1011" x="4533900" y="3575050"/>
          <p14:tracePt t="1028" x="4502150" y="3340100"/>
          <p14:tracePt t="1045" x="4483100" y="3200400"/>
          <p14:tracePt t="1062" x="4457700" y="3111500"/>
          <p14:tracePt t="1078" x="4343400" y="2876550"/>
          <p14:tracePt t="1095" x="4298950" y="2813050"/>
          <p14:tracePt t="1112" x="4241800" y="2717800"/>
          <p14:tracePt t="1115" x="4114800" y="2603500"/>
          <p14:tracePt t="1129" x="4076700" y="2546350"/>
          <p14:tracePt t="1145" x="3937000" y="2438400"/>
          <p14:tracePt t="1162" x="3822700" y="2349500"/>
          <p14:tracePt t="1178" x="3803650" y="2343150"/>
          <p14:tracePt t="1195" x="3759200" y="2317750"/>
          <p14:tracePt t="1212" x="3670300" y="2298700"/>
          <p14:tracePt t="1229" x="3619500" y="2298700"/>
          <p14:tracePt t="1245" x="3549650" y="2330450"/>
          <p14:tracePt t="1262" x="3505200" y="2336800"/>
          <p14:tracePt t="1278" x="3467100" y="2355850"/>
          <p14:tracePt t="1295" x="3333750" y="2419350"/>
          <p14:tracePt t="1312" x="3251200" y="2470150"/>
          <p14:tracePt t="1328" x="3041650" y="2635250"/>
          <p14:tracePt t="1345" x="2952750" y="2730500"/>
          <p14:tracePt t="1362" x="2882900" y="2806700"/>
          <p14:tracePt t="1378" x="2794000" y="2971800"/>
          <p14:tracePt t="1395" x="2768600" y="3054350"/>
          <p14:tracePt t="1412" x="2768600" y="3098800"/>
          <p14:tracePt t="1428" x="2755900" y="3117850"/>
          <p14:tracePt t="1482" x="2749550" y="3105150"/>
          <p14:tracePt t="1489" x="2736850" y="3060700"/>
          <p14:tracePt t="1506" x="2686050" y="3009900"/>
          <p14:tracePt t="1514" x="2654300" y="2965450"/>
          <p14:tracePt t="1528" x="2552700" y="2851150"/>
          <p14:tracePt t="1545" x="2406650" y="2654300"/>
          <p14:tracePt t="1562" x="2241550" y="2438400"/>
          <p14:tracePt t="1579" x="2165350" y="2343150"/>
          <p14:tracePt t="1595" x="2120900" y="2305050"/>
          <p14:tracePt t="1612" x="1955800" y="2133600"/>
          <p14:tracePt t="1628" x="1873250" y="2038350"/>
          <p14:tracePt t="1645" x="1797050" y="1974850"/>
          <p14:tracePt t="1662" x="1682750" y="1885950"/>
          <p14:tracePt t="1679" x="1657350" y="1860550"/>
          <p14:tracePt t="1695" x="1600200" y="1816100"/>
          <p14:tracePt t="1712" x="1511300" y="1765300"/>
          <p14:tracePt t="1729" x="1466850" y="1752600"/>
          <p14:tracePt t="1745" x="1397000" y="1727200"/>
          <p14:tracePt t="1762" x="1384300" y="1727200"/>
          <p14:tracePt t="1778" x="1352550" y="1727200"/>
          <p14:tracePt t="1795" x="1301750" y="1720850"/>
          <p14:tracePt t="1812" x="1270000" y="1720850"/>
          <p14:tracePt t="1828" x="1187450" y="1708150"/>
          <p14:tracePt t="1845" x="1123950" y="1701800"/>
          <p14:tracePt t="1862" x="1085850" y="1701800"/>
          <p14:tracePt t="1878" x="1028700" y="1689100"/>
          <p14:tracePt t="1895" x="927100" y="1670050"/>
          <p14:tracePt t="1912" x="863600" y="1651000"/>
          <p14:tracePt t="1929" x="755650" y="1612900"/>
          <p14:tracePt t="1945" x="717550" y="1587500"/>
          <p14:tracePt t="1962" x="698500" y="1581150"/>
          <p14:tracePt t="1978" x="660400" y="1562100"/>
          <p14:tracePt t="1995" x="641350" y="1562100"/>
          <p14:tracePt t="2012" x="615950" y="1543050"/>
          <p14:tracePt t="2028" x="615950" y="1536700"/>
          <p14:tracePt t="2045" x="596900" y="1517650"/>
          <p14:tracePt t="2062" x="565150" y="1492250"/>
          <p14:tracePt t="2078" x="539750" y="1473200"/>
          <p14:tracePt t="2095" x="508000" y="1447800"/>
          <p14:tracePt t="2112" x="457200" y="1409700"/>
          <p14:tracePt t="2129" x="444500" y="1403350"/>
          <p14:tracePt t="2145" x="400050" y="1358900"/>
          <p14:tracePt t="2162" x="393700" y="1352550"/>
          <p14:tracePt t="2179" x="381000" y="1339850"/>
          <p14:tracePt t="2195" x="374650" y="1333500"/>
          <p14:tracePt t="2212" x="361950" y="1327150"/>
          <p14:tracePt t="2245" x="355600" y="1308100"/>
          <p14:tracePt t="2278" x="349250" y="1301750"/>
          <p14:tracePt t="2295" x="349250" y="1295400"/>
          <p14:tracePt t="2673" x="349250" y="1289050"/>
          <p14:tracePt t="2977" x="342900" y="1289050"/>
          <p14:tracePt t="3274" x="336550" y="1289050"/>
          <p14:tracePt t="3282" x="336550" y="1295400"/>
          <p14:tracePt t="3490" x="336550" y="1301750"/>
          <p14:tracePt t="11617" x="336550" y="1295400"/>
          <p14:tracePt t="12057" x="336550" y="1301750"/>
          <p14:tracePt t="12081" x="342900" y="1301750"/>
          <p14:tracePt t="12098" x="342900" y="1314450"/>
          <p14:tracePt t="12122" x="342900" y="1339850"/>
          <p14:tracePt t="12130" x="342900" y="1384300"/>
          <p14:tracePt t="12138" x="342900" y="1409700"/>
          <p14:tracePt t="12146" x="342900" y="1422400"/>
          <p14:tracePt t="12162" x="336550" y="1454150"/>
          <p14:tracePt t="12178" x="336550" y="1504950"/>
          <p14:tracePt t="12212" x="336550" y="1524000"/>
          <p14:tracePt t="12228" x="336550" y="1543050"/>
          <p14:tracePt t="12262" x="336550" y="1549400"/>
          <p14:tracePt t="12278" x="336550" y="1555750"/>
          <p14:tracePt t="12295" x="336550" y="1562100"/>
          <p14:tracePt t="12330" x="342900" y="1568450"/>
          <p14:tracePt t="12361" x="342900" y="1581150"/>
          <p14:tracePt t="12377" x="342900" y="1587500"/>
          <p14:tracePt t="12386" x="342900" y="1593850"/>
          <p14:tracePt t="12395" x="342900" y="1612900"/>
          <p14:tracePt t="12412" x="349250" y="1638300"/>
          <p14:tracePt t="12428" x="361950" y="1682750"/>
          <p14:tracePt t="12445" x="361950" y="1720850"/>
          <p14:tracePt t="12462" x="368300" y="1752600"/>
          <p14:tracePt t="12478" x="374650" y="1822450"/>
          <p14:tracePt t="12495" x="381000" y="1860550"/>
          <p14:tracePt t="12512" x="381000" y="1866900"/>
          <p14:tracePt t="12529" x="381000" y="1905000"/>
          <p14:tracePt t="12545" x="393700" y="1936750"/>
          <p14:tracePt t="13401" x="387350" y="1936750"/>
          <p14:tracePt t="13433" x="387350" y="1943100"/>
          <p14:tracePt t="24417" x="387350" y="1936750"/>
          <p14:tracePt t="24673" x="393700" y="1936750"/>
          <p14:tracePt t="24682" x="400050" y="1936750"/>
          <p14:tracePt t="24697" x="412750" y="1936750"/>
          <p14:tracePt t="24721" x="419100" y="1936750"/>
          <p14:tracePt t="24729" x="431800" y="1936750"/>
          <p14:tracePt t="24737" x="438150" y="1930400"/>
          <p14:tracePt t="24745" x="463550" y="1930400"/>
          <p14:tracePt t="24761" x="565150" y="1885950"/>
          <p14:tracePt t="24778" x="615950" y="1873250"/>
          <p14:tracePt t="24795" x="711200" y="1835150"/>
          <p14:tracePt t="24812" x="838200" y="1797050"/>
          <p14:tracePt t="24828" x="1111250" y="1720850"/>
          <p14:tracePt t="24845" x="1301750" y="1708150"/>
          <p14:tracePt t="24862" x="1397000" y="1714500"/>
          <p14:tracePt t="24878" x="1714500" y="1790700"/>
          <p14:tracePt t="24895" x="1866900" y="1847850"/>
          <p14:tracePt t="24912" x="2089150" y="1943100"/>
          <p14:tracePt t="24929" x="2197100" y="1987550"/>
          <p14:tracePt t="24945" x="2292350" y="2032000"/>
          <p14:tracePt t="24962" x="2425700" y="2101850"/>
          <p14:tracePt t="24978" x="2546350" y="2152650"/>
          <p14:tracePt t="24995" x="2768600" y="2273300"/>
          <p14:tracePt t="25011" x="2889250" y="2343150"/>
          <p14:tracePt t="25028" x="2940050" y="2368550"/>
          <p14:tracePt t="25045" x="3111500" y="2463800"/>
          <p14:tracePt t="25062" x="3238500" y="2520950"/>
          <p14:tracePt t="25078" x="3346450" y="2559050"/>
          <p14:tracePt t="25095" x="3562350" y="2647950"/>
          <p14:tracePt t="25112" x="3651250" y="2679700"/>
          <p14:tracePt t="25128" x="3721100" y="2692400"/>
          <p14:tracePt t="25145" x="3949700" y="2724150"/>
          <p14:tracePt t="25162" x="4025900" y="2724150"/>
          <p14:tracePt t="25178" x="4089400" y="2724150"/>
          <p14:tracePt t="25195" x="4121150" y="2724150"/>
          <p14:tracePt t="25212" x="4140200" y="2724150"/>
          <p14:tracePt t="25228" x="4165600" y="2724150"/>
          <p14:tracePt t="25245" x="4241800" y="2743200"/>
          <p14:tracePt t="25262" x="4267200" y="2743200"/>
          <p14:tracePt t="25278" x="4330700" y="2749550"/>
          <p14:tracePt t="25295" x="4387850" y="2749550"/>
          <p14:tracePt t="25312" x="4438650" y="2749550"/>
          <p14:tracePt t="25329" x="4476750" y="2749550"/>
          <p14:tracePt t="25345" x="4533900" y="2749550"/>
          <p14:tracePt t="25362" x="4578350" y="2749550"/>
          <p14:tracePt t="25378" x="4616450" y="2743200"/>
          <p14:tracePt t="25395" x="4711700" y="2711450"/>
          <p14:tracePt t="25411" x="4800600" y="2660650"/>
          <p14:tracePt t="25428" x="4883150" y="2622550"/>
          <p14:tracePt t="25445" x="5016500" y="2565400"/>
          <p14:tracePt t="25462" x="5073650" y="2540000"/>
          <p14:tracePt t="25495" x="5130800" y="2520950"/>
          <p14:tracePt t="25512" x="5130800" y="2514600"/>
          <p14:tracePt t="25528" x="5137150" y="2508250"/>
          <p14:tracePt t="25545" x="5149850" y="2476500"/>
          <p14:tracePt t="25562" x="5149850" y="2457450"/>
          <p14:tracePt t="25578" x="5156200" y="2432050"/>
          <p14:tracePt t="25611" x="5143500" y="2400300"/>
          <p14:tracePt t="25628" x="5137150" y="2368550"/>
          <p14:tracePt t="25645" x="5137150" y="2355850"/>
          <p14:tracePt t="25662" x="5118100" y="2336800"/>
          <p14:tracePt t="25678" x="5092700" y="2317750"/>
          <p14:tracePt t="25695" x="5080000" y="2317750"/>
          <p14:tracePt t="25712" x="5060950" y="2305050"/>
          <p14:tracePt t="25728" x="4978400" y="2279650"/>
          <p14:tracePt t="25745" x="4876800" y="2254250"/>
          <p14:tracePt t="25762" x="4730750" y="2241550"/>
          <p14:tracePt t="25778" x="4679950" y="2241550"/>
          <p14:tracePt t="25795" x="4578350" y="2260600"/>
          <p14:tracePt t="25812" x="4432300" y="2311400"/>
          <p14:tracePt t="25828" x="4356100" y="2343150"/>
          <p14:tracePt t="25845" x="4279900" y="2387600"/>
          <p14:tracePt t="25861" x="4248150" y="2393950"/>
          <p14:tracePt t="25878" x="4203700" y="2438400"/>
          <p14:tracePt t="25895" x="4171950" y="2457450"/>
          <p14:tracePt t="25912" x="4165600" y="2476500"/>
          <p14:tracePt t="25929" x="4159250" y="2489200"/>
          <p14:tracePt t="25945" x="4152900" y="2520950"/>
          <p14:tracePt t="25961" x="4152900" y="2533650"/>
          <p14:tracePt t="25978" x="4152900" y="2546350"/>
          <p14:tracePt t="25995" x="4159250" y="2571750"/>
          <p14:tracePt t="26012" x="4165600" y="2584450"/>
          <p14:tracePt t="26028" x="4171950" y="2590800"/>
          <p14:tracePt t="26045" x="4197350" y="2603500"/>
          <p14:tracePt t="26062" x="4222750" y="2609850"/>
          <p14:tracePt t="26078" x="4298950" y="2635250"/>
          <p14:tracePt t="26095" x="4406900" y="2641600"/>
          <p14:tracePt t="26112" x="4489450" y="2647950"/>
          <p14:tracePt t="26128" x="4737100" y="2641600"/>
          <p14:tracePt t="26145" x="5010150" y="2635250"/>
          <p14:tracePt t="26162" x="5162550" y="2635250"/>
          <p14:tracePt t="26178" x="5524500" y="2609850"/>
          <p14:tracePt t="26195" x="5715000" y="2584450"/>
          <p14:tracePt t="26212" x="5810250" y="2565400"/>
          <p14:tracePt t="26228" x="6178550" y="2508250"/>
          <p14:tracePt t="26245" x="6324600" y="2482850"/>
          <p14:tracePt t="26261" x="6419850" y="2482850"/>
          <p14:tracePt t="26278" x="6572250" y="2482850"/>
          <p14:tracePt t="26295" x="6623050" y="2476500"/>
          <p14:tracePt t="26311" x="6692900" y="2476500"/>
          <p14:tracePt t="26329" x="6756400" y="2470150"/>
          <p14:tracePt t="26345" x="6858000" y="2457450"/>
          <p14:tracePt t="26362" x="6889750" y="2451100"/>
          <p14:tracePt t="26378" x="6915150" y="2451100"/>
          <p14:tracePt t="26395" x="6940550" y="2451100"/>
          <p14:tracePt t="26412" x="6972300" y="2451100"/>
          <p14:tracePt t="26428" x="7004050" y="2451100"/>
          <p14:tracePt t="26445" x="7029450" y="2451100"/>
          <p14:tracePt t="26462" x="7042150" y="2451100"/>
          <p14:tracePt t="26657" x="7035800" y="2451100"/>
          <p14:tracePt t="26665" x="7023100" y="2451100"/>
          <p14:tracePt t="26673" x="7016750" y="2451100"/>
          <p14:tracePt t="26682" x="6953250" y="2451100"/>
          <p14:tracePt t="26695" x="6921500" y="2444750"/>
          <p14:tracePt t="26712" x="6800850" y="2419350"/>
          <p14:tracePt t="26728" x="6648450" y="2381250"/>
          <p14:tracePt t="26745" x="6286500" y="2324100"/>
          <p14:tracePt t="26762" x="5753100" y="2241550"/>
          <p14:tracePt t="26778" x="5524500" y="2203450"/>
          <p14:tracePt t="26795" x="5353050" y="2184400"/>
          <p14:tracePt t="26812" x="5041900" y="2190750"/>
          <p14:tracePt t="26828" x="4876800" y="2190750"/>
          <p14:tracePt t="26845" x="4768850" y="2203450"/>
          <p14:tracePt t="26862" x="4584700" y="2235200"/>
          <p14:tracePt t="26878" x="4457700" y="2266950"/>
          <p14:tracePt t="26895" x="4413250" y="2273300"/>
          <p14:tracePt t="26912" x="4216400" y="2349500"/>
          <p14:tracePt t="26928" x="4171950" y="2362200"/>
          <p14:tracePt t="26945" x="3949700" y="2419350"/>
          <p14:tracePt t="26962" x="3898900" y="2425700"/>
          <p14:tracePt t="26978" x="3829050" y="2438400"/>
          <p14:tracePt t="26995" x="3714750" y="2463800"/>
          <p14:tracePt t="27012" x="3670300" y="2463800"/>
          <p14:tracePt t="27028" x="3651250" y="2470150"/>
          <p14:tracePt t="27044" x="3644900" y="2470150"/>
          <p14:tracePt t="27233" x="3638550" y="2482850"/>
          <p14:tracePt t="27241" x="3632200" y="2489200"/>
          <p14:tracePt t="27249" x="3632200" y="2495550"/>
          <p14:tracePt t="27261" x="3625850" y="2495550"/>
          <p14:tracePt t="27278" x="3619500" y="2501900"/>
          <p14:tracePt t="27295" x="3613150" y="2514600"/>
          <p14:tracePt t="27311" x="3613150" y="2520950"/>
          <p14:tracePt t="27328" x="3613150" y="2527300"/>
          <p14:tracePt t="27345" x="3632200" y="2540000"/>
          <p14:tracePt t="27361" x="3657600" y="2546350"/>
          <p14:tracePt t="27378" x="3683000" y="2552700"/>
          <p14:tracePt t="27395" x="3714750" y="2546350"/>
          <p14:tracePt t="27411" x="3740150" y="2540000"/>
          <p14:tracePt t="27429" x="3778250" y="2533650"/>
          <p14:tracePt t="27445" x="3860800" y="2508250"/>
          <p14:tracePt t="27461" x="3911600" y="2501900"/>
          <p14:tracePt t="27478" x="3962400" y="2482850"/>
          <p14:tracePt t="27495" x="4013200" y="2470150"/>
          <p14:tracePt t="27511" x="4102100" y="2438400"/>
          <p14:tracePt t="27528" x="4171950" y="2413000"/>
          <p14:tracePt t="27545" x="4229100" y="2381250"/>
          <p14:tracePt t="27561" x="4241800" y="2368550"/>
          <p14:tracePt t="27578" x="4241800" y="2362200"/>
          <p14:tracePt t="27595" x="4248150" y="2343150"/>
          <p14:tracePt t="27611" x="4254500" y="2330450"/>
          <p14:tracePt t="27634" x="4260850" y="2305050"/>
          <p14:tracePt t="27645" x="4267200" y="2298700"/>
          <p14:tracePt t="27661" x="4267200" y="2286000"/>
          <p14:tracePt t="27678" x="4267200" y="2279650"/>
          <p14:tracePt t="27695" x="4267200" y="2266950"/>
          <p14:tracePt t="27711" x="4267200" y="2260600"/>
          <p14:tracePt t="27728" x="4267200" y="2247900"/>
          <p14:tracePt t="27745" x="4267200" y="2241550"/>
          <p14:tracePt t="27762" x="4254500" y="2222500"/>
          <p14:tracePt t="27778" x="4248150" y="2209800"/>
          <p14:tracePt t="27795" x="4216400" y="2203450"/>
          <p14:tracePt t="27811" x="4203700" y="2190750"/>
          <p14:tracePt t="27828" x="4197350" y="2184400"/>
          <p14:tracePt t="27845" x="4178300" y="2178050"/>
          <p14:tracePt t="27861" x="4159250" y="2171700"/>
          <p14:tracePt t="27878" x="4152900" y="2171700"/>
          <p14:tracePt t="27895" x="4121150" y="2171700"/>
          <p14:tracePt t="27912" x="4095750" y="2178050"/>
          <p14:tracePt t="27928" x="4089400" y="2178050"/>
          <p14:tracePt t="27945" x="3994150" y="2203450"/>
          <p14:tracePt t="27961" x="3975100" y="2222500"/>
          <p14:tracePt t="27978" x="3917950" y="2247900"/>
          <p14:tracePt t="27995" x="3898900" y="2260600"/>
          <p14:tracePt t="28012" x="3892550" y="2260600"/>
          <p14:tracePt t="28028" x="3873500" y="2273300"/>
          <p14:tracePt t="28045" x="3860800" y="2286000"/>
          <p14:tracePt t="28078" x="3848100" y="2292350"/>
          <p14:tracePt t="28095" x="3841750" y="2298700"/>
          <p14:tracePt t="28111" x="3835400" y="2311400"/>
          <p14:tracePt t="28130" x="3822700" y="2317750"/>
          <p14:tracePt t="28146" x="3816350" y="2317750"/>
          <p14:tracePt t="28273" x="3810000" y="2324100"/>
          <p14:tracePt t="28289" x="3797300" y="2324100"/>
          <p14:tracePt t="28297" x="3790950" y="2330450"/>
          <p14:tracePt t="28306" x="3778250" y="2336800"/>
          <p14:tracePt t="28321" x="3759200" y="2343150"/>
          <p14:tracePt t="28330" x="3752850" y="2349500"/>
          <p14:tracePt t="28345" x="3733800" y="2355850"/>
          <p14:tracePt t="28361" x="3727450" y="2362200"/>
          <p14:tracePt t="28378" x="3714750" y="2368550"/>
          <p14:tracePt t="28395" x="3695700" y="2381250"/>
          <p14:tracePt t="28412" x="3683000" y="2393950"/>
          <p14:tracePt t="28428" x="3657600" y="2413000"/>
          <p14:tracePt t="28445" x="3651250" y="2425700"/>
          <p14:tracePt t="28462" x="3651250" y="2438400"/>
          <p14:tracePt t="28478" x="3638550" y="2470150"/>
          <p14:tracePt t="28495" x="3644900" y="2489200"/>
          <p14:tracePt t="28512" x="3663950" y="2501900"/>
          <p14:tracePt t="28528" x="3670300" y="2508250"/>
          <p14:tracePt t="28545" x="3676650" y="2520950"/>
          <p14:tracePt t="28562" x="3683000" y="2520950"/>
          <p14:tracePt t="28578" x="3695700" y="2527300"/>
          <p14:tracePt t="28595" x="3702050" y="2527300"/>
          <p14:tracePt t="28611" x="3708400" y="2527300"/>
          <p14:tracePt t="28628" x="3721100" y="2520950"/>
          <p14:tracePt t="28645" x="3740150" y="2520950"/>
          <p14:tracePt t="28662" x="3746500" y="2514600"/>
          <p14:tracePt t="28678" x="3765550" y="2514600"/>
          <p14:tracePt t="28695" x="3816350" y="2508250"/>
          <p14:tracePt t="28711" x="3848100" y="2501900"/>
          <p14:tracePt t="28728" x="3879850" y="2501900"/>
          <p14:tracePt t="28745" x="3917950" y="2495550"/>
          <p14:tracePt t="28761" x="3924300" y="2495550"/>
          <p14:tracePt t="28778" x="3937000" y="2489200"/>
          <p14:tracePt t="29041" x="3930650" y="2489200"/>
          <p14:tracePt t="29057" x="3917950" y="2482850"/>
          <p14:tracePt t="29065" x="3924300" y="2470150"/>
          <p14:tracePt t="29081" x="3917950" y="2463800"/>
          <p14:tracePt t="31257" x="3917950" y="2457450"/>
          <p14:tracePt t="31265" x="3917950" y="2451100"/>
          <p14:tracePt t="31281" x="3892550" y="2451100"/>
          <p14:tracePt t="31289" x="3873500" y="2444750"/>
          <p14:tracePt t="31297" x="3854450" y="2438400"/>
          <p14:tracePt t="31311" x="3778250" y="2438400"/>
          <p14:tracePt t="31328" x="3746500" y="2438400"/>
          <p14:tracePt t="31345" x="3613150" y="2457450"/>
          <p14:tracePt t="31361" x="3492500" y="2470150"/>
          <p14:tracePt t="31378" x="3435350" y="2482850"/>
          <p14:tracePt t="31395" x="3416300" y="2482850"/>
          <p14:tracePt t="31412" x="3397250" y="2482850"/>
          <p14:tracePt t="31428" x="3384550" y="2482850"/>
          <p14:tracePt t="31474" x="3378200" y="2482850"/>
          <p14:tracePt t="31505" x="3365500" y="2482850"/>
          <p14:tracePt t="31513" x="3365500" y="2489200"/>
          <p14:tracePt t="31522" x="3352800" y="2495550"/>
          <p14:tracePt t="31530" x="3340100" y="2501900"/>
          <p14:tracePt t="31544" x="3302000" y="2514600"/>
          <p14:tracePt t="31561" x="3270250" y="2520950"/>
          <p14:tracePt t="31578" x="3263900" y="2520950"/>
          <p14:tracePt t="31595" x="3219450" y="2527300"/>
          <p14:tracePt t="31612" x="3206750" y="2527300"/>
          <p14:tracePt t="31628" x="3181350" y="2533650"/>
          <p14:tracePt t="31777" x="3187700" y="2533650"/>
          <p14:tracePt t="31817" x="3200400" y="2533650"/>
          <p14:tracePt t="31825" x="3225800" y="2540000"/>
          <p14:tracePt t="31834" x="3251200" y="2540000"/>
          <p14:tracePt t="31849" x="3270250" y="2546350"/>
          <p14:tracePt t="31862" x="3295650" y="2552700"/>
          <p14:tracePt t="31878" x="3359150" y="2559050"/>
          <p14:tracePt t="31895" x="3575050" y="2590800"/>
          <p14:tracePt t="31912" x="3721100" y="2609850"/>
          <p14:tracePt t="31928" x="4013200" y="2635250"/>
          <p14:tracePt t="31945" x="4140200" y="2641600"/>
          <p14:tracePt t="31962" x="4286250" y="2641600"/>
          <p14:tracePt t="31978" x="4584700" y="2628900"/>
          <p14:tracePt t="31995" x="4743450" y="2628900"/>
          <p14:tracePt t="32011" x="4902200" y="2622550"/>
          <p14:tracePt t="32028" x="5092700" y="2616200"/>
          <p14:tracePt t="32045" x="5238750" y="2603500"/>
          <p14:tracePt t="32062" x="5346700" y="2584450"/>
          <p14:tracePt t="32078" x="5454650" y="2559050"/>
          <p14:tracePt t="32095" x="5607050" y="2533650"/>
          <p14:tracePt t="32112" x="5632450" y="2533650"/>
          <p14:tracePt t="32128" x="5740400" y="2514600"/>
          <p14:tracePt t="32145" x="5911850" y="2482850"/>
          <p14:tracePt t="32162" x="5975350" y="2470150"/>
          <p14:tracePt t="32178" x="6121400" y="2451100"/>
          <p14:tracePt t="32195" x="6153150" y="2444750"/>
          <p14:tracePt t="32211" x="6248400" y="2438400"/>
          <p14:tracePt t="32228" x="6299200" y="2425700"/>
          <p14:tracePt t="32245" x="6369050" y="2413000"/>
          <p14:tracePt t="32261" x="6400800" y="2393950"/>
          <p14:tracePt t="32297" x="6419850" y="2393950"/>
          <p14:tracePt t="32361" x="6413500" y="2387600"/>
          <p14:tracePt t="32377" x="6369050" y="2368550"/>
          <p14:tracePt t="32385" x="6350000" y="2362200"/>
          <p14:tracePt t="32402" x="6299200" y="2362200"/>
          <p14:tracePt t="32412" x="6261100" y="2355850"/>
          <p14:tracePt t="32429" x="6026150" y="2355850"/>
          <p14:tracePt t="32445" x="5676900" y="2355850"/>
          <p14:tracePt t="32462" x="5372100" y="2368550"/>
          <p14:tracePt t="32478" x="5080000" y="2387600"/>
          <p14:tracePt t="32495" x="5022850" y="2387600"/>
          <p14:tracePt t="32511" x="4921250" y="2406650"/>
          <p14:tracePt t="32528" x="4857750" y="2413000"/>
          <p14:tracePt t="32577" x="4851400" y="2419350"/>
          <p14:tracePt t="32602" x="4845050" y="2425700"/>
          <p14:tracePt t="32617" x="4832350" y="2432050"/>
          <p14:tracePt t="32649" x="4826000" y="2432050"/>
          <p14:tracePt t="33385" x="4813300" y="2432050"/>
          <p14:tracePt t="33401" x="4813300" y="2425700"/>
          <p14:tracePt t="33409" x="4806950" y="2425700"/>
          <p14:tracePt t="33417" x="4806950" y="2419350"/>
          <p14:tracePt t="33449" x="4787900" y="2419350"/>
          <p14:tracePt t="33457" x="4768850" y="2419350"/>
          <p14:tracePt t="33465" x="4762500" y="2419350"/>
          <p14:tracePt t="33478" x="4749800" y="2419350"/>
          <p14:tracePt t="33495" x="4679950" y="2444750"/>
          <p14:tracePt t="33512" x="4660900" y="2457450"/>
          <p14:tracePt t="33528" x="4578350" y="2495550"/>
          <p14:tracePt t="33545" x="4368800" y="2559050"/>
          <p14:tracePt t="33562" x="4292600" y="2571750"/>
          <p14:tracePt t="33578" x="4127500" y="2603500"/>
          <p14:tracePt t="33594" x="4108450" y="2603500"/>
          <p14:tracePt t="33612" x="4051300" y="2616200"/>
          <p14:tracePt t="33628" x="3975100" y="2635250"/>
          <p14:tracePt t="33644" x="3943350" y="2647950"/>
          <p14:tracePt t="33661" x="3930650" y="2647950"/>
          <p14:tracePt t="33678" x="3930650" y="2654300"/>
          <p14:tracePt t="33730" x="3924300" y="2654300"/>
          <p14:tracePt t="33745" x="3911600" y="2654300"/>
          <p14:tracePt t="33753" x="3898900" y="2654300"/>
          <p14:tracePt t="33761" x="3886200" y="2647950"/>
          <p14:tracePt t="33778" x="3867150" y="2647950"/>
          <p14:tracePt t="33795" x="3810000" y="2641600"/>
          <p14:tracePt t="33811" x="3765550" y="2635250"/>
          <p14:tracePt t="33828" x="3727450" y="2616200"/>
          <p14:tracePt t="33845" x="3651250" y="2584450"/>
          <p14:tracePt t="33861" x="3638550" y="2565400"/>
          <p14:tracePt t="33878" x="3613150" y="2565400"/>
          <p14:tracePt t="33895" x="3575050" y="2552700"/>
          <p14:tracePt t="34145" x="3575050" y="2546350"/>
          <p14:tracePt t="34169" x="3581400" y="2540000"/>
          <p14:tracePt t="34185" x="3600450" y="2540000"/>
          <p14:tracePt t="34201" x="3606800" y="2540000"/>
          <p14:tracePt t="34217" x="3625850" y="2533650"/>
          <p14:tracePt t="34225" x="3638550" y="2533650"/>
          <p14:tracePt t="34242" x="3644900" y="2533650"/>
          <p14:tracePt t="34249" x="3651250" y="2533650"/>
          <p14:tracePt t="34261" x="3670300" y="2533650"/>
          <p14:tracePt t="34278" x="3746500" y="2540000"/>
          <p14:tracePt t="34295" x="3778250" y="2540000"/>
          <p14:tracePt t="34311" x="3822700" y="2546350"/>
          <p14:tracePt t="34328" x="3911600" y="2559050"/>
          <p14:tracePt t="34345" x="3994150" y="2571750"/>
          <p14:tracePt t="34362" x="4064000" y="2578100"/>
          <p14:tracePt t="34378" x="4197350" y="2590800"/>
          <p14:tracePt t="34395" x="4286250" y="2590800"/>
          <p14:tracePt t="34412" x="4381500" y="2590800"/>
          <p14:tracePt t="34429" x="4464050" y="2590800"/>
          <p14:tracePt t="34445" x="4552950" y="2578100"/>
          <p14:tracePt t="34461" x="4641850" y="2571750"/>
          <p14:tracePt t="34478" x="4813300" y="2552700"/>
          <p14:tracePt t="34495" x="4933950" y="2552700"/>
          <p14:tracePt t="34511" x="4984750" y="2552700"/>
          <p14:tracePt t="34528" x="5207000" y="2546350"/>
          <p14:tracePt t="34545" x="5410200" y="2540000"/>
          <p14:tracePt t="34561" x="5518150" y="2533650"/>
          <p14:tracePt t="34578" x="5727700" y="2533650"/>
          <p14:tracePt t="34595" x="5829300" y="2533650"/>
          <p14:tracePt t="34611" x="5892800" y="2533650"/>
          <p14:tracePt t="34628" x="6108700" y="2540000"/>
          <p14:tracePt t="34645" x="6229350" y="2546350"/>
          <p14:tracePt t="34662" x="6318250" y="2559050"/>
          <p14:tracePt t="34678" x="6438900" y="2578100"/>
          <p14:tracePt t="34695" x="6445250" y="2578100"/>
          <p14:tracePt t="34711" x="6508750" y="2590800"/>
          <p14:tracePt t="34728" x="6584950" y="2603500"/>
          <p14:tracePt t="34745" x="6680200" y="2622550"/>
          <p14:tracePt t="34761" x="6737350" y="2628900"/>
          <p14:tracePt t="34778" x="6794500" y="2635250"/>
          <p14:tracePt t="34795" x="6832600" y="2635250"/>
          <p14:tracePt t="34811" x="6845300" y="2635250"/>
          <p14:tracePt t="34828" x="6870700" y="2641600"/>
          <p14:tracePt t="34845" x="6877050" y="2641600"/>
          <p14:tracePt t="34862" x="6883400" y="2641600"/>
          <p14:tracePt t="34878" x="6896100" y="2641600"/>
          <p14:tracePt t="34969" x="6902450" y="2647950"/>
          <p14:tracePt t="35001" x="6915150" y="2647950"/>
          <p14:tracePt t="35009" x="6927850" y="2647950"/>
          <p14:tracePt t="35185" x="6927850" y="2641600"/>
          <p14:tracePt t="35209" x="6927850" y="2635250"/>
          <p14:tracePt t="35217" x="6927850" y="2628900"/>
          <p14:tracePt t="35228" x="6927850" y="2622550"/>
          <p14:tracePt t="35244" x="6927850" y="2609850"/>
          <p14:tracePt t="35261" x="6934200" y="2603500"/>
          <p14:tracePt t="35278" x="6934200" y="2597150"/>
          <p14:tracePt t="35295" x="6934200" y="2584450"/>
          <p14:tracePt t="35312" x="6934200" y="2578100"/>
          <p14:tracePt t="35328" x="6940550" y="2571750"/>
          <p14:tracePt t="35345" x="6946900" y="2552700"/>
          <p14:tracePt t="35361" x="6953250" y="2546350"/>
          <p14:tracePt t="35395" x="6953250" y="2540000"/>
          <p14:tracePt t="35513" x="6953250" y="2552700"/>
          <p14:tracePt t="35537" x="6953250" y="2559050"/>
          <p14:tracePt t="35545" x="6946900" y="2559050"/>
          <p14:tracePt t="35609" x="6927850" y="2571750"/>
          <p14:tracePt t="35761" x="6927850" y="2565400"/>
          <p14:tracePt t="35769" x="6921500" y="2552700"/>
          <p14:tracePt t="35786" x="6915150" y="2546350"/>
          <p14:tracePt t="35794" x="6915150" y="2533650"/>
          <p14:tracePt t="35811" x="6902450" y="2501900"/>
          <p14:tracePt t="35828" x="6902450" y="2476500"/>
          <p14:tracePt t="35845" x="6902450" y="2457450"/>
          <p14:tracePt t="35861" x="6896100" y="2419350"/>
          <p14:tracePt t="35895" x="6883400" y="2393950"/>
          <p14:tracePt t="35912" x="6864350" y="2381250"/>
          <p14:tracePt t="35928" x="6845300" y="2368550"/>
          <p14:tracePt t="35945" x="6819900" y="2355850"/>
          <p14:tracePt t="35962" x="6800850" y="2355850"/>
          <p14:tracePt t="35978" x="6769100" y="2349500"/>
          <p14:tracePt t="35995" x="6731000" y="2349500"/>
          <p14:tracePt t="36011" x="6711950" y="2349500"/>
          <p14:tracePt t="36028" x="6673850" y="2349500"/>
          <p14:tracePt t="36045" x="6648450" y="2355850"/>
          <p14:tracePt t="36061" x="6635750" y="2355850"/>
          <p14:tracePt t="36078" x="6629400" y="2362200"/>
          <p14:tracePt t="36095" x="6610350" y="2368550"/>
          <p14:tracePt t="36128" x="6604000" y="2374900"/>
          <p14:tracePt t="36153" x="6597650" y="2381250"/>
          <p14:tracePt t="36297" x="6597650" y="2387600"/>
          <p14:tracePt t="36321" x="6591300" y="2387600"/>
          <p14:tracePt t="36329" x="6578600" y="2393950"/>
          <p14:tracePt t="36337" x="6559550" y="2400300"/>
          <p14:tracePt t="36345" x="6521450" y="2413000"/>
          <p14:tracePt t="36361" x="6407150" y="2413000"/>
          <p14:tracePt t="36378" x="6356350" y="2413000"/>
          <p14:tracePt t="36395" x="5937250" y="2406650"/>
          <p14:tracePt t="36412" x="5689600" y="2406650"/>
          <p14:tracePt t="36429" x="5238750" y="2393950"/>
          <p14:tracePt t="36445" x="5010150" y="2393950"/>
          <p14:tracePt t="36461" x="4927600" y="2393950"/>
          <p14:tracePt t="36478" x="4768850" y="2381250"/>
          <p14:tracePt t="36495" x="4584700" y="2374900"/>
          <p14:tracePt t="36512" x="4451350" y="2374900"/>
          <p14:tracePt t="36528" x="4298950" y="2374900"/>
          <p14:tracePt t="36545" x="4248150" y="2374900"/>
          <p14:tracePt t="36561" x="4197350" y="2381250"/>
          <p14:tracePt t="36578" x="4121150" y="2393950"/>
          <p14:tracePt t="36595" x="4076700" y="2400300"/>
          <p14:tracePt t="36612" x="4019550" y="2413000"/>
          <p14:tracePt t="36628" x="3873500" y="2444750"/>
          <p14:tracePt t="36645" x="3829050" y="2451100"/>
          <p14:tracePt t="36662" x="3708400" y="2476500"/>
          <p14:tracePt t="36678" x="3556000" y="2508250"/>
          <p14:tracePt t="36695" x="3473450" y="2527300"/>
          <p14:tracePt t="36711" x="3441700" y="2527300"/>
          <p14:tracePt t="36728" x="3397250" y="2533650"/>
          <p14:tracePt t="36745" x="3384550" y="2533650"/>
          <p14:tracePt t="36817" x="3378200" y="2533650"/>
          <p14:tracePt t="36849" x="3378200" y="2520950"/>
          <p14:tracePt t="36857" x="3378200" y="2514600"/>
          <p14:tracePt t="36881" x="3371850" y="2501900"/>
          <p14:tracePt t="36889" x="3371850" y="2482850"/>
          <p14:tracePt t="36897" x="3371850" y="2470150"/>
          <p14:tracePt t="36912" x="3378200" y="2438400"/>
          <p14:tracePt t="36928" x="3378200" y="2425700"/>
          <p14:tracePt t="36945" x="3378200" y="2413000"/>
          <p14:tracePt t="36962" x="3378200" y="2387600"/>
          <p14:tracePt t="36978" x="3384550" y="2381250"/>
          <p14:tracePt t="36995" x="3384550" y="2368550"/>
          <p14:tracePt t="37011" x="3390900" y="2349500"/>
          <p14:tracePt t="37028" x="3390900" y="2343150"/>
          <p14:tracePt t="37045" x="3390900" y="2336800"/>
          <p14:tracePt t="37061" x="3390900" y="2330450"/>
          <p14:tracePt t="37095" x="3397250" y="2324100"/>
          <p14:tracePt t="37274" x="3397250" y="2330450"/>
          <p14:tracePt t="37289" x="3397250" y="2343150"/>
          <p14:tracePt t="37306" x="3397250" y="2355850"/>
          <p14:tracePt t="37321" x="3409950" y="2362200"/>
          <p14:tracePt t="37329" x="3409950" y="2368550"/>
          <p14:tracePt t="37337" x="3409950" y="2374900"/>
          <p14:tracePt t="37345" x="3416300" y="2406650"/>
          <p14:tracePt t="37361" x="3429000" y="2425700"/>
          <p14:tracePt t="37378" x="3429000" y="2451100"/>
          <p14:tracePt t="37395" x="3429000" y="2457450"/>
          <p14:tracePt t="37412" x="3448050" y="2489200"/>
          <p14:tracePt t="37428" x="3454400" y="2508250"/>
          <p14:tracePt t="37445" x="3467100" y="2520950"/>
          <p14:tracePt t="37461" x="3467100" y="2533650"/>
          <p14:tracePt t="37478" x="3473450" y="2552700"/>
          <p14:tracePt t="37495" x="3479800" y="2552700"/>
          <p14:tracePt t="37511" x="3486150" y="2559050"/>
          <p14:tracePt t="37528" x="3505200" y="2565400"/>
          <p14:tracePt t="37545" x="3524250" y="2571750"/>
          <p14:tracePt t="37562" x="3543300" y="2578100"/>
          <p14:tracePt t="37578" x="3581400" y="2590800"/>
          <p14:tracePt t="37595" x="3625850" y="2590800"/>
          <p14:tracePt t="37611" x="3752850" y="2603500"/>
          <p14:tracePt t="37628" x="3810000" y="2603500"/>
          <p14:tracePt t="37645" x="3911600" y="2603500"/>
          <p14:tracePt t="37662" x="4140200" y="2603500"/>
          <p14:tracePt t="37678" x="4254500" y="2603500"/>
          <p14:tracePt t="37695" x="4381500" y="2609850"/>
          <p14:tracePt t="37711" x="4584700" y="2616200"/>
          <p14:tracePt t="37728" x="4610100" y="2616200"/>
          <p14:tracePt t="37745" x="4806950" y="2622550"/>
          <p14:tracePt t="37762" x="4972050" y="2622550"/>
          <p14:tracePt t="37778" x="5073650" y="2622550"/>
          <p14:tracePt t="37795" x="5156200" y="2635250"/>
          <p14:tracePt t="37812" x="5251450" y="2641600"/>
          <p14:tracePt t="37828" x="5359400" y="2647950"/>
          <p14:tracePt t="37845" x="5441950" y="2660650"/>
          <p14:tracePt t="37861" x="5607050" y="2679700"/>
          <p14:tracePt t="37878" x="5683250" y="2698750"/>
          <p14:tracePt t="37895" x="5791200" y="2698750"/>
          <p14:tracePt t="37911" x="5956300" y="2717800"/>
          <p14:tracePt t="37928" x="6051550" y="2724150"/>
          <p14:tracePt t="37945" x="6223000" y="2724150"/>
          <p14:tracePt t="37961" x="6381750" y="2724150"/>
          <p14:tracePt t="37978" x="6445250" y="2724150"/>
          <p14:tracePt t="37995" x="6470650" y="2724150"/>
          <p14:tracePt t="38011" x="6515100" y="2724150"/>
          <p14:tracePt t="38028" x="6648450" y="2705100"/>
          <p14:tracePt t="38045" x="6737350" y="2686050"/>
          <p14:tracePt t="38061" x="6864350" y="2654300"/>
          <p14:tracePt t="38078" x="6915150" y="2641600"/>
          <p14:tracePt t="38095" x="6991350" y="2622550"/>
          <p14:tracePt t="38111" x="7061200" y="2597150"/>
          <p14:tracePt t="38128" x="7162800" y="2546350"/>
          <p14:tracePt t="38132" x="7188200" y="2533650"/>
          <p14:tracePt t="38145" x="7239000" y="2495550"/>
          <p14:tracePt t="38162" x="7270750" y="2463800"/>
          <p14:tracePt t="38178" x="7302500" y="2438400"/>
          <p14:tracePt t="38195" x="7315200" y="2425700"/>
          <p14:tracePt t="38211" x="7334250" y="2400300"/>
          <p14:tracePt t="38249" x="7315200" y="2387600"/>
          <p14:tracePt t="38261" x="7302500" y="2387600"/>
          <p14:tracePt t="38278" x="7226300" y="2362200"/>
          <p14:tracePt t="38295" x="6927850" y="2362200"/>
          <p14:tracePt t="38312" x="6743700" y="2362200"/>
          <p14:tracePt t="38328" x="6578600" y="2374900"/>
          <p14:tracePt t="38345" x="6184900" y="2413000"/>
          <p14:tracePt t="38361" x="6070600" y="2425700"/>
          <p14:tracePt t="38378" x="5988050" y="2438400"/>
          <p14:tracePt t="38395" x="5962650" y="2438400"/>
          <p14:tracePt t="38412" x="5943600" y="2444750"/>
          <p14:tracePt t="38585" x="5937250" y="2451100"/>
          <p14:tracePt t="38602" x="5930900" y="2451100"/>
          <p14:tracePt t="38617" x="5905500" y="2470150"/>
          <p14:tracePt t="38625" x="5899150" y="2482850"/>
          <p14:tracePt t="38633" x="5867400" y="2495550"/>
          <p14:tracePt t="38645" x="5816600" y="2501900"/>
          <p14:tracePt t="38661" x="5778500" y="2508250"/>
          <p14:tracePt t="38678" x="5549900" y="2571750"/>
          <p14:tracePt t="38695" x="5359400" y="2590800"/>
          <p14:tracePt t="38711" x="4997450" y="2647950"/>
          <p14:tracePt t="38728" x="4876800" y="2654300"/>
          <p14:tracePt t="38745" x="4756150" y="2660650"/>
          <p14:tracePt t="38762" x="4629150" y="2673350"/>
          <p14:tracePt t="38778" x="4616450" y="2673350"/>
          <p14:tracePt t="38848" x="4622800" y="2673350"/>
          <p14:tracePt t="38856" x="4629150" y="2660650"/>
          <p14:tracePt t="38865" x="4635500" y="2660650"/>
          <p14:tracePt t="38881" x="4660900" y="2654300"/>
          <p14:tracePt t="38894" x="4667250" y="2647950"/>
          <p14:tracePt t="38946" x="4673600" y="2647950"/>
          <p14:tracePt t="38969" x="4673600" y="2654300"/>
          <p14:tracePt t="38985" x="4667250" y="2654300"/>
          <p14:tracePt t="38993" x="4654550" y="2660650"/>
          <p14:tracePt t="39001" x="4641850" y="2667000"/>
          <p14:tracePt t="39011" x="4622800" y="2667000"/>
          <p14:tracePt t="39028" x="4521200" y="2692400"/>
          <p14:tracePt t="39045" x="4451350" y="2711450"/>
          <p14:tracePt t="39061" x="4406900" y="2717800"/>
          <p14:tracePt t="39078" x="4337050" y="2724150"/>
          <p14:tracePt t="39095" x="4222750" y="2724150"/>
          <p14:tracePt t="39111" x="4184650" y="2724150"/>
          <p14:tracePt t="39115" x="4165600" y="2724150"/>
          <p14:tracePt t="39128" x="4159250" y="2724150"/>
          <p14:tracePt t="39145" x="4146550" y="2711450"/>
          <p14:tracePt t="39162" x="4140200" y="2711450"/>
          <p14:tracePt t="39178" x="4140200" y="2705100"/>
          <p14:tracePt t="39211" x="4140200" y="2698750"/>
          <p14:tracePt t="39228" x="4140200" y="2692400"/>
          <p14:tracePt t="39245" x="4146550" y="2679700"/>
          <p14:tracePt t="39261" x="4165600" y="2654300"/>
          <p14:tracePt t="39278" x="4171950" y="2635250"/>
          <p14:tracePt t="39295" x="4191000" y="2616200"/>
          <p14:tracePt t="39311" x="4197350" y="2603500"/>
          <p14:tracePt t="39328" x="4197350" y="2590800"/>
          <p14:tracePt t="39345" x="4210050" y="2565400"/>
          <p14:tracePt t="39362" x="4210050" y="2559050"/>
          <p14:tracePt t="39378" x="4203700" y="2552700"/>
          <p14:tracePt t="39395" x="4191000" y="2552700"/>
          <p14:tracePt t="39411" x="4171950" y="2546350"/>
          <p14:tracePt t="39428" x="4152900" y="2546350"/>
          <p14:tracePt t="39445" x="4108450" y="2540000"/>
          <p14:tracePt t="39461" x="4095750" y="2540000"/>
          <p14:tracePt t="39478" x="4076700" y="2540000"/>
          <p14:tracePt t="39495" x="4057650" y="2540000"/>
          <p14:tracePt t="40001" x="4057650" y="2546350"/>
          <p14:tracePt t="40009" x="4057650" y="2552700"/>
          <p14:tracePt t="40017" x="4070350" y="2578100"/>
          <p14:tracePt t="40028" x="4076700" y="2597150"/>
          <p14:tracePt t="40045" x="4133850" y="2736850"/>
          <p14:tracePt t="40061" x="4229100" y="3003550"/>
          <p14:tracePt t="40078" x="4235450" y="3067050"/>
          <p14:tracePt t="40095" x="4248150" y="3175000"/>
          <p14:tracePt t="40111" x="4260850" y="3244850"/>
          <p14:tracePt t="40115" x="4267200" y="3251200"/>
          <p14:tracePt t="40128" x="4273550" y="3257550"/>
          <p14:tracePt t="40145" x="4273550" y="3263900"/>
          <p14:tracePt t="40217" x="4267200" y="3251200"/>
          <p14:tracePt t="40225" x="4267200" y="3244850"/>
          <p14:tracePt t="40233" x="4254500" y="3225800"/>
          <p14:tracePt t="40249" x="4248150" y="3213100"/>
          <p14:tracePt t="40261" x="4241800" y="3200400"/>
          <p14:tracePt t="40278" x="4210050" y="3117850"/>
          <p14:tracePt t="40295" x="4178300" y="3048000"/>
          <p14:tracePt t="40312" x="4064000" y="2921000"/>
          <p14:tracePt t="40328" x="4038600" y="2851150"/>
          <p14:tracePt t="40345" x="3898900" y="2654300"/>
          <p14:tracePt t="40361" x="3562350" y="2305050"/>
          <p14:tracePt t="40378" x="3352800" y="2146300"/>
          <p14:tracePt t="40395" x="2952750" y="1936750"/>
          <p14:tracePt t="40411" x="2336800" y="1708150"/>
          <p14:tracePt t="40429" x="1530350" y="1504950"/>
          <p14:tracePt t="40445" x="1047750" y="1428750"/>
          <p14:tracePt t="40461" x="139700" y="1308100"/>
          <p14:tracePt t="42595" x="241300" y="2882900"/>
          <p14:tracePt t="42611" x="800100" y="3644900"/>
          <p14:tracePt t="42628" x="1041400" y="3924300"/>
          <p14:tracePt t="42645" x="1365250" y="4375150"/>
          <p14:tracePt t="42662" x="1885950" y="5232400"/>
          <p14:tracePt t="42679" x="2070100" y="5549900"/>
          <p14:tracePt t="42696" x="2413000" y="6083300"/>
          <p14:tracePt t="42712" x="2482850" y="6172200"/>
          <p14:tracePt t="42729" x="2578100" y="6261100"/>
          <p14:tracePt t="42745" x="2711450" y="6407150"/>
          <p14:tracePt t="42762" x="2755900" y="6438900"/>
          <p14:tracePt t="42779" x="2800350" y="6464300"/>
          <p14:tracePt t="42795" x="2838450" y="6483350"/>
          <p14:tracePt t="42811" x="2863850" y="6496050"/>
          <p14:tracePt t="42828" x="2876550" y="6502400"/>
          <p14:tracePt t="42845" x="2895600" y="6515100"/>
          <p14:tracePt t="42861" x="2901950" y="6521450"/>
          <p14:tracePt t="43062" x="2908300" y="6521450"/>
          <p14:tracePt t="43162" x="2908300" y="6515100"/>
          <p14:tracePt t="43178" x="2914650" y="6489700"/>
          <p14:tracePt t="43195" x="2921000" y="6419850"/>
          <p14:tracePt t="43212" x="3009900" y="6273800"/>
          <p14:tracePt t="43228" x="3048000" y="6216650"/>
          <p14:tracePt t="43245" x="3124200" y="6115050"/>
          <p14:tracePt t="43261" x="3302000" y="5937250"/>
          <p14:tracePt t="43278" x="3365500" y="5873750"/>
          <p14:tracePt t="43295" x="3460750" y="5797550"/>
          <p14:tracePt t="43312" x="3505200" y="5765800"/>
          <p14:tracePt t="43328" x="3702050" y="5651500"/>
          <p14:tracePt t="43345" x="3860800" y="5588000"/>
          <p14:tracePt t="43361" x="4133850" y="5499100"/>
          <p14:tracePt t="43378" x="4292600" y="5454650"/>
          <p14:tracePt t="43395" x="4368800" y="5448300"/>
          <p14:tracePt t="43412" x="4654550" y="5384800"/>
          <p14:tracePt t="43429" x="4800600" y="5365750"/>
          <p14:tracePt t="43445" x="4965700" y="5334000"/>
          <p14:tracePt t="43462" x="5194300" y="5295900"/>
          <p14:tracePt t="43478" x="5289550" y="5276850"/>
          <p14:tracePt t="43495" x="5353050" y="5264150"/>
          <p14:tracePt t="43512" x="5568950" y="5213350"/>
          <p14:tracePt t="43528" x="5651500" y="5194300"/>
          <p14:tracePt t="43545" x="5740400" y="5162550"/>
          <p14:tracePt t="43561" x="5753100" y="5149850"/>
          <p14:tracePt t="43728" x="5753100" y="5143500"/>
          <p14:tracePt t="43746" x="5759450" y="5137150"/>
          <p14:tracePt t="43845" x="5746750" y="5130800"/>
          <p14:tracePt t="43861" x="5740400" y="5130800"/>
          <p14:tracePt t="43895" x="5734050" y="5124450"/>
          <p14:tracePt t="43912" x="5721350" y="5111750"/>
          <p14:tracePt t="43929" x="5715000" y="5105400"/>
          <p14:tracePt t="43945" x="5708650" y="5099050"/>
          <p14:tracePt t="43962" x="5702300" y="5086350"/>
          <p14:tracePt t="43979" x="5702300" y="5080000"/>
          <p14:tracePt t="43995" x="5702300" y="5073650"/>
          <p14:tracePt t="44012" x="5702300" y="5067300"/>
          <p14:tracePt t="44029" x="5702300" y="5048250"/>
          <p14:tracePt t="44062" x="5702300" y="5029200"/>
          <p14:tracePt t="44078" x="5715000" y="4997450"/>
          <p14:tracePt t="44095" x="5727700" y="4978400"/>
          <p14:tracePt t="44111" x="5759450" y="4946650"/>
          <p14:tracePt t="44128" x="5778500" y="4933950"/>
          <p14:tracePt t="44144" x="5873750" y="4845050"/>
          <p14:tracePt t="44161" x="5937250" y="4794250"/>
          <p14:tracePt t="44179" x="6000750" y="4730750"/>
          <p14:tracePt t="44195" x="6102350" y="4635500"/>
          <p14:tracePt t="44212" x="6165850" y="4565650"/>
          <p14:tracePt t="44229" x="6235700" y="4502150"/>
          <p14:tracePt t="44245" x="6292850" y="4400550"/>
          <p14:tracePt t="44262" x="6324600" y="4356100"/>
          <p14:tracePt t="44278" x="6337300" y="4324350"/>
          <p14:tracePt t="44295" x="6369050" y="4235450"/>
          <p14:tracePt t="44312" x="6369050" y="4184650"/>
          <p14:tracePt t="44328" x="6350000" y="4121150"/>
          <p14:tracePt t="44345" x="6261100" y="3943350"/>
          <p14:tracePt t="44361" x="6216650" y="3848100"/>
          <p14:tracePt t="44378" x="6191250" y="3835400"/>
          <p14:tracePt t="44395" x="6108700" y="3708400"/>
          <p14:tracePt t="44412" x="6045200" y="3632200"/>
          <p14:tracePt t="44428" x="5937250" y="3505200"/>
          <p14:tracePt t="44445" x="5867400" y="3454400"/>
          <p14:tracePt t="44462" x="5842000" y="3435350"/>
          <p14:tracePt t="44478" x="5803900" y="3416300"/>
          <p14:tracePt t="44495" x="5727700" y="3340100"/>
          <p14:tracePt t="44511" x="5683250" y="3295650"/>
          <p14:tracePt t="44528" x="5626100" y="3257550"/>
          <p14:tracePt t="44545" x="5581650" y="3238500"/>
          <p14:tracePt t="44561" x="5562600" y="3219450"/>
          <p14:tracePt t="44578" x="5537200" y="3181350"/>
          <p14:tracePt t="44595" x="5524500" y="3155950"/>
          <p14:tracePt t="44611" x="5499100" y="3124200"/>
          <p14:tracePt t="44628" x="5473700" y="3105150"/>
          <p14:tracePt t="44645" x="5473700" y="3086100"/>
          <p14:tracePt t="44661" x="5429250" y="3067050"/>
          <p14:tracePt t="44678" x="5410200" y="3041650"/>
          <p14:tracePt t="44695" x="5397500" y="3028950"/>
          <p14:tracePt t="44711" x="5378450" y="3016250"/>
          <p14:tracePt t="44728" x="5372100" y="3016250"/>
          <p14:tracePt t="44745" x="5359400" y="3016250"/>
          <p14:tracePt t="44762" x="5359400" y="3009900"/>
          <p14:tracePt t="44778" x="5334000" y="3003550"/>
          <p14:tracePt t="44794" x="5321300" y="3003550"/>
          <p14:tracePt t="44811" x="5314950" y="3003550"/>
          <p14:tracePt t="44828" x="5302250" y="3003550"/>
          <p14:tracePt t="44845" x="5289550" y="3003550"/>
          <p14:tracePt t="44861" x="5264150" y="2997200"/>
          <p14:tracePt t="44878" x="5226050" y="2984500"/>
          <p14:tracePt t="44895" x="5168900" y="2965450"/>
          <p14:tracePt t="44912" x="5124450" y="2927350"/>
          <p14:tracePt t="44928" x="5080000" y="2901950"/>
          <p14:tracePt t="44945" x="4927600" y="2813050"/>
          <p14:tracePt t="44961" x="4870450" y="2787650"/>
          <p14:tracePt t="44978" x="4800600" y="2755900"/>
          <p14:tracePt t="44994" x="4756150" y="2736850"/>
          <p14:tracePt t="45011" x="4724400" y="2724150"/>
          <p14:tracePt t="45028" x="4641850" y="2705100"/>
          <p14:tracePt t="45045" x="4597400" y="2705100"/>
          <p14:tracePt t="45061" x="4578350" y="2705100"/>
          <p14:tracePt t="45078" x="4508500" y="2717800"/>
          <p14:tracePt t="45095" x="4451350" y="2724150"/>
          <p14:tracePt t="45111" x="4413250" y="2730500"/>
          <p14:tracePt t="45114" x="4343400" y="2730500"/>
          <p14:tracePt t="45128" x="4318000" y="2730500"/>
          <p14:tracePt t="45145" x="4260850" y="2730500"/>
          <p14:tracePt t="45161" x="4191000" y="2730500"/>
          <p14:tracePt t="45178" x="4032250" y="2724150"/>
          <p14:tracePt t="45194" x="3968750" y="2717800"/>
          <p14:tracePt t="45212" x="3924300" y="2711450"/>
          <p14:tracePt t="45228" x="3854450" y="2711450"/>
          <p14:tracePt t="45245" x="3835400" y="2711450"/>
          <p14:tracePt t="45261" x="3803650" y="2724150"/>
          <p14:tracePt t="45278" x="3778250" y="2730500"/>
          <p14:tracePt t="45294" x="3727450" y="2762250"/>
          <p14:tracePt t="45311" x="3708400" y="2768600"/>
          <p14:tracePt t="45328" x="3695700" y="2774950"/>
          <p14:tracePt t="45344" x="3638550" y="2806700"/>
          <p14:tracePt t="45361" x="3625850" y="2813050"/>
          <p14:tracePt t="45378" x="3606800" y="2825750"/>
          <p14:tracePt t="45412" x="3600450" y="2832100"/>
          <p14:tracePt t="45428" x="3594100" y="2838450"/>
          <p14:tracePt t="45444" x="3587750" y="2844800"/>
          <p14:tracePt t="45461" x="3587750" y="2857500"/>
          <p14:tracePt t="45478" x="3575050" y="2882900"/>
          <p14:tracePt t="45495" x="3575050" y="2895600"/>
          <p14:tracePt t="45511" x="3562350" y="2914650"/>
          <p14:tracePt t="45528" x="3556000" y="2921000"/>
          <p14:tracePt t="45545" x="3543300" y="2952750"/>
          <p14:tracePt t="45561" x="3543300" y="2959100"/>
          <p14:tracePt t="45578" x="3543300" y="2971800"/>
          <p14:tracePt t="45611" x="3543300" y="2997200"/>
          <p14:tracePt t="45628" x="3543300" y="3003550"/>
          <p14:tracePt t="45645" x="3543300" y="3009900"/>
          <p14:tracePt t="45661" x="3549650" y="3022600"/>
          <p14:tracePt t="45678" x="3562350" y="3035300"/>
          <p14:tracePt t="45695" x="3575050" y="3041650"/>
          <p14:tracePt t="45711" x="3575050" y="3054350"/>
          <p14:tracePt t="45728" x="3619500" y="3079750"/>
          <p14:tracePt t="45745" x="3663950" y="3105150"/>
          <p14:tracePt t="45761" x="3733800" y="3130550"/>
          <p14:tracePt t="45778" x="3803650" y="3155950"/>
          <p14:tracePt t="45795" x="3848100" y="3168650"/>
          <p14:tracePt t="45811" x="4019550" y="3219450"/>
          <p14:tracePt t="45828" x="4127500" y="3232150"/>
          <p14:tracePt t="45845" x="4248150" y="3251200"/>
          <p14:tracePt t="45861" x="4495800" y="3276600"/>
          <p14:tracePt t="45878" x="4578350" y="3282950"/>
          <p14:tracePt t="45894" x="4699000" y="3308350"/>
          <p14:tracePt t="45912" x="4876800" y="3321050"/>
          <p14:tracePt t="45928" x="4997450" y="3333750"/>
          <p14:tracePt t="45945" x="5137150" y="3352800"/>
          <p14:tracePt t="45961" x="5162550" y="3359150"/>
          <p14:tracePt t="45978" x="5207000" y="3371850"/>
          <p14:tracePt t="45995" x="5264150" y="3390900"/>
          <p14:tracePt t="46011" x="5283200" y="3409950"/>
          <p14:tracePt t="46028" x="5314950" y="3429000"/>
          <p14:tracePt t="46045" x="5346700" y="3460750"/>
          <p14:tracePt t="46061" x="5353050" y="3467100"/>
          <p14:tracePt t="46078" x="5372100" y="3479800"/>
          <p14:tracePt t="46095" x="5397500" y="3505200"/>
          <p14:tracePt t="46111" x="5416550" y="3524250"/>
          <p14:tracePt t="46114" x="5422900" y="3524250"/>
          <p14:tracePt t="46128" x="5429250" y="3530600"/>
          <p14:tracePt t="46145" x="5435600" y="3543300"/>
          <p14:tracePt t="46162" x="5441950" y="3549650"/>
          <p14:tracePt t="46178" x="5441950" y="3556000"/>
          <p14:tracePt t="46195" x="5441950" y="3562350"/>
          <p14:tracePt t="46212" x="5454650" y="3562350"/>
          <p14:tracePt t="46245" x="5454650" y="3568700"/>
          <p14:tracePt t="46261" x="5454650" y="3575050"/>
          <p14:tracePt t="46281" x="5441950" y="3581400"/>
          <p14:tracePt t="46295" x="5435600" y="3581400"/>
          <p14:tracePt t="46311" x="5422900" y="3594100"/>
          <p14:tracePt t="46328" x="5410200" y="3594100"/>
          <p14:tracePt t="46345" x="5372100" y="3606800"/>
          <p14:tracePt t="46361" x="5353050" y="3619500"/>
          <p14:tracePt t="46378" x="5302250" y="3619500"/>
          <p14:tracePt t="46395" x="5245100" y="3625850"/>
          <p14:tracePt t="46412" x="5137150" y="3625850"/>
          <p14:tracePt t="46428" x="5022850" y="3625850"/>
          <p14:tracePt t="46445" x="4902200" y="3613150"/>
          <p14:tracePt t="46461" x="4724400" y="3600450"/>
          <p14:tracePt t="46478" x="4641850" y="3594100"/>
          <p14:tracePt t="46495" x="4629150" y="3594100"/>
          <p14:tracePt t="46511" x="4514850" y="3594100"/>
          <p14:tracePt t="46528" x="4438650" y="3606800"/>
          <p14:tracePt t="46545" x="4330700" y="3613150"/>
          <p14:tracePt t="46561" x="4191000" y="3638550"/>
          <p14:tracePt t="46578" x="4152900" y="3644900"/>
          <p14:tracePt t="46595" x="4089400" y="3651250"/>
          <p14:tracePt t="46611" x="4013200" y="3651250"/>
          <p14:tracePt t="46628" x="3987800" y="3651250"/>
          <p14:tracePt t="46645" x="3949700" y="3663950"/>
          <p14:tracePt t="46662" x="3911600" y="3670300"/>
          <p14:tracePt t="46695" x="3892550" y="3676650"/>
          <p14:tracePt t="46711" x="3854450" y="3695700"/>
          <p14:tracePt t="46728" x="3835400" y="3708400"/>
          <p14:tracePt t="46745" x="3822700" y="3714750"/>
          <p14:tracePt t="46761" x="3803650" y="3721100"/>
          <p14:tracePt t="46795" x="3790950" y="3727450"/>
          <p14:tracePt t="46849" x="3790950" y="3733800"/>
          <p14:tracePt t="46865" x="3778250" y="3746500"/>
          <p14:tracePt t="46881" x="3778250" y="3752850"/>
          <p14:tracePt t="46905" x="3771900" y="3765550"/>
          <p14:tracePt t="46914" x="3771900" y="3771900"/>
          <p14:tracePt t="46945" x="3765550" y="3778250"/>
          <p14:tracePt t="46961" x="3765550" y="3784600"/>
          <p14:tracePt t="47009" x="3765550" y="3790950"/>
          <p14:tracePt t="47025" x="3765550" y="3797300"/>
          <p14:tracePt t="47041" x="3765550" y="3803650"/>
          <p14:tracePt t="47050" x="3765550" y="3810000"/>
          <p14:tracePt t="47061" x="3765550" y="3816350"/>
          <p14:tracePt t="47078" x="3765550" y="3829050"/>
          <p14:tracePt t="47111" x="3771900" y="3841750"/>
          <p14:tracePt t="47114" x="3790950" y="3848100"/>
          <p14:tracePt t="47128" x="3803650" y="3848100"/>
          <p14:tracePt t="47145" x="3829050" y="3867150"/>
          <p14:tracePt t="47161" x="3841750" y="3867150"/>
          <p14:tracePt t="47178" x="3854450" y="3867150"/>
          <p14:tracePt t="47195" x="3911600" y="3892550"/>
          <p14:tracePt t="47211" x="3943350" y="3892550"/>
          <p14:tracePt t="47228" x="3987800" y="3898900"/>
          <p14:tracePt t="47245" x="4089400" y="3917950"/>
          <p14:tracePt t="47261" x="4095750" y="3924300"/>
          <p14:tracePt t="47278" x="4171950" y="3937000"/>
          <p14:tracePt t="47294" x="4273550" y="3949700"/>
          <p14:tracePt t="47311" x="4343400" y="3962400"/>
          <p14:tracePt t="47328" x="4425950" y="3975100"/>
          <p14:tracePt t="47345" x="4533900" y="4000500"/>
          <p14:tracePt t="47361" x="4616450" y="4019550"/>
          <p14:tracePt t="47378" x="4692650" y="4038600"/>
          <p14:tracePt t="47395" x="4826000" y="4064000"/>
          <p14:tracePt t="47412" x="4883150" y="4070350"/>
          <p14:tracePt t="47428" x="4927600" y="4083050"/>
          <p14:tracePt t="47445" x="4991100" y="4089400"/>
          <p14:tracePt t="47461" x="5035550" y="4095750"/>
          <p14:tracePt t="47478" x="5080000" y="4102100"/>
          <p14:tracePt t="47495" x="5162550" y="4102100"/>
          <p14:tracePt t="47512" x="5213350" y="4102100"/>
          <p14:tracePt t="47528" x="5245100" y="4102100"/>
          <p14:tracePt t="47545" x="5321300" y="4089400"/>
          <p14:tracePt t="47561" x="5334000" y="4083050"/>
          <p14:tracePt t="47578" x="5359400" y="4083050"/>
          <p14:tracePt t="47595" x="5416550" y="4057650"/>
          <p14:tracePt t="47611" x="5435600" y="4051300"/>
          <p14:tracePt t="47628" x="5448300" y="4051300"/>
          <p14:tracePt t="47645" x="5492750" y="4025900"/>
          <p14:tracePt t="47662" x="5492750" y="4019550"/>
          <p14:tracePt t="47841" x="5492750" y="4006850"/>
          <p14:tracePt t="47857" x="5530850" y="3994150"/>
          <p14:tracePt t="47865" x="5537200" y="3987800"/>
          <p14:tracePt t="47873" x="5562600" y="3975100"/>
          <p14:tracePt t="47882" x="5600700" y="3962400"/>
          <p14:tracePt t="47895" x="5607050" y="3956050"/>
          <p14:tracePt t="47912" x="5657850" y="3930650"/>
          <p14:tracePt t="47928" x="5695950" y="3924300"/>
          <p14:tracePt t="47945" x="5702300" y="3917950"/>
          <p14:tracePt t="48081" x="5702300" y="3911600"/>
          <p14:tracePt t="48097" x="5702300" y="3898900"/>
          <p14:tracePt t="48113" x="5702300" y="3892550"/>
          <p14:tracePt t="48130" x="5702300" y="3879850"/>
          <p14:tracePt t="48153" x="5702300" y="3867150"/>
          <p14:tracePt t="48161" x="5702300" y="3854450"/>
          <p14:tracePt t="48177" x="5689600" y="3854450"/>
          <p14:tracePt t="48185" x="5689600" y="3841750"/>
          <p14:tracePt t="48194" x="5676900" y="3841750"/>
          <p14:tracePt t="48212" x="5664200" y="3841750"/>
          <p14:tracePt t="48228" x="5645150" y="3829050"/>
          <p14:tracePt t="48245" x="5613400" y="3822700"/>
          <p14:tracePt t="48261" x="5524500" y="3790950"/>
          <p14:tracePt t="48278" x="5454650" y="3771900"/>
          <p14:tracePt t="48295" x="5441950" y="3771900"/>
          <p14:tracePt t="48311" x="5314950" y="3746500"/>
          <p14:tracePt t="48328" x="5238750" y="3733800"/>
          <p14:tracePt t="48345" x="5048250" y="3714750"/>
          <p14:tracePt t="48361" x="4984750" y="3708400"/>
          <p14:tracePt t="48378" x="4908550" y="3695700"/>
          <p14:tracePt t="48395" x="4883150" y="3695700"/>
          <p14:tracePt t="48411" x="4737100" y="3670300"/>
          <p14:tracePt t="48428" x="4673600" y="3663950"/>
          <p14:tracePt t="48444" x="4635500" y="3657600"/>
          <p14:tracePt t="48461" x="4533900" y="3651250"/>
          <p14:tracePt t="48478" x="4470400" y="3644900"/>
          <p14:tracePt t="48494" x="4445000" y="3644900"/>
          <p14:tracePt t="48511" x="4260850" y="3651250"/>
          <p14:tracePt t="48528" x="4222750" y="3657600"/>
          <p14:tracePt t="48545" x="4127500" y="3657600"/>
          <p14:tracePt t="48561" x="4108450" y="3663950"/>
          <p14:tracePt t="48578" x="4064000" y="3663950"/>
          <p14:tracePt t="48595" x="4025900" y="3670300"/>
          <p14:tracePt t="48611" x="3962400" y="3676650"/>
          <p14:tracePt t="48628" x="3930650" y="3683000"/>
          <p14:tracePt t="48645" x="3892550" y="3702050"/>
          <p14:tracePt t="48662" x="3879850" y="3702050"/>
          <p14:tracePt t="48678" x="3860800" y="3714750"/>
          <p14:tracePt t="48695" x="3854450" y="3714750"/>
          <p14:tracePt t="48711" x="3841750" y="3727450"/>
          <p14:tracePt t="48728" x="3829050" y="3727450"/>
          <p14:tracePt t="48785" x="3822700" y="3740150"/>
          <p14:tracePt t="48817" x="3816350" y="3746500"/>
          <p14:tracePt t="48825" x="3810000" y="3759200"/>
          <p14:tracePt t="48834" x="3803650" y="3765550"/>
          <p14:tracePt t="48844" x="3797300" y="3771900"/>
          <p14:tracePt t="48861" x="3765550" y="3810000"/>
          <p14:tracePt t="48878" x="3759200" y="3829050"/>
          <p14:tracePt t="48895" x="3746500" y="3848100"/>
          <p14:tracePt t="48911" x="3733800" y="3879850"/>
          <p14:tracePt t="48928" x="3727450" y="3886200"/>
          <p14:tracePt t="48945" x="3721100" y="3905250"/>
          <p14:tracePt t="48961" x="3721100" y="3917950"/>
          <p14:tracePt t="49130" x="3727450" y="3917950"/>
          <p14:tracePt t="49145" x="3733800" y="3924300"/>
          <p14:tracePt t="49153" x="3740150" y="3924300"/>
          <p14:tracePt t="49162" x="3746500" y="3924300"/>
          <p14:tracePt t="49178" x="3784600" y="3930650"/>
          <p14:tracePt t="49195" x="3803650" y="3930650"/>
          <p14:tracePt t="49211" x="3848100" y="3930650"/>
          <p14:tracePt t="49229" x="3962400" y="3937000"/>
          <p14:tracePt t="49245" x="4064000" y="3937000"/>
          <p14:tracePt t="49262" x="4152900" y="3937000"/>
          <p14:tracePt t="49278" x="4368800" y="3924300"/>
          <p14:tracePt t="49294" x="4419600" y="3924300"/>
          <p14:tracePt t="49311" x="4546600" y="3924300"/>
          <p14:tracePt t="49328" x="4768850" y="3924300"/>
          <p14:tracePt t="49344" x="4933950" y="3924300"/>
          <p14:tracePt t="49361" x="5029200" y="3917950"/>
          <p14:tracePt t="49378" x="5054600" y="3917950"/>
          <p14:tracePt t="49394" x="5130800" y="3917950"/>
          <p14:tracePt t="49411" x="5149850" y="3917950"/>
          <p14:tracePt t="49428" x="5168900" y="3917950"/>
          <p14:tracePt t="49445" x="5175250" y="3917950"/>
          <p14:tracePt t="49462" x="5187950" y="3911600"/>
          <p14:tracePt t="49478" x="5194300" y="3911600"/>
          <p14:tracePt t="49495" x="5207000" y="3911600"/>
          <p14:tracePt t="49511" x="5219700" y="3905250"/>
          <p14:tracePt t="49528" x="5226050" y="3905250"/>
          <p14:tracePt t="49545" x="5238750" y="3892550"/>
          <p14:tracePt t="49913" x="5251450" y="3892550"/>
          <p14:tracePt t="49921" x="5264150" y="3905250"/>
          <p14:tracePt t="49930" x="5276850" y="3905250"/>
          <p14:tracePt t="49945" x="5321300" y="3911600"/>
          <p14:tracePt t="49962" x="5353050" y="3911600"/>
          <p14:tracePt t="49978" x="5359400" y="3911600"/>
          <p14:tracePt t="49995" x="5372100" y="3911600"/>
          <p14:tracePt t="50012" x="5391150" y="3911600"/>
          <p14:tracePt t="50028" x="5403850" y="3905250"/>
          <p14:tracePt t="50045" x="5416550" y="3905250"/>
          <p14:tracePt t="50061" x="5422900" y="3905250"/>
          <p14:tracePt t="50078" x="5435600" y="3905250"/>
          <p14:tracePt t="50121" x="5448300" y="3898900"/>
          <p14:tracePt t="50130" x="5454650" y="3892550"/>
          <p14:tracePt t="50145" x="5461000" y="3892550"/>
          <p14:tracePt t="50162" x="5473700" y="3892550"/>
          <p14:tracePt t="50193" x="5473700" y="3886200"/>
          <p14:tracePt t="50209" x="5480050" y="3886200"/>
          <p14:tracePt t="50225" x="5486400" y="3886200"/>
          <p14:tracePt t="50233" x="5492750" y="3873500"/>
          <p14:tracePt t="50257" x="5499100" y="3873500"/>
          <p14:tracePt t="50265" x="5505450" y="3860800"/>
          <p14:tracePt t="50281" x="5505450" y="3854450"/>
          <p14:tracePt t="50297" x="5505450" y="3848100"/>
          <p14:tracePt t="50311" x="5518150" y="3848100"/>
          <p14:tracePt t="50328" x="5524500" y="3829050"/>
          <p14:tracePt t="50344" x="5530850" y="3797300"/>
          <p14:tracePt t="50361" x="5530850" y="3790950"/>
          <p14:tracePt t="50401" x="5524500" y="3790950"/>
          <p14:tracePt t="50417" x="5511800" y="3784600"/>
          <p14:tracePt t="50428" x="5492750" y="3784600"/>
          <p14:tracePt t="50445" x="5480050" y="3784600"/>
          <p14:tracePt t="50461" x="5429250" y="3771900"/>
          <p14:tracePt t="50478" x="5295900" y="3765550"/>
          <p14:tracePt t="50495" x="5200650" y="3759200"/>
          <p14:tracePt t="50511" x="5086350" y="3759200"/>
          <p14:tracePt t="50528" x="4946650" y="3752850"/>
          <p14:tracePt t="50545" x="4819650" y="3752850"/>
          <p14:tracePt t="50561" x="4686300" y="3759200"/>
          <p14:tracePt t="50579" x="4521200" y="3759200"/>
          <p14:tracePt t="50595" x="4464050" y="3759200"/>
          <p14:tracePt t="50611" x="4305300" y="3759200"/>
          <p14:tracePt t="50628" x="4267200" y="3765550"/>
          <p14:tracePt t="50645" x="4184650" y="3765550"/>
          <p14:tracePt t="50662" x="4127500" y="3765550"/>
          <p14:tracePt t="50678" x="4019550" y="3765550"/>
          <p14:tracePt t="50695" x="3962400" y="3765550"/>
          <p14:tracePt t="50712" x="3905250" y="3765550"/>
          <p14:tracePt t="50728" x="3854450" y="3771900"/>
          <p14:tracePt t="50745" x="3784600" y="3771900"/>
          <p14:tracePt t="50761" x="3740150" y="3784600"/>
          <p14:tracePt t="50778" x="3683000" y="3797300"/>
          <p14:tracePt t="50795" x="3670300" y="3803650"/>
          <p14:tracePt t="50811" x="3644900" y="3816350"/>
          <p14:tracePt t="50897" x="3638550" y="3829050"/>
          <p14:tracePt t="50929" x="3632200" y="3829050"/>
          <p14:tracePt t="50977" x="3632200" y="3835400"/>
          <p14:tracePt t="51017" x="3632200" y="3841750"/>
          <p14:tracePt t="51033" x="3632200" y="3848100"/>
          <p14:tracePt t="51089" x="3632200" y="3854450"/>
          <p14:tracePt t="51106" x="3632200" y="3860800"/>
          <p14:tracePt t="51121" x="3632200" y="3867150"/>
          <p14:tracePt t="51137" x="3632200" y="3873500"/>
          <p14:tracePt t="51145" x="3632200" y="3879850"/>
          <p14:tracePt t="51153" x="3632200" y="3886200"/>
          <p14:tracePt t="51169" x="3638550" y="3886200"/>
          <p14:tracePt t="51185" x="3644900" y="3892550"/>
          <p14:tracePt t="51209" x="3644900" y="3898900"/>
          <p14:tracePt t="51225" x="3644900" y="3905250"/>
          <p14:tracePt t="51233" x="3651250" y="3905250"/>
          <p14:tracePt t="51257" x="3663950" y="3905250"/>
          <p14:tracePt t="51265" x="3670300" y="3905250"/>
          <p14:tracePt t="51281" x="3676650" y="3911600"/>
          <p14:tracePt t="51295" x="3683000" y="3911600"/>
          <p14:tracePt t="51311" x="3689350" y="3911600"/>
          <p14:tracePt t="51328" x="3714750" y="3917950"/>
          <p14:tracePt t="51344" x="3803650" y="3917950"/>
          <p14:tracePt t="51361" x="3873500" y="3911600"/>
          <p14:tracePt t="51378" x="3956050" y="3898900"/>
          <p14:tracePt t="51395" x="4006850" y="3892550"/>
          <p14:tracePt t="51411" x="4241800" y="3886200"/>
          <p14:tracePt t="51428" x="4394200" y="3886200"/>
          <p14:tracePt t="51444" x="4546600" y="3879850"/>
          <p14:tracePt t="51461" x="4806950" y="3873500"/>
          <p14:tracePt t="51478" x="4864100" y="3860800"/>
          <p14:tracePt t="51495" x="4978400" y="3860800"/>
          <p14:tracePt t="51511" x="5111750" y="3860800"/>
          <p14:tracePt t="51528" x="5175250" y="3860800"/>
          <p14:tracePt t="51545" x="5232400" y="3860800"/>
          <p14:tracePt t="51561" x="5257800" y="3867150"/>
          <p14:tracePt t="51578" x="5270500" y="3873500"/>
          <p14:tracePt t="51595" x="5289550" y="3873500"/>
          <p14:tracePt t="51611" x="5321300" y="3873500"/>
          <p14:tracePt t="51628" x="5340350" y="3873500"/>
          <p14:tracePt t="51645" x="5365750" y="3879850"/>
          <p14:tracePt t="51661" x="5378450" y="3879850"/>
          <p14:tracePt t="51678" x="5397500" y="3879850"/>
          <p14:tracePt t="51695" x="5403850" y="3886200"/>
          <p14:tracePt t="51711" x="5410200" y="3886200"/>
          <p14:tracePt t="52121" x="5410200" y="3892550"/>
          <p14:tracePt t="52130" x="5410200" y="3898900"/>
          <p14:tracePt t="52209" x="5422900" y="3905250"/>
          <p14:tracePt t="52257" x="5422900" y="3911600"/>
          <p14:tracePt t="52369" x="5422900" y="3917950"/>
          <p14:tracePt t="52529" x="5416550" y="3917950"/>
          <p14:tracePt t="52585" x="5410200" y="3917950"/>
          <p14:tracePt t="52625" x="5410200" y="3924300"/>
          <p14:tracePt t="52641" x="5397500" y="3924300"/>
          <p14:tracePt t="52705" x="5397500" y="3930650"/>
          <p14:tracePt t="52721" x="5384800" y="3930650"/>
          <p14:tracePt t="52729" x="5372100" y="3943350"/>
          <p14:tracePt t="52745" x="5359400" y="3949700"/>
          <p14:tracePt t="52769" x="5327650" y="3968750"/>
          <p14:tracePt t="52777" x="5321300" y="3975100"/>
          <p14:tracePt t="52785" x="5314950" y="3975100"/>
          <p14:tracePt t="52794" x="5302250" y="3981450"/>
          <p14:tracePt t="52811" x="5257800" y="4000500"/>
          <p14:tracePt t="52828" x="5245100" y="4006850"/>
          <p14:tracePt t="52845" x="5232400" y="4013200"/>
          <p14:tracePt t="52861" x="5213350" y="4019550"/>
          <p14:tracePt t="52878" x="5168900" y="4038600"/>
          <p14:tracePt t="52895" x="5137150" y="4051300"/>
          <p14:tracePt t="52912" x="5118100" y="4064000"/>
          <p14:tracePt t="52944" x="5105400" y="4083050"/>
          <p14:tracePt t="52961" x="5099050" y="4083050"/>
          <p14:tracePt t="53177" x="5105400" y="4083050"/>
          <p14:tracePt t="53217" x="5118100" y="4083050"/>
          <p14:tracePt t="53241" x="5124450" y="4070350"/>
          <p14:tracePt t="53249" x="5130800" y="4057650"/>
          <p14:tracePt t="53273" x="5137150" y="4051300"/>
          <p14:tracePt t="53281" x="5143500" y="4044950"/>
          <p14:tracePt t="53289" x="5149850" y="4038600"/>
          <p14:tracePt t="53297" x="5156200" y="4032250"/>
          <p14:tracePt t="53311" x="5162550" y="4032250"/>
          <p14:tracePt t="53409" x="5168900" y="4032250"/>
          <p14:tracePt t="53425" x="5175250" y="4032250"/>
          <p14:tracePt t="53433" x="5187950" y="4032250"/>
          <p14:tracePt t="53465" x="5194300" y="4032250"/>
          <p14:tracePt t="53473" x="5207000" y="4032250"/>
          <p14:tracePt t="53489" x="5213350" y="4038600"/>
          <p14:tracePt t="53497" x="5219700" y="4038600"/>
          <p14:tracePt t="53511" x="5232400" y="4038600"/>
          <p14:tracePt t="53528" x="5238750" y="4044950"/>
          <p14:tracePt t="53545" x="5238750" y="4051300"/>
          <p14:tracePt t="53577" x="5245100" y="4057650"/>
          <p14:tracePt t="53585" x="5245100" y="4070350"/>
          <p14:tracePt t="53594" x="5257800" y="4070350"/>
          <p14:tracePt t="53611" x="5257800" y="4076700"/>
          <p14:tracePt t="53628" x="5264150" y="4076700"/>
          <p14:tracePt t="53645" x="5264150" y="4083050"/>
          <p14:tracePt t="53661" x="5270500" y="4083050"/>
          <p14:tracePt t="53678" x="5270500" y="4095750"/>
          <p14:tracePt t="53694" x="5276850" y="4102100"/>
          <p14:tracePt t="53711" x="5283200" y="4102100"/>
          <p14:tracePt t="53728" x="5283200" y="4108450"/>
          <p14:tracePt t="53746" x="5289550" y="4108450"/>
          <p14:tracePt t="53777" x="5295900" y="4108450"/>
          <p14:tracePt t="53849" x="5295900" y="4114800"/>
          <p14:tracePt t="53857" x="5302250" y="4114800"/>
          <p14:tracePt t="53873" x="5321300" y="4114800"/>
          <p14:tracePt t="53889" x="5327650" y="4114800"/>
          <p14:tracePt t="54329" x="5334000" y="4114800"/>
          <p14:tracePt t="54353" x="5334000" y="4121150"/>
          <p14:tracePt t="54377" x="5340350" y="4121150"/>
          <p14:tracePt t="54385" x="5346700" y="4127500"/>
          <p14:tracePt t="54401" x="5346700" y="4133850"/>
          <p14:tracePt t="54417" x="5359400" y="4140200"/>
          <p14:tracePt t="54428" x="5359400" y="4146550"/>
          <p14:tracePt t="54445" x="5359400" y="4152900"/>
          <p14:tracePt t="54462" x="5365750" y="4152900"/>
          <p14:tracePt t="54478" x="5372100" y="4159250"/>
          <p14:tracePt t="54494" x="5378450" y="4165600"/>
          <p14:tracePt t="54529" x="5384800" y="4171950"/>
          <p14:tracePt t="54560" x="5391150" y="4171950"/>
          <p14:tracePt t="54585" x="5397500" y="4171950"/>
          <p14:tracePt t="54649" x="5391150" y="4171950"/>
          <p14:tracePt t="54673" x="5372100" y="4171950"/>
          <p14:tracePt t="54689" x="5365750" y="4171950"/>
          <p14:tracePt t="54697" x="5340350" y="4165600"/>
          <p14:tracePt t="54705" x="5314950" y="4159250"/>
          <p14:tracePt t="54713" x="5207000" y="4127500"/>
          <p14:tracePt t="54728" x="5168900" y="4108450"/>
          <p14:tracePt t="54744" x="5086350" y="4083050"/>
          <p14:tracePt t="54761" x="4908550" y="4044950"/>
          <p14:tracePt t="54778" x="4819650" y="4025900"/>
          <p14:tracePt t="54795" x="4743450" y="4019550"/>
          <p14:tracePt t="54811" x="4705350" y="4019550"/>
          <p14:tracePt t="54828" x="4648200" y="4019550"/>
          <p14:tracePt t="54845" x="4635500" y="4019550"/>
          <p14:tracePt t="54862" x="4635500" y="4025900"/>
          <p14:tracePt t="54878" x="4629150" y="4025900"/>
          <p14:tracePt t="54895" x="4616450" y="4038600"/>
          <p14:tracePt t="54912" x="4610100" y="4057650"/>
          <p14:tracePt t="54945" x="4597400" y="4095750"/>
          <p14:tracePt t="54961" x="4591050" y="4108450"/>
          <p14:tracePt t="54978" x="4584700" y="4127500"/>
          <p14:tracePt t="54995" x="4578350" y="4140200"/>
          <p14:tracePt t="55011" x="4572000" y="4159250"/>
          <p14:tracePt t="55028" x="4572000" y="4165600"/>
          <p14:tracePt t="55045" x="4565650" y="4178300"/>
          <p14:tracePt t="55321" x="4565650" y="4171950"/>
          <p14:tracePt t="55337" x="4559300" y="4165600"/>
          <p14:tracePt t="55353" x="4559300" y="4152900"/>
          <p14:tracePt t="55361" x="4559300" y="4140200"/>
          <p14:tracePt t="55377" x="4559300" y="4133850"/>
          <p14:tracePt t="55384" x="4565650" y="4127500"/>
          <p14:tracePt t="55394" x="4565650" y="4114800"/>
          <p14:tracePt t="55411" x="4572000" y="4095750"/>
          <p14:tracePt t="55428" x="4591050" y="4070350"/>
          <p14:tracePt t="55444" x="4603750" y="4051300"/>
          <p14:tracePt t="55461" x="4622800" y="4032250"/>
          <p14:tracePt t="55478" x="4629150" y="4013200"/>
          <p14:tracePt t="55494" x="4641850" y="4006850"/>
          <p14:tracePt t="55511" x="4654550" y="4000500"/>
          <p14:tracePt t="55528" x="4667250" y="4000500"/>
          <p14:tracePt t="55561" x="4673600" y="3987800"/>
          <p14:tracePt t="55578" x="4679950" y="3987800"/>
          <p14:tracePt t="55609" x="4686300" y="3987800"/>
          <p14:tracePt t="55617" x="4692650" y="3981450"/>
          <p14:tracePt t="55633" x="4699000" y="3975100"/>
          <p14:tracePt t="55657" x="4705350" y="3975100"/>
          <p14:tracePt t="55665" x="4711700" y="3975100"/>
          <p14:tracePt t="55678" x="4724400" y="3968750"/>
          <p14:tracePt t="55695" x="4737100" y="3968750"/>
          <p14:tracePt t="55711" x="4768850" y="3956050"/>
          <p14:tracePt t="55728" x="4781550" y="3949700"/>
          <p14:tracePt t="55745" x="4813300" y="3949700"/>
          <p14:tracePt t="55761" x="4826000" y="3943350"/>
          <p14:tracePt t="55778" x="4857750" y="3937000"/>
          <p14:tracePt t="55811" x="4870450" y="3937000"/>
          <p14:tracePt t="55828" x="4883150" y="3937000"/>
          <p14:tracePt t="55845" x="4889500" y="3937000"/>
          <p14:tracePt t="55861" x="4902200" y="3937000"/>
          <p14:tracePt t="55878" x="4908550" y="3937000"/>
          <p14:tracePt t="55895" x="4921250" y="3937000"/>
          <p14:tracePt t="55937" x="4933950" y="3943350"/>
          <p14:tracePt t="55945" x="4946650" y="3949700"/>
          <p14:tracePt t="55953" x="4953000" y="3949700"/>
          <p14:tracePt t="55961" x="4953000" y="3956050"/>
          <p14:tracePt t="55978" x="4978400" y="3962400"/>
          <p14:tracePt t="55995" x="4984750" y="3968750"/>
          <p14:tracePt t="56011" x="4991100" y="3975100"/>
          <p14:tracePt t="56028" x="4997450" y="3975100"/>
          <p14:tracePt t="56045" x="5003800" y="4000500"/>
          <p14:tracePt t="56061" x="5022850" y="4000500"/>
          <p14:tracePt t="56078" x="5022850" y="4013200"/>
          <p14:tracePt t="56095" x="5029200" y="4013200"/>
          <p14:tracePt t="56111" x="5035550" y="4019550"/>
          <p14:tracePt t="56113" x="5035550" y="4025900"/>
          <p14:tracePt t="56129" x="5035550" y="4032250"/>
          <p14:tracePt t="56144" x="5048250" y="4064000"/>
          <p14:tracePt t="56161" x="5054600" y="4076700"/>
          <p14:tracePt t="56178" x="5054600" y="4083050"/>
          <p14:tracePt t="56194" x="5060950" y="4089400"/>
          <p14:tracePt t="56211" x="5067300" y="4095750"/>
          <p14:tracePt t="56228" x="5067300" y="4102100"/>
          <p14:tracePt t="56245" x="5067300" y="4114800"/>
          <p14:tracePt t="56281" x="5067300" y="4127500"/>
          <p14:tracePt t="56321" x="5067300" y="4133850"/>
          <p14:tracePt t="56329" x="5067300" y="4140200"/>
          <p14:tracePt t="56345" x="5067300" y="4146550"/>
          <p14:tracePt t="56361" x="5067300" y="4159250"/>
          <p14:tracePt t="56369" x="5067300" y="4165600"/>
          <p14:tracePt t="56385" x="5067300" y="4171950"/>
          <p14:tracePt t="56401" x="5067300" y="4184650"/>
          <p14:tracePt t="56411" x="5067300" y="4191000"/>
          <p14:tracePt t="56428" x="5060950" y="4210050"/>
          <p14:tracePt t="56445" x="5048250" y="4222750"/>
          <p14:tracePt t="56462" x="5041900" y="4235450"/>
          <p14:tracePt t="56478" x="5022850" y="4254500"/>
          <p14:tracePt t="56495" x="5016500" y="4267200"/>
          <p14:tracePt t="56511" x="5003800" y="4279900"/>
          <p14:tracePt t="56553" x="5003800" y="4292600"/>
          <p14:tracePt t="56569" x="4991100" y="4292600"/>
          <p14:tracePt t="56593" x="4991100" y="4298950"/>
          <p14:tracePt t="56602" x="4978400" y="4318000"/>
          <p14:tracePt t="56617" x="4978400" y="4330700"/>
          <p14:tracePt t="56628" x="4965700" y="4368800"/>
          <p14:tracePt t="56644" x="4965700" y="4387850"/>
          <p14:tracePt t="56662" x="4965700" y="4406900"/>
          <p14:tracePt t="56678" x="4991100" y="4445000"/>
          <p14:tracePt t="56695" x="5010150" y="4457700"/>
          <p14:tracePt t="56712" x="5029200" y="4470400"/>
          <p14:tracePt t="56728" x="5048250" y="4476750"/>
          <p14:tracePt t="56745" x="5080000" y="4476750"/>
          <p14:tracePt t="56761" x="5092700" y="4476750"/>
          <p14:tracePt t="56778" x="5143500" y="4464050"/>
          <p14:tracePt t="56795" x="5168900" y="4451350"/>
          <p14:tracePt t="56811" x="5200650" y="4445000"/>
          <p14:tracePt t="56828" x="5283200" y="4438650"/>
          <p14:tracePt t="56845" x="5302250" y="4438650"/>
          <p14:tracePt t="56861" x="5384800" y="4451350"/>
          <p14:tracePt t="56878" x="5486400" y="4464050"/>
          <p14:tracePt t="56895" x="5676900" y="4464050"/>
          <p14:tracePt t="56912" x="5791200" y="4470400"/>
          <p14:tracePt t="56928" x="5842000" y="4470400"/>
          <p14:tracePt t="56945" x="5899150" y="4464050"/>
          <p14:tracePt t="56985" x="5905500" y="4457700"/>
          <p14:tracePt t="57009" x="5905500" y="4445000"/>
          <p14:tracePt t="57017" x="5905500" y="4438650"/>
          <p14:tracePt t="57028" x="5905500" y="4425950"/>
          <p14:tracePt t="57045" x="5899150" y="4400550"/>
          <p14:tracePt t="57078" x="5892800" y="4381500"/>
          <p14:tracePt t="57095" x="5880100" y="4368800"/>
          <p14:tracePt t="57111" x="5880100" y="4356100"/>
          <p14:tracePt t="57114" x="5880100" y="4343400"/>
          <p14:tracePt t="57128" x="5861050" y="4337050"/>
          <p14:tracePt t="57144" x="5848350" y="4324350"/>
          <p14:tracePt t="57161" x="5829300" y="4305300"/>
          <p14:tracePt t="57178" x="5765800" y="4273550"/>
          <p14:tracePt t="57195" x="5689600" y="4248150"/>
          <p14:tracePt t="57211" x="5537200" y="4222750"/>
          <p14:tracePt t="57228" x="5448300" y="4210050"/>
          <p14:tracePt t="57245" x="5422900" y="4210050"/>
          <p14:tracePt t="57261" x="5295900" y="4184650"/>
          <p14:tracePt t="57278" x="5232400" y="4171950"/>
          <p14:tracePt t="57295" x="5175250" y="4159250"/>
          <p14:tracePt t="57311" x="5060950" y="4133850"/>
          <p14:tracePt t="57328" x="4997450" y="4121150"/>
          <p14:tracePt t="57345" x="4889500" y="4108450"/>
          <p14:tracePt t="57361" x="4832350" y="4102100"/>
          <p14:tracePt t="57378" x="4768850" y="4089400"/>
          <p14:tracePt t="57395" x="4724400" y="4083050"/>
          <p14:tracePt t="57412" x="4711700" y="4083050"/>
          <p14:tracePt t="57428" x="4692650" y="4083050"/>
          <p14:tracePt t="57461" x="4679950" y="4083050"/>
          <p14:tracePt t="57481" x="4673600" y="4095750"/>
          <p14:tracePt t="57497" x="4673600" y="4102100"/>
          <p14:tracePt t="57511" x="4660900" y="4108450"/>
          <p14:tracePt t="57528" x="4648200" y="4127500"/>
          <p14:tracePt t="57545" x="4616450" y="4178300"/>
          <p14:tracePt t="57561" x="4616450" y="4191000"/>
          <p14:tracePt t="57578" x="4616450" y="4197350"/>
          <p14:tracePt t="57595" x="4616450" y="4203700"/>
          <p14:tracePt t="57611" x="4616450" y="4210050"/>
          <p14:tracePt t="57628" x="4616450" y="4216400"/>
          <p14:tracePt t="57673" x="4622800" y="4216400"/>
          <p14:tracePt t="57689" x="4629150" y="4229100"/>
          <p14:tracePt t="57697" x="4635500" y="4229100"/>
          <p14:tracePt t="57721" x="4648200" y="4235450"/>
          <p14:tracePt t="57729" x="4660900" y="4241800"/>
          <p14:tracePt t="57737" x="4667250" y="4241800"/>
          <p14:tracePt t="57745" x="4667250" y="4248150"/>
          <p14:tracePt t="57761" x="4686300" y="4254500"/>
          <p14:tracePt t="57778" x="4730750" y="4260850"/>
          <p14:tracePt t="57795" x="4756150" y="4260850"/>
          <p14:tracePt t="57811" x="4794250" y="4267200"/>
          <p14:tracePt t="57828" x="4914900" y="4279900"/>
          <p14:tracePt t="57845" x="5003800" y="4279900"/>
          <p14:tracePt t="57861" x="5086350" y="4279900"/>
          <p14:tracePt t="57878" x="5162550" y="4273550"/>
          <p14:tracePt t="57895" x="5251450" y="4273550"/>
          <p14:tracePt t="57912" x="5314950" y="4267200"/>
          <p14:tracePt t="57928" x="5410200" y="4267200"/>
          <p14:tracePt t="57945" x="5562600" y="4267200"/>
          <p14:tracePt t="57961" x="5600700" y="4267200"/>
          <p14:tracePt t="57978" x="5607050" y="4273550"/>
          <p14:tracePt t="57994" x="5702300" y="4279900"/>
          <p14:tracePt t="58011" x="5740400" y="4292600"/>
          <p14:tracePt t="58028" x="5778500" y="4298950"/>
          <p14:tracePt t="58045" x="5880100" y="4311650"/>
          <p14:tracePt t="58061" x="5911850" y="4324350"/>
          <p14:tracePt t="58078" x="5937250" y="4324350"/>
          <p14:tracePt t="58095" x="5969000" y="4330700"/>
          <p14:tracePt t="58112" x="6032500" y="4337050"/>
          <p14:tracePt t="58128" x="6076950" y="4349750"/>
          <p14:tracePt t="58131" x="6115050" y="4349750"/>
          <p14:tracePt t="58145" x="6216650" y="4362450"/>
          <p14:tracePt t="58162" x="6248400" y="4362450"/>
          <p14:tracePt t="58178" x="6299200" y="4375150"/>
          <p14:tracePt t="58194" x="6337300" y="4375150"/>
          <p14:tracePt t="58211" x="6407150" y="4400550"/>
          <p14:tracePt t="58228" x="6426200" y="4400550"/>
          <p14:tracePt t="58244" x="6438900" y="4406900"/>
          <p14:tracePt t="58261" x="6470650" y="4406900"/>
          <p14:tracePt t="58278" x="6483350" y="4406900"/>
          <p14:tracePt t="58295" x="6496050" y="4406900"/>
          <p14:tracePt t="58311" x="6502400" y="4406900"/>
          <p14:tracePt t="58328" x="6515100" y="4406900"/>
          <p14:tracePt t="58345" x="6527800" y="4406900"/>
          <p14:tracePt t="58361" x="6534150" y="4400550"/>
          <p14:tracePt t="58378" x="6546850" y="4394200"/>
          <p14:tracePt t="58395" x="6559550" y="4394200"/>
          <p14:tracePt t="58411" x="6572250" y="4381500"/>
          <p14:tracePt t="58428" x="6578600" y="4375150"/>
          <p14:tracePt t="58445" x="6591300" y="4356100"/>
          <p14:tracePt t="58461" x="6604000" y="4343400"/>
          <p14:tracePt t="58478" x="6610350" y="4330700"/>
          <p14:tracePt t="58495" x="6616700" y="4318000"/>
          <p14:tracePt t="58528" x="6616700" y="4298950"/>
          <p14:tracePt t="58545" x="6623050" y="4279900"/>
          <p14:tracePt t="58561" x="6623050" y="4273550"/>
          <p14:tracePt t="58578" x="6616700" y="4248150"/>
          <p14:tracePt t="58595" x="6604000" y="4229100"/>
          <p14:tracePt t="58611" x="6591300" y="4203700"/>
          <p14:tracePt t="58628" x="6578600" y="4184650"/>
          <p14:tracePt t="58644" x="6565900" y="4178300"/>
          <p14:tracePt t="58662" x="6515100" y="4152900"/>
          <p14:tracePt t="58678" x="6489700" y="4133850"/>
          <p14:tracePt t="58695" x="6356350" y="4102100"/>
          <p14:tracePt t="58711" x="6261100" y="4089400"/>
          <p14:tracePt t="58728" x="6178550" y="4083050"/>
          <p14:tracePt t="58745" x="6038850" y="4083050"/>
          <p14:tracePt t="58761" x="6007100" y="4083050"/>
          <p14:tracePt t="58778" x="5981700" y="4089400"/>
          <p14:tracePt t="58795" x="5943600" y="4108450"/>
          <p14:tracePt t="58811" x="5924550" y="4121150"/>
          <p14:tracePt t="58845" x="5924550" y="4127500"/>
          <p14:tracePt t="58861" x="5924550" y="4133850"/>
          <p14:tracePt t="58882" x="5924550" y="4146550"/>
          <p14:tracePt t="58905" x="5918200" y="4152900"/>
          <p14:tracePt t="58913" x="5911850" y="4165600"/>
          <p14:tracePt t="58937" x="5911850" y="4171950"/>
          <p14:tracePt t="58945" x="5911850" y="4178300"/>
          <p14:tracePt t="58961" x="5911850" y="4191000"/>
          <p14:tracePt t="58978" x="5905500" y="4210050"/>
          <p14:tracePt t="58995" x="5905500" y="4216400"/>
          <p14:tracePt t="59028" x="5905500" y="4222750"/>
          <p14:tracePt t="59045" x="5911850" y="4241800"/>
          <p14:tracePt t="59078" x="5918200" y="4241800"/>
          <p14:tracePt t="59095" x="5924550" y="4248150"/>
          <p14:tracePt t="59111" x="5943600" y="4248150"/>
          <p14:tracePt t="59128" x="5949950" y="4248150"/>
          <p14:tracePt t="59145" x="5975350" y="4267200"/>
          <p14:tracePt t="59161" x="6000750" y="4279900"/>
          <p14:tracePt t="59178" x="6019800" y="4279900"/>
          <p14:tracePt t="59195" x="6070600" y="4298950"/>
          <p14:tracePt t="59211" x="6102350" y="4305300"/>
          <p14:tracePt t="59228" x="6121400" y="4305300"/>
          <p14:tracePt t="59245" x="6191250" y="4311650"/>
          <p14:tracePt t="59261" x="6254750" y="4318000"/>
          <p14:tracePt t="59278" x="6311900" y="4330700"/>
          <p14:tracePt t="59295" x="6394450" y="4343400"/>
          <p14:tracePt t="59311" x="6419850" y="4349750"/>
          <p14:tracePt t="59328" x="6470650" y="4349750"/>
          <p14:tracePt t="59345" x="6527800" y="4349750"/>
          <p14:tracePt t="59361" x="6584950" y="4343400"/>
          <p14:tracePt t="59378" x="6616700" y="4343400"/>
          <p14:tracePt t="59395" x="6629400" y="4337050"/>
          <p14:tracePt t="59412" x="6673850" y="4330700"/>
          <p14:tracePt t="59428" x="6692900" y="4330700"/>
          <p14:tracePt t="59445" x="6705600" y="4330700"/>
          <p14:tracePt t="59461" x="6743700" y="4324350"/>
          <p14:tracePt t="59478" x="6807200" y="4311650"/>
          <p14:tracePt t="59495" x="6845300" y="4298950"/>
          <p14:tracePt t="59511" x="6877050" y="4286250"/>
          <p14:tracePt t="59528" x="6921500" y="4273550"/>
          <p14:tracePt t="59545" x="6959600" y="4235450"/>
          <p14:tracePt t="59578" x="6965950" y="4210050"/>
          <p14:tracePt t="59595" x="6965950" y="4191000"/>
          <p14:tracePt t="59611" x="6959600" y="4184650"/>
          <p14:tracePt t="59628" x="6940550" y="4171950"/>
          <p14:tracePt t="59645" x="6896100" y="4159250"/>
          <p14:tracePt t="59662" x="6832600" y="4159250"/>
          <p14:tracePt t="59678" x="6775450" y="4159250"/>
          <p14:tracePt t="59695" x="6724650" y="4159250"/>
          <p14:tracePt t="59712" x="6692900" y="4159250"/>
          <p14:tracePt t="59728" x="6686550" y="4159250"/>
          <p14:tracePt t="60377" x="6680200" y="4152900"/>
          <p14:tracePt t="60385" x="6673850" y="4146550"/>
          <p14:tracePt t="60417" x="6673850" y="4140200"/>
          <p14:tracePt t="60625" x="6667500" y="4127500"/>
          <p14:tracePt t="60633" x="6661150" y="4127500"/>
          <p14:tracePt t="60644" x="6654800" y="4127500"/>
          <p14:tracePt t="60661" x="6623050" y="4121150"/>
          <p14:tracePt t="60678" x="6559550" y="4102100"/>
          <p14:tracePt t="60694" x="6540500" y="4102100"/>
          <p14:tracePt t="60711" x="6508750" y="4095750"/>
          <p14:tracePt t="60728" x="6477000" y="4095750"/>
          <p14:tracePt t="60744" x="6394450" y="4083050"/>
          <p14:tracePt t="60761" x="6381750" y="4083050"/>
          <p14:tracePt t="60778" x="6375400" y="4076700"/>
          <p14:tracePt t="60794" x="6362700" y="4076700"/>
          <p14:tracePt t="60828" x="6350000" y="4076700"/>
          <p14:tracePt t="60897" x="6343650" y="4083050"/>
          <p14:tracePt t="61025" x="6350000" y="4089400"/>
          <p14:tracePt t="61041" x="6350000" y="4095750"/>
          <p14:tracePt t="61057" x="6350000" y="4102100"/>
          <p14:tracePt t="61074" x="6350000" y="4108450"/>
          <p14:tracePt t="61097" x="6350000" y="4114800"/>
          <p14:tracePt t="61113" x="6362700" y="4121150"/>
          <p14:tracePt t="61257" x="6356350" y="4114800"/>
          <p14:tracePt t="61265" x="6343650" y="4114800"/>
          <p14:tracePt t="61273" x="6318250" y="4114800"/>
          <p14:tracePt t="61281" x="6261100" y="4108450"/>
          <p14:tracePt t="61294" x="6070600" y="4114800"/>
          <p14:tracePt t="61311" x="5753100" y="4159250"/>
          <p14:tracePt t="61328" x="5035550" y="4260850"/>
          <p14:tracePt t="61344" x="4718050" y="4318000"/>
          <p14:tracePt t="61361" x="4578350" y="4349750"/>
          <p14:tracePt t="61378" x="4425950" y="4394200"/>
          <p14:tracePt t="61395" x="4400550" y="4406900"/>
          <p14:tracePt t="61411" x="4387850" y="4406900"/>
          <p14:tracePt t="61537" x="4387850" y="4394200"/>
          <p14:tracePt t="61553" x="4387850" y="4387850"/>
          <p14:tracePt t="61561" x="4381500" y="4381500"/>
          <p14:tracePt t="61569" x="4375150" y="4362450"/>
          <p14:tracePt t="61585" x="4375150" y="4337050"/>
          <p14:tracePt t="61594" x="4368800" y="4324350"/>
          <p14:tracePt t="61611" x="4368800" y="4311650"/>
          <p14:tracePt t="61628" x="4368800" y="4292600"/>
          <p14:tracePt t="61644" x="4368800" y="4273550"/>
          <p14:tracePt t="61661" x="4375150" y="4241800"/>
          <p14:tracePt t="61678" x="4375150" y="4235450"/>
          <p14:tracePt t="61695" x="4381500" y="4203700"/>
          <p14:tracePt t="61712" x="4387850" y="4152900"/>
          <p14:tracePt t="61728" x="4432300" y="4095750"/>
          <p14:tracePt t="61744" x="4470400" y="4025900"/>
          <p14:tracePt t="61761" x="4502150" y="4000500"/>
          <p14:tracePt t="61778" x="4540250" y="3943350"/>
          <p14:tracePt t="61794" x="4572000" y="3911600"/>
          <p14:tracePt t="61811" x="4591050" y="3867150"/>
          <p14:tracePt t="61828" x="4610100" y="3854450"/>
          <p14:tracePt t="61844" x="4635500" y="3829050"/>
          <p14:tracePt t="61861" x="4641850" y="3829050"/>
          <p14:tracePt t="61878" x="4654550" y="3810000"/>
          <p14:tracePt t="61895" x="4660900" y="3803650"/>
          <p14:tracePt t="61911" x="4660900" y="3797300"/>
          <p14:tracePt t="61928" x="4673600" y="3784600"/>
          <p14:tracePt t="61945" x="4686300" y="3778250"/>
          <p14:tracePt t="62049" x="4692650" y="3778250"/>
          <p14:tracePt t="62089" x="4699000" y="3778250"/>
          <p14:tracePt t="62097" x="4699000" y="3784600"/>
          <p14:tracePt t="62105" x="4699000" y="3790950"/>
          <p14:tracePt t="62121" x="4699000" y="3810000"/>
          <p14:tracePt t="62137" x="4699000" y="3816350"/>
          <p14:tracePt t="62145" x="4699000" y="3829050"/>
          <p14:tracePt t="62161" x="4699000" y="3867150"/>
          <p14:tracePt t="62178" x="4699000" y="3905250"/>
          <p14:tracePt t="62195" x="4705350" y="3956050"/>
          <p14:tracePt t="62211" x="4705350" y="4114800"/>
          <p14:tracePt t="62228" x="4705350" y="4178300"/>
          <p14:tracePt t="62245" x="4705350" y="4305300"/>
          <p14:tracePt t="62261" x="4705350" y="4457700"/>
          <p14:tracePt t="62278" x="4705350" y="4533900"/>
          <p14:tracePt t="62294" x="4711700" y="4559300"/>
          <p14:tracePt t="62311" x="4711700" y="4565650"/>
          <p14:tracePt t="62401" x="4711700" y="4559300"/>
          <p14:tracePt t="62553" x="4711700" y="4552950"/>
          <p14:tracePt t="62561" x="4724400" y="4546600"/>
          <p14:tracePt t="62577" x="4756150" y="4533900"/>
          <p14:tracePt t="62593" x="4768850" y="4533900"/>
          <p14:tracePt t="62602" x="4787900" y="4527550"/>
          <p14:tracePt t="62611" x="4800600" y="4527550"/>
          <p14:tracePt t="62628" x="4845050" y="4514850"/>
          <p14:tracePt t="62645" x="4883150" y="4514850"/>
          <p14:tracePt t="62661" x="4914900" y="4508500"/>
          <p14:tracePt t="62678" x="4946650" y="4508500"/>
          <p14:tracePt t="62695" x="4953000" y="4508500"/>
          <p14:tracePt t="62841" x="4953000" y="4495800"/>
          <p14:tracePt t="62865" x="4946650" y="4495800"/>
          <p14:tracePt t="62873" x="4927600" y="4489450"/>
          <p14:tracePt t="62882" x="4921250" y="4489450"/>
          <p14:tracePt t="62895" x="4908550" y="4483100"/>
          <p14:tracePt t="62911" x="4845050" y="4476750"/>
          <p14:tracePt t="62928" x="4826000" y="4476750"/>
          <p14:tracePt t="62945" x="4705350" y="4457700"/>
          <p14:tracePt t="62961" x="4648200" y="4457700"/>
          <p14:tracePt t="62978" x="4533900" y="4432300"/>
          <p14:tracePt t="62995" x="4489450" y="4432300"/>
          <p14:tracePt t="63011" x="4451350" y="4432300"/>
          <p14:tracePt t="63028" x="4413250" y="4425950"/>
          <p14:tracePt t="63044" x="4330700" y="4425950"/>
          <p14:tracePt t="63061" x="4279900" y="4425950"/>
          <p14:tracePt t="63078" x="4216400" y="4425950"/>
          <p14:tracePt t="63094" x="4133850" y="4425950"/>
          <p14:tracePt t="63111" x="4114800" y="4425950"/>
          <p14:tracePt t="63114" x="4076700" y="4425950"/>
          <p14:tracePt t="63128" x="4057650" y="4432300"/>
          <p14:tracePt t="63144" x="3975100" y="4432300"/>
          <p14:tracePt t="63161" x="3924300" y="4445000"/>
          <p14:tracePt t="63178" x="3911600" y="4451350"/>
          <p14:tracePt t="63194" x="3848100" y="4476750"/>
          <p14:tracePt t="63211" x="3771900" y="4514850"/>
          <p14:tracePt t="63228" x="3740150" y="4527550"/>
          <p14:tracePt t="63245" x="3727450" y="4533900"/>
          <p14:tracePt t="63261" x="3721100" y="4540250"/>
          <p14:tracePt t="63278" x="3702050" y="4546600"/>
          <p14:tracePt t="63311" x="3702050" y="4552950"/>
          <p14:tracePt t="63377" x="3702050" y="4559300"/>
          <p14:tracePt t="63401" x="3702050" y="4565650"/>
          <p14:tracePt t="63409" x="3695700" y="4565650"/>
          <p14:tracePt t="63418" x="3695700" y="4572000"/>
          <p14:tracePt t="63428" x="3689350" y="4578350"/>
          <p14:tracePt t="63449" x="3689350" y="4591050"/>
          <p14:tracePt t="63461" x="3689350" y="4597400"/>
          <p14:tracePt t="63478" x="3683000" y="4616450"/>
          <p14:tracePt t="63495" x="3683000" y="4629150"/>
          <p14:tracePt t="63511" x="3683000" y="4635500"/>
          <p14:tracePt t="63528" x="3683000" y="4648200"/>
          <p14:tracePt t="63544" x="3689350" y="4673600"/>
          <p14:tracePt t="63561" x="3702050" y="4686300"/>
          <p14:tracePt t="63578" x="3708400" y="4705350"/>
          <p14:tracePt t="63594" x="3746500" y="4730750"/>
          <p14:tracePt t="63611" x="3784600" y="4749800"/>
          <p14:tracePt t="63628" x="3879850" y="4781550"/>
          <p14:tracePt t="63644" x="3956050" y="4806950"/>
          <p14:tracePt t="63662" x="4051300" y="4826000"/>
          <p14:tracePt t="63678" x="4108450" y="4832350"/>
          <p14:tracePt t="63694" x="4260850" y="4857750"/>
          <p14:tracePt t="63711" x="4419600" y="4876800"/>
          <p14:tracePt t="63728" x="4597400" y="4895850"/>
          <p14:tracePt t="63745" x="4775200" y="4908550"/>
          <p14:tracePt t="63761" x="4832350" y="4908550"/>
          <p14:tracePt t="63778" x="5041900" y="4908550"/>
          <p14:tracePt t="63794" x="5111750" y="4908550"/>
          <p14:tracePt t="63811" x="5207000" y="4908550"/>
          <p14:tracePt t="63828" x="5302250" y="4908550"/>
          <p14:tracePt t="63844" x="5346700" y="4908550"/>
          <p14:tracePt t="63861" x="5365750" y="4908550"/>
          <p14:tracePt t="63878" x="5410200" y="4908550"/>
          <p14:tracePt t="63895" x="5473700" y="4914900"/>
          <p14:tracePt t="63911" x="5486400" y="4914900"/>
          <p14:tracePt t="63928" x="5511800" y="4914900"/>
          <p14:tracePt t="63945" x="5543550" y="4914900"/>
          <p14:tracePt t="63961" x="5562600" y="4908550"/>
          <p14:tracePt t="63978" x="5588000" y="4908550"/>
          <p14:tracePt t="63995" x="5600700" y="4895850"/>
          <p14:tracePt t="64011" x="5632450" y="4883150"/>
          <p14:tracePt t="64028" x="5638800" y="4876800"/>
          <p14:tracePt t="64044" x="5657850" y="4851400"/>
          <p14:tracePt t="64061" x="5676900" y="4806950"/>
          <p14:tracePt t="64078" x="5689600" y="4781550"/>
          <p14:tracePt t="64095" x="5695950" y="4724400"/>
          <p14:tracePt t="64111" x="5695950" y="4692650"/>
          <p14:tracePt t="64128" x="5695950" y="4679950"/>
          <p14:tracePt t="64144" x="5651500" y="4572000"/>
          <p14:tracePt t="64161" x="5607050" y="4533900"/>
          <p14:tracePt t="64178" x="5403850" y="4438650"/>
          <p14:tracePt t="64194" x="5321300" y="4413250"/>
          <p14:tracePt t="64211" x="5156200" y="4387850"/>
          <p14:tracePt t="64228" x="4883150" y="4349750"/>
          <p14:tracePt t="64245" x="4756150" y="4337050"/>
          <p14:tracePt t="64261" x="4597400" y="4311650"/>
          <p14:tracePt t="64278" x="4572000" y="4305300"/>
          <p14:tracePt t="64294" x="4552950" y="4305300"/>
          <p14:tracePt t="64311" x="4514850" y="4305300"/>
          <p14:tracePt t="64327" x="4451350" y="4305300"/>
          <p14:tracePt t="64344" x="4387850" y="4318000"/>
          <p14:tracePt t="64361" x="4292600" y="4349750"/>
          <p14:tracePt t="64378" x="4273550" y="4362450"/>
          <p14:tracePt t="64395" x="4254500" y="4362450"/>
          <p14:tracePt t="64411" x="4197350" y="4400550"/>
          <p14:tracePt t="64428" x="4159250" y="4406900"/>
          <p14:tracePt t="64445" x="4133850" y="4413250"/>
          <p14:tracePt t="64461" x="4095750" y="4419600"/>
          <p14:tracePt t="64478" x="4025900" y="4425950"/>
          <p14:tracePt t="64494" x="4000500" y="4425950"/>
          <p14:tracePt t="64512" x="3975100" y="4425950"/>
          <p14:tracePt t="64528" x="3968750" y="4425950"/>
          <p14:tracePt t="65353" x="3968750" y="4438650"/>
          <p14:tracePt t="65377" x="3968750" y="4445000"/>
          <p14:tracePt t="65401" x="3968750" y="4451350"/>
          <p14:tracePt t="65417" x="3968750" y="4457700"/>
          <p14:tracePt t="65425" x="3981450" y="4457700"/>
          <p14:tracePt t="65457" x="3981450" y="4464050"/>
          <p14:tracePt t="65465" x="3987800" y="4464050"/>
          <p14:tracePt t="65473" x="3994150" y="4470400"/>
          <p14:tracePt t="65481" x="4000500" y="4470400"/>
          <p14:tracePt t="65494" x="4006850" y="4470400"/>
          <p14:tracePt t="65511" x="4044950" y="4489450"/>
          <p14:tracePt t="65528" x="4083050" y="4495800"/>
          <p14:tracePt t="65544" x="4146550" y="4508500"/>
          <p14:tracePt t="65561" x="4254500" y="4521200"/>
          <p14:tracePt t="65578" x="4305300" y="4527550"/>
          <p14:tracePt t="65595" x="4406900" y="4540250"/>
          <p14:tracePt t="65611" x="4451350" y="4540250"/>
          <p14:tracePt t="65628" x="4514850" y="4540250"/>
          <p14:tracePt t="65645" x="4578350" y="4546600"/>
          <p14:tracePt t="65661" x="4699000" y="4552950"/>
          <p14:tracePt t="65678" x="4743450" y="4552950"/>
          <p14:tracePt t="65695" x="4787900" y="4552950"/>
          <p14:tracePt t="65711" x="4838700" y="4552950"/>
          <p14:tracePt t="65728" x="4946650" y="4552950"/>
          <p14:tracePt t="65745" x="5022850" y="4552950"/>
          <p14:tracePt t="65761" x="5060950" y="4559300"/>
          <p14:tracePt t="65778" x="5143500" y="4591050"/>
          <p14:tracePt t="65795" x="5175250" y="4597400"/>
          <p14:tracePt t="65811" x="5257800" y="4603750"/>
          <p14:tracePt t="65828" x="5359400" y="4629150"/>
          <p14:tracePt t="65844" x="5397500" y="4635500"/>
          <p14:tracePt t="65861" x="5429250" y="4641850"/>
          <p14:tracePt t="65878" x="5473700" y="4648200"/>
          <p14:tracePt t="65895" x="5505450" y="4654550"/>
          <p14:tracePt t="65911" x="5537200" y="4660900"/>
          <p14:tracePt t="65928" x="5575300" y="4667250"/>
          <p14:tracePt t="65945" x="5594350" y="4667250"/>
          <p14:tracePt t="65961" x="5600700" y="4667250"/>
          <p14:tracePt t="65978" x="5613400" y="4679950"/>
          <p14:tracePt t="65995" x="5619750" y="4686300"/>
          <p14:tracePt t="66011" x="5632450" y="4699000"/>
          <p14:tracePt t="66028" x="5638800" y="4705350"/>
          <p14:tracePt t="66045" x="5651500" y="4711700"/>
          <p14:tracePt t="66078" x="5651500" y="4724400"/>
          <p14:tracePt t="66094" x="5651500" y="4730750"/>
          <p14:tracePt t="66111" x="5657850" y="4730750"/>
          <p14:tracePt t="66185" x="5664200" y="4737100"/>
          <p14:tracePt t="66241" x="5676900" y="4737100"/>
          <p14:tracePt t="66257" x="5683250" y="4737100"/>
          <p14:tracePt t="66281" x="5702300" y="4737100"/>
          <p14:tracePt t="66298" x="5702300" y="4743450"/>
          <p14:tracePt t="66306" x="5708650" y="4743450"/>
          <p14:tracePt t="66337" x="5708650" y="4749800"/>
          <p14:tracePt t="66345" x="5715000" y="4756150"/>
          <p14:tracePt t="66353" x="5715000" y="4768850"/>
          <p14:tracePt t="66361" x="5715000" y="4775200"/>
          <p14:tracePt t="66378" x="5715000" y="4794250"/>
          <p14:tracePt t="66394" x="5708650" y="4819650"/>
          <p14:tracePt t="66411" x="5708650" y="4832350"/>
          <p14:tracePt t="66428" x="5676900" y="4902200"/>
          <p14:tracePt t="66444" x="5651500" y="4940300"/>
          <p14:tracePt t="66461" x="5607050" y="4991100"/>
          <p14:tracePt t="66478" x="5588000" y="5016500"/>
          <p14:tracePt t="66494" x="5486400" y="5111750"/>
          <p14:tracePt t="66511" x="5454650" y="5143500"/>
          <p14:tracePt t="66528" x="5403850" y="5181600"/>
          <p14:tracePt t="66544" x="5384800" y="5219700"/>
          <p14:tracePt t="66561" x="5372100" y="5219700"/>
          <p14:tracePt t="66578" x="5365750" y="5238750"/>
          <p14:tracePt t="66594" x="5359400" y="5245100"/>
          <p14:tracePt t="66611" x="5359400" y="5251450"/>
          <p14:tracePt t="66816" x="5353050" y="5251450"/>
          <p14:tracePt t="66864" x="5346700" y="5251450"/>
          <p14:tracePt t="66872" x="5340350" y="5251450"/>
          <p14:tracePt t="66881" x="5327650" y="5245100"/>
          <p14:tracePt t="66894" x="5321300" y="5245100"/>
          <p14:tracePt t="66912" x="5276850" y="5232400"/>
          <p14:tracePt t="66928" x="5245100" y="5232400"/>
          <p14:tracePt t="66944" x="5207000" y="5226050"/>
          <p14:tracePt t="66961" x="5156200" y="5219700"/>
          <p14:tracePt t="66977" x="5111750" y="5219700"/>
          <p14:tracePt t="66994" x="5067300" y="5213350"/>
          <p14:tracePt t="67011" x="4953000" y="5213350"/>
          <p14:tracePt t="67028" x="4902200" y="5213350"/>
          <p14:tracePt t="67044" x="4826000" y="5213350"/>
          <p14:tracePt t="67061" x="4699000" y="5213350"/>
          <p14:tracePt t="67078" x="4629150" y="5219700"/>
          <p14:tracePt t="67094" x="4591050" y="5219700"/>
          <p14:tracePt t="67111" x="4508500" y="5226050"/>
          <p14:tracePt t="67128" x="4489450" y="5226050"/>
          <p14:tracePt t="67145" x="4445000" y="5226050"/>
          <p14:tracePt t="67161" x="4387850" y="5226050"/>
          <p14:tracePt t="67178" x="4330700" y="5226050"/>
          <p14:tracePt t="67195" x="4298950" y="5226050"/>
          <p14:tracePt t="67211" x="4273550" y="5219700"/>
          <p14:tracePt t="67228" x="4184650" y="5219700"/>
          <p14:tracePt t="67244" x="4133850" y="5213350"/>
          <p14:tracePt t="67261" x="4095750" y="5213350"/>
          <p14:tracePt t="67278" x="4013200" y="5213350"/>
          <p14:tracePt t="67295" x="3987800" y="5213350"/>
          <p14:tracePt t="67311" x="3962400" y="5213350"/>
          <p14:tracePt t="67328" x="3911600" y="5213350"/>
          <p14:tracePt t="67345" x="3860800" y="5213350"/>
          <p14:tracePt t="67361" x="3829050" y="5213350"/>
          <p14:tracePt t="67378" x="3784600" y="5213350"/>
          <p14:tracePt t="67395" x="3752850" y="5226050"/>
          <p14:tracePt t="67411" x="3721100" y="5226050"/>
          <p14:tracePt t="67428" x="3657600" y="5245100"/>
          <p14:tracePt t="67445" x="3619500" y="5257800"/>
          <p14:tracePt t="67461" x="3606800" y="5264150"/>
          <p14:tracePt t="67478" x="3600450" y="5264150"/>
          <p14:tracePt t="67495" x="3536950" y="5283200"/>
          <p14:tracePt t="67511" x="3524250" y="5289550"/>
          <p14:tracePt t="67528" x="3511550" y="5295900"/>
          <p14:tracePt t="67561" x="3505200" y="5302250"/>
          <p14:tracePt t="67585" x="3492500" y="5308600"/>
          <p14:tracePt t="67593" x="3492500" y="5321300"/>
          <p14:tracePt t="67601" x="3467100" y="5327650"/>
          <p14:tracePt t="67611" x="3460750" y="5334000"/>
          <p14:tracePt t="67628" x="3454400" y="5340350"/>
          <p14:tracePt t="67645" x="3435350" y="5353050"/>
          <p14:tracePt t="67661" x="3422650" y="5372100"/>
          <p14:tracePt t="67678" x="3416300" y="5384800"/>
          <p14:tracePt t="67694" x="3409950" y="5391150"/>
          <p14:tracePt t="67711" x="3384550" y="5410200"/>
          <p14:tracePt t="67744" x="3378200" y="5422900"/>
          <p14:tracePt t="67849" x="3378200" y="5429250"/>
          <p14:tracePt t="67865" x="3378200" y="5435600"/>
          <p14:tracePt t="67873" x="3384550" y="5441950"/>
          <p14:tracePt t="67889" x="3390900" y="5448300"/>
          <p14:tracePt t="67905" x="3403600" y="5473700"/>
          <p14:tracePt t="67913" x="3422650" y="5492750"/>
          <p14:tracePt t="67928" x="3422650" y="5499100"/>
          <p14:tracePt t="67945" x="3492500" y="5549900"/>
          <p14:tracePt t="67961" x="3511550" y="5556250"/>
          <p14:tracePt t="67977" x="3549650" y="5575300"/>
          <p14:tracePt t="67995" x="3625850" y="5613400"/>
          <p14:tracePt t="68011" x="3708400" y="5632450"/>
          <p14:tracePt t="68027" x="3797300" y="5664200"/>
          <p14:tracePt t="68044" x="3987800" y="5734050"/>
          <p14:tracePt t="68061" x="4025900" y="5746750"/>
          <p14:tracePt t="68078" x="4121150" y="5772150"/>
          <p14:tracePt t="68094" x="4279900" y="5848350"/>
          <p14:tracePt t="68111" x="4356100" y="5886450"/>
          <p14:tracePt t="68114" x="4406900" y="5905500"/>
          <p14:tracePt t="68128" x="4432300" y="5924550"/>
          <p14:tracePt t="68145" x="4578350" y="6038850"/>
          <p14:tracePt t="68161" x="4660900" y="6096000"/>
          <p14:tracePt t="68178" x="4743450" y="6210300"/>
          <p14:tracePt t="68195" x="4813300" y="6261100"/>
          <p14:tracePt t="68211" x="4851400" y="6305550"/>
          <p14:tracePt t="68228" x="4921250" y="6362700"/>
          <p14:tracePt t="68244" x="4940300" y="6369050"/>
          <p14:tracePt t="68261" x="4959350" y="6381750"/>
          <p14:tracePt t="68278" x="4984750" y="6388100"/>
          <p14:tracePt t="68295" x="4997450" y="6394450"/>
          <p14:tracePt t="68311" x="5041900" y="6413500"/>
          <p14:tracePt t="68328" x="5060950" y="6419850"/>
          <p14:tracePt t="68344" x="5080000" y="6426200"/>
          <p14:tracePt t="68361" x="5092700" y="6426200"/>
          <p14:tracePt t="68378" x="5111750" y="6432550"/>
          <p14:tracePt t="68394" x="5124450" y="6432550"/>
          <p14:tracePt t="68411" x="5143500" y="6432550"/>
          <p14:tracePt t="68428" x="5156200" y="6432550"/>
          <p14:tracePt t="68444" x="5181600" y="6432550"/>
          <p14:tracePt t="68461" x="5213350" y="6419850"/>
          <p14:tracePt t="68478" x="5219700" y="6419850"/>
          <p14:tracePt t="68494" x="5238750" y="6407150"/>
          <p14:tracePt t="68511" x="5264150" y="6388100"/>
          <p14:tracePt t="68528" x="5283200" y="6375400"/>
          <p14:tracePt t="68545" x="5295900" y="6356350"/>
          <p14:tracePt t="68561" x="5295900" y="6350000"/>
          <p14:tracePt t="68578" x="5295900" y="6343650"/>
          <p14:tracePt t="68595" x="5302250" y="6330950"/>
          <p14:tracePt t="68611" x="5308600" y="6324600"/>
          <p14:tracePt t="68628" x="5308600" y="6311900"/>
          <p14:tracePt t="68644" x="5302250" y="6311900"/>
          <p14:tracePt t="68661" x="5302250" y="6292850"/>
          <p14:tracePt t="68678" x="5295900" y="6280150"/>
          <p14:tracePt t="68695" x="5270500" y="6267450"/>
          <p14:tracePt t="68711" x="5251450" y="6261100"/>
          <p14:tracePt t="68728" x="5194300" y="6235700"/>
          <p14:tracePt t="68745" x="5105400" y="6203950"/>
          <p14:tracePt t="68761" x="4978400" y="6172200"/>
          <p14:tracePt t="68778" x="4902200" y="6153150"/>
          <p14:tracePt t="68794" x="4851400" y="6146800"/>
          <p14:tracePt t="68811" x="4711700" y="6127750"/>
          <p14:tracePt t="68828" x="4641850" y="6108700"/>
          <p14:tracePt t="68844" x="4565650" y="6102350"/>
          <p14:tracePt t="68861" x="4451350" y="6083300"/>
          <p14:tracePt t="68878" x="4387850" y="6076950"/>
          <p14:tracePt t="68895" x="4362450" y="6076950"/>
          <p14:tracePt t="68912" x="4165600" y="6076950"/>
          <p14:tracePt t="68928" x="4133850" y="6083300"/>
          <p14:tracePt t="68945" x="3949700" y="6089650"/>
          <p14:tracePt t="68961" x="3879850" y="6096000"/>
          <p14:tracePt t="68978" x="3860800" y="6096000"/>
          <p14:tracePt t="68995" x="3803650" y="6096000"/>
          <p14:tracePt t="69011" x="3657600" y="6115050"/>
          <p14:tracePt t="69028" x="3606800" y="6127750"/>
          <p14:tracePt t="69044" x="3524250" y="6140450"/>
          <p14:tracePt t="69061" x="3517900" y="6146800"/>
          <p14:tracePt t="69078" x="3479800" y="6159500"/>
          <p14:tracePt t="69095" x="3429000" y="6184900"/>
          <p14:tracePt t="69111" x="3409950" y="6197600"/>
          <p14:tracePt t="69115" x="3397250" y="6203950"/>
          <p14:tracePt t="69128" x="3365500" y="6235700"/>
          <p14:tracePt t="69144" x="3352800" y="6248400"/>
          <p14:tracePt t="69161" x="3340100" y="6261100"/>
          <p14:tracePt t="69178" x="3327400" y="6286500"/>
          <p14:tracePt t="69211" x="3321050" y="6292850"/>
          <p14:tracePt t="69228" x="3327400" y="6299200"/>
          <p14:tracePt t="69245" x="3327400" y="6305550"/>
          <p14:tracePt t="69261" x="3327400" y="6324600"/>
          <p14:tracePt t="69295" x="3327400" y="6337300"/>
          <p14:tracePt t="69312" x="3346450" y="6369050"/>
          <p14:tracePt t="69328" x="3359150" y="6375400"/>
          <p14:tracePt t="69344" x="3390900" y="6407150"/>
          <p14:tracePt t="69361" x="3422650" y="6419850"/>
          <p14:tracePt t="69378" x="3448050" y="6432550"/>
          <p14:tracePt t="69395" x="3536950" y="6464300"/>
          <p14:tracePt t="69411" x="3625850" y="6477000"/>
          <p14:tracePt t="69428" x="3714750" y="6489700"/>
          <p14:tracePt t="69444" x="3949700" y="6565900"/>
          <p14:tracePt t="69461" x="4032250" y="6578600"/>
          <p14:tracePt t="69478" x="4152900" y="6604000"/>
          <p14:tracePt t="69495" x="4438650" y="6642100"/>
          <p14:tracePt t="69511" x="4578350" y="6667500"/>
          <p14:tracePt t="69528" x="4724400" y="6680200"/>
          <p14:tracePt t="69544" x="4914900" y="6699250"/>
          <p14:tracePt t="69561" x="5010150" y="6705600"/>
          <p14:tracePt t="69578" x="5156200" y="6699250"/>
          <p14:tracePt t="69594" x="5232400" y="6686550"/>
          <p14:tracePt t="69611" x="5302250" y="6667500"/>
          <p14:tracePt t="69627" x="5384800" y="6642100"/>
          <p14:tracePt t="69644" x="5454650" y="6610350"/>
          <p14:tracePt t="69661" x="5518150" y="6584950"/>
          <p14:tracePt t="69678" x="5562600" y="6559550"/>
          <p14:tracePt t="69694" x="5632450" y="6527800"/>
          <p14:tracePt t="69711" x="5664200" y="6515100"/>
          <p14:tracePt t="69728" x="5670550" y="6515100"/>
          <p14:tracePt t="69744" x="5683250" y="6502400"/>
          <p14:tracePt t="69761" x="5702300" y="6496050"/>
          <p14:tracePt t="69794" x="5708650" y="6489700"/>
          <p14:tracePt t="69811" x="5715000" y="6483350"/>
          <p14:tracePt t="69828" x="5715000" y="6457950"/>
          <p14:tracePt t="69844" x="5715000" y="6438900"/>
          <p14:tracePt t="69861" x="5708650" y="6407150"/>
          <p14:tracePt t="69878" x="5664200" y="6311900"/>
          <p14:tracePt t="69894" x="5626100" y="6280150"/>
          <p14:tracePt t="69912" x="5588000" y="6223000"/>
          <p14:tracePt t="69928" x="5448300" y="6134100"/>
          <p14:tracePt t="69945" x="5346700" y="6096000"/>
          <p14:tracePt t="69961" x="5194300" y="6045200"/>
          <p14:tracePt t="69978" x="5130800" y="6019800"/>
          <p14:tracePt t="69994" x="5041900" y="5994400"/>
          <p14:tracePt t="70011" x="4933950" y="5981700"/>
          <p14:tracePt t="70028" x="4902200" y="5975350"/>
          <p14:tracePt t="70045" x="4857750" y="5975350"/>
          <p14:tracePt t="70061" x="4800600" y="5975350"/>
          <p14:tracePt t="70078" x="4775200" y="5975350"/>
          <p14:tracePt t="70095" x="4768850" y="5981700"/>
          <p14:tracePt t="70111" x="4749800" y="5981700"/>
          <p14:tracePt t="70114" x="4743450" y="5981700"/>
          <p14:tracePt t="70128" x="4724400" y="5988050"/>
          <p14:tracePt t="70145" x="4673600" y="5994400"/>
          <p14:tracePt t="70161" x="4603750" y="6013450"/>
          <p14:tracePt t="70178" x="4572000" y="6019800"/>
          <p14:tracePt t="70195" x="4527550" y="6032500"/>
          <p14:tracePt t="70211" x="4464050" y="6064250"/>
          <p14:tracePt t="70228" x="4413250" y="6083300"/>
          <p14:tracePt t="70244" x="4381500" y="6096000"/>
          <p14:tracePt t="70261" x="4375150" y="6108700"/>
          <p14:tracePt t="70278" x="4349750" y="6121400"/>
          <p14:tracePt t="70294" x="4330700" y="6134100"/>
          <p14:tracePt t="70311" x="4324350" y="6165850"/>
          <p14:tracePt t="70328" x="4311650" y="6178550"/>
          <p14:tracePt t="70344" x="4311650" y="6203950"/>
          <p14:tracePt t="70361" x="4311650" y="6210300"/>
          <p14:tracePt t="70378" x="4311650" y="6229350"/>
          <p14:tracePt t="70394" x="4311650" y="6248400"/>
          <p14:tracePt t="70411" x="4311650" y="6261100"/>
          <p14:tracePt t="70428" x="4318000" y="6292850"/>
          <p14:tracePt t="70444" x="4330700" y="6305550"/>
          <p14:tracePt t="70461" x="4349750" y="6324600"/>
          <p14:tracePt t="70478" x="4381500" y="6350000"/>
          <p14:tracePt t="70494" x="4413250" y="6362700"/>
          <p14:tracePt t="70511" x="4445000" y="6381750"/>
          <p14:tracePt t="70528" x="4546600" y="6413500"/>
          <p14:tracePt t="70544" x="4692650" y="6432550"/>
          <p14:tracePt t="70561" x="4857750" y="6432550"/>
          <p14:tracePt t="70578" x="5181600" y="6413500"/>
          <p14:tracePt t="70594" x="5353050" y="6413500"/>
          <p14:tracePt t="70611" x="5391150" y="6413500"/>
          <p14:tracePt t="70628" x="5619750" y="6381750"/>
          <p14:tracePt t="70645" x="5715000" y="6362700"/>
          <p14:tracePt t="70661" x="5784850" y="6337300"/>
          <p14:tracePt t="70678" x="5810250" y="6292850"/>
          <p14:tracePt t="70694" x="5829300" y="6242050"/>
          <p14:tracePt t="70711" x="5829300" y="6223000"/>
          <p14:tracePt t="70728" x="5797550" y="6115050"/>
          <p14:tracePt t="70744" x="5753100" y="6013450"/>
          <p14:tracePt t="70761" x="5664200" y="5937250"/>
          <p14:tracePt t="70778" x="5600700" y="5905500"/>
          <p14:tracePt t="70794" x="5549900" y="5892800"/>
          <p14:tracePt t="70811" x="5289550" y="5848350"/>
          <p14:tracePt t="70828" x="5111750" y="5842000"/>
          <p14:tracePt t="70844" x="4940300" y="5848350"/>
          <p14:tracePt t="70861" x="4667250" y="5886450"/>
          <p14:tracePt t="70878" x="4635500" y="5899150"/>
          <p14:tracePt t="70894" x="4489450" y="5930900"/>
          <p14:tracePt t="70911" x="4457700" y="5937250"/>
          <p14:tracePt t="70928" x="4425950" y="5949950"/>
          <p14:tracePt t="70961" x="4425950" y="5956300"/>
          <p14:tracePt t="70978" x="4413250" y="5969000"/>
          <p14:tracePt t="71011" x="4413250" y="5975350"/>
          <p14:tracePt t="71028" x="4413250" y="5994400"/>
          <p14:tracePt t="71044" x="4419600" y="6000750"/>
          <p14:tracePt t="71061" x="4425950" y="6013450"/>
          <p14:tracePt t="71078" x="4425950" y="6019800"/>
          <p14:tracePt t="71094" x="4432300" y="6019800"/>
          <p14:tracePt t="71111" x="4464050" y="6045200"/>
          <p14:tracePt t="71113" x="4476750" y="6045200"/>
          <p14:tracePt t="71128" x="4495800" y="6051550"/>
          <p14:tracePt t="71145" x="4552950" y="6076950"/>
          <p14:tracePt t="71161" x="4616450" y="6096000"/>
          <p14:tracePt t="71178" x="4692650" y="6102350"/>
          <p14:tracePt t="71194" x="4737100" y="6102350"/>
          <p14:tracePt t="71211" x="4743450" y="6108700"/>
          <p14:tracePt t="71244" x="4756150" y="6108700"/>
          <p14:tracePt t="71273" x="4762500" y="6108700"/>
          <p14:tracePt t="71297" x="4762500" y="6102350"/>
          <p14:tracePt t="71321" x="4762500" y="6089650"/>
          <p14:tracePt t="71329" x="4762500" y="6070600"/>
          <p14:tracePt t="71337" x="4762500" y="6051550"/>
          <p14:tracePt t="71345" x="4743450" y="6026150"/>
          <p14:tracePt t="71361" x="4718050" y="5988050"/>
          <p14:tracePt t="71394" x="4711700" y="5981700"/>
          <p14:tracePt t="71417" x="4699000" y="5981700"/>
          <p14:tracePt t="71433" x="4686300" y="5988050"/>
          <p14:tracePt t="71444" x="4648200" y="5994400"/>
          <p14:tracePt t="71461" x="4629150" y="6007100"/>
          <p14:tracePt t="71478" x="4546600" y="6045200"/>
          <p14:tracePt t="71494" x="4470400" y="6076950"/>
          <p14:tracePt t="71511" x="4368800" y="6146800"/>
          <p14:tracePt t="71528" x="4305300" y="6191250"/>
          <p14:tracePt t="71544" x="4267200" y="6223000"/>
          <p14:tracePt t="71561" x="4241800" y="6248400"/>
          <p14:tracePt t="71578" x="4229100" y="6261100"/>
          <p14:tracePt t="71594" x="4229100" y="6267450"/>
          <p14:tracePt t="71697" x="4229100" y="6273800"/>
          <p14:tracePt t="71953" x="4241800" y="6280150"/>
          <p14:tracePt t="71985" x="4248150" y="6280150"/>
          <p14:tracePt t="72065" x="4254500" y="6280150"/>
          <p14:tracePt t="72089" x="4260850" y="6280150"/>
          <p14:tracePt t="72097" x="4273550" y="6286500"/>
          <p14:tracePt t="72106" x="4279900" y="6292850"/>
          <p14:tracePt t="72113" x="4292600" y="6292850"/>
          <p14:tracePt t="72128" x="4298950" y="6292850"/>
          <p14:tracePt t="72144" x="4324350" y="6305550"/>
          <p14:tracePt t="72161" x="4330700" y="6305550"/>
          <p14:tracePt t="72178" x="4349750" y="6318250"/>
          <p14:tracePt t="72194" x="4362450" y="6318250"/>
          <p14:tracePt t="72241" x="4362450" y="6311900"/>
          <p14:tracePt t="72249" x="4356100" y="6292850"/>
          <p14:tracePt t="72265" x="4343400" y="6280150"/>
          <p14:tracePt t="72278" x="4343400" y="6254750"/>
          <p14:tracePt t="72294" x="4305300" y="6159500"/>
          <p14:tracePt t="72311" x="4254500" y="6032500"/>
          <p14:tracePt t="72328" x="4210050" y="5962650"/>
          <p14:tracePt t="72344" x="4070350" y="5759450"/>
          <p14:tracePt t="72361" x="3987800" y="5638800"/>
          <p14:tracePt t="72378" x="3873500" y="5518150"/>
          <p14:tracePt t="72394" x="3689350" y="5353050"/>
          <p14:tracePt t="72411" x="3517900" y="5238750"/>
          <p14:tracePt t="72428" x="3441700" y="5207000"/>
          <p14:tracePt t="72444" x="3213100" y="5080000"/>
          <p14:tracePt t="72461" x="3111500" y="5048250"/>
          <p14:tracePt t="72478" x="2857500" y="4965700"/>
          <p14:tracePt t="72495" x="2768600" y="4927600"/>
          <p14:tracePt t="72511" x="2679700" y="4895850"/>
          <p14:tracePt t="72528" x="2609850" y="4883150"/>
          <p14:tracePt t="72545" x="2527300" y="4838700"/>
          <p14:tracePt t="72561" x="2451100" y="4756150"/>
          <p14:tracePt t="72578" x="2400300" y="4679950"/>
          <p14:tracePt t="72594" x="2343150" y="4610100"/>
          <p14:tracePt t="72611" x="2298700" y="4483100"/>
          <p14:tracePt t="72628" x="2273300" y="4413250"/>
          <p14:tracePt t="72645" x="2260600" y="4311650"/>
          <p14:tracePt t="72661" x="2222500" y="4159250"/>
          <p14:tracePt t="72678" x="2228850" y="4083050"/>
          <p14:tracePt t="72694" x="2228850" y="4051300"/>
          <p14:tracePt t="72711" x="2228850" y="3994150"/>
          <p14:tracePt t="72728" x="2228850" y="3911600"/>
          <p14:tracePt t="72744" x="2228850" y="3860800"/>
          <p14:tracePt t="72761" x="2228850" y="3829050"/>
          <p14:tracePt t="72778" x="2222500" y="3816350"/>
          <p14:tracePt t="72795" x="2222500" y="3810000"/>
          <p14:tracePt t="72811" x="2203450" y="3797300"/>
          <p14:tracePt t="72828" x="2203450" y="3784600"/>
          <p14:tracePt t="72844" x="2184400" y="3771900"/>
          <p14:tracePt t="72861" x="2165350" y="3752850"/>
          <p14:tracePt t="72878" x="2139950" y="3746500"/>
          <p14:tracePt t="72894" x="2057400" y="3721100"/>
          <p14:tracePt t="72912" x="1993900" y="3695700"/>
          <p14:tracePt t="72928" x="1917700" y="3651250"/>
          <p14:tracePt t="72944" x="1835150" y="3606800"/>
          <p14:tracePt t="72961" x="1809750" y="3594100"/>
          <p14:tracePt t="72978" x="1708150" y="3536950"/>
          <p14:tracePt t="72994" x="1676400" y="3511550"/>
          <p14:tracePt t="73011" x="1619250" y="3498850"/>
          <p14:tracePt t="73027" x="1606550" y="3498850"/>
          <p14:tracePt t="73044" x="1593850" y="3498850"/>
          <p14:tracePt t="73061" x="1581150" y="3498850"/>
          <p14:tracePt t="73078" x="1574800" y="3505200"/>
          <p14:tracePt t="73094" x="1524000" y="3549650"/>
          <p14:tracePt t="73111" x="1511300" y="3562350"/>
          <p14:tracePt t="73114" x="1479550" y="3581400"/>
          <p14:tracePt t="73128" x="1454150" y="3606800"/>
          <p14:tracePt t="73144" x="1428750" y="3638550"/>
          <p14:tracePt t="73161" x="1428750" y="3644900"/>
          <p14:tracePt t="73178" x="1428750" y="3651250"/>
          <p14:tracePt t="73194" x="1428750" y="3657600"/>
          <p14:tracePt t="73211" x="1422400" y="3670300"/>
          <p14:tracePt t="73228" x="1422400" y="3683000"/>
          <p14:tracePt t="73244" x="1422400" y="3689350"/>
          <p14:tracePt t="73261" x="1422400" y="3708400"/>
          <p14:tracePt t="73278" x="1428750" y="3721100"/>
          <p14:tracePt t="73295" x="1428750" y="3733800"/>
          <p14:tracePt t="73311" x="1460500" y="3752850"/>
          <p14:tracePt t="73328" x="1492250" y="3784600"/>
          <p14:tracePt t="73344" x="1581150" y="3829050"/>
          <p14:tracePt t="73361" x="1733550" y="3867150"/>
          <p14:tracePt t="73378" x="1778000" y="3892550"/>
          <p14:tracePt t="73394" x="1854200" y="3905250"/>
          <p14:tracePt t="73411" x="2127250" y="3943350"/>
          <p14:tracePt t="73428" x="2247900" y="3962400"/>
          <p14:tracePt t="73445" x="2355850" y="3968750"/>
          <p14:tracePt t="73461" x="2476500" y="3987800"/>
          <p14:tracePt t="73478" x="2565400" y="3987800"/>
          <p14:tracePt t="73494" x="2667000" y="3987800"/>
          <p14:tracePt t="73511" x="2901950" y="3987800"/>
          <p14:tracePt t="73528" x="3054350" y="3994150"/>
          <p14:tracePt t="73545" x="3181350" y="4013200"/>
          <p14:tracePt t="73561" x="3498850" y="4038600"/>
          <p14:tracePt t="73578" x="3644900" y="4057650"/>
          <p14:tracePt t="73594" x="3879850" y="4089400"/>
          <p14:tracePt t="73611" x="3981450" y="4095750"/>
          <p14:tracePt t="73628" x="4064000" y="4108450"/>
          <p14:tracePt t="73645" x="4076700" y="4114800"/>
          <p14:tracePt t="73661" x="4171950" y="4133850"/>
          <p14:tracePt t="73678" x="4216400" y="4133850"/>
          <p14:tracePt t="73694" x="4260850" y="4140200"/>
          <p14:tracePt t="73711" x="4292600" y="4140200"/>
          <p14:tracePt t="73745" x="4298950" y="4140200"/>
          <p14:tracePt t="73817" x="4305300" y="4140200"/>
          <p14:tracePt t="73857" x="4305300" y="4133850"/>
          <p14:tracePt t="73865" x="4311650" y="4127500"/>
          <p14:tracePt t="73881" x="4311650" y="4121150"/>
          <p14:tracePt t="73897" x="4311650" y="4114800"/>
          <p14:tracePt t="73905" x="4311650" y="4102100"/>
          <p14:tracePt t="73913" x="4311650" y="4089400"/>
          <p14:tracePt t="73928" x="4311650" y="4076700"/>
          <p14:tracePt t="73945" x="4254500" y="4019550"/>
          <p14:tracePt t="73961" x="4197350" y="4000500"/>
          <p14:tracePt t="73978" x="4114800" y="3981450"/>
          <p14:tracePt t="73995" x="3854450" y="3943350"/>
          <p14:tracePt t="74011" x="3657600" y="3943350"/>
          <p14:tracePt t="74028" x="3575050" y="3943350"/>
          <p14:tracePt t="74044" x="3232150" y="3943350"/>
          <p14:tracePt t="74061" x="3124200" y="3943350"/>
          <p14:tracePt t="74078" x="2984500" y="3949700"/>
          <p14:tracePt t="74094" x="2819400" y="3949700"/>
          <p14:tracePt t="74111" x="2781300" y="3956050"/>
          <p14:tracePt t="74128" x="2730500" y="3956050"/>
          <p14:tracePt t="74144" x="2717800" y="3956050"/>
          <p14:tracePt t="74265" x="2724150" y="3943350"/>
          <p14:tracePt t="74272" x="2749550" y="3937000"/>
          <p14:tracePt t="74281" x="2755900" y="3930650"/>
          <p14:tracePt t="74294" x="2774950" y="3924300"/>
          <p14:tracePt t="74311" x="2825750" y="3898900"/>
          <p14:tracePt t="74328" x="2984500" y="3867150"/>
          <p14:tracePt t="74344" x="3155950" y="3848100"/>
          <p14:tracePt t="74361" x="3238500" y="3841750"/>
          <p14:tracePt t="74378" x="3479800" y="3841750"/>
          <p14:tracePt t="74394" x="3556000" y="3835400"/>
          <p14:tracePt t="74411" x="3651250" y="3835400"/>
          <p14:tracePt t="74428" x="3708400" y="3835400"/>
          <p14:tracePt t="74444" x="3740150" y="3835400"/>
          <p14:tracePt t="74461" x="3746500" y="3835400"/>
          <p14:tracePt t="74478" x="3765550" y="3835400"/>
          <p14:tracePt t="74494" x="3771900" y="3835400"/>
          <p14:tracePt t="74576" x="3771900" y="3829050"/>
          <p14:tracePt t="74601" x="3784600" y="3829050"/>
          <p14:tracePt t="74617" x="3797300" y="3829050"/>
          <p14:tracePt t="74641" x="3810000" y="3829050"/>
          <p14:tracePt t="74649" x="3816350" y="3829050"/>
          <p14:tracePt t="74657" x="3822700" y="3829050"/>
          <p14:tracePt t="74665" x="3835400" y="3822700"/>
          <p14:tracePt t="74678" x="3841750" y="3822700"/>
          <p14:tracePt t="74694" x="3879850" y="3822700"/>
          <p14:tracePt t="74712" x="3898900" y="3822700"/>
          <p14:tracePt t="74792" x="3892550" y="3822700"/>
          <p14:tracePt t="74801" x="3879850" y="3829050"/>
          <p14:tracePt t="74811" x="3860800" y="3835400"/>
          <p14:tracePt t="74828" x="3841750" y="3841750"/>
          <p14:tracePt t="74844" x="3778250" y="3860800"/>
          <p14:tracePt t="74861" x="3575050" y="3892550"/>
          <p14:tracePt t="74878" x="3429000" y="3917950"/>
          <p14:tracePt t="74894" x="3289300" y="3924300"/>
          <p14:tracePt t="74911" x="3060700" y="3943350"/>
          <p14:tracePt t="74928" x="2857500" y="3943350"/>
          <p14:tracePt t="74945" x="2546350" y="3949700"/>
          <p14:tracePt t="74961" x="2457450" y="3949700"/>
          <p14:tracePt t="74978" x="2413000" y="3949700"/>
          <p14:tracePt t="74995" x="2393950" y="3949700"/>
          <p14:tracePt t="75011" x="2330450" y="3949700"/>
          <p14:tracePt t="75028" x="2311400" y="3943350"/>
          <p14:tracePt t="75044" x="2298700" y="3937000"/>
          <p14:tracePt t="75061" x="2292350" y="3937000"/>
          <p14:tracePt t="75145" x="2305050" y="3949700"/>
          <p14:tracePt t="75153" x="2336800" y="3975100"/>
          <p14:tracePt t="75161" x="2381250" y="4006850"/>
          <p14:tracePt t="75178" x="2438400" y="4038600"/>
          <p14:tracePt t="75194" x="2743200" y="4127500"/>
          <p14:tracePt t="75211" x="3035300" y="4165600"/>
          <p14:tracePt t="75228" x="3333750" y="4171950"/>
          <p14:tracePt t="75245" x="3663950" y="4171950"/>
          <p14:tracePt t="75261" x="4044950" y="4165600"/>
          <p14:tracePt t="75278" x="4241800" y="4159250"/>
          <p14:tracePt t="75295" x="4343400" y="4152900"/>
          <p14:tracePt t="75311" x="4400550" y="4152900"/>
          <p14:tracePt t="75328" x="4406900" y="4152900"/>
          <p14:tracePt t="75377" x="4406900" y="4146550"/>
          <p14:tracePt t="75505" x="4406900" y="4152900"/>
          <p14:tracePt t="75513" x="4406900" y="4178300"/>
          <p14:tracePt t="75521" x="4394200" y="4203700"/>
          <p14:tracePt t="75530" x="4381500" y="4235450"/>
          <p14:tracePt t="75544" x="4362450" y="4292600"/>
          <p14:tracePt t="75561" x="4292600" y="4432300"/>
          <p14:tracePt t="75578" x="4241800" y="4502150"/>
          <p14:tracePt t="75594" x="4133850" y="4635500"/>
          <p14:tracePt t="75611" x="4108450" y="4673600"/>
          <p14:tracePt t="75627" x="4095750" y="4686300"/>
          <p14:tracePt t="75745" x="4095750" y="4679950"/>
          <p14:tracePt t="75753" x="4095750" y="4667250"/>
          <p14:tracePt t="75761" x="4095750" y="4660900"/>
          <p14:tracePt t="75778" x="4095750" y="4648200"/>
          <p14:tracePt t="75794" x="4095750" y="4616450"/>
          <p14:tracePt t="75811" x="4095750" y="4610100"/>
          <p14:tracePt t="75828" x="4095750" y="4597400"/>
          <p14:tracePt t="75844" x="4044950" y="4514850"/>
          <p14:tracePt t="75861" x="3987800" y="4451350"/>
          <p14:tracePt t="75878" x="3898900" y="4375150"/>
          <p14:tracePt t="75895" x="3829050" y="4318000"/>
          <p14:tracePt t="75912" x="3219450" y="4102100"/>
          <p14:tracePt t="75928" x="3092450" y="4044950"/>
          <p14:tracePt t="75945" x="2508250" y="3835400"/>
          <p14:tracePt t="75961" x="2362200" y="3778250"/>
          <p14:tracePt t="75978" x="2311400" y="3752850"/>
          <p14:tracePt t="75994" x="2222500" y="3714750"/>
          <p14:tracePt t="76011" x="2178050" y="3702050"/>
          <p14:tracePt t="76028" x="2171700" y="3683000"/>
          <p14:tracePt t="76044" x="2152650" y="3670300"/>
          <p14:tracePt t="76061" x="2133600" y="3657600"/>
          <p14:tracePt t="76078" x="2133600" y="3651250"/>
          <p14:tracePt t="76094" x="2120900" y="3644900"/>
          <p14:tracePt t="76111" x="2114550" y="3638550"/>
          <p14:tracePt t="76115" x="2108200" y="3638550"/>
          <p14:tracePt t="76128" x="2108200" y="3632200"/>
          <p14:tracePt t="76144" x="2070100" y="3619500"/>
          <p14:tracePt t="76161" x="2057400" y="3619500"/>
          <p14:tracePt t="76178" x="2038350" y="3587750"/>
          <p14:tracePt t="76195" x="2012950" y="3575050"/>
          <p14:tracePt t="76211" x="1987550" y="3562350"/>
          <p14:tracePt t="76228" x="1968500" y="3543300"/>
          <p14:tracePt t="76245" x="1949450" y="3536950"/>
          <p14:tracePt t="76261" x="1930400" y="3530600"/>
          <p14:tracePt t="76278" x="1905000" y="3524250"/>
          <p14:tracePt t="76294" x="1879600" y="3524250"/>
          <p14:tracePt t="76311" x="1860550" y="3524250"/>
          <p14:tracePt t="76328" x="1841500" y="3517900"/>
          <p14:tracePt t="76344" x="1714500" y="3517900"/>
          <p14:tracePt t="76361" x="1651000" y="3517900"/>
          <p14:tracePt t="76378" x="1568450" y="3517900"/>
          <p14:tracePt t="76394" x="1504950" y="3517900"/>
          <p14:tracePt t="76411" x="1365250" y="3524250"/>
          <p14:tracePt t="76428" x="1301750" y="3524250"/>
          <p14:tracePt t="76444" x="1174750" y="3536950"/>
          <p14:tracePt t="76461" x="1130300" y="3549650"/>
          <p14:tracePt t="76478" x="1111250" y="3556000"/>
          <p14:tracePt t="76494" x="1060450" y="3575050"/>
          <p14:tracePt t="76511" x="1035050" y="3587750"/>
          <p14:tracePt t="76528" x="1003300" y="3600450"/>
          <p14:tracePt t="76544" x="971550" y="3651250"/>
          <p14:tracePt t="76561" x="952500" y="3663950"/>
          <p14:tracePt t="76578" x="889000" y="3733800"/>
          <p14:tracePt t="76594" x="876300" y="3778250"/>
          <p14:tracePt t="76611" x="863600" y="3816350"/>
          <p14:tracePt t="76627" x="857250" y="3841750"/>
          <p14:tracePt t="76644" x="857250" y="3848100"/>
          <p14:tracePt t="76661" x="857250" y="3860800"/>
          <p14:tracePt t="76678" x="857250" y="3879850"/>
          <p14:tracePt t="76695" x="869950" y="3898900"/>
          <p14:tracePt t="76711" x="869950" y="3911600"/>
          <p14:tracePt t="76728" x="869950" y="3943350"/>
          <p14:tracePt t="76744" x="895350" y="3962400"/>
          <p14:tracePt t="76761" x="908050" y="3987800"/>
          <p14:tracePt t="76778" x="958850" y="4025900"/>
          <p14:tracePt t="76794" x="990600" y="4051300"/>
          <p14:tracePt t="76811" x="1054100" y="4108450"/>
          <p14:tracePt t="76828" x="1085850" y="4114800"/>
          <p14:tracePt t="76844" x="1143000" y="4133850"/>
          <p14:tracePt t="76861" x="1225550" y="4165600"/>
          <p14:tracePt t="76878" x="1270000" y="4178300"/>
          <p14:tracePt t="76895" x="1314450" y="4191000"/>
          <p14:tracePt t="76911" x="1435100" y="4210050"/>
          <p14:tracePt t="76928" x="1454150" y="4210050"/>
          <p14:tracePt t="76944" x="1555750" y="4210050"/>
          <p14:tracePt t="76961" x="1733550" y="4210050"/>
          <p14:tracePt t="76978" x="1847850" y="4184650"/>
          <p14:tracePt t="76994" x="1936750" y="4171950"/>
          <p14:tracePt t="77011" x="1993900" y="4159250"/>
          <p14:tracePt t="77028" x="2120900" y="4140200"/>
          <p14:tracePt t="77044" x="2222500" y="4114800"/>
          <p14:tracePt t="77061" x="2286000" y="4102100"/>
          <p14:tracePt t="77078" x="2413000" y="4076700"/>
          <p14:tracePt t="77094" x="2451100" y="4070350"/>
          <p14:tracePt t="77111" x="2476500" y="4057650"/>
          <p14:tracePt t="77114" x="2501900" y="4057650"/>
          <p14:tracePt t="77128" x="2527300" y="4051300"/>
          <p14:tracePt t="77144" x="2559050" y="4044950"/>
          <p14:tracePt t="77161" x="2578100" y="4032250"/>
          <p14:tracePt t="77194" x="2597150" y="4013200"/>
          <p14:tracePt t="77211" x="2622550" y="4000500"/>
          <p14:tracePt t="77228" x="2635250" y="3987800"/>
          <p14:tracePt t="77245" x="2667000" y="3962400"/>
          <p14:tracePt t="77261" x="2667000" y="3949700"/>
          <p14:tracePt t="77278" x="2679700" y="3930650"/>
          <p14:tracePt t="77294" x="2711450" y="3898900"/>
          <p14:tracePt t="77311" x="2724150" y="3886200"/>
          <p14:tracePt t="77328" x="2730500" y="3860800"/>
          <p14:tracePt t="77345" x="2730500" y="3848100"/>
          <p14:tracePt t="77361" x="2730500" y="3816350"/>
          <p14:tracePt t="77378" x="2724150" y="3803650"/>
          <p14:tracePt t="77395" x="2711450" y="3765550"/>
          <p14:tracePt t="77411" x="2660650" y="3708400"/>
          <p14:tracePt t="77428" x="2616200" y="3676650"/>
          <p14:tracePt t="77444" x="2597150" y="3670300"/>
          <p14:tracePt t="77461" x="2444750" y="3619500"/>
          <p14:tracePt t="77478" x="2317750" y="3600450"/>
          <p14:tracePt t="77495" x="2095500" y="3568700"/>
          <p14:tracePt t="77512" x="1949450" y="3562350"/>
          <p14:tracePt t="77528" x="1873250" y="3549650"/>
          <p14:tracePt t="77544" x="1460500" y="3530600"/>
          <p14:tracePt t="77561" x="1308100" y="3517900"/>
          <p14:tracePt t="77578" x="1041400" y="3517900"/>
          <p14:tracePt t="77594" x="939800" y="3517900"/>
          <p14:tracePt t="77611" x="889000" y="3517900"/>
          <p14:tracePt t="77628" x="793750" y="3524250"/>
          <p14:tracePt t="77644" x="654050" y="3543300"/>
          <p14:tracePt t="77661" x="603250" y="3562350"/>
          <p14:tracePt t="77678" x="533400" y="3581400"/>
          <p14:tracePt t="77694" x="520700" y="3600450"/>
          <p14:tracePt t="77712" x="501650" y="3613150"/>
          <p14:tracePt t="77728" x="476250" y="3632200"/>
          <p14:tracePt t="77744" x="469900" y="3638550"/>
          <p14:tracePt t="77761" x="444500" y="3657600"/>
          <p14:tracePt t="77777" x="444500" y="3663950"/>
          <p14:tracePt t="77795" x="438150" y="3683000"/>
          <p14:tracePt t="77811" x="431800" y="3689350"/>
          <p14:tracePt t="77828" x="431800" y="3708400"/>
          <p14:tracePt t="77844" x="431800" y="3721100"/>
          <p14:tracePt t="77861" x="431800" y="3746500"/>
          <p14:tracePt t="77878" x="431800" y="3752850"/>
          <p14:tracePt t="77894" x="444500" y="3784600"/>
          <p14:tracePt t="77911" x="457200" y="3797300"/>
          <p14:tracePt t="77928" x="482600" y="3810000"/>
          <p14:tracePt t="77945" x="558800" y="3848100"/>
          <p14:tracePt t="77961" x="577850" y="3860800"/>
          <p14:tracePt t="77978" x="654050" y="3886200"/>
          <p14:tracePt t="77994" x="704850" y="3898900"/>
          <p14:tracePt t="78011" x="730250" y="3917950"/>
          <p14:tracePt t="78028" x="838200" y="3956050"/>
          <p14:tracePt t="78044" x="876300" y="3987800"/>
          <p14:tracePt t="78061" x="977900" y="4019550"/>
          <p14:tracePt t="78078" x="1117600" y="4064000"/>
          <p14:tracePt t="78094" x="1200150" y="4076700"/>
          <p14:tracePt t="78111" x="1301750" y="4095750"/>
          <p14:tracePt t="78114" x="1320800" y="4095750"/>
          <p14:tracePt t="78128" x="1416050" y="4121150"/>
          <p14:tracePt t="78144" x="1479550" y="4121150"/>
          <p14:tracePt t="78161" x="1524000" y="4133850"/>
          <p14:tracePt t="78178" x="1638300" y="4140200"/>
          <p14:tracePt t="78194" x="1676400" y="4140200"/>
          <p14:tracePt t="78211" x="1739900" y="4140200"/>
          <p14:tracePt t="78228" x="1797050" y="4140200"/>
          <p14:tracePt t="78245" x="1860550" y="4127500"/>
          <p14:tracePt t="78261" x="1911350" y="4121150"/>
          <p14:tracePt t="78278" x="2057400" y="4089400"/>
          <p14:tracePt t="78295" x="2139950" y="4064000"/>
          <p14:tracePt t="78311" x="2216150" y="4032250"/>
          <p14:tracePt t="78328" x="2235200" y="4032250"/>
          <p14:tracePt t="78344" x="2336800" y="3987800"/>
          <p14:tracePt t="78361" x="2368550" y="3968750"/>
          <p14:tracePt t="78378" x="2393950" y="3943350"/>
          <p14:tracePt t="78394" x="2413000" y="3924300"/>
          <p14:tracePt t="78411" x="2425700" y="3917950"/>
          <p14:tracePt t="78428" x="2444750" y="3892550"/>
          <p14:tracePt t="78445" x="2444750" y="3867150"/>
          <p14:tracePt t="78461" x="2444750" y="3854450"/>
          <p14:tracePt t="78478" x="2444750" y="3816350"/>
          <p14:tracePt t="78511" x="2432050" y="3771900"/>
          <p14:tracePt t="78528" x="2425700" y="3759200"/>
          <p14:tracePt t="78545" x="2362200" y="3721100"/>
          <p14:tracePt t="78561" x="2324100" y="3695700"/>
          <p14:tracePt t="78578" x="2292350" y="3683000"/>
          <p14:tracePt t="78594" x="2178050" y="3644900"/>
          <p14:tracePt t="78611" x="2101850" y="3632200"/>
          <p14:tracePt t="78628" x="2057400" y="3632200"/>
          <p14:tracePt t="78645" x="1936750" y="3606800"/>
          <p14:tracePt t="78661" x="1847850" y="3613150"/>
          <p14:tracePt t="78678" x="1822450" y="3613150"/>
          <p14:tracePt t="78694" x="1720850" y="3632200"/>
          <p14:tracePt t="78711" x="1651000" y="3632200"/>
          <p14:tracePt t="78728" x="1606550" y="3638550"/>
          <p14:tracePt t="78745" x="1530350" y="3657600"/>
          <p14:tracePt t="78761" x="1498600" y="3676650"/>
          <p14:tracePt t="78778" x="1466850" y="3695700"/>
          <p14:tracePt t="78794" x="1454150" y="3708400"/>
          <p14:tracePt t="78811" x="1422400" y="3727450"/>
          <p14:tracePt t="78828" x="1409700" y="3740150"/>
          <p14:tracePt t="78844" x="1397000" y="3765550"/>
          <p14:tracePt t="78861" x="1390650" y="3778250"/>
          <p14:tracePt t="78878" x="1384300" y="3797300"/>
          <p14:tracePt t="78912" x="1384300" y="3816350"/>
          <p14:tracePt t="78928" x="1384300" y="3822700"/>
          <p14:tracePt t="78944" x="1397000" y="3854450"/>
          <p14:tracePt t="78961" x="1409700" y="3867150"/>
          <p14:tracePt t="78978" x="1441450" y="3886200"/>
          <p14:tracePt t="78995" x="1498600" y="3937000"/>
          <p14:tracePt t="79011" x="1555750" y="3987800"/>
          <p14:tracePt t="79028" x="1593850" y="4006850"/>
          <p14:tracePt t="79044" x="1739900" y="4083050"/>
          <p14:tracePt t="79061" x="1847850" y="4121150"/>
          <p14:tracePt t="79078" x="1981200" y="4159250"/>
          <p14:tracePt t="79094" x="2057400" y="4171950"/>
          <p14:tracePt t="79111" x="2082800" y="4178300"/>
          <p14:tracePt t="79128" x="2127250" y="4178300"/>
          <p14:tracePt t="79145" x="2190750" y="4165600"/>
          <p14:tracePt t="79161" x="2216150" y="4159250"/>
          <p14:tracePt t="79178" x="2260600" y="4127500"/>
          <p14:tracePt t="79195" x="2273300" y="4108450"/>
          <p14:tracePt t="79211" x="2311400" y="4083050"/>
          <p14:tracePt t="79228" x="2413000" y="3987800"/>
          <p14:tracePt t="79244" x="2463800" y="3924300"/>
          <p14:tracePt t="79261" x="2520950" y="3848100"/>
          <p14:tracePt t="79277" x="2622550" y="3708400"/>
          <p14:tracePt t="79294" x="2641600" y="3676650"/>
          <p14:tracePt t="79311" x="2673350" y="3594100"/>
          <p14:tracePt t="79327" x="2692400" y="3524250"/>
          <p14:tracePt t="79344" x="2717800" y="3390900"/>
          <p14:tracePt t="79361" x="2705100" y="3340100"/>
          <p14:tracePt t="79377" x="2705100" y="3327400"/>
          <p14:tracePt t="79394" x="2679700" y="3276600"/>
          <p14:tracePt t="79411" x="2654300" y="3257550"/>
          <p14:tracePt t="79428" x="2635250" y="3244850"/>
          <p14:tracePt t="79444" x="2597150" y="3232150"/>
          <p14:tracePt t="79461" x="2578100" y="3232150"/>
          <p14:tracePt t="79478" x="2552700" y="3232150"/>
          <p14:tracePt t="79494" x="2470150" y="3238500"/>
          <p14:tracePt t="79511" x="2419350" y="3251200"/>
          <p14:tracePt t="79528" x="2317750" y="3282950"/>
          <p14:tracePt t="79544" x="2260600" y="3314700"/>
          <p14:tracePt t="79561" x="2203450" y="3346450"/>
          <p14:tracePt t="79578" x="2133600" y="3390900"/>
          <p14:tracePt t="79594" x="2101850" y="3409950"/>
          <p14:tracePt t="79611" x="2063750" y="3454400"/>
          <p14:tracePt t="79628" x="2063750" y="3460750"/>
          <p14:tracePt t="79644" x="2063750" y="3473450"/>
          <p14:tracePt t="79661" x="2057400" y="3498850"/>
          <p14:tracePt t="79678" x="2038350" y="3524250"/>
          <p14:tracePt t="79694" x="2038350" y="3536950"/>
          <p14:tracePt t="79711" x="2044700" y="3549650"/>
          <p14:tracePt t="79728" x="2051050" y="3562350"/>
          <p14:tracePt t="79744" x="2076450" y="3568700"/>
          <p14:tracePt t="79761" x="2095500" y="3581400"/>
          <p14:tracePt t="79778" x="2114550" y="3587750"/>
          <p14:tracePt t="79794" x="2133600" y="3587750"/>
          <p14:tracePt t="79811" x="2203450" y="3594100"/>
          <p14:tracePt t="79827" x="2254250" y="3594100"/>
          <p14:tracePt t="79844" x="2292350" y="3594100"/>
          <p14:tracePt t="79861" x="2362200" y="3594100"/>
          <p14:tracePt t="79894" x="2374900" y="3587750"/>
          <p14:tracePt t="80033" x="2381250" y="3587750"/>
          <p14:tracePt t="80073" x="2387600" y="3587750"/>
          <p14:tracePt t="80081" x="2393950" y="3594100"/>
          <p14:tracePt t="80209" x="2393950" y="3600450"/>
          <p14:tracePt t="80217" x="2400300" y="3600450"/>
          <p14:tracePt t="80233" x="2413000" y="3606800"/>
          <p14:tracePt t="80244" x="2413000" y="3613150"/>
          <p14:tracePt t="80265" x="2419350" y="3625850"/>
          <p14:tracePt t="80277" x="2419350" y="3644900"/>
          <p14:tracePt t="80295" x="2425700" y="3651250"/>
          <p14:tracePt t="80311" x="2444750" y="3663950"/>
          <p14:tracePt t="80328" x="2444750" y="3689350"/>
          <p14:tracePt t="80344" x="2444750" y="3702050"/>
          <p14:tracePt t="80361" x="2451100" y="3708400"/>
          <p14:tracePt t="80378" x="2451100" y="3721100"/>
          <p14:tracePt t="80395" x="2457450" y="3721100"/>
          <p14:tracePt t="80411" x="2457450" y="3727450"/>
          <p14:tracePt t="80428" x="2438400" y="3733800"/>
          <p14:tracePt t="80444" x="2419350" y="3740150"/>
          <p14:tracePt t="80461" x="2413000" y="3740150"/>
          <p14:tracePt t="80478" x="2387600" y="3746500"/>
          <p14:tracePt t="80494" x="2381250" y="3746500"/>
          <p14:tracePt t="80511" x="2381250" y="3752850"/>
          <p14:tracePt t="80528" x="2393950" y="3765550"/>
          <p14:tracePt t="80544" x="2463800" y="3822700"/>
          <p14:tracePt t="80561" x="2609850" y="3930650"/>
          <p14:tracePt t="80577" x="2673350" y="3949700"/>
          <p14:tracePt t="80594" x="2787650" y="4000500"/>
          <p14:tracePt t="80611" x="3422650" y="4102100"/>
          <p14:tracePt t="80628" x="3962400" y="4152900"/>
          <p14:tracePt t="80645" x="4654550" y="4165600"/>
          <p14:tracePt t="80661" x="5632450" y="4210050"/>
          <p14:tracePt t="80678" x="6311900" y="4241800"/>
          <p14:tracePt t="80694" x="6902450" y="4292600"/>
          <p14:tracePt t="80711" x="7696200" y="4286250"/>
          <p14:tracePt t="80728" x="7943850" y="4279900"/>
          <p14:tracePt t="80744" x="8045450" y="4279900"/>
          <p14:tracePt t="80761" x="8140700" y="4273550"/>
          <p14:tracePt t="80778" x="8172450" y="4267200"/>
          <p14:tracePt t="80795" x="8185150" y="4260850"/>
          <p14:tracePt t="80811" x="8210550" y="4254500"/>
          <p14:tracePt t="80828" x="8229600" y="4248150"/>
          <p14:tracePt t="80844" x="8242300" y="4241800"/>
          <p14:tracePt t="80861" x="8274050" y="4222750"/>
          <p14:tracePt t="80878" x="8293100" y="4210050"/>
          <p14:tracePt t="80894" x="8312150" y="4197350"/>
          <p14:tracePt t="80911" x="8350250" y="4184650"/>
          <p14:tracePt t="80928" x="8382000" y="4171950"/>
          <p14:tracePt t="80944" x="8515350" y="4114800"/>
          <p14:tracePt t="80961" x="8547100" y="4102100"/>
          <p14:tracePt t="80978" x="8578850" y="4057650"/>
          <p14:tracePt t="80995" x="8585200" y="4044950"/>
          <p14:tracePt t="81011" x="8585200" y="4025900"/>
          <p14:tracePt t="81028" x="8578850" y="3956050"/>
          <p14:tracePt t="81044" x="8553450" y="3924300"/>
          <p14:tracePt t="81061" x="8521700" y="3879850"/>
          <p14:tracePt t="81078" x="8420100" y="3803650"/>
          <p14:tracePt t="81094" x="8375650" y="3771900"/>
          <p14:tracePt t="81111" x="8343900" y="3759200"/>
          <p14:tracePt t="81128" x="8153400" y="3689350"/>
          <p14:tracePt t="81144" x="8020050" y="3657600"/>
          <p14:tracePt t="81161" x="7810500" y="3619500"/>
          <p14:tracePt t="81178" x="7689850" y="3600450"/>
          <p14:tracePt t="81195" x="7613650" y="3587750"/>
          <p14:tracePt t="81211" x="7372350" y="3562350"/>
          <p14:tracePt t="81228" x="7251700" y="3543300"/>
          <p14:tracePt t="81245" x="7023100" y="3536950"/>
          <p14:tracePt t="81261" x="6921500" y="3536950"/>
          <p14:tracePt t="81278" x="6845300" y="3536950"/>
          <p14:tracePt t="81294" x="6731000" y="3556000"/>
          <p14:tracePt t="81311" x="6718300" y="3556000"/>
          <p14:tracePt t="81328" x="6667500" y="3568700"/>
          <p14:tracePt t="81344" x="6565900" y="3594100"/>
          <p14:tracePt t="81361" x="6546850" y="3600450"/>
          <p14:tracePt t="81378" x="6508750" y="3613150"/>
          <p14:tracePt t="81394" x="6464300" y="3632200"/>
          <p14:tracePt t="81411" x="6432550" y="3644900"/>
          <p14:tracePt t="81428" x="6407150" y="3663950"/>
          <p14:tracePt t="81444" x="6394450" y="3670300"/>
          <p14:tracePt t="81461" x="6362700" y="3702050"/>
          <p14:tracePt t="81478" x="6350000" y="3714750"/>
          <p14:tracePt t="81495" x="6350000" y="3733800"/>
          <p14:tracePt t="81511" x="6343650" y="3740150"/>
          <p14:tracePt t="81528" x="6337300" y="3746500"/>
          <p14:tracePt t="81544" x="6337300" y="3752850"/>
          <p14:tracePt t="81561" x="6337300" y="3759200"/>
          <p14:tracePt t="81594" x="6356350" y="3765550"/>
          <p14:tracePt t="81611" x="6381750" y="3784600"/>
          <p14:tracePt t="81628" x="6413500" y="3790950"/>
          <p14:tracePt t="81645" x="6432550" y="3810000"/>
          <p14:tracePt t="81661" x="6521450" y="3829050"/>
          <p14:tracePt t="81678" x="6540500" y="3835400"/>
          <p14:tracePt t="81694" x="6648450" y="3860800"/>
          <p14:tracePt t="81711" x="6807200" y="3873500"/>
          <p14:tracePt t="81728" x="7156450" y="3892550"/>
          <p14:tracePt t="81744" x="7385050" y="3892550"/>
          <p14:tracePt t="81761" x="7562850" y="3892550"/>
          <p14:tracePt t="81778" x="7677150" y="3886200"/>
          <p14:tracePt t="81795" x="7766050" y="3873500"/>
          <p14:tracePt t="81811" x="7816850" y="3848100"/>
          <p14:tracePt t="81827" x="7848600" y="3810000"/>
          <p14:tracePt t="81844" x="7861300" y="3790950"/>
          <p14:tracePt t="81861" x="7874000" y="3765550"/>
          <p14:tracePt t="81878" x="7880350" y="3740150"/>
          <p14:tracePt t="81894" x="7886700" y="3727450"/>
          <p14:tracePt t="81911" x="7886700" y="3708400"/>
          <p14:tracePt t="81945" x="7880350" y="3708400"/>
          <p14:tracePt t="81961" x="7854950" y="3708400"/>
          <p14:tracePt t="81978" x="7772400" y="3733800"/>
          <p14:tracePt t="81994" x="7518400" y="3810000"/>
          <p14:tracePt t="82011" x="7188200" y="3924300"/>
          <p14:tracePt t="82028" x="6578600" y="4165600"/>
          <p14:tracePt t="82044" x="6324600" y="4305300"/>
          <p14:tracePt t="82061" x="6115050" y="4445000"/>
          <p14:tracePt t="82078" x="5937250" y="4622800"/>
          <p14:tracePt t="82094" x="5854700" y="4705350"/>
          <p14:tracePt t="82111" x="5816600" y="4781550"/>
          <p14:tracePt t="82114" x="5791200" y="4870450"/>
          <p14:tracePt t="82128" x="5778500" y="4895850"/>
          <p14:tracePt t="82144" x="5746750" y="5029200"/>
          <p14:tracePt t="82161" x="5740400" y="5048250"/>
          <p14:tracePt t="82178" x="5734050" y="5086350"/>
          <p14:tracePt t="82194" x="5734050" y="5111750"/>
          <p14:tracePt t="82211" x="5721350" y="5143500"/>
          <p14:tracePt t="82228" x="5715000" y="5156200"/>
          <p14:tracePt t="82244" x="5715000" y="5162550"/>
          <p14:tracePt t="82261" x="5676900" y="5187950"/>
          <p14:tracePt t="82278" x="5645150" y="5213350"/>
          <p14:tracePt t="82294" x="5575300" y="5245100"/>
          <p14:tracePt t="82311" x="5524500" y="5257800"/>
          <p14:tracePt t="82328" x="5505450" y="5270500"/>
          <p14:tracePt t="82344" x="5403850" y="5283200"/>
          <p14:tracePt t="82361" x="5321300" y="5289550"/>
          <p14:tracePt t="82378" x="5257800" y="5276850"/>
          <p14:tracePt t="82395" x="5207000" y="5257800"/>
          <p14:tracePt t="82411" x="5187950" y="5245100"/>
          <p14:tracePt t="82428" x="5181600" y="5200650"/>
          <p14:tracePt t="82444" x="5168900" y="5092700"/>
          <p14:tracePt t="82461" x="5168900" y="5022850"/>
          <p14:tracePt t="82478" x="5194300" y="4851400"/>
          <p14:tracePt t="82494" x="5200650" y="4749800"/>
          <p14:tracePt t="82511" x="5200650" y="4699000"/>
          <p14:tracePt t="82528" x="5194300" y="4578350"/>
          <p14:tracePt t="82544" x="5181600" y="4298950"/>
          <p14:tracePt t="82561" x="5149850" y="4114800"/>
          <p14:tracePt t="82578" x="5048250" y="3708400"/>
          <p14:tracePt t="82594" x="5035550" y="3663950"/>
          <p14:tracePt t="82611" x="4978400" y="3524250"/>
          <p14:tracePt t="82628" x="4851400" y="3302000"/>
          <p14:tracePt t="82644" x="4800600" y="3194050"/>
          <p14:tracePt t="82661" x="4749800" y="3092450"/>
          <p14:tracePt t="82678" x="4737100" y="3067050"/>
          <p14:tracePt t="82694" x="4737100" y="3041650"/>
          <p14:tracePt t="82711" x="4718050" y="3003550"/>
          <p14:tracePt t="82728" x="4711700" y="2978150"/>
          <p14:tracePt t="82745" x="4711700" y="2940050"/>
          <p14:tracePt t="82761" x="4705350" y="2927350"/>
          <p14:tracePt t="82777" x="4699000" y="2901950"/>
          <p14:tracePt t="82794" x="4679950" y="2863850"/>
          <p14:tracePt t="82811" x="4673600" y="2813050"/>
          <p14:tracePt t="82827" x="4654550" y="2781300"/>
          <p14:tracePt t="82844" x="4622800" y="2724150"/>
          <p14:tracePt t="82861" x="4622800" y="2705100"/>
          <p14:tracePt t="82878" x="4603750" y="2673350"/>
          <p14:tracePt t="82894" x="4597400" y="2654300"/>
          <p14:tracePt t="82911" x="4597400" y="2647950"/>
          <p14:tracePt t="82928" x="4591050" y="2641600"/>
          <p14:tracePt t="83089" x="4591050" y="2647950"/>
          <p14:tracePt t="83112" x="4591050" y="2654300"/>
          <p14:tracePt t="83129" x="4591050" y="2667000"/>
          <p14:tracePt t="83145" x="4591050" y="2673350"/>
          <p14:tracePt t="83153" x="4597400" y="2679700"/>
          <p14:tracePt t="83161" x="4597400" y="2686050"/>
          <p14:tracePt t="83178" x="4597400" y="2711450"/>
          <p14:tracePt t="83194" x="4603750" y="2730500"/>
          <p14:tracePt t="83211" x="4610100" y="2781300"/>
          <p14:tracePt t="83228" x="4616450" y="2787650"/>
          <p14:tracePt t="83244" x="4616450" y="2819400"/>
          <p14:tracePt t="83261" x="4616450" y="2851150"/>
          <p14:tracePt t="83278" x="4629150" y="2914650"/>
          <p14:tracePt t="83294" x="4635500" y="2952750"/>
          <p14:tracePt t="83311" x="4635500" y="2990850"/>
          <p14:tracePt t="83328" x="4635500" y="3048000"/>
          <p14:tracePt t="83344" x="4654550" y="3117850"/>
          <p14:tracePt t="83361" x="4660900" y="3162300"/>
          <p14:tracePt t="83378" x="4673600" y="3244850"/>
          <p14:tracePt t="83394" x="4673600" y="3282950"/>
          <p14:tracePt t="83411" x="4673600" y="3308350"/>
          <p14:tracePt t="83428" x="4679950" y="3378200"/>
          <p14:tracePt t="83444" x="4679950" y="3435350"/>
          <p14:tracePt t="83461" x="4679950" y="3473450"/>
          <p14:tracePt t="83478" x="4679950" y="3536950"/>
          <p14:tracePt t="83494" x="4679950" y="3556000"/>
          <p14:tracePt t="83511" x="4679950" y="3613150"/>
          <p14:tracePt t="83528" x="4679950" y="3708400"/>
          <p14:tracePt t="83544" x="4686300" y="3765550"/>
          <p14:tracePt t="83561" x="4686300" y="3797300"/>
          <p14:tracePt t="83578" x="4686300" y="3816350"/>
          <p14:tracePt t="83594" x="4692650" y="3841750"/>
          <p14:tracePt t="83611" x="4699000" y="3860800"/>
          <p14:tracePt t="83627" x="4699000" y="3886200"/>
          <p14:tracePt t="83645" x="4699000" y="3911600"/>
          <p14:tracePt t="83661" x="4686300" y="3917950"/>
          <p14:tracePt t="83678" x="4686300" y="3943350"/>
          <p14:tracePt t="83694" x="4686300" y="3956050"/>
          <p14:tracePt t="83711" x="4686300" y="3962400"/>
          <p14:tracePt t="83728" x="4686300" y="4000500"/>
          <p14:tracePt t="83744" x="4686300" y="4070350"/>
          <p14:tracePt t="83761" x="4686300" y="4140200"/>
          <p14:tracePt t="83778" x="4686300" y="4184650"/>
          <p14:tracePt t="83794" x="4686300" y="4203700"/>
          <p14:tracePt t="83811" x="4686300" y="4248150"/>
          <p14:tracePt t="83828" x="4686300" y="4292600"/>
          <p14:tracePt t="83844" x="4686300" y="4318000"/>
          <p14:tracePt t="83861" x="4686300" y="4337050"/>
          <p14:tracePt t="83877" x="4679950" y="4356100"/>
          <p14:tracePt t="83894" x="4673600" y="4362450"/>
          <p14:tracePt t="83911" x="4673600" y="4400550"/>
          <p14:tracePt t="83928" x="4667250" y="4413250"/>
          <p14:tracePt t="83945" x="4673600" y="4457700"/>
          <p14:tracePt t="83961" x="4673600" y="4489450"/>
          <p14:tracePt t="83978" x="4673600" y="4508500"/>
          <p14:tracePt t="83994" x="4667250" y="4540250"/>
          <p14:tracePt t="84011" x="4667250" y="4597400"/>
          <p14:tracePt t="84028" x="4667250" y="4622800"/>
          <p14:tracePt t="84044" x="4660900" y="4660900"/>
          <p14:tracePt t="84061" x="4654550" y="4705350"/>
          <p14:tracePt t="84078" x="4648200" y="4718050"/>
          <p14:tracePt t="84094" x="4648200" y="4749800"/>
          <p14:tracePt t="84111" x="4648200" y="4787900"/>
          <p14:tracePt t="84114" x="4648200" y="4794250"/>
          <p14:tracePt t="84128" x="4654550" y="4813300"/>
          <p14:tracePt t="84144" x="4654550" y="4819650"/>
          <p14:tracePt t="84161" x="4654550" y="4832350"/>
          <p14:tracePt t="84178" x="4654550" y="4876800"/>
          <p14:tracePt t="84195" x="4660900" y="4908550"/>
          <p14:tracePt t="84211" x="4660900" y="4933950"/>
          <p14:tracePt t="84228" x="4660900" y="4972050"/>
          <p14:tracePt t="84244" x="4660900" y="4997450"/>
          <p14:tracePt t="84261" x="4654550" y="5022850"/>
          <p14:tracePt t="84278" x="4654550" y="5060950"/>
          <p14:tracePt t="84294" x="4641850" y="5105400"/>
          <p14:tracePt t="84311" x="4641850" y="5130800"/>
          <p14:tracePt t="84328" x="4641850" y="5137150"/>
          <p14:tracePt t="84344" x="4641850" y="5175250"/>
          <p14:tracePt t="84361" x="4635500" y="5200650"/>
          <p14:tracePt t="84378" x="4635500" y="5232400"/>
          <p14:tracePt t="84394" x="4635500" y="5251450"/>
          <p14:tracePt t="84411" x="4635500" y="5270500"/>
          <p14:tracePt t="84428" x="4635500" y="5321300"/>
          <p14:tracePt t="84445" x="4635500" y="5353050"/>
          <p14:tracePt t="84461" x="4635500" y="5384800"/>
          <p14:tracePt t="84478" x="4641850" y="5473700"/>
          <p14:tracePt t="84494" x="4648200" y="5492750"/>
          <p14:tracePt t="84511" x="4648200" y="5556250"/>
          <p14:tracePt t="84528" x="4648200" y="5575300"/>
          <p14:tracePt t="84544" x="4654550" y="5619750"/>
          <p14:tracePt t="84561" x="4654550" y="5632450"/>
          <p14:tracePt t="84578" x="4654550" y="5645150"/>
          <p14:tracePt t="84594" x="4660900" y="5683250"/>
          <p14:tracePt t="84611" x="4660900" y="5689600"/>
          <p14:tracePt t="84628" x="4660900" y="5695950"/>
          <p14:tracePt t="84644" x="4660900" y="5708650"/>
          <p14:tracePt t="84661" x="4660900" y="5715000"/>
          <p14:tracePt t="84678" x="4660900" y="5721350"/>
          <p14:tracePt t="84694" x="4660900" y="5734050"/>
          <p14:tracePt t="84711" x="4660900" y="5759450"/>
          <p14:tracePt t="84728" x="4654550" y="5784850"/>
          <p14:tracePt t="84744" x="4654550" y="5810250"/>
          <p14:tracePt t="84761" x="4654550" y="5835650"/>
          <p14:tracePt t="84778" x="4654550" y="5861050"/>
          <p14:tracePt t="84794" x="4654550" y="5873750"/>
          <p14:tracePt t="84811" x="4654550" y="5905500"/>
          <p14:tracePt t="84828" x="4648200" y="5911850"/>
          <p14:tracePt t="84844" x="4648200" y="5924550"/>
          <p14:tracePt t="84861" x="4648200" y="5943600"/>
          <p14:tracePt t="84877" x="4648200" y="5949950"/>
          <p14:tracePt t="84894" x="4648200" y="5962650"/>
          <p14:tracePt t="84928" x="4648200" y="5988050"/>
          <p14:tracePt t="84961" x="4648200" y="5994400"/>
          <p14:tracePt t="85001" x="4654550" y="5994400"/>
          <p14:tracePt t="85016" x="4654550" y="6000750"/>
          <p14:tracePt t="85049" x="4654550" y="6007100"/>
          <p14:tracePt t="85056" x="4654550" y="6013450"/>
          <p14:tracePt t="85081" x="4654550" y="6019800"/>
          <p14:tracePt t="85097" x="4654550" y="6026150"/>
          <p14:tracePt t="85113" x="4654550" y="6032500"/>
          <p14:tracePt t="85121" x="4654550" y="6038850"/>
          <p14:tracePt t="85161" x="4654550" y="6045200"/>
          <p14:tracePt t="85193" x="4654550" y="6051550"/>
          <p14:tracePt t="85201" x="4654550" y="6057900"/>
          <p14:tracePt t="85211" x="4648200" y="6089650"/>
          <p14:tracePt t="85228" x="4641850" y="6102350"/>
          <p14:tracePt t="85244" x="4635500" y="6127750"/>
          <p14:tracePt t="85261" x="4635500" y="6153150"/>
          <p14:tracePt t="85278" x="4635500" y="6184900"/>
          <p14:tracePt t="85294" x="4635500" y="6210300"/>
          <p14:tracePt t="85311" x="4635500" y="6229350"/>
          <p14:tracePt t="85327" x="4635500" y="6242050"/>
          <p14:tracePt t="85344" x="4629150" y="6248400"/>
          <p14:tracePt t="85952" x="4641850" y="6248400"/>
          <p14:tracePt t="85969" x="4641850" y="6242050"/>
          <p14:tracePt t="85985" x="4654550" y="6229350"/>
          <p14:tracePt t="85992" x="4660900" y="6223000"/>
          <p14:tracePt t="86001" x="4686300" y="6210300"/>
          <p14:tracePt t="86011" x="4705350" y="6197600"/>
          <p14:tracePt t="86027" x="4768850" y="6146800"/>
          <p14:tracePt t="86044" x="4908550" y="6045200"/>
          <p14:tracePt t="86061" x="4946650" y="6019800"/>
          <p14:tracePt t="86077" x="5054600" y="5956300"/>
          <p14:tracePt t="86094" x="5238750" y="5873750"/>
          <p14:tracePt t="86111" x="5314950" y="5848350"/>
          <p14:tracePt t="86114" x="5359400" y="5816600"/>
          <p14:tracePt t="86128" x="5416550" y="5803900"/>
          <p14:tracePt t="86144" x="5549900" y="5765800"/>
          <p14:tracePt t="86161" x="5588000" y="5759450"/>
          <p14:tracePt t="86178" x="5600700" y="5753100"/>
          <p14:tracePt t="86673" x="5588000" y="5753100"/>
          <p14:tracePt t="86680" x="5588000" y="5740400"/>
          <p14:tracePt t="86720" x="5581650" y="5734050"/>
          <p14:tracePt t="86728" x="5581650" y="5727700"/>
          <p14:tracePt t="86736" x="5581650" y="5721350"/>
          <p14:tracePt t="86769" x="5575300" y="5721350"/>
          <p14:tracePt t="86785" x="5568950" y="5721350"/>
          <p14:tracePt t="86801" x="5568950" y="5715000"/>
          <p14:tracePt t="86808" x="5568950" y="5708650"/>
          <p14:tracePt t="86817" x="5562600" y="5708650"/>
          <p14:tracePt t="86828" x="5549900" y="5702300"/>
          <p14:tracePt t="86844" x="5530850" y="5676900"/>
          <p14:tracePt t="86861" x="5499100" y="5638800"/>
          <p14:tracePt t="86878" x="5473700" y="5575300"/>
          <p14:tracePt t="86894" x="5448300" y="5530850"/>
          <p14:tracePt t="86911" x="5429250" y="5518150"/>
          <p14:tracePt t="86928" x="5416550" y="5492750"/>
          <p14:tracePt t="86945" x="5397500" y="5467350"/>
          <p14:tracePt t="86961" x="5391150" y="5454650"/>
          <p14:tracePt t="86978" x="5378450" y="5441950"/>
          <p14:tracePt t="86994" x="5372100" y="5441950"/>
          <p14:tracePt t="87011" x="5365750" y="5429250"/>
          <p14:tracePt t="87028" x="5359400" y="5416550"/>
          <p14:tracePt t="87044" x="5346700" y="5410200"/>
          <p14:tracePt t="87061" x="5334000" y="5403850"/>
          <p14:tracePt t="87185" x="5327650" y="5403850"/>
          <p14:tracePt t="87217" x="5321300" y="5403850"/>
          <p14:tracePt t="87689" x="5308600" y="5403850"/>
          <p14:tracePt t="87697" x="5276850" y="5410200"/>
          <p14:tracePt t="87705" x="5276850" y="5416550"/>
          <p14:tracePt t="87713" x="5245100" y="5429250"/>
          <p14:tracePt t="87728" x="5219700" y="5448300"/>
          <p14:tracePt t="87744" x="5130800" y="5511800"/>
          <p14:tracePt t="87761" x="5080000" y="5568950"/>
          <p14:tracePt t="87777" x="5048250" y="5613400"/>
          <p14:tracePt t="87794" x="4972050" y="5689600"/>
          <p14:tracePt t="87811" x="4965700" y="5708650"/>
          <p14:tracePt t="87827" x="4889500" y="5803900"/>
          <p14:tracePt t="87845" x="4813300" y="5867400"/>
          <p14:tracePt t="87861" x="4781550" y="5918200"/>
          <p14:tracePt t="87877" x="4705350" y="5975350"/>
          <p14:tracePt t="87894" x="4699000" y="5994400"/>
          <p14:tracePt t="87911" x="4699000" y="6000750"/>
          <p14:tracePt t="88560" x="4699000" y="5994400"/>
          <p14:tracePt t="88576" x="4699000" y="5981700"/>
          <p14:tracePt t="88585" x="4699000" y="5975350"/>
          <p14:tracePt t="88594" x="4699000" y="5969000"/>
          <p14:tracePt t="88611" x="4692650" y="5943600"/>
          <p14:tracePt t="88627" x="4692650" y="5886450"/>
          <p14:tracePt t="88644" x="4705350" y="5861050"/>
          <p14:tracePt t="88661" x="4711700" y="5829300"/>
          <p14:tracePt t="88678" x="4730750" y="5778500"/>
          <p14:tracePt t="88694" x="4737100" y="5759450"/>
          <p14:tracePt t="88711" x="4743450" y="5746750"/>
          <p14:tracePt t="88728" x="4756150" y="5721350"/>
          <p14:tracePt t="88745" x="4768850" y="5695950"/>
          <p14:tracePt t="88761" x="4794250" y="5664200"/>
          <p14:tracePt t="88778" x="4806950" y="5645150"/>
          <p14:tracePt t="88795" x="4826000" y="5632450"/>
          <p14:tracePt t="89257" x="4826000" y="5626100"/>
          <p14:tracePt t="89272" x="4832350" y="5613400"/>
          <p14:tracePt t="89288" x="4832350" y="5594350"/>
          <p14:tracePt t="89297" x="4832350" y="5568950"/>
          <p14:tracePt t="89304" x="4832350" y="5556250"/>
          <p14:tracePt t="89313" x="4832350" y="5549900"/>
          <p14:tracePt t="89327" x="4832350" y="5543550"/>
          <p14:tracePt t="89344" x="4838700" y="5530850"/>
          <p14:tracePt t="89361" x="4838700" y="5524500"/>
          <p14:tracePt t="89378" x="4845050" y="5524500"/>
          <p14:tracePt t="89593" x="4845050" y="5518150"/>
          <p14:tracePt t="89848" x="4845050" y="5524500"/>
          <p14:tracePt t="89856" x="4864100" y="5556250"/>
          <p14:tracePt t="89864" x="4889500" y="5588000"/>
          <p14:tracePt t="89877" x="4889500" y="5632450"/>
          <p14:tracePt t="89894" x="4902200" y="5664200"/>
          <p14:tracePt t="89911" x="4908550" y="5759450"/>
          <p14:tracePt t="89928" x="4953000" y="5797550"/>
          <p14:tracePt t="89944" x="4940300" y="5886450"/>
          <p14:tracePt t="89961" x="4940300" y="5918200"/>
          <p14:tracePt t="89977" x="4946650" y="5956300"/>
          <p14:tracePt t="89994" x="4953000" y="6007100"/>
          <p14:tracePt t="90011" x="4953000" y="6102350"/>
          <p14:tracePt t="90028" x="4940300" y="6153150"/>
          <p14:tracePt t="90044" x="4940300" y="6261100"/>
          <p14:tracePt t="90061" x="4940300" y="6343650"/>
          <p14:tracePt t="90078" x="4946650" y="6369050"/>
          <p14:tracePt t="90094" x="4953000" y="6413500"/>
          <p14:tracePt t="90111" x="4953000" y="6477000"/>
          <p14:tracePt t="90128" x="4953000" y="6483350"/>
          <p14:tracePt t="90144" x="4933950" y="6496050"/>
          <p14:tracePt t="90161" x="4902200" y="6508750"/>
          <p14:tracePt t="90178" x="4699000" y="6572250"/>
          <p14:tracePt t="90194" x="4648200" y="6591300"/>
          <p14:tracePt t="90211" x="4508500" y="6629400"/>
          <p14:tracePt t="90228" x="4362450" y="6673850"/>
          <p14:tracePt t="90244" x="4292600" y="6686550"/>
          <p14:tracePt t="90261" x="4248150" y="6692900"/>
          <p14:tracePt t="90278" x="4197350" y="6692900"/>
          <p14:tracePt t="90294" x="4165600" y="6680200"/>
          <p14:tracePt t="90311" x="4114800" y="6635750"/>
          <p14:tracePt t="90328" x="3930650" y="6508750"/>
          <p14:tracePt t="90344" x="3771900" y="6369050"/>
          <p14:tracePt t="90361" x="3657600" y="6267450"/>
          <p14:tracePt t="90378" x="3587750" y="6172200"/>
          <p14:tracePt t="90394" x="3568700" y="6115050"/>
          <p14:tracePt t="90411" x="3505200" y="5981700"/>
          <p14:tracePt t="90428" x="3473450" y="5886450"/>
          <p14:tracePt t="90444" x="3454400" y="5797550"/>
          <p14:tracePt t="90461" x="3429000" y="5683250"/>
          <p14:tracePt t="90478" x="3409950" y="5575300"/>
          <p14:tracePt t="90495" x="3403600" y="5461000"/>
          <p14:tracePt t="90511" x="3403600" y="5251450"/>
          <p14:tracePt t="90528" x="3397250" y="5105400"/>
          <p14:tracePt t="90544" x="3416300" y="4800600"/>
          <p14:tracePt t="90561" x="3429000" y="4616450"/>
          <p14:tracePt t="90578" x="3429000" y="4464050"/>
          <p14:tracePt t="90594" x="3441700" y="4127500"/>
          <p14:tracePt t="90611" x="3467100" y="3949700"/>
          <p14:tracePt t="90627" x="3467100" y="3886200"/>
          <p14:tracePt t="90644" x="3479800" y="3740150"/>
          <p14:tracePt t="90661" x="3517900" y="3543300"/>
          <p14:tracePt t="90678" x="3530600" y="3454400"/>
          <p14:tracePt t="90694" x="3543300" y="3371850"/>
          <p14:tracePt t="90711" x="3568700" y="3232150"/>
          <p14:tracePt t="90728" x="3575050" y="3187700"/>
          <p14:tracePt t="90744" x="3625850" y="3009900"/>
          <p14:tracePt t="90761" x="3638550" y="2914650"/>
          <p14:tracePt t="90778" x="3625850" y="2857500"/>
          <p14:tracePt t="90794" x="3568700" y="2768600"/>
          <p14:tracePt t="90811" x="3581400" y="2736850"/>
          <p14:tracePt t="90828" x="3606800" y="2673350"/>
          <p14:tracePt t="90845" x="3625850" y="2628900"/>
          <p14:tracePt t="90861" x="3670300" y="2546350"/>
          <p14:tracePt t="90878" x="3695700" y="2508250"/>
          <p14:tracePt t="90894" x="3714750" y="2476500"/>
          <p14:tracePt t="90911" x="3714750" y="2470150"/>
          <p14:tracePt t="90928" x="3733800" y="2451100"/>
          <p14:tracePt t="90944" x="3740150" y="2444750"/>
          <p14:tracePt t="90961" x="3752850" y="2432050"/>
          <p14:tracePt t="90977" x="3765550" y="2425700"/>
          <p14:tracePt t="90994" x="3778250" y="2425700"/>
          <p14:tracePt t="91011" x="3790950" y="2425700"/>
          <p14:tracePt t="91027" x="3803650" y="2425700"/>
          <p14:tracePt t="91044" x="3848100" y="2419350"/>
          <p14:tracePt t="91061" x="3886200" y="2419350"/>
          <p14:tracePt t="91078" x="3930650" y="2419350"/>
          <p14:tracePt t="91094" x="4019550" y="2425700"/>
          <p14:tracePt t="91111" x="4095750" y="2438400"/>
          <p14:tracePt t="91114" x="4133850" y="2438400"/>
          <p14:tracePt t="91130" x="4159250" y="2451100"/>
          <p14:tracePt t="91144" x="4292600" y="2470150"/>
          <p14:tracePt t="91161" x="4387850" y="2476500"/>
          <p14:tracePt t="91178" x="4457700" y="2482850"/>
          <p14:tracePt t="91195" x="4565650" y="2508250"/>
          <p14:tracePt t="91211" x="4603750" y="2514600"/>
          <p14:tracePt t="91228" x="4641850" y="2527300"/>
          <p14:tracePt t="91244" x="4724400" y="2546350"/>
          <p14:tracePt t="91261" x="4756150" y="2559050"/>
          <p14:tracePt t="91278" x="4794250" y="2565400"/>
          <p14:tracePt t="91294" x="4876800" y="2578100"/>
          <p14:tracePt t="91311" x="4883150" y="2584450"/>
          <p14:tracePt t="91328" x="4914900" y="2590800"/>
          <p14:tracePt t="91344" x="5010150" y="2616200"/>
          <p14:tracePt t="91361" x="5048250" y="2635250"/>
          <p14:tracePt t="91378" x="5099050" y="2679700"/>
          <p14:tracePt t="91395" x="5124450" y="2692400"/>
          <p14:tracePt t="91411" x="5168900" y="2717800"/>
          <p14:tracePt t="91428" x="5264150" y="2768600"/>
          <p14:tracePt t="91444" x="5308600" y="2787650"/>
          <p14:tracePt t="91461" x="5359400" y="2813050"/>
          <p14:tracePt t="91478" x="5403850" y="2838450"/>
          <p14:tracePt t="91494" x="5429250" y="2857500"/>
          <p14:tracePt t="91511" x="5454650" y="2870200"/>
          <p14:tracePt t="91527" x="5511800" y="2901950"/>
          <p14:tracePt t="91544" x="5549900" y="2927350"/>
          <p14:tracePt t="91561" x="5556250" y="2927350"/>
          <p14:tracePt t="91577" x="5594350" y="2952750"/>
          <p14:tracePt t="91594" x="5613400" y="2971800"/>
          <p14:tracePt t="91611" x="5632450" y="3003550"/>
          <p14:tracePt t="91627" x="5664200" y="3041650"/>
          <p14:tracePt t="91644" x="5689600" y="3092450"/>
          <p14:tracePt t="91661" x="5721350" y="3168650"/>
          <p14:tracePt t="91677" x="5734050" y="3232150"/>
          <p14:tracePt t="91694" x="5753100" y="3308350"/>
          <p14:tracePt t="91711" x="5778500" y="3467100"/>
          <p14:tracePt t="91727" x="5797550" y="3568700"/>
          <p14:tracePt t="91744" x="5810250" y="3670300"/>
          <p14:tracePt t="91761" x="5810250" y="3873500"/>
          <p14:tracePt t="91778" x="5810250" y="3987800"/>
          <p14:tracePt t="91794" x="5803900" y="4152900"/>
          <p14:tracePt t="91811" x="5791200" y="4267200"/>
          <p14:tracePt t="91828" x="5791200" y="4318000"/>
          <p14:tracePt t="91844" x="5759450" y="4527550"/>
          <p14:tracePt t="91861" x="5746750" y="4629150"/>
          <p14:tracePt t="91878" x="5734050" y="4743450"/>
          <p14:tracePt t="91894" x="5708650" y="4902200"/>
          <p14:tracePt t="91911" x="5734050" y="5029200"/>
          <p14:tracePt t="91928" x="5734050" y="5073650"/>
          <p14:tracePt t="91944" x="5746750" y="5283200"/>
          <p14:tracePt t="91961" x="5746750" y="5346700"/>
          <p14:tracePt t="91978" x="5746750" y="5397500"/>
          <p14:tracePt t="91994" x="5753100" y="5448300"/>
          <p14:tracePt t="92011" x="5759450" y="5467350"/>
          <p14:tracePt t="92027" x="5746750" y="5537200"/>
          <p14:tracePt t="92044" x="5740400" y="5581650"/>
          <p14:tracePt t="92061" x="5727700" y="5632450"/>
          <p14:tracePt t="92078" x="5702300" y="5715000"/>
          <p14:tracePt t="92094" x="5695950" y="5734050"/>
          <p14:tracePt t="92111" x="5683250" y="5778500"/>
          <p14:tracePt t="92114" x="5664200" y="5854700"/>
          <p14:tracePt t="92128" x="5664200" y="5880100"/>
          <p14:tracePt t="92144" x="5651500" y="5962650"/>
          <p14:tracePt t="92161" x="5638800" y="5981700"/>
          <p14:tracePt t="92178" x="5613400" y="6070600"/>
          <p14:tracePt t="92194" x="5607050" y="6096000"/>
          <p14:tracePt t="92211" x="5562600" y="6172200"/>
          <p14:tracePt t="92228" x="5549900" y="6203950"/>
          <p14:tracePt t="92244" x="5537200" y="6216650"/>
          <p14:tracePt t="92261" x="5480050" y="6273800"/>
          <p14:tracePt t="92277" x="5448300" y="6318250"/>
          <p14:tracePt t="92294" x="5378450" y="6381750"/>
          <p14:tracePt t="92311" x="5327650" y="6419850"/>
          <p14:tracePt t="92328" x="5308600" y="6438900"/>
          <p14:tracePt t="92344" x="5194300" y="6502400"/>
          <p14:tracePt t="92361" x="5149850" y="6527800"/>
          <p14:tracePt t="92378" x="5080000" y="6546850"/>
          <p14:tracePt t="92394" x="5003800" y="6572250"/>
          <p14:tracePt t="92411" x="4972050" y="6572250"/>
          <p14:tracePt t="92428" x="4819650" y="6604000"/>
          <p14:tracePt t="92444" x="4756150" y="6616700"/>
          <p14:tracePt t="92461" x="4711700" y="6629400"/>
          <p14:tracePt t="92478" x="4591050" y="6654800"/>
          <p14:tracePt t="92494" x="4559300" y="6661150"/>
          <p14:tracePt t="92511" x="4502150" y="6673850"/>
          <p14:tracePt t="92528" x="4387850" y="6686550"/>
          <p14:tracePt t="92544" x="4273550" y="6692900"/>
          <p14:tracePt t="92561" x="4197350" y="6699250"/>
          <p14:tracePt t="92578" x="4178300" y="6699250"/>
          <p14:tracePt t="92594" x="4108450" y="6699250"/>
          <p14:tracePt t="92611" x="4064000" y="6699250"/>
          <p14:tracePt t="92628" x="3981450" y="6686550"/>
          <p14:tracePt t="92644" x="3949700" y="6680200"/>
          <p14:tracePt t="92661" x="3917950" y="6667500"/>
          <p14:tracePt t="92677" x="3829050" y="6623050"/>
          <p14:tracePt t="92694" x="3784600" y="6591300"/>
          <p14:tracePt t="92711" x="3689350" y="6515100"/>
          <p14:tracePt t="92728" x="3625850" y="6451600"/>
          <p14:tracePt t="92744" x="3562350" y="6381750"/>
          <p14:tracePt t="92761" x="3467100" y="6280150"/>
          <p14:tracePt t="92778" x="3429000" y="6210300"/>
          <p14:tracePt t="92794" x="3409950" y="6172200"/>
          <p14:tracePt t="92811" x="3359150" y="6076950"/>
          <p14:tracePt t="92828" x="3333750" y="6013450"/>
          <p14:tracePt t="92844" x="3321050" y="5981700"/>
          <p14:tracePt t="92861" x="3276600" y="5886450"/>
          <p14:tracePt t="92878" x="3263900" y="5829300"/>
          <p14:tracePt t="92894" x="3244850" y="5727700"/>
          <p14:tracePt t="92912" x="3213100" y="5651500"/>
          <p14:tracePt t="92928" x="3213100" y="5575300"/>
          <p14:tracePt t="92944" x="3200400" y="5416550"/>
          <p14:tracePt t="92961" x="3194050" y="5346700"/>
          <p14:tracePt t="92978" x="3194050" y="5245100"/>
          <p14:tracePt t="92994" x="3187700" y="5073650"/>
          <p14:tracePt t="93011" x="3187700" y="4965700"/>
          <p14:tracePt t="93027" x="3187700" y="4921250"/>
          <p14:tracePt t="93044" x="3175000" y="4737100"/>
          <p14:tracePt t="93061" x="3175000" y="4654550"/>
          <p14:tracePt t="93078" x="3181350" y="4572000"/>
          <p14:tracePt t="93094" x="3194050" y="4406900"/>
          <p14:tracePt t="93111" x="3200400" y="4375150"/>
          <p14:tracePt t="93128" x="3213100" y="4279900"/>
          <p14:tracePt t="93144" x="3194050" y="4114800"/>
          <p14:tracePt t="93161" x="3219450" y="4000500"/>
          <p14:tracePt t="93178" x="3225800" y="3905250"/>
          <p14:tracePt t="93194" x="3232150" y="3879850"/>
          <p14:tracePt t="93211" x="3263900" y="3689350"/>
          <p14:tracePt t="93228" x="3276600" y="3606800"/>
          <p14:tracePt t="93244" x="3308350" y="3524250"/>
          <p14:tracePt t="93261" x="3352800" y="3390900"/>
          <p14:tracePt t="93278" x="3384550" y="3308350"/>
          <p14:tracePt t="93294" x="3397250" y="3276600"/>
          <p14:tracePt t="93311" x="3448050" y="3155950"/>
          <p14:tracePt t="93328" x="3473450" y="3111500"/>
          <p14:tracePt t="93344" x="3498850" y="3041650"/>
          <p14:tracePt t="93361" x="3549650" y="2952750"/>
          <p14:tracePt t="93378" x="3568700" y="2933700"/>
          <p14:tracePt t="93394" x="3587750" y="2901950"/>
          <p14:tracePt t="93411" x="3619500" y="2851150"/>
          <p14:tracePt t="93428" x="3638550" y="2825750"/>
          <p14:tracePt t="93444" x="3676650" y="2794000"/>
          <p14:tracePt t="93461" x="3708400" y="2743200"/>
          <p14:tracePt t="93478" x="3721100" y="2724150"/>
          <p14:tracePt t="93494" x="3778250" y="2686050"/>
          <p14:tracePt t="93511" x="3822700" y="2641600"/>
          <p14:tracePt t="93528" x="3867150" y="2616200"/>
          <p14:tracePt t="93544" x="3968750" y="2571750"/>
          <p14:tracePt t="93561" x="4038600" y="2540000"/>
          <p14:tracePt t="93578" x="4102100" y="2514600"/>
          <p14:tracePt t="93594" x="4197350" y="2495550"/>
          <p14:tracePt t="93611" x="4292600" y="2489200"/>
          <p14:tracePt t="93628" x="4368800" y="2482850"/>
          <p14:tracePt t="93644" x="4413250" y="2482850"/>
          <p14:tracePt t="93661" x="4540250" y="2482850"/>
          <p14:tracePt t="93678" x="4616450" y="2501900"/>
          <p14:tracePt t="93694" x="4686300" y="2508250"/>
          <p14:tracePt t="93711" x="4813300" y="2527300"/>
          <p14:tracePt t="93728" x="4902200" y="2540000"/>
          <p14:tracePt t="93744" x="5016500" y="2552700"/>
          <p14:tracePt t="93761" x="5073650" y="2565400"/>
          <p14:tracePt t="93778" x="5118100" y="2578100"/>
          <p14:tracePt t="93794" x="5219700" y="2622550"/>
          <p14:tracePt t="93811" x="5283200" y="2647950"/>
          <p14:tracePt t="93827" x="5314950" y="2673350"/>
          <p14:tracePt t="93844" x="5448300" y="2749550"/>
          <p14:tracePt t="93861" x="5518150" y="2806700"/>
          <p14:tracePt t="93877" x="5562600" y="2857500"/>
          <p14:tracePt t="93894" x="5689600" y="2984500"/>
          <p14:tracePt t="93911" x="5727700" y="3022600"/>
          <p14:tracePt t="93928" x="5765800" y="3079750"/>
          <p14:tracePt t="93944" x="5854700" y="3282950"/>
          <p14:tracePt t="93961" x="5892800" y="3359150"/>
          <p14:tracePt t="93978" x="5930900" y="3492500"/>
          <p14:tracePt t="93995" x="5930900" y="3511550"/>
          <p14:tracePt t="94011" x="5937250" y="3613150"/>
          <p14:tracePt t="94028" x="5943600" y="3695700"/>
          <p14:tracePt t="94044" x="5962650" y="3898900"/>
          <p14:tracePt t="94061" x="5962650" y="4038600"/>
          <p14:tracePt t="94077" x="5924550" y="4318000"/>
          <p14:tracePt t="94094" x="5924550" y="4368800"/>
          <p14:tracePt t="94111" x="5924550" y="4527550"/>
          <p14:tracePt t="94114" x="5892800" y="4711700"/>
          <p14:tracePt t="94128" x="5880100" y="4787900"/>
          <p14:tracePt t="94145" x="5810250" y="5124450"/>
          <p14:tracePt t="94161" x="5797550" y="5175250"/>
          <p14:tracePt t="94178" x="5778500" y="5314950"/>
          <p14:tracePt t="94194" x="5715000" y="5619750"/>
          <p14:tracePt t="94211" x="5702300" y="5727700"/>
          <p14:tracePt t="94228" x="5695950" y="5854700"/>
          <p14:tracePt t="94244" x="5670550" y="6026150"/>
          <p14:tracePt t="94261" x="5651500" y="6140450"/>
          <p14:tracePt t="94278" x="5638800" y="6210300"/>
          <p14:tracePt t="94294" x="5664200" y="6299200"/>
          <p14:tracePt t="94311" x="5689600" y="6330950"/>
          <p14:tracePt t="94327" x="5676900" y="6394450"/>
          <p14:tracePt t="94344" x="5670550" y="6407150"/>
          <p14:tracePt t="94361" x="5657850" y="6445250"/>
          <p14:tracePt t="94377" x="5651500" y="6470650"/>
          <p14:tracePt t="94394" x="5607050" y="6546850"/>
          <p14:tracePt t="94411" x="5588000" y="6565900"/>
          <p14:tracePt t="94428" x="5549900" y="6604000"/>
          <p14:tracePt t="94444" x="5492750" y="6673850"/>
          <p14:tracePt t="94461" x="5467350" y="6699250"/>
          <p14:tracePt t="94478" x="5435600" y="6724650"/>
          <p14:tracePt t="94495" x="5410200" y="6743700"/>
          <p14:tracePt t="94511" x="5403850" y="6750050"/>
          <p14:tracePt t="94528" x="5391150" y="6756400"/>
          <p14:tracePt t="94544" x="5384800" y="6762750"/>
          <p14:tracePt t="94561" x="5334000" y="6775450"/>
          <p14:tracePt t="94594" x="5295900" y="6794500"/>
          <p14:tracePt t="94611" x="5245100" y="6800850"/>
          <p14:tracePt t="94628" x="5232400" y="6807200"/>
          <p14:tracePt t="94644" x="5200650" y="6813550"/>
          <p14:tracePt t="94661" x="5162550" y="6819900"/>
          <p14:tracePt t="94678" x="5143500" y="6832600"/>
          <p14:tracePt t="94694" x="5099050" y="6838950"/>
          <p14:tracePt t="94711" x="5067300" y="6851650"/>
          <p14:tracePt t="94728" x="5048250" y="6851650"/>
          <p14:tracePt t="94744" x="4984750" y="6851650"/>
          <p14:tracePt t="94761" x="4940300" y="6851650"/>
          <p14:tracePt t="94778" x="4902200" y="6851650"/>
          <p14:tracePt t="94794" x="4845050" y="6851650"/>
          <p14:tracePt t="94811" x="4826000" y="6851650"/>
          <p14:tracePt t="94828" x="4768850" y="6851650"/>
          <p14:tracePt t="94844" x="4699000" y="6851650"/>
          <p14:tracePt t="94861" x="4648200" y="6851650"/>
          <p14:tracePt t="94878" x="4591050" y="6851650"/>
          <p14:tracePt t="94894" x="4514850" y="6838950"/>
          <p14:tracePt t="94912" x="4419600" y="6819900"/>
          <p14:tracePt t="94928" x="4406900" y="6813550"/>
          <p14:tracePt t="94944" x="4286250" y="6775450"/>
          <p14:tracePt t="94961" x="4235450" y="6762750"/>
          <p14:tracePt t="94978" x="4203700" y="6762750"/>
          <p14:tracePt t="94994" x="4121150" y="6743700"/>
          <p14:tracePt t="95011" x="4076700" y="6737350"/>
          <p14:tracePt t="95028" x="4032250" y="6731000"/>
          <p14:tracePt t="95044" x="3968750" y="6724650"/>
          <p14:tracePt t="95061" x="3937000" y="6724650"/>
          <p14:tracePt t="95077" x="3917950" y="6724650"/>
          <p14:tracePt t="95094" x="3835400" y="6724650"/>
          <p14:tracePt t="95111" x="3803650" y="6718300"/>
          <p14:tracePt t="95114" x="3771900" y="6718300"/>
          <p14:tracePt t="95128" x="3752850" y="6718300"/>
          <p14:tracePt t="95144" x="3683000" y="6718300"/>
          <p14:tracePt t="95161" x="3663950" y="6718300"/>
          <p14:tracePt t="95177" x="3638550" y="6718300"/>
          <p14:tracePt t="95194" x="3556000" y="6718300"/>
          <p14:tracePt t="95211" x="3543300" y="6718300"/>
          <p14:tracePt t="95227" x="3505200" y="6724650"/>
          <p14:tracePt t="95244" x="3467100" y="6724650"/>
          <p14:tracePt t="95261" x="3454400" y="6724650"/>
          <p14:tracePt t="95277" x="3429000" y="6724650"/>
          <p14:tracePt t="95294" x="3416300" y="6724650"/>
          <p14:tracePt t="95328" x="3409950" y="6724650"/>
          <p14:tracePt t="95344" x="3397250" y="6724650"/>
          <p14:tracePt t="95361" x="3397250" y="6718300"/>
          <p14:tracePt t="95385" x="3384550" y="6711950"/>
          <p14:tracePt t="95394" x="3378200" y="6699250"/>
          <p14:tracePt t="95411" x="3378200" y="6686550"/>
          <p14:tracePt t="95428" x="3378200" y="6635750"/>
          <p14:tracePt t="95444" x="3378200" y="6610350"/>
          <p14:tracePt t="95461" x="3397250" y="6565900"/>
          <p14:tracePt t="95478" x="3390900" y="6559550"/>
          <p14:tracePt t="95494" x="3390900" y="6534150"/>
          <p14:tracePt t="95511" x="3403600" y="6502400"/>
          <p14:tracePt t="95528" x="3397250" y="6477000"/>
          <p14:tracePt t="95544" x="3403600" y="6451600"/>
          <p14:tracePt t="95561" x="3416300" y="6451600"/>
          <p14:tracePt t="95577" x="3416300" y="6445250"/>
          <p14:tracePt t="95594" x="3422650" y="6438900"/>
          <p14:tracePt t="95753" x="3416300" y="6438900"/>
          <p14:tracePt t="95873" x="3416300" y="6445250"/>
          <p14:tracePt t="95896" x="3416300" y="6451600"/>
          <p14:tracePt t="96209" x="3422650" y="6451600"/>
          <p14:tracePt t="96529" x="3422650" y="6457950"/>
          <p14:tracePt t="103416" x="3416300" y="6457950"/>
          <p14:tracePt t="104785" x="3416300" y="6451600"/>
          <p14:tracePt t="104792" x="3403600" y="6451600"/>
          <p14:tracePt t="104817" x="3397250" y="6451600"/>
          <p14:tracePt t="104833" x="3390900" y="6451600"/>
          <p14:tracePt t="104889" x="3390900" y="6445250"/>
          <p14:tracePt t="104944" x="3390900" y="6432550"/>
          <p14:tracePt t="104961" x="3390900" y="6407150"/>
          <p14:tracePt t="104969" x="3390900" y="6375400"/>
          <p14:tracePt t="104977" x="3390900" y="6337300"/>
          <p14:tracePt t="104994" x="3390900" y="6261100"/>
          <p14:tracePt t="105011" x="3390900" y="6216650"/>
          <p14:tracePt t="105028" x="3397250" y="6108700"/>
          <p14:tracePt t="105044" x="3416300" y="6026150"/>
          <p14:tracePt t="105061" x="3441700" y="5943600"/>
          <p14:tracePt t="105077" x="3517900" y="5708650"/>
          <p14:tracePt t="105094" x="3536950" y="5664200"/>
          <p14:tracePt t="105111" x="3600450" y="5486400"/>
          <p14:tracePt t="105114" x="3670300" y="5226050"/>
          <p14:tracePt t="105128" x="3702050" y="5118100"/>
          <p14:tracePt t="105144" x="3816350" y="4800600"/>
          <p14:tracePt t="105161" x="3886200" y="4451350"/>
          <p14:tracePt t="105177" x="3905250" y="4387850"/>
          <p14:tracePt t="105194" x="3924300" y="4210050"/>
          <p14:tracePt t="105211" x="3962400" y="3930650"/>
          <p14:tracePt t="105227" x="3968750" y="3810000"/>
          <p14:tracePt t="105244" x="3949700" y="3670300"/>
          <p14:tracePt t="105261" x="3949700" y="3619500"/>
          <p14:tracePt t="105277" x="3949700" y="3600450"/>
          <p14:tracePt t="105294" x="3937000" y="3587750"/>
          <p14:tracePt t="105310" x="3937000" y="3575050"/>
          <p14:tracePt t="105344" x="3930650" y="3568700"/>
          <p14:tracePt t="105353" x="3917950" y="3562350"/>
          <p14:tracePt t="105401" x="3917950" y="3556000"/>
          <p14:tracePt t="105496" x="3937000" y="3562350"/>
          <p14:tracePt t="105505" x="3943350" y="3562350"/>
          <p14:tracePt t="105513" x="3956050" y="3562350"/>
          <p14:tracePt t="105527" x="3962400" y="3556000"/>
          <p14:tracePt t="105544" x="3994150" y="3467100"/>
          <p14:tracePt t="105561" x="4019550" y="3213100"/>
          <p14:tracePt t="105577" x="4013200" y="3155950"/>
          <p14:tracePt t="105595" x="4013200" y="3067050"/>
          <p14:tracePt t="105611" x="4000500" y="2921000"/>
          <p14:tracePt t="105627" x="4000500" y="2863850"/>
          <p14:tracePt t="105644" x="4000500" y="2832100"/>
          <p14:tracePt t="105661" x="4000500" y="2813050"/>
          <p14:tracePt t="105713" x="3994150" y="2813050"/>
          <p14:tracePt t="105729" x="3994150" y="2800350"/>
          <p14:tracePt t="105737" x="3987800" y="2800350"/>
          <p14:tracePt t="105745" x="3981450" y="2787650"/>
          <p14:tracePt t="105761" x="3975100" y="2787650"/>
          <p14:tracePt t="105777" x="3968750" y="2774950"/>
          <p14:tracePt t="105794" x="3943350" y="2749550"/>
          <p14:tracePt t="105811" x="3930650" y="2743200"/>
          <p14:tracePt t="105827" x="3905250" y="2736850"/>
          <p14:tracePt t="105844" x="3898900" y="2736850"/>
          <p14:tracePt t="105861" x="3886200" y="2730500"/>
          <p14:tracePt t="105877" x="3873500" y="2717800"/>
          <p14:tracePt t="105894" x="3860800" y="2711450"/>
          <p14:tracePt t="105911" x="3835400" y="2705100"/>
          <p14:tracePt t="105944" x="3803650" y="2698750"/>
          <p14:tracePt t="105961" x="3790950" y="2698750"/>
          <p14:tracePt t="105978" x="3765550" y="2698750"/>
          <p14:tracePt t="105994" x="3752850" y="2705100"/>
          <p14:tracePt t="106011" x="3740150" y="2705100"/>
          <p14:tracePt t="106027" x="3714750" y="2717800"/>
          <p14:tracePt t="106044" x="3708400" y="2717800"/>
          <p14:tracePt t="106061" x="3676650" y="2736850"/>
          <p14:tracePt t="106078" x="3657600" y="2755900"/>
          <p14:tracePt t="106094" x="3587750" y="2813050"/>
          <p14:tracePt t="106111" x="3556000" y="2863850"/>
          <p14:tracePt t="106114" x="3530600" y="2895600"/>
          <p14:tracePt t="106130" x="3479800" y="2984500"/>
          <p14:tracePt t="106144" x="3467100" y="3048000"/>
          <p14:tracePt t="106161" x="3429000" y="3149600"/>
          <p14:tracePt t="106178" x="3384550" y="3302000"/>
          <p14:tracePt t="106194" x="3359150" y="3416300"/>
          <p14:tracePt t="106210" x="3321050" y="3587750"/>
          <p14:tracePt t="106227" x="3308350" y="3695700"/>
          <p14:tracePt t="106244" x="3289300" y="3835400"/>
          <p14:tracePt t="106261" x="3295650" y="4114800"/>
          <p14:tracePt t="106277" x="3302000" y="4273550"/>
          <p14:tracePt t="106294" x="3302000" y="4324350"/>
          <p14:tracePt t="106310" x="3314700" y="4610100"/>
          <p14:tracePt t="106327" x="3327400" y="4730750"/>
          <p14:tracePt t="106344" x="3333750" y="4978400"/>
          <p14:tracePt t="106361" x="3340100" y="5080000"/>
          <p14:tracePt t="106377" x="3346450" y="5124450"/>
          <p14:tracePt t="106394" x="3371850" y="5302250"/>
          <p14:tracePt t="106411" x="3397250" y="5429250"/>
          <p14:tracePt t="106428" x="3403600" y="5549900"/>
          <p14:tracePt t="106444" x="3498850" y="5778500"/>
          <p14:tracePt t="106461" x="3505200" y="5822950"/>
          <p14:tracePt t="106477" x="3549650" y="5924550"/>
          <p14:tracePt t="106494" x="3581400" y="6038850"/>
          <p14:tracePt t="106511" x="3594100" y="6102350"/>
          <p14:tracePt t="106528" x="3606800" y="6153150"/>
          <p14:tracePt t="106544" x="3638550" y="6254750"/>
          <p14:tracePt t="106561" x="3644900" y="6318250"/>
          <p14:tracePt t="106577" x="3663950" y="6413500"/>
          <p14:tracePt t="106594" x="3676650" y="6464300"/>
          <p14:tracePt t="106611" x="3683000" y="6515100"/>
          <p14:tracePt t="106627" x="3771900" y="6610350"/>
          <p14:tracePt t="106644" x="3784600" y="6635750"/>
          <p14:tracePt t="106661" x="3822700" y="6711950"/>
          <p14:tracePt t="106677" x="3873500" y="6813550"/>
          <p14:tracePt t="106694" x="3905250" y="6851650"/>
          <p14:tracePt t="106711" x="3937000" y="6851650"/>
          <p14:tracePt t="106728" x="4013200" y="6851650"/>
          <p14:tracePt t="106744" x="4044950" y="6851650"/>
          <p14:tracePt t="106761" x="4076700" y="6851650"/>
          <p14:tracePt t="106778" x="4102100" y="6851650"/>
          <p14:tracePt t="106794" x="4191000" y="6851650"/>
          <p14:tracePt t="106811" x="4241800" y="6851650"/>
          <p14:tracePt t="106827" x="4273550" y="6851650"/>
          <p14:tracePt t="106844" x="4457700" y="6845300"/>
          <p14:tracePt t="106861" x="4591050" y="6845300"/>
          <p14:tracePt t="106877" x="4718050" y="6845300"/>
          <p14:tracePt t="106894" x="5016500" y="6851650"/>
          <p14:tracePt t="106911" x="5060950" y="6851650"/>
          <p14:tracePt t="106928" x="5270500" y="6851650"/>
          <p14:tracePt t="106944" x="5740400" y="6851650"/>
          <p14:tracePt t="106961" x="5937250" y="6851650"/>
          <p14:tracePt t="106977" x="6223000" y="6851650"/>
          <p14:tracePt t="106994" x="6286500" y="6851650"/>
          <p14:tracePt t="107011" x="6400800" y="6851650"/>
          <p14:tracePt t="107027" x="6477000" y="6851650"/>
          <p14:tracePt t="107044" x="6610350" y="6851650"/>
          <p14:tracePt t="107061" x="6661150" y="6838950"/>
          <p14:tracePt t="107077" x="6692900" y="6813550"/>
          <p14:tracePt t="107094" x="6718300" y="6788150"/>
          <p14:tracePt t="107111" x="6737350" y="6756400"/>
          <p14:tracePt t="107114" x="6737350" y="6731000"/>
          <p14:tracePt t="107128" x="6743700" y="6692900"/>
          <p14:tracePt t="107144" x="6762750" y="6527800"/>
          <p14:tracePt t="107161" x="6775450" y="6394450"/>
          <p14:tracePt t="107178" x="6775450" y="6337300"/>
          <p14:tracePt t="107194" x="6775450" y="6038850"/>
          <p14:tracePt t="107211" x="6775450" y="5873750"/>
          <p14:tracePt t="107228" x="6743700" y="5734050"/>
          <p14:tracePt t="107244" x="6642100" y="5391150"/>
          <p14:tracePt t="107261" x="6623050" y="5308600"/>
          <p14:tracePt t="107277" x="6578600" y="5143500"/>
          <p14:tracePt t="107294" x="6508750" y="4908550"/>
          <p14:tracePt t="107311" x="6470650" y="4794250"/>
          <p14:tracePt t="107328" x="6400800" y="4635500"/>
          <p14:tracePt t="107344" x="6388100" y="4584700"/>
          <p14:tracePt t="107361" x="6369050" y="4546600"/>
          <p14:tracePt t="107377" x="6362700" y="4495800"/>
          <p14:tracePt t="107394" x="6350000" y="4470400"/>
          <p14:tracePt t="107411" x="6343650" y="4451350"/>
          <p14:tracePt t="107448" x="6343650" y="4445000"/>
          <p14:tracePt t="107529" x="6337300" y="4445000"/>
          <p14:tracePt t="107617" x="6337300" y="4438650"/>
          <p14:tracePt t="107624" x="6324600" y="4425950"/>
          <p14:tracePt t="107633" x="6286500" y="4394200"/>
          <p14:tracePt t="107644" x="6261100" y="4349750"/>
          <p14:tracePt t="107661" x="6178550" y="4260850"/>
          <p14:tracePt t="107678" x="6165850" y="4235450"/>
          <p14:tracePt t="107694" x="6134100" y="4165600"/>
          <p14:tracePt t="107712" x="6064250" y="3937000"/>
          <p14:tracePt t="107728" x="6051550" y="3848100"/>
          <p14:tracePt t="107744" x="5899150" y="3371850"/>
          <p14:tracePt t="107761" x="5873750" y="3225800"/>
          <p14:tracePt t="107777" x="5848350" y="3124200"/>
          <p14:tracePt t="107794" x="5778500" y="2724150"/>
          <p14:tracePt t="107810" x="5772150" y="2597150"/>
          <p14:tracePt t="107827" x="5772150" y="2336800"/>
          <p14:tracePt t="107844" x="5765800" y="2228850"/>
          <p14:tracePt t="107861" x="5772150" y="2139950"/>
          <p14:tracePt t="107877" x="5772150" y="2089150"/>
          <p14:tracePt t="107894" x="5772150" y="2012950"/>
          <p14:tracePt t="107911" x="5772150" y="1987550"/>
          <p14:tracePt t="107928" x="5772150" y="1974850"/>
          <p14:tracePt t="107944" x="5772150" y="1968500"/>
          <p14:tracePt t="107961" x="5772150" y="1962150"/>
          <p14:tracePt t="107977" x="5759450" y="1943100"/>
          <p14:tracePt t="107994" x="5759450" y="1936750"/>
          <p14:tracePt t="108011" x="5727700" y="1917700"/>
          <p14:tracePt t="108027" x="5645150" y="1898650"/>
          <p14:tracePt t="108044" x="5543550" y="1873250"/>
          <p14:tracePt t="108061" x="5435600" y="1860550"/>
          <p14:tracePt t="108077" x="5207000" y="1847850"/>
          <p14:tracePt t="108094" x="5124450" y="1847850"/>
          <p14:tracePt t="108111" x="5022850" y="1847850"/>
          <p14:tracePt t="108115" x="4775200" y="1879600"/>
          <p14:tracePt t="108128" x="4737100" y="1879600"/>
          <p14:tracePt t="108144" x="4508500" y="1936750"/>
          <p14:tracePt t="108161" x="4451350" y="1949450"/>
          <p14:tracePt t="108178" x="4394200" y="1968500"/>
          <p14:tracePt t="108194" x="4241800" y="2038350"/>
          <p14:tracePt t="108211" x="4152900" y="2076450"/>
          <p14:tracePt t="108228" x="4000500" y="2152650"/>
          <p14:tracePt t="108244" x="3937000" y="2184400"/>
          <p14:tracePt t="108261" x="3810000" y="2260600"/>
          <p14:tracePt t="108277" x="3600450" y="2374900"/>
          <p14:tracePt t="108294" x="3511550" y="2413000"/>
          <p14:tracePt t="108311" x="3422650" y="2451100"/>
          <p14:tracePt t="108328" x="3371850" y="2470150"/>
          <p14:tracePt t="108344" x="3327400" y="2495550"/>
          <p14:tracePt t="108361" x="3314700" y="2501900"/>
          <p14:tracePt t="108377" x="3314700" y="2508250"/>
          <p14:tracePt t="108394" x="3314700" y="2514600"/>
          <p14:tracePt t="108411" x="3346450" y="2514600"/>
          <p14:tracePt t="108444" x="3346450" y="2520950"/>
          <p14:tracePt t="108461" x="3340100" y="2527300"/>
          <p14:tracePt t="108477" x="3333750" y="2540000"/>
          <p14:tracePt t="108494" x="3327400" y="2584450"/>
          <p14:tracePt t="108511" x="3321050" y="2628900"/>
          <p14:tracePt t="108528" x="3308350" y="2705100"/>
          <p14:tracePt t="108544" x="3251200" y="2933700"/>
          <p14:tracePt t="108561" x="3238500" y="2997200"/>
          <p14:tracePt t="108577" x="3219450" y="3086100"/>
          <p14:tracePt t="108594" x="3194050" y="3200400"/>
          <p14:tracePt t="108611" x="3181350" y="3213100"/>
          <p14:tracePt t="108944" x="3181350" y="3194050"/>
          <p14:tracePt t="108952" x="3155950" y="3130550"/>
          <p14:tracePt t="108961" x="3117850" y="3003550"/>
          <p14:tracePt t="108977" x="3009900" y="2628900"/>
          <p14:tracePt t="108994" x="2762250" y="1752600"/>
          <p14:tracePt t="109011" x="2609850" y="1422400"/>
          <p14:tracePt t="109027" x="2438400" y="1098550"/>
          <p14:tracePt t="109044" x="2006600" y="527050"/>
          <p14:tracePt t="109061" x="1733550" y="260350"/>
          <p14:tracePt t="109077" x="1543050" y="82550"/>
          <p14:tracePt t="109094" x="1282700" y="0"/>
          <p14:tracePt t="109111" x="1117600" y="0"/>
          <p14:tracePt t="109114" x="1041400" y="0"/>
          <p14:tracePt t="109128" x="1009650" y="0"/>
          <p14:tracePt t="109144" x="742950" y="0"/>
          <p14:tracePt t="109161" x="628650" y="0"/>
          <p14:tracePt t="109177" x="533400" y="0"/>
          <p14:tracePt t="109194" x="406400" y="0"/>
          <p14:tracePt t="109211" x="317500" y="0"/>
          <p14:tracePt t="109228" x="133350" y="0"/>
          <p14:tracePt t="109244" x="50800" y="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1.5 STANDARDS AND ADMINISTRATION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39939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levels of an RFC</a:t>
            </a:r>
          </a:p>
          <a:p>
            <a:pPr lvl="1"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</a:p>
          <a:p>
            <a:pPr lvl="1"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</a:t>
            </a:r>
          </a:p>
          <a:p>
            <a:pPr lvl="1"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Elective</a:t>
            </a:r>
          </a:p>
          <a:p>
            <a:pPr lvl="1"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</a:t>
            </a:r>
          </a:p>
          <a:p>
            <a:pPr lvl="1">
              <a:spcAft>
                <a:spcPts val="600"/>
              </a:spcAft>
            </a:pPr>
            <a:r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Recommended</a:t>
            </a:r>
          </a:p>
          <a:p>
            <a:pPr lvl="1"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ko-KR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Tm="42435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54" x="4413250" y="3721100"/>
          <p14:tracePt t="570" x="4413250" y="3708400"/>
          <p14:tracePt t="586" x="4413250" y="3695700"/>
          <p14:tracePt t="594" x="4413250" y="3657600"/>
          <p14:tracePt t="606" x="4451350" y="3587750"/>
          <p14:tracePt t="623" x="4540250" y="3289300"/>
          <p14:tracePt t="640" x="4610100" y="3136900"/>
          <p14:tracePt t="657" x="4654550" y="2959100"/>
          <p14:tracePt t="673" x="4654550" y="2787650"/>
          <p14:tracePt t="690" x="4622800" y="2082800"/>
          <p14:tracePt t="706" x="4521200" y="1739900"/>
          <p14:tracePt t="723" x="4286250" y="1352550"/>
          <p14:tracePt t="740" x="4121150" y="1219200"/>
          <p14:tracePt t="756" x="4019550" y="1149350"/>
          <p14:tracePt t="773" x="3714750" y="1009650"/>
          <p14:tracePt t="790" x="3613150" y="977900"/>
          <p14:tracePt t="806" x="3422650" y="927100"/>
          <p14:tracePt t="823" x="3333750" y="901700"/>
          <p14:tracePt t="840" x="3314700" y="895350"/>
          <p14:tracePt t="856" x="3225800" y="882650"/>
          <p14:tracePt t="859" x="3092450" y="876300"/>
          <p14:tracePt t="873" x="3086100" y="876300"/>
          <p14:tracePt t="890" x="2990850" y="869950"/>
          <p14:tracePt t="906" x="2921000" y="876300"/>
          <p14:tracePt t="923" x="2901950" y="876300"/>
          <p14:tracePt t="940" x="2889250" y="876300"/>
          <p14:tracePt t="1186" x="2895600" y="882650"/>
          <p14:tracePt t="1210" x="2895600" y="889000"/>
          <p14:tracePt t="1226" x="2901950" y="889000"/>
          <p14:tracePt t="1233" x="2908300" y="889000"/>
          <p14:tracePt t="1241" x="2908300" y="895350"/>
          <p14:tracePt t="1256" x="2908300" y="901700"/>
          <p14:tracePt t="1273" x="2927350" y="901700"/>
          <p14:tracePt t="1289" x="2952750" y="920750"/>
          <p14:tracePt t="1306" x="2978150" y="933450"/>
          <p14:tracePt t="1323" x="2984500" y="933450"/>
          <p14:tracePt t="1339" x="3022600" y="946150"/>
          <p14:tracePt t="1356" x="3111500" y="965200"/>
          <p14:tracePt t="1373" x="3162300" y="977900"/>
          <p14:tracePt t="1389" x="3238500" y="996950"/>
          <p14:tracePt t="1406" x="3359150" y="1009650"/>
          <p14:tracePt t="1423" x="3460750" y="1041400"/>
          <p14:tracePt t="1439" x="3581400" y="1073150"/>
          <p14:tracePt t="1456" x="3733800" y="1092200"/>
          <p14:tracePt t="1473" x="3822700" y="1111250"/>
          <p14:tracePt t="1490" x="3905250" y="1117600"/>
          <p14:tracePt t="1506" x="3956050" y="1136650"/>
          <p14:tracePt t="1523" x="3975100" y="1136650"/>
          <p14:tracePt t="1539" x="3994150" y="1143000"/>
          <p14:tracePt t="1573" x="4006850" y="1149350"/>
          <p14:tracePt t="1590" x="4013200" y="1149350"/>
          <p14:tracePt t="1606" x="4019550" y="1149350"/>
          <p14:tracePt t="1626" x="4025900" y="1149350"/>
          <p14:tracePt t="1642" x="4032250" y="1149350"/>
          <p14:tracePt t="1658" x="4051300" y="1149350"/>
          <p14:tracePt t="1673" x="4064000" y="1149350"/>
          <p14:tracePt t="1689" x="4083050" y="1155700"/>
          <p14:tracePt t="1706" x="4102100" y="1155700"/>
          <p14:tracePt t="1723" x="4127500" y="1155700"/>
          <p14:tracePt t="1740" x="4133850" y="1155700"/>
          <p14:tracePt t="1756" x="4140200" y="1149350"/>
          <p14:tracePt t="1773" x="4152900" y="1149350"/>
          <p14:tracePt t="1789" x="4159250" y="1149350"/>
          <p14:tracePt t="1898" x="4159250" y="1143000"/>
          <p14:tracePt t="1922" x="4171950" y="1143000"/>
          <p14:tracePt t="1938" x="4171950" y="1130300"/>
          <p14:tracePt t="1946" x="4184650" y="1130300"/>
          <p14:tracePt t="1956" x="4191000" y="1123950"/>
          <p14:tracePt t="1973" x="4222750" y="1111250"/>
          <p14:tracePt t="1990" x="4235450" y="1098550"/>
          <p14:tracePt t="2006" x="4254500" y="1098550"/>
          <p14:tracePt t="2023" x="4267200" y="1092200"/>
          <p14:tracePt t="2040" x="4286250" y="1085850"/>
          <p14:tracePt t="2056" x="4311650" y="1085850"/>
          <p14:tracePt t="2090" x="4337050" y="1079500"/>
          <p14:tracePt t="2106" x="4381500" y="1073150"/>
          <p14:tracePt t="2123" x="4400550" y="1073150"/>
          <p14:tracePt t="2140" x="4451350" y="1073150"/>
          <p14:tracePt t="2157" x="4521200" y="1073150"/>
          <p14:tracePt t="2173" x="4641850" y="1073150"/>
          <p14:tracePt t="2190" x="4648200" y="1073150"/>
          <p14:tracePt t="2206" x="4718050" y="1079500"/>
          <p14:tracePt t="2223" x="4730750" y="1079500"/>
          <p14:tracePt t="2239" x="4749800" y="1079500"/>
          <p14:tracePt t="2256" x="4762500" y="1079500"/>
          <p14:tracePt t="2273" x="4775200" y="1079500"/>
          <p14:tracePt t="2289" x="4781550" y="1066800"/>
          <p14:tracePt t="2306" x="4787900" y="1066800"/>
          <p14:tracePt t="2363" x="4794250" y="1066800"/>
          <p14:tracePt t="2842" x="4787900" y="1066800"/>
          <p14:tracePt t="2858" x="4775200" y="1073150"/>
          <p14:tracePt t="2882" x="4762500" y="1085850"/>
          <p14:tracePt t="2906" x="4730750" y="1085850"/>
          <p14:tracePt t="2930" x="4711700" y="1085850"/>
          <p14:tracePt t="2946" x="4699000" y="1098550"/>
          <p14:tracePt t="2970" x="4686300" y="1104900"/>
          <p14:tracePt t="3001" x="4679950" y="1104900"/>
          <p14:tracePt t="3010" x="4667250" y="1111250"/>
          <p14:tracePt t="3034" x="4660900" y="1111250"/>
          <p14:tracePt t="3299" x="4660900" y="1104900"/>
          <p14:tracePt t="3314" x="4660900" y="1092200"/>
          <p14:tracePt t="3330" x="4667250" y="1085850"/>
          <p14:tracePt t="3338" x="4667250" y="1073150"/>
          <p14:tracePt t="3363" x="4679950" y="1066800"/>
          <p14:tracePt t="3394" x="4686300" y="1060450"/>
          <p14:tracePt t="3426" x="4699000" y="1054100"/>
          <p14:tracePt t="3618" x="4673600" y="1054100"/>
          <p14:tracePt t="3626" x="4654550" y="1060450"/>
          <p14:tracePt t="3639" x="4635500" y="1066800"/>
          <p14:tracePt t="3656" x="4622800" y="1066800"/>
          <p14:tracePt t="3673" x="4502150" y="1073150"/>
          <p14:tracePt t="3689" x="4375150" y="1073150"/>
          <p14:tracePt t="3706" x="4324350" y="1073150"/>
          <p14:tracePt t="3723" x="4267200" y="1073150"/>
          <p14:tracePt t="3739" x="4260850" y="1073150"/>
          <p14:tracePt t="3773" x="4248150" y="1073150"/>
          <p14:tracePt t="3794" x="4248150" y="1085850"/>
          <p14:tracePt t="3806" x="4241800" y="1085850"/>
          <p14:tracePt t="3823" x="4222750" y="1098550"/>
          <p14:tracePt t="3839" x="4203700" y="1104900"/>
          <p14:tracePt t="3856" x="4197350" y="1111250"/>
          <p14:tracePt t="3873" x="4165600" y="1136650"/>
          <p14:tracePt t="3889" x="4127500" y="1162050"/>
          <p14:tracePt t="3906" x="4070350" y="1193800"/>
          <p14:tracePt t="3923" x="4044950" y="1206500"/>
          <p14:tracePt t="3940" x="4006850" y="1219200"/>
          <p14:tracePt t="4034" x="3994150" y="1219200"/>
          <p14:tracePt t="4058" x="4000500" y="1219200"/>
          <p14:tracePt t="4114" x="4006850" y="1219200"/>
          <p14:tracePt t="4138" x="4006850" y="1225550"/>
          <p14:tracePt t="4186" x="4013200" y="1231900"/>
          <p14:tracePt t="4274" x="4006850" y="1238250"/>
          <p14:tracePt t="4314" x="3994150" y="1244600"/>
          <p14:tracePt t="4322" x="3981450" y="1250950"/>
          <p14:tracePt t="4331" x="3943350" y="1257300"/>
          <p14:tracePt t="4339" x="3746500" y="1276350"/>
          <p14:tracePt t="4356" x="3530600" y="1270000"/>
          <p14:tracePt t="4373" x="3181350" y="1263650"/>
          <p14:tracePt t="4389" x="3003550" y="1250950"/>
          <p14:tracePt t="4406" x="2457450" y="1193800"/>
          <p14:tracePt t="4423" x="2209800" y="1162050"/>
          <p14:tracePt t="4440" x="1771650" y="1092200"/>
          <p14:tracePt t="4456" x="1644650" y="1073150"/>
          <p14:tracePt t="4473" x="1606550" y="1066800"/>
          <p14:tracePt t="4489" x="1352550" y="996950"/>
          <p14:tracePt t="4506" x="1282700" y="984250"/>
          <p14:tracePt t="4522" x="1193800" y="965200"/>
          <p14:tracePt t="4539" x="1149350" y="958850"/>
          <p14:tracePt t="4556" x="1136650" y="958850"/>
          <p14:tracePt t="4573" x="1111250" y="958850"/>
          <p14:tracePt t="4590" x="1047750" y="958850"/>
          <p14:tracePt t="4606" x="1009650" y="958850"/>
          <p14:tracePt t="4623" x="952500" y="958850"/>
          <p14:tracePt t="4639" x="927100" y="958850"/>
          <p14:tracePt t="4656" x="920750" y="958850"/>
          <p14:tracePt t="4698" x="914400" y="958850"/>
          <p14:tracePt t="4754" x="908050" y="958850"/>
          <p14:tracePt t="4826" x="908050" y="971550"/>
          <p14:tracePt t="4842" x="901700" y="984250"/>
          <p14:tracePt t="4858" x="895350" y="996950"/>
          <p14:tracePt t="4866" x="895350" y="1016000"/>
          <p14:tracePt t="4875" x="895350" y="1054100"/>
          <p14:tracePt t="4891" x="895350" y="1066800"/>
          <p14:tracePt t="4906" x="920750" y="1098550"/>
          <p14:tracePt t="4923" x="933450" y="1111250"/>
          <p14:tracePt t="4940" x="933450" y="1123950"/>
          <p14:tracePt t="5098" x="939800" y="1123950"/>
          <p14:tracePt t="5146" x="952500" y="1123950"/>
          <p14:tracePt t="5170" x="958850" y="1123950"/>
          <p14:tracePt t="5194" x="965200" y="1123950"/>
          <p14:tracePt t="5202" x="984250" y="1123950"/>
          <p14:tracePt t="5211" x="996950" y="1123950"/>
          <p14:tracePt t="5223" x="1003300" y="1123950"/>
          <p14:tracePt t="5240" x="1035050" y="1123950"/>
          <p14:tracePt t="5256" x="1047750" y="1123950"/>
          <p14:tracePt t="5273" x="1149350" y="1136650"/>
          <p14:tracePt t="5290" x="1282700" y="1155700"/>
          <p14:tracePt t="5306" x="1435100" y="1187450"/>
          <p14:tracePt t="5323" x="1543050" y="1193800"/>
          <p14:tracePt t="5339" x="1625600" y="1193800"/>
          <p14:tracePt t="5356" x="1809750" y="1200150"/>
          <p14:tracePt t="5373" x="2190750" y="1244600"/>
          <p14:tracePt t="5389" x="2501900" y="1244600"/>
          <p14:tracePt t="5406" x="2863850" y="1244600"/>
          <p14:tracePt t="5423" x="3022600" y="1244600"/>
          <p14:tracePt t="5439" x="3079750" y="1238250"/>
          <p14:tracePt t="5456" x="3143250" y="1231900"/>
          <p14:tracePt t="5473" x="3251200" y="1212850"/>
          <p14:tracePt t="5490" x="3302000" y="1200150"/>
          <p14:tracePt t="5506" x="3327400" y="1193800"/>
          <p14:tracePt t="5523" x="3340100" y="1187450"/>
          <p14:tracePt t="5540" x="3365500" y="1174750"/>
          <p14:tracePt t="5556" x="3435350" y="1155700"/>
          <p14:tracePt t="5589" x="3441700" y="1149350"/>
          <p14:tracePt t="5690" x="3454400" y="1149350"/>
          <p14:tracePt t="5762" x="3397250" y="1149350"/>
          <p14:tracePt t="5770" x="3340100" y="1149350"/>
          <p14:tracePt t="5778" x="3276600" y="1149350"/>
          <p14:tracePt t="5789" x="3206750" y="1143000"/>
          <p14:tracePt t="5806" x="3105150" y="1143000"/>
          <p14:tracePt t="5823" x="2692400" y="1085850"/>
          <p14:tracePt t="5840" x="2470150" y="1073150"/>
          <p14:tracePt t="5856" x="2051050" y="1073150"/>
          <p14:tracePt t="5858" x="1955800" y="1073150"/>
          <p14:tracePt t="5873" x="1854200" y="1073150"/>
          <p14:tracePt t="5889" x="1701800" y="1079500"/>
          <p14:tracePt t="5906" x="1422400" y="1092200"/>
          <p14:tracePt t="5923" x="1320800" y="1092200"/>
          <p14:tracePt t="5939" x="1244600" y="1098550"/>
          <p14:tracePt t="5956" x="1149350" y="1098550"/>
          <p14:tracePt t="5973" x="1136650" y="1098550"/>
          <p14:tracePt t="5990" x="1130300" y="1098550"/>
          <p14:tracePt t="6006" x="1117600" y="1104900"/>
          <p14:tracePt t="6023" x="1104900" y="1104900"/>
          <p14:tracePt t="6040" x="1098550" y="1104900"/>
          <p14:tracePt t="6056" x="1085850" y="1104900"/>
          <p14:tracePt t="6073" x="1073150" y="1104900"/>
          <p14:tracePt t="6090" x="1028700" y="1117600"/>
          <p14:tracePt t="6106" x="996950" y="1123950"/>
          <p14:tracePt t="6123" x="977900" y="1130300"/>
          <p14:tracePt t="6140" x="958850" y="1143000"/>
          <p14:tracePt t="6156" x="952500" y="1143000"/>
          <p14:tracePt t="6173" x="933450" y="1143000"/>
          <p14:tracePt t="6206" x="927100" y="1143000"/>
          <p14:tracePt t="6223" x="914400" y="1143000"/>
          <p14:tracePt t="6239" x="908050" y="1143000"/>
          <p14:tracePt t="6256" x="895350" y="1130300"/>
          <p14:tracePt t="6273" x="882650" y="1123950"/>
          <p14:tracePt t="6290" x="863600" y="1111250"/>
          <p14:tracePt t="6306" x="850900" y="1111250"/>
          <p14:tracePt t="6323" x="838200" y="1111250"/>
          <p14:tracePt t="6340" x="831850" y="1111250"/>
          <p14:tracePt t="6356" x="806450" y="1104900"/>
          <p14:tracePt t="6373" x="774700" y="1104900"/>
          <p14:tracePt t="6389" x="755650" y="1104900"/>
          <p14:tracePt t="6406" x="742950" y="1104900"/>
          <p14:tracePt t="6439" x="736600" y="1104900"/>
          <p14:tracePt t="6456" x="730250" y="1104900"/>
          <p14:tracePt t="6482" x="723900" y="1104900"/>
          <p14:tracePt t="6490" x="704850" y="1098550"/>
          <p14:tracePt t="6506" x="692150" y="1085850"/>
          <p14:tracePt t="6523" x="679450" y="1085850"/>
          <p14:tracePt t="6539" x="660400" y="1079500"/>
          <p14:tracePt t="6556" x="635000" y="1054100"/>
          <p14:tracePt t="6573" x="609600" y="1047750"/>
          <p14:tracePt t="6589" x="603250" y="1035050"/>
          <p14:tracePt t="6606" x="590550" y="1035050"/>
          <p14:tracePt t="6639" x="584200" y="1028700"/>
          <p14:tracePt t="9810" x="584200" y="1035050"/>
          <p14:tracePt t="9818" x="596900" y="1047750"/>
          <p14:tracePt t="9826" x="622300" y="1060450"/>
          <p14:tracePt t="9839" x="666750" y="1079500"/>
          <p14:tracePt t="9856" x="673100" y="1092200"/>
          <p14:tracePt t="9873" x="685800" y="1111250"/>
          <p14:tracePt t="9890" x="704850" y="1130300"/>
          <p14:tracePt t="9906" x="723900" y="1136650"/>
          <p14:tracePt t="9923" x="736600" y="1155700"/>
          <p14:tracePt t="9939" x="736600" y="1162050"/>
          <p14:tracePt t="9956" x="749300" y="1181100"/>
          <p14:tracePt t="9973" x="768350" y="1212850"/>
          <p14:tracePt t="9990" x="774700" y="1225550"/>
          <p14:tracePt t="10006" x="774700" y="1238250"/>
          <p14:tracePt t="10022" x="781050" y="1244600"/>
          <p14:tracePt t="10039" x="787400" y="1270000"/>
          <p14:tracePt t="10056" x="787400" y="1282700"/>
          <p14:tracePt t="10073" x="793750" y="1289050"/>
          <p14:tracePt t="10089" x="819150" y="1314450"/>
          <p14:tracePt t="10106" x="825500" y="1327150"/>
          <p14:tracePt t="10123" x="831850" y="1339850"/>
          <p14:tracePt t="10139" x="844550" y="1365250"/>
          <p14:tracePt t="10156" x="857250" y="1377950"/>
          <p14:tracePt t="10173" x="863600" y="1390650"/>
          <p14:tracePt t="10190" x="889000" y="1422400"/>
          <p14:tracePt t="10206" x="908050" y="1447800"/>
          <p14:tracePt t="10223" x="927100" y="1473200"/>
          <p14:tracePt t="10240" x="933450" y="1498600"/>
          <p14:tracePt t="10256" x="933450" y="1504950"/>
          <p14:tracePt t="10273" x="933450" y="1536700"/>
          <p14:tracePt t="10290" x="933450" y="1587500"/>
          <p14:tracePt t="10306" x="933450" y="1612900"/>
          <p14:tracePt t="10323" x="946150" y="1644650"/>
          <p14:tracePt t="10339" x="946150" y="1663700"/>
          <p14:tracePt t="10356" x="958850" y="1670050"/>
          <p14:tracePt t="10482" x="958850" y="1663700"/>
          <p14:tracePt t="10491" x="958850" y="1657350"/>
          <p14:tracePt t="10506" x="958850" y="1638300"/>
          <p14:tracePt t="10523" x="958850" y="1631950"/>
          <p14:tracePt t="10539" x="965200" y="1568450"/>
          <p14:tracePt t="10556" x="971550" y="1549400"/>
          <p14:tracePt t="10573" x="971550" y="1524000"/>
          <p14:tracePt t="10589" x="977900" y="1498600"/>
          <p14:tracePt t="10606" x="990600" y="1479550"/>
          <p14:tracePt t="10623" x="990600" y="1466850"/>
          <p14:tracePt t="10639" x="1003300" y="1454150"/>
          <p14:tracePt t="10656" x="1009650" y="1441450"/>
          <p14:tracePt t="12914" x="1009650" y="1435100"/>
          <p14:tracePt t="13482" x="1016000" y="1435100"/>
          <p14:tracePt t="13498" x="1016000" y="1441450"/>
          <p14:tracePt t="13507" x="1016000" y="1454150"/>
          <p14:tracePt t="13523" x="1016000" y="1460500"/>
          <p14:tracePt t="13539" x="1016000" y="1492250"/>
          <p14:tracePt t="13556" x="1022350" y="1511300"/>
          <p14:tracePt t="13572" x="1022350" y="1536700"/>
          <p14:tracePt t="13589" x="1022350" y="1549400"/>
          <p14:tracePt t="13606" x="1028700" y="1600200"/>
          <p14:tracePt t="13623" x="1028700" y="1612900"/>
          <p14:tracePt t="13639" x="1035050" y="1682750"/>
          <p14:tracePt t="13656" x="1041400" y="1720850"/>
          <p14:tracePt t="13673" x="1041400" y="1733550"/>
          <p14:tracePt t="13689" x="1041400" y="1803400"/>
          <p14:tracePt t="13706" x="1066800" y="1822450"/>
          <p14:tracePt t="13723" x="1066800" y="1854200"/>
          <p14:tracePt t="13739" x="1060450" y="1885950"/>
          <p14:tracePt t="13756" x="1054100" y="1905000"/>
          <p14:tracePt t="13773" x="1054100" y="1949450"/>
          <p14:tracePt t="13789" x="1047750" y="2000250"/>
          <p14:tracePt t="13806" x="1047750" y="2025650"/>
          <p14:tracePt t="13823" x="1047750" y="2057400"/>
          <p14:tracePt t="13839" x="1047750" y="2063750"/>
          <p14:tracePt t="13856" x="1047750" y="2070100"/>
          <p14:tracePt t="13873" x="1047750" y="2076450"/>
          <p14:tracePt t="14058" x="1047750" y="2070100"/>
          <p14:tracePt t="14082" x="1047750" y="2063750"/>
          <p14:tracePt t="14091" x="1047750" y="2057400"/>
          <p14:tracePt t="14099" x="1047750" y="2051050"/>
          <p14:tracePt t="14114" x="1047750" y="2038350"/>
          <p14:tracePt t="14131" x="1047750" y="2025650"/>
          <p14:tracePt t="14139" x="1047750" y="2019300"/>
          <p14:tracePt t="14156" x="1047750" y="1981200"/>
          <p14:tracePt t="14173" x="1047750" y="1968500"/>
          <p14:tracePt t="14190" x="1047750" y="1949450"/>
          <p14:tracePt t="14206" x="1047750" y="1943100"/>
          <p14:tracePt t="14240" x="1047750" y="1936750"/>
          <p14:tracePt t="16538" x="1054100" y="1936750"/>
          <p14:tracePt t="16553" x="1054100" y="1949450"/>
          <p14:tracePt t="16570" x="1054100" y="1968500"/>
          <p14:tracePt t="16578" x="1060450" y="1974850"/>
          <p14:tracePt t="16594" x="1060450" y="1993900"/>
          <p14:tracePt t="16606" x="1060450" y="2006600"/>
          <p14:tracePt t="16623" x="1060450" y="2032000"/>
          <p14:tracePt t="16639" x="1060450" y="2076450"/>
          <p14:tracePt t="16657" x="1060450" y="2108200"/>
          <p14:tracePt t="16673" x="1060450" y="2120900"/>
          <p14:tracePt t="16689" x="1047750" y="2203450"/>
          <p14:tracePt t="16706" x="1041400" y="2241550"/>
          <p14:tracePt t="16723" x="1028700" y="2286000"/>
          <p14:tracePt t="16739" x="1016000" y="2324100"/>
          <p14:tracePt t="16756" x="1016000" y="2330450"/>
          <p14:tracePt t="16773" x="1016000" y="2355850"/>
          <p14:tracePt t="16789" x="1016000" y="2368550"/>
          <p14:tracePt t="16806" x="1016000" y="2374900"/>
          <p14:tracePt t="16823" x="1016000" y="2381250"/>
          <p14:tracePt t="16898" x="1016000" y="2387600"/>
          <p14:tracePt t="16962" x="1022350" y="2393950"/>
          <p14:tracePt t="16978" x="1022350" y="2400300"/>
          <p14:tracePt t="16994" x="1022350" y="2406650"/>
          <p14:tracePt t="17018" x="1016000" y="2413000"/>
          <p14:tracePt t="17026" x="1016000" y="2419350"/>
          <p14:tracePt t="17039" x="1016000" y="2425700"/>
          <p14:tracePt t="17058" x="1016000" y="2432050"/>
          <p14:tracePt t="17106" x="1022350" y="2432050"/>
          <p14:tracePt t="17122" x="1035050" y="2432050"/>
          <p14:tracePt t="17146" x="1041400" y="2432050"/>
          <p14:tracePt t="17154" x="1047750" y="2432050"/>
          <p14:tracePt t="17178" x="1054100" y="2432050"/>
          <p14:tracePt t="17226" x="1073150" y="2425700"/>
          <p14:tracePt t="17426" x="1073150" y="2419350"/>
          <p14:tracePt t="17442" x="1073150" y="2413000"/>
          <p14:tracePt t="17458" x="1073150" y="2406650"/>
          <p14:tracePt t="17474" x="1066800" y="2393950"/>
          <p14:tracePt t="17506" x="1060450" y="2381250"/>
          <p14:tracePt t="17522" x="1041400" y="2381250"/>
          <p14:tracePt t="17594" x="1035050" y="2374900"/>
          <p14:tracePt t="17634" x="1035050" y="2368550"/>
          <p14:tracePt t="17665" x="1028700" y="2368550"/>
          <p14:tracePt t="19689" x="1028700" y="2362200"/>
          <p14:tracePt t="22162" x="1035050" y="2362200"/>
          <p14:tracePt t="22194" x="1035050" y="2368550"/>
          <p14:tracePt t="22201" x="1035050" y="2374900"/>
          <p14:tracePt t="22217" x="1041400" y="2381250"/>
          <p14:tracePt t="22225" x="1041400" y="2387600"/>
          <p14:tracePt t="22239" x="1054100" y="2393950"/>
          <p14:tracePt t="22256" x="1060450" y="2419350"/>
          <p14:tracePt t="22272" x="1060450" y="2425700"/>
          <p14:tracePt t="22289" x="1066800" y="2457450"/>
          <p14:tracePt t="22306" x="1066800" y="2476500"/>
          <p14:tracePt t="22322" x="1073150" y="2489200"/>
          <p14:tracePt t="22339" x="1066800" y="2514600"/>
          <p14:tracePt t="22356" x="1066800" y="2520950"/>
          <p14:tracePt t="22372" x="1060450" y="2533650"/>
          <p14:tracePt t="22389" x="1060450" y="2540000"/>
          <p14:tracePt t="22406" x="1054100" y="2559050"/>
          <p14:tracePt t="22422" x="1041400" y="2590800"/>
          <p14:tracePt t="22439" x="1041400" y="2603500"/>
          <p14:tracePt t="22456" x="1041400" y="2628900"/>
          <p14:tracePt t="22472" x="1035050" y="2667000"/>
          <p14:tracePt t="22489" x="1028700" y="2692400"/>
          <p14:tracePt t="22506" x="1016000" y="2705100"/>
          <p14:tracePt t="22522" x="1016000" y="2724150"/>
          <p14:tracePt t="22539" x="1009650" y="2730500"/>
          <p14:tracePt t="22556" x="1009650" y="2736850"/>
          <p14:tracePt t="22572" x="1003300" y="2749550"/>
          <p14:tracePt t="22589" x="1003300" y="2755900"/>
          <p14:tracePt t="22606" x="1003300" y="2762250"/>
          <p14:tracePt t="22623" x="1003300" y="2768600"/>
          <p14:tracePt t="22639" x="996950" y="2774950"/>
          <p14:tracePt t="22656" x="990600" y="2794000"/>
          <p14:tracePt t="22673" x="990600" y="2800350"/>
          <p14:tracePt t="22689" x="984250" y="2813050"/>
          <p14:tracePt t="23058" x="996950" y="2813050"/>
          <p14:tracePt t="23090" x="1003300" y="2813050"/>
          <p14:tracePt t="23114" x="1009650" y="2813050"/>
          <p14:tracePt t="23137" x="1016000" y="2813050"/>
          <p14:tracePt t="23145" x="1022350" y="2813050"/>
          <p14:tracePt t="25394" x="1022350" y="2825750"/>
          <p14:tracePt t="25410" x="1028700" y="2825750"/>
          <p14:tracePt t="25418" x="1028700" y="2832100"/>
          <p14:tracePt t="25442" x="1028700" y="2844800"/>
          <p14:tracePt t="25458" x="1028700" y="2857500"/>
          <p14:tracePt t="25474" x="1028700" y="2870200"/>
          <p14:tracePt t="25482" x="1028700" y="2876550"/>
          <p14:tracePt t="25490" x="1035050" y="2882900"/>
          <p14:tracePt t="25506" x="1035050" y="2895600"/>
          <p14:tracePt t="25530" x="1035050" y="2901950"/>
          <p14:tracePt t="25539" x="1035050" y="2914650"/>
          <p14:tracePt t="25556" x="1041400" y="2940050"/>
          <p14:tracePt t="25573" x="1041400" y="2965450"/>
          <p14:tracePt t="25590" x="1041400" y="2971800"/>
          <p14:tracePt t="25606" x="1041400" y="2984500"/>
          <p14:tracePt t="25623" x="1035050" y="3003550"/>
          <p14:tracePt t="25639" x="1028700" y="3022600"/>
          <p14:tracePt t="25656" x="1028700" y="3035300"/>
          <p14:tracePt t="25673" x="1035050" y="3041650"/>
          <p14:tracePt t="25689" x="1035050" y="3067050"/>
          <p14:tracePt t="25706" x="1035050" y="3079750"/>
          <p14:tracePt t="25723" x="1035050" y="3086100"/>
          <p14:tracePt t="25739" x="1028700" y="3111500"/>
          <p14:tracePt t="25756" x="1028700" y="3117850"/>
          <p14:tracePt t="25773" x="1022350" y="3162300"/>
          <p14:tracePt t="25789" x="1016000" y="3175000"/>
          <p14:tracePt t="25806" x="1003300" y="3200400"/>
          <p14:tracePt t="25822" x="996950" y="3244850"/>
          <p14:tracePt t="25839" x="996950" y="3257550"/>
          <p14:tracePt t="25856" x="990600" y="3270250"/>
          <p14:tracePt t="25857" x="990600" y="3276600"/>
          <p14:tracePt t="25872" x="990600" y="3282950"/>
          <p14:tracePt t="25890" x="984250" y="3289300"/>
          <p14:tracePt t="31914" x="984250" y="3295650"/>
          <p14:tracePt t="34858" x="984250" y="3282950"/>
          <p14:tracePt t="34882" x="977900" y="3276600"/>
          <p14:tracePt t="34921" x="984250" y="3276600"/>
          <p14:tracePt t="35066" x="977900" y="3276600"/>
          <p14:tracePt t="35074" x="984250" y="3276600"/>
          <p14:tracePt t="35130" x="990600" y="3263900"/>
          <p14:tracePt t="35146" x="990600" y="3257550"/>
          <p14:tracePt t="35154" x="996950" y="3251200"/>
          <p14:tracePt t="35162" x="1009650" y="3251200"/>
          <p14:tracePt t="35173" x="1016000" y="3244850"/>
          <p14:tracePt t="35189" x="1041400" y="3238500"/>
          <p14:tracePt t="35222" x="1054100" y="3232150"/>
          <p14:tracePt t="35240" x="1066800" y="3232150"/>
          <p14:tracePt t="35256" x="1079500" y="3219450"/>
          <p14:tracePt t="35272" x="1085850" y="3219450"/>
          <p14:tracePt t="35802" x="1085850" y="3213100"/>
          <p14:tracePt t="35810" x="1085850" y="3200400"/>
          <p14:tracePt t="35826" x="1073150" y="3181350"/>
          <p14:tracePt t="35839" x="1066800" y="3155950"/>
          <p14:tracePt t="35856" x="1022350" y="3035300"/>
          <p14:tracePt t="35858" x="1009650" y="3009900"/>
          <p14:tracePt t="35872" x="1003300" y="2990850"/>
          <p14:tracePt t="35889" x="990600" y="2933700"/>
          <p14:tracePt t="36066" x="990600" y="2946400"/>
          <p14:tracePt t="36074" x="990600" y="2952750"/>
          <p14:tracePt t="36089" x="984250" y="2984500"/>
          <p14:tracePt t="36106" x="977900" y="3028950"/>
          <p14:tracePt t="36123" x="971550" y="3073400"/>
          <p14:tracePt t="36139" x="965200" y="3092450"/>
          <p14:tracePt t="36156" x="927100" y="3181350"/>
          <p14:tracePt t="36173" x="908050" y="3225800"/>
          <p14:tracePt t="36189" x="908050" y="3244850"/>
          <p14:tracePt t="36206" x="895350" y="3282950"/>
          <p14:tracePt t="36223" x="895350" y="3302000"/>
          <p14:tracePt t="36256" x="876300" y="3314700"/>
          <p14:tracePt t="36289" x="869950" y="3321050"/>
          <p14:tracePt t="36370" x="869950" y="3333750"/>
          <p14:tracePt t="36394" x="869950" y="3340100"/>
          <p14:tracePt t="36402" x="869950" y="3346450"/>
          <p14:tracePt t="36410" x="863600" y="3352800"/>
          <p14:tracePt t="36610" x="863600" y="3340100"/>
          <p14:tracePt t="36618" x="863600" y="3333750"/>
          <p14:tracePt t="36626" x="863600" y="3327400"/>
          <p14:tracePt t="36650" x="863600" y="3321050"/>
          <p14:tracePt t="36658" x="869950" y="3302000"/>
          <p14:tracePt t="36673" x="869950" y="3289300"/>
          <p14:tracePt t="36689" x="869950" y="3270250"/>
          <p14:tracePt t="36722" x="869950" y="3263900"/>
          <p14:tracePt t="36746" x="869950" y="3257550"/>
          <p14:tracePt t="36786" x="863600" y="3251200"/>
          <p14:tracePt t="37090" x="857250" y="3251200"/>
          <p14:tracePt t="37202" x="857250" y="3257550"/>
          <p14:tracePt t="37819" x="857250" y="3251200"/>
          <p14:tracePt t="37842" x="850900" y="3238500"/>
          <p14:tracePt t="37849" x="844550" y="3232150"/>
          <p14:tracePt t="37858" x="831850" y="3219450"/>
          <p14:tracePt t="37873" x="825500" y="3206750"/>
          <p14:tracePt t="37889" x="781050" y="3130550"/>
          <p14:tracePt t="37906" x="768350" y="3111500"/>
          <p14:tracePt t="37923" x="749300" y="3098800"/>
          <p14:tracePt t="37939" x="736600" y="3086100"/>
          <p14:tracePt t="37956" x="723900" y="3073400"/>
          <p14:tracePt t="37973" x="698500" y="3022600"/>
          <p14:tracePt t="37989" x="685800" y="3016250"/>
          <p14:tracePt t="38006" x="666750" y="2990850"/>
          <p14:tracePt t="38039" x="660400" y="2990850"/>
          <p14:tracePt t="38458" x="654050" y="2990850"/>
          <p14:tracePt t="38497" x="647700" y="2990850"/>
          <p14:tracePt t="38506" x="641350" y="2997200"/>
          <p14:tracePt t="38538" x="635000" y="2997200"/>
          <p14:tracePt t="38546" x="628650" y="3003550"/>
          <p14:tracePt t="38556" x="622300" y="3003550"/>
          <p14:tracePt t="38572" x="609600" y="3003550"/>
          <p14:tracePt t="38589" x="584200" y="3003550"/>
          <p14:tracePt t="38606" x="552450" y="3009900"/>
          <p14:tracePt t="38623" x="476250" y="3009900"/>
          <p14:tracePt t="38639" x="406400" y="3003550"/>
          <p14:tracePt t="38656" x="368300" y="2997200"/>
          <p14:tracePt t="38673" x="177800" y="296545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1.5 STANDARDS AND ADMINISTRATION</a:t>
            </a:r>
            <a:endParaRPr lang="en-US" altLang="ko-KR" sz="2000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4175" y="765175"/>
            <a:ext cx="8429625" cy="5616575"/>
          </a:xfrm>
        </p:spPr>
        <p:txBody>
          <a:bodyPr/>
          <a:lstStyle/>
          <a:p>
            <a:pPr marL="0" indent="0">
              <a:spcAft>
                <a:spcPts val="600"/>
              </a:spcAft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1.5.2 Internet Administration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Internet Society (ISOC)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Internet Architecture Board (IAB)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IETF (Internet Engineering Task Force)</a:t>
            </a:r>
          </a:p>
          <a:p>
            <a:pPr>
              <a:spcAft>
                <a:spcPts val="600"/>
              </a:spcAft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IRTF (Internet Research Task Force)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3470275"/>
            <a:ext cx="6913562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 advTm="636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3094" x="1822450" y="2444750"/>
          <p14:tracePt t="3125" x="1835150" y="2444750"/>
          <p14:tracePt t="3177" x="1841500" y="2444750"/>
          <p14:tracePt t="3185" x="1841500" y="2438400"/>
          <p14:tracePt t="3193" x="1847850" y="2432050"/>
          <p14:tracePt t="3208" x="1847850" y="2419350"/>
          <p14:tracePt t="3225" x="1847850" y="2374900"/>
          <p14:tracePt t="3241" x="1835150" y="2235200"/>
          <p14:tracePt t="3258" x="1809750" y="2152650"/>
          <p14:tracePt t="3275" x="1739900" y="1949450"/>
          <p14:tracePt t="3292" x="1701800" y="1866900"/>
          <p14:tracePt t="3308" x="1670050" y="1822450"/>
          <p14:tracePt t="3325" x="1581150" y="1593850"/>
          <p14:tracePt t="3342" x="1492250" y="1466850"/>
          <p14:tracePt t="3358" x="1371600" y="1333500"/>
          <p14:tracePt t="3375" x="1092200" y="1117600"/>
          <p14:tracePt t="3392" x="971550" y="1047750"/>
          <p14:tracePt t="3409" x="787400" y="933450"/>
          <p14:tracePt t="3425" x="355600" y="723900"/>
          <p14:tracePt t="3442" x="222250" y="704850"/>
          <p14:tracePt t="3459" x="95250" y="692150"/>
          <p14:tracePt t="3475" x="63500" y="692150"/>
          <p14:tracePt t="3492" x="44450" y="704850"/>
          <p14:tracePt t="3508" x="12700" y="730250"/>
          <p14:tracePt t="3525" x="0" y="742950"/>
          <p14:tracePt t="3786" x="19050" y="914400"/>
          <p14:tracePt t="3794" x="31750" y="927100"/>
          <p14:tracePt t="3801" x="50800" y="933450"/>
          <p14:tracePt t="3810" x="69850" y="939800"/>
          <p14:tracePt t="3825" x="82550" y="958850"/>
          <p14:tracePt t="3842" x="146050" y="984250"/>
          <p14:tracePt t="3858" x="177800" y="1003300"/>
          <p14:tracePt t="3875" x="196850" y="1016000"/>
          <p14:tracePt t="3891" x="260350" y="1047750"/>
          <p14:tracePt t="3908" x="285750" y="1066800"/>
          <p14:tracePt t="3925" x="330200" y="1085850"/>
          <p14:tracePt t="3941" x="342900" y="1092200"/>
          <p14:tracePt t="4017" x="342900" y="1104900"/>
          <p14:tracePt t="4025" x="349250" y="1104900"/>
          <p14:tracePt t="4041" x="349250" y="1117600"/>
          <p14:tracePt t="4050" x="349250" y="1123950"/>
          <p14:tracePt t="4058" x="349250" y="1136650"/>
          <p14:tracePt t="4075" x="349250" y="1155700"/>
          <p14:tracePt t="4092" x="349250" y="1187450"/>
          <p14:tracePt t="4109" x="355600" y="1263650"/>
          <p14:tracePt t="4125" x="355600" y="1308100"/>
          <p14:tracePt t="4142" x="368300" y="1371600"/>
          <p14:tracePt t="4158" x="400050" y="1441450"/>
          <p14:tracePt t="4175" x="400050" y="1454150"/>
          <p14:tracePt t="4192" x="412750" y="1479550"/>
          <p14:tracePt t="4208" x="419100" y="1511300"/>
          <p14:tracePt t="4225" x="419100" y="1517650"/>
          <p14:tracePt t="4242" x="431800" y="1517650"/>
          <p14:tracePt t="4258" x="431800" y="1524000"/>
          <p14:tracePt t="4321" x="438150" y="1530350"/>
          <p14:tracePt t="4330" x="438150" y="1536700"/>
          <p14:tracePt t="4346" x="444500" y="1536700"/>
          <p14:tracePt t="4362" x="469900" y="1549400"/>
          <p14:tracePt t="4369" x="469900" y="1555750"/>
          <p14:tracePt t="4378" x="476250" y="1562100"/>
          <p14:tracePt t="4394" x="488950" y="1568450"/>
          <p14:tracePt t="4409" x="501650" y="1568450"/>
          <p14:tracePt t="4425" x="546100" y="1581150"/>
          <p14:tracePt t="4459" x="565150" y="1587500"/>
          <p14:tracePt t="4475" x="577850" y="1587500"/>
          <p14:tracePt t="9617" x="590550" y="1587500"/>
          <p14:tracePt t="9649" x="584200" y="1587500"/>
          <p14:tracePt t="9657" x="584200" y="1600200"/>
          <p14:tracePt t="9673" x="590550" y="1612900"/>
          <p14:tracePt t="9681" x="603250" y="1631950"/>
          <p14:tracePt t="9692" x="603250" y="1651000"/>
          <p14:tracePt t="9709" x="603250" y="1701800"/>
          <p14:tracePt t="9725" x="603250" y="1708150"/>
          <p14:tracePt t="9742" x="603250" y="1733550"/>
          <p14:tracePt t="9758" x="666750" y="1752600"/>
          <p14:tracePt t="9775" x="654050" y="1790700"/>
          <p14:tracePt t="9792" x="647700" y="1822450"/>
          <p14:tracePt t="9825" x="641350" y="1841500"/>
          <p14:tracePt t="9842" x="641350" y="1860550"/>
          <p14:tracePt t="9858" x="635000" y="1879600"/>
          <p14:tracePt t="9875" x="628650" y="1892300"/>
          <p14:tracePt t="9892" x="628650" y="1898650"/>
          <p14:tracePt t="9909" x="628650" y="1924050"/>
          <p14:tracePt t="9925" x="628650" y="1936750"/>
          <p14:tracePt t="9942" x="622300" y="1955800"/>
          <p14:tracePt t="9958" x="622300" y="1968500"/>
          <p14:tracePt t="9975" x="622300" y="1974850"/>
          <p14:tracePt t="9992" x="615950" y="1987550"/>
          <p14:tracePt t="10009" x="615950" y="2000250"/>
          <p14:tracePt t="10025" x="615950" y="2012950"/>
          <p14:tracePt t="10041" x="609600" y="2025650"/>
          <p14:tracePt t="10113" x="609600" y="2032000"/>
          <p14:tracePt t="10129" x="609600" y="2038350"/>
          <p14:tracePt t="10153" x="609600" y="2044700"/>
          <p14:tracePt t="10170" x="609600" y="2051050"/>
          <p14:tracePt t="10209" x="609600" y="2063750"/>
          <p14:tracePt t="10225" x="615950" y="2063750"/>
          <p14:tracePt t="10250" x="615950" y="2070100"/>
          <p14:tracePt t="10265" x="615950" y="2076450"/>
          <p14:tracePt t="10273" x="615950" y="2082800"/>
          <p14:tracePt t="10977" x="603250" y="2082800"/>
          <p14:tracePt t="11273" x="609600" y="2082800"/>
          <p14:tracePt t="11937" x="603250" y="2082800"/>
          <p14:tracePt t="12321" x="609600" y="2082800"/>
          <p14:tracePt t="14417" x="609600" y="2076450"/>
          <p14:tracePt t="14601" x="609600" y="2070100"/>
          <p14:tracePt t="15161" x="615950" y="2070100"/>
          <p14:tracePt t="15185" x="603250" y="2089150"/>
          <p14:tracePt t="15193" x="603250" y="2101850"/>
          <p14:tracePt t="15202" x="603250" y="2120900"/>
          <p14:tracePt t="15210" x="584200" y="2146300"/>
          <p14:tracePt t="15225" x="577850" y="2171700"/>
          <p14:tracePt t="15241" x="577850" y="2190750"/>
          <p14:tracePt t="15258" x="571500" y="2197100"/>
          <p14:tracePt t="15275" x="565150" y="2209800"/>
          <p14:tracePt t="15291" x="565150" y="2216150"/>
          <p14:tracePt t="15308" x="558800" y="2228850"/>
          <p14:tracePt t="15325" x="558800" y="2235200"/>
          <p14:tracePt t="15341" x="558800" y="2247900"/>
          <p14:tracePt t="15358" x="552450" y="2254250"/>
          <p14:tracePt t="15375" x="552450" y="2260600"/>
          <p14:tracePt t="15392" x="546100" y="2273300"/>
          <p14:tracePt t="15409" x="546100" y="2292350"/>
          <p14:tracePt t="15425" x="546100" y="2311400"/>
          <p14:tracePt t="15442" x="539750" y="2317750"/>
          <p14:tracePt t="15458" x="539750" y="2336800"/>
          <p14:tracePt t="15475" x="539750" y="2368550"/>
          <p14:tracePt t="15492" x="539750" y="2406650"/>
          <p14:tracePt t="15508" x="533400" y="2413000"/>
          <p14:tracePt t="15525" x="533400" y="2451100"/>
          <p14:tracePt t="15542" x="527050" y="2476500"/>
          <p14:tracePt t="15558" x="527050" y="2495550"/>
          <p14:tracePt t="15575" x="527050" y="2540000"/>
          <p14:tracePt t="15592" x="527050" y="2552700"/>
          <p14:tracePt t="15608" x="552450" y="2578100"/>
          <p14:tracePt t="15625" x="590550" y="2603500"/>
          <p14:tracePt t="15642" x="590550" y="2635250"/>
          <p14:tracePt t="15675" x="596900" y="2641600"/>
          <p14:tracePt t="15793" x="603250" y="2641600"/>
          <p14:tracePt t="15810" x="609600" y="2635250"/>
          <p14:tracePt t="15841" x="615950" y="2628900"/>
          <p14:tracePt t="16353" x="622300" y="2622550"/>
          <p14:tracePt t="16569" x="628650" y="2616200"/>
          <p14:tracePt t="16593" x="628650" y="2609850"/>
          <p14:tracePt t="16601" x="628650" y="2597150"/>
          <p14:tracePt t="16617" x="635000" y="2584450"/>
          <p14:tracePt t="16625" x="641350" y="2578100"/>
          <p14:tracePt t="16641" x="647700" y="2565400"/>
          <p14:tracePt t="16658" x="647700" y="2559050"/>
          <p14:tracePt t="16681" x="641350" y="2552700"/>
          <p14:tracePt t="16691" x="641350" y="2546350"/>
          <p14:tracePt t="16721" x="641350" y="2540000"/>
          <p14:tracePt t="17169" x="635000" y="2540000"/>
          <p14:tracePt t="17177" x="635000" y="2533650"/>
          <p14:tracePt t="17249" x="628650" y="2533650"/>
          <p14:tracePt t="17320" x="635000" y="2533650"/>
          <p14:tracePt t="18569" x="641350" y="2533650"/>
          <p14:tracePt t="19385" x="654050" y="2527300"/>
          <p14:tracePt t="20105" x="647700" y="2527300"/>
          <p14:tracePt t="20233" x="641350" y="2527300"/>
          <p14:tracePt t="20433" x="635000" y="2527300"/>
          <p14:tracePt t="22249" x="635000" y="2533650"/>
          <p14:tracePt t="22273" x="635000" y="2571750"/>
          <p14:tracePt t="22281" x="647700" y="2597150"/>
          <p14:tracePt t="22291" x="647700" y="2622550"/>
          <p14:tracePt t="22308" x="635000" y="2711450"/>
          <p14:tracePt t="22324" x="615950" y="2743200"/>
          <p14:tracePt t="22341" x="609600" y="2774950"/>
          <p14:tracePt t="22358" x="596900" y="2844800"/>
          <p14:tracePt t="22374" x="565150" y="2933700"/>
          <p14:tracePt t="22392" x="552450" y="2952750"/>
          <p14:tracePt t="22408" x="552450" y="2965450"/>
          <p14:tracePt t="22473" x="552450" y="2971800"/>
          <p14:tracePt t="22481" x="565150" y="2978150"/>
          <p14:tracePt t="22497" x="565150" y="2984500"/>
          <p14:tracePt t="22508" x="577850" y="2990850"/>
          <p14:tracePt t="22525" x="584200" y="3022600"/>
          <p14:tracePt t="22541" x="590550" y="3028950"/>
          <p14:tracePt t="22561" x="590550" y="3041650"/>
          <p14:tracePt t="22577" x="596900" y="3041650"/>
          <p14:tracePt t="22592" x="596900" y="3054350"/>
          <p14:tracePt t="22617" x="596900" y="3067050"/>
          <p14:tracePt t="22626" x="603250" y="3067050"/>
          <p14:tracePt t="22642" x="609600" y="3073400"/>
          <p14:tracePt t="22658" x="609600" y="3086100"/>
          <p14:tracePt t="22691" x="609600" y="3092450"/>
          <p14:tracePt t="22708" x="609600" y="3111500"/>
          <p14:tracePt t="22725" x="622300" y="3143250"/>
          <p14:tracePt t="22742" x="635000" y="3149600"/>
          <p14:tracePt t="22758" x="635000" y="3168650"/>
          <p14:tracePt t="22775" x="635000" y="3187700"/>
          <p14:tracePt t="24001" x="641350" y="3187700"/>
          <p14:tracePt t="24081" x="641350" y="3181350"/>
          <p14:tracePt t="24089" x="647700" y="3181350"/>
          <p14:tracePt t="24145" x="654050" y="3168650"/>
          <p14:tracePt t="24265" x="660400" y="3168650"/>
          <p14:tracePt t="24729" x="660400" y="3162300"/>
          <p14:tracePt t="24737" x="660400" y="3155950"/>
          <p14:tracePt t="24770" x="660400" y="3143250"/>
          <p14:tracePt t="24777" x="654050" y="3143250"/>
          <p14:tracePt t="24793" x="654050" y="3136900"/>
          <p14:tracePt t="24818" x="654050" y="3130550"/>
          <p14:tracePt t="24825" x="647700" y="3124200"/>
          <p14:tracePt t="24849" x="628650" y="3124200"/>
          <p14:tracePt t="24905" x="622300" y="3124200"/>
          <p14:tracePt t="25481" x="628650" y="3124200"/>
          <p14:tracePt t="25490" x="635000" y="3117850"/>
          <p14:tracePt t="25497" x="641350" y="3117850"/>
          <p14:tracePt t="25569" x="654050" y="3117850"/>
          <p14:tracePt t="25657" x="654050" y="3111500"/>
          <p14:tracePt t="25665" x="647700" y="3111500"/>
          <p14:tracePt t="25675" x="647700" y="3092450"/>
          <p14:tracePt t="25692" x="628650" y="3048000"/>
          <p14:tracePt t="25708" x="635000" y="2990850"/>
          <p14:tracePt t="25725" x="552450" y="2571750"/>
          <p14:tracePt t="25742" x="406400" y="2120900"/>
          <p14:tracePt t="25758" x="190500" y="1701800"/>
          <p14:tracePt t="27525" x="831850" y="1219200"/>
          <p14:tracePt t="27528" x="1193800" y="1339850"/>
          <p14:tracePt t="27542" x="1549400" y="1428750"/>
          <p14:tracePt t="27559" x="2254250" y="1631950"/>
          <p14:tracePt t="27575" x="2533650" y="1727200"/>
          <p14:tracePt t="27593" x="3556000" y="1981200"/>
          <p14:tracePt t="27609" x="3917950" y="2032000"/>
          <p14:tracePt t="27625" x="4267200" y="2051050"/>
          <p14:tracePt t="27642" x="4368800" y="2032000"/>
          <p14:tracePt t="27659" x="4394200" y="2025650"/>
          <p14:tracePt t="27675" x="4457700" y="2000250"/>
          <p14:tracePt t="27709" x="4445000" y="2063750"/>
          <p14:tracePt t="27992" x="4425950" y="2076450"/>
          <p14:tracePt t="28009" x="4394200" y="2044700"/>
          <p14:tracePt t="28025" x="4051300" y="1778000"/>
          <p14:tracePt t="28042" x="3898900" y="1701800"/>
          <p14:tracePt t="28059" x="3797300" y="1670050"/>
          <p14:tracePt t="28075" x="3568700" y="1587500"/>
          <p14:tracePt t="28092" x="3543300" y="1587500"/>
          <p14:tracePt t="28109" x="3371850" y="1682750"/>
          <p14:tracePt t="28126" x="3289300" y="1758950"/>
          <p14:tracePt t="28142" x="3232150" y="1828800"/>
          <p14:tracePt t="28159" x="3060700" y="2159000"/>
          <p14:tracePt t="28175" x="2990850" y="2349500"/>
          <p14:tracePt t="28192" x="2927350" y="2584450"/>
          <p14:tracePt t="28209" x="2914650" y="2705100"/>
          <p14:tracePt t="28225" x="2908300" y="2794000"/>
          <p14:tracePt t="28242" x="2901950" y="2870200"/>
          <p14:tracePt t="28259" x="2901950" y="2895600"/>
          <p14:tracePt t="28276" x="2914650" y="2914650"/>
          <p14:tracePt t="28392" x="2927350" y="2921000"/>
          <p14:tracePt t="28409" x="2952750" y="2933700"/>
          <p14:tracePt t="28425" x="3257550" y="3041650"/>
          <p14:tracePt t="28442" x="3378200" y="3086100"/>
          <p14:tracePt t="28458" x="3530600" y="3149600"/>
          <p14:tracePt t="28475" x="3930650" y="3308350"/>
          <p14:tracePt t="28492" x="4051300" y="3352800"/>
          <p14:tracePt t="28508" x="4165600" y="3384550"/>
          <p14:tracePt t="28525" x="4235450" y="3403600"/>
          <p14:tracePt t="28541" x="4254500" y="3409950"/>
          <p14:tracePt t="28558" x="4267200" y="3416300"/>
          <p14:tracePt t="28575" x="4279900" y="3416300"/>
          <p14:tracePt t="28591" x="4286250" y="3422650"/>
          <p14:tracePt t="28609" x="4305300" y="3429000"/>
          <p14:tracePt t="28625" x="4311650" y="3448050"/>
          <p14:tracePt t="28642" x="4324350" y="3460750"/>
          <p14:tracePt t="28658" x="4330700" y="3467100"/>
          <p14:tracePt t="28692" x="4330700" y="3473450"/>
          <p14:tracePt t="28709" x="4330700" y="3479800"/>
          <p14:tracePt t="28826" x="4311650" y="3505200"/>
          <p14:tracePt t="28842" x="4292600" y="3530600"/>
          <p14:tracePt t="28858" x="4248150" y="3587750"/>
          <p14:tracePt t="28876" x="4229100" y="3606800"/>
          <p14:tracePt t="28892" x="4191000" y="3663950"/>
          <p14:tracePt t="28909" x="4178300" y="3676650"/>
          <p14:tracePt t="28925" x="4159250" y="3714750"/>
          <p14:tracePt t="28942" x="4127500" y="3733800"/>
          <p14:tracePt t="28959" x="4127500" y="3740150"/>
          <p14:tracePt t="29273" x="4152900" y="3740150"/>
          <p14:tracePt t="29281" x="4165600" y="3727450"/>
          <p14:tracePt t="29291" x="4178300" y="3727450"/>
          <p14:tracePt t="29308" x="4235450" y="3727450"/>
          <p14:tracePt t="29325" x="4305300" y="3727450"/>
          <p14:tracePt t="29341" x="4349750" y="3733800"/>
          <p14:tracePt t="29358" x="4381500" y="3733800"/>
          <p14:tracePt t="29375" x="4438650" y="3746500"/>
          <p14:tracePt t="29392" x="4464050" y="3752850"/>
          <p14:tracePt t="29408" x="4483100" y="3759200"/>
          <p14:tracePt t="29425" x="4514850" y="3771900"/>
          <p14:tracePt t="29441" x="4521200" y="3784600"/>
          <p14:tracePt t="29458" x="4533900" y="3797300"/>
          <p14:tracePt t="29475" x="4552950" y="3816350"/>
          <p14:tracePt t="29491" x="4552950" y="3841750"/>
          <p14:tracePt t="29508" x="4559300" y="3867150"/>
          <p14:tracePt t="29525" x="4559300" y="3937000"/>
          <p14:tracePt t="29541" x="4565650" y="3956050"/>
          <p14:tracePt t="29558" x="4559300" y="4000500"/>
          <p14:tracePt t="29575" x="4527550" y="4095750"/>
          <p14:tracePt t="29591" x="4502150" y="4133850"/>
          <p14:tracePt t="29608" x="4464050" y="4197350"/>
          <p14:tracePt t="29625" x="4438650" y="4229100"/>
          <p14:tracePt t="29642" x="4425950" y="4248150"/>
          <p14:tracePt t="29658" x="4413250" y="4254500"/>
          <p14:tracePt t="29675" x="4394200" y="4273550"/>
          <p14:tracePt t="29691" x="4381500" y="4273550"/>
          <p14:tracePt t="29708" x="4368800" y="4286250"/>
          <p14:tracePt t="29725" x="4330700" y="4311650"/>
          <p14:tracePt t="29741" x="4305300" y="4330700"/>
          <p14:tracePt t="29758" x="4286250" y="4337050"/>
          <p14:tracePt t="29775" x="4279900" y="4343400"/>
          <p14:tracePt t="29791" x="4254500" y="4349750"/>
          <p14:tracePt t="29808" x="4248150" y="4356100"/>
          <p14:tracePt t="29841" x="4235450" y="4356100"/>
          <p14:tracePt t="29994" x="4248150" y="4362450"/>
          <p14:tracePt t="30010" x="4254500" y="4362450"/>
          <p14:tracePt t="30018" x="4267200" y="4362450"/>
          <p14:tracePt t="30025" x="4273550" y="4362450"/>
          <p14:tracePt t="30041" x="4298950" y="4362450"/>
          <p14:tracePt t="30058" x="4305300" y="4362450"/>
          <p14:tracePt t="30075" x="4337050" y="4362450"/>
          <p14:tracePt t="30092" x="4356100" y="4356100"/>
          <p14:tracePt t="30108" x="4362450" y="4349750"/>
          <p14:tracePt t="30125" x="4387850" y="4343400"/>
          <p14:tracePt t="30142" x="4400550" y="4337050"/>
          <p14:tracePt t="30175" x="4406900" y="4330700"/>
          <p14:tracePt t="30273" x="4406900" y="4324350"/>
          <p14:tracePt t="30298" x="4400550" y="4324350"/>
          <p14:tracePt t="30305" x="4400550" y="4311650"/>
          <p14:tracePt t="30321" x="4394200" y="4311650"/>
          <p14:tracePt t="30330" x="4381500" y="4305300"/>
          <p14:tracePt t="30341" x="4375150" y="4305300"/>
          <p14:tracePt t="30358" x="4375150" y="4298950"/>
          <p14:tracePt t="30375" x="4375150" y="4292600"/>
          <p14:tracePt t="30392" x="4375150" y="4286250"/>
          <p14:tracePt t="30408" x="4387850" y="4273550"/>
          <p14:tracePt t="30425" x="4394200" y="4267200"/>
          <p14:tracePt t="30442" x="4394200" y="4254500"/>
          <p14:tracePt t="30458" x="4406900" y="4254500"/>
          <p14:tracePt t="30491" x="4413250" y="4254500"/>
          <p14:tracePt t="30508" x="4425950" y="4254500"/>
          <p14:tracePt t="30553" x="4425950" y="4248150"/>
          <p14:tracePt t="30585" x="4432300" y="4248150"/>
          <p14:tracePt t="30609" x="4451350" y="4241800"/>
          <p14:tracePt t="30626" x="4464050" y="4241800"/>
          <p14:tracePt t="30633" x="4470400" y="4241800"/>
          <p14:tracePt t="30642" x="4483100" y="4235450"/>
          <p14:tracePt t="30658" x="4502150" y="4235450"/>
          <p14:tracePt t="30675" x="4584700" y="4222750"/>
          <p14:tracePt t="30692" x="4654550" y="4222750"/>
          <p14:tracePt t="30708" x="4686300" y="4222750"/>
          <p14:tracePt t="30725" x="4762500" y="4222750"/>
          <p14:tracePt t="30742" x="4787900" y="4210050"/>
          <p14:tracePt t="30758" x="4806950" y="4210050"/>
          <p14:tracePt t="30775" x="4819650" y="4203700"/>
          <p14:tracePt t="30808" x="4826000" y="4197350"/>
          <p14:tracePt t="30825" x="4832350" y="4197350"/>
          <p14:tracePt t="30841" x="4864100" y="4197350"/>
          <p14:tracePt t="30858" x="4876800" y="4216400"/>
          <p14:tracePt t="30875" x="4864100" y="4254500"/>
          <p14:tracePt t="30892" x="4857750" y="4260850"/>
          <p14:tracePt t="30908" x="4832350" y="4330700"/>
          <p14:tracePt t="31019" x="4838700" y="4330700"/>
          <p14:tracePt t="31049" x="4870450" y="4324350"/>
          <p14:tracePt t="31057" x="4895850" y="4298950"/>
          <p14:tracePt t="31066" x="4902200" y="4286250"/>
          <p14:tracePt t="31075" x="4902200" y="4273550"/>
          <p14:tracePt t="31091" x="4883150" y="4248150"/>
          <p14:tracePt t="31108" x="4876800" y="4248150"/>
          <p14:tracePt t="31125" x="4870450" y="4241800"/>
          <p14:tracePt t="31142" x="4864100" y="4241800"/>
          <p14:tracePt t="31159" x="4857750" y="4229100"/>
          <p14:tracePt t="31175" x="4851400" y="4229100"/>
          <p14:tracePt t="31192" x="4832350" y="4229100"/>
          <p14:tracePt t="31210" x="4826000" y="4229100"/>
          <p14:tracePt t="31233" x="4819650" y="4229100"/>
          <p14:tracePt t="31242" x="4806950" y="4229100"/>
          <p14:tracePt t="31258" x="4794250" y="4235450"/>
          <p14:tracePt t="31275" x="4775200" y="4241800"/>
          <p14:tracePt t="31292" x="4743450" y="4248150"/>
          <p14:tracePt t="31308" x="4692650" y="4248150"/>
          <p14:tracePt t="31325" x="4476750" y="4292600"/>
          <p14:tracePt t="31342" x="4343400" y="4305300"/>
          <p14:tracePt t="31358" x="4260850" y="4324350"/>
          <p14:tracePt t="31375" x="4216400" y="4330700"/>
          <p14:tracePt t="31392" x="4203700" y="4330700"/>
          <p14:tracePt t="31473" x="4210050" y="4337050"/>
          <p14:tracePt t="31481" x="4203700" y="4343400"/>
          <p14:tracePt t="31801" x="4203700" y="4356100"/>
          <p14:tracePt t="31818" x="4216400" y="4356100"/>
          <p14:tracePt t="31825" x="4235450" y="4362450"/>
          <p14:tracePt t="31833" x="4210050" y="4387850"/>
          <p14:tracePt t="31841" x="4000500" y="4464050"/>
          <p14:tracePt t="31858" x="3937000" y="4495800"/>
          <p14:tracePt t="31875" x="3721100" y="4565650"/>
          <p14:tracePt t="31892" x="3473450" y="4692650"/>
          <p14:tracePt t="31908" x="3371850" y="4743450"/>
          <p14:tracePt t="31925" x="3302000" y="4787900"/>
          <p14:tracePt t="31941" x="3282950" y="4800600"/>
          <p14:tracePt t="31958" x="3149600" y="4876800"/>
          <p14:tracePt t="31975" x="3054350" y="4921250"/>
          <p14:tracePt t="31991" x="2971800" y="4978400"/>
          <p14:tracePt t="32008" x="2889250" y="5010150"/>
          <p14:tracePt t="32025" x="2813050" y="5054600"/>
          <p14:tracePt t="32042" x="2774950" y="5073650"/>
          <p14:tracePt t="32058" x="2749550" y="5080000"/>
          <p14:tracePt t="32075" x="2692400" y="5099050"/>
          <p14:tracePt t="32091" x="2622550" y="5124450"/>
          <p14:tracePt t="32108" x="2559050" y="5137150"/>
          <p14:tracePt t="32125" x="2476500" y="5175250"/>
          <p14:tracePt t="32141" x="2324100" y="5226050"/>
          <p14:tracePt t="32158" x="2266950" y="5251450"/>
          <p14:tracePt t="32175" x="2254250" y="5257800"/>
          <p14:tracePt t="32192" x="2222500" y="5276850"/>
          <p14:tracePt t="32208" x="2190750" y="5289550"/>
          <p14:tracePt t="32225" x="2165350" y="5295900"/>
          <p14:tracePt t="32258" x="2165350" y="5302250"/>
          <p14:tracePt t="32289" x="2159000" y="5308600"/>
          <p14:tracePt t="32410" x="2165350" y="5302250"/>
          <p14:tracePt t="32425" x="2171700" y="5295900"/>
          <p14:tracePt t="32433" x="2178050" y="5289550"/>
          <p14:tracePt t="32441" x="2184400" y="5289550"/>
          <p14:tracePt t="32458" x="2190750" y="5283200"/>
          <p14:tracePt t="32475" x="2216150" y="5276850"/>
          <p14:tracePt t="32492" x="2260600" y="5251450"/>
          <p14:tracePt t="32508" x="2298700" y="5238750"/>
          <p14:tracePt t="32525" x="2336800" y="5232400"/>
          <p14:tracePt t="32541" x="2387600" y="5213350"/>
          <p14:tracePt t="32558" x="2406650" y="5200650"/>
          <p14:tracePt t="32575" x="2419350" y="5200650"/>
          <p14:tracePt t="32591" x="2438400" y="5194300"/>
          <p14:tracePt t="32608" x="2444750" y="5194300"/>
          <p14:tracePt t="32625" x="2451100" y="5194300"/>
          <p14:tracePt t="32665" x="2457450" y="5194300"/>
          <p14:tracePt t="32690" x="2470150" y="5194300"/>
          <p14:tracePt t="32722" x="2482850" y="5181600"/>
          <p14:tracePt t="32737" x="2495550" y="5181600"/>
          <p14:tracePt t="32745" x="2501900" y="5181600"/>
          <p14:tracePt t="32771" x="2514600" y="5181600"/>
          <p14:tracePt t="33089" x="2527300" y="5181600"/>
          <p14:tracePt t="33105" x="2527300" y="5187950"/>
          <p14:tracePt t="33114" x="2527300" y="5207000"/>
          <p14:tracePt t="33125" x="2514600" y="5226050"/>
          <p14:tracePt t="33141" x="2514600" y="5238750"/>
          <p14:tracePt t="33158" x="2470150" y="5295900"/>
          <p14:tracePt t="33175" x="2432050" y="5334000"/>
          <p14:tracePt t="33191" x="2413000" y="5346700"/>
          <p14:tracePt t="33208" x="2393950" y="5359400"/>
          <p14:tracePt t="33225" x="2330450" y="5378450"/>
          <p14:tracePt t="33241" x="2311400" y="5378450"/>
          <p14:tracePt t="33258" x="2286000" y="5378450"/>
          <p14:tracePt t="33275" x="2279650" y="5378450"/>
          <p14:tracePt t="33292" x="2266950" y="5378450"/>
          <p14:tracePt t="33325" x="2247900" y="5346700"/>
          <p14:tracePt t="33342" x="2228850" y="5327650"/>
          <p14:tracePt t="33358" x="2197100" y="5308600"/>
          <p14:tracePt t="33375" x="2139950" y="5270500"/>
          <p14:tracePt t="33392" x="2127250" y="5257800"/>
          <p14:tracePt t="33408" x="2120900" y="5232400"/>
          <p14:tracePt t="33425" x="2114550" y="5226050"/>
          <p14:tracePt t="33442" x="2114550" y="5219700"/>
          <p14:tracePt t="33481" x="2120900" y="5213350"/>
          <p14:tracePt t="33492" x="2127250" y="5207000"/>
          <p14:tracePt t="33513" x="2139950" y="5200650"/>
          <p14:tracePt t="33529" x="2139950" y="5194300"/>
          <p14:tracePt t="33561" x="2152650" y="5187950"/>
          <p14:tracePt t="33593" x="2146300" y="5168900"/>
          <p14:tracePt t="33601" x="2133600" y="5162550"/>
          <p14:tracePt t="33610" x="2108200" y="5137150"/>
          <p14:tracePt t="33625" x="1847850" y="5010150"/>
          <p14:tracePt t="33642" x="1631950" y="4927600"/>
          <p14:tracePt t="33658" x="1447800" y="4908550"/>
          <p14:tracePt t="33675" x="1270000" y="4876800"/>
          <p14:tracePt t="33691" x="952500" y="4832350"/>
          <p14:tracePt t="33708" x="895350" y="4832350"/>
          <p14:tracePt t="33725" x="882650" y="4832350"/>
          <p14:tracePt t="33742" x="869950" y="4838700"/>
          <p14:tracePt t="33775" x="869950" y="4851400"/>
          <p14:tracePt t="33809" x="876300" y="4857750"/>
          <p14:tracePt t="33858" x="889000" y="4864100"/>
          <p14:tracePt t="33873" x="889000" y="4870450"/>
          <p14:tracePt t="33897" x="889000" y="4876800"/>
          <p14:tracePt t="33921" x="889000" y="4883150"/>
          <p14:tracePt t="33929" x="889000" y="4889500"/>
          <p14:tracePt t="33937" x="889000" y="4895850"/>
          <p14:tracePt t="33945" x="889000" y="4902200"/>
          <p14:tracePt t="33958" x="889000" y="4908550"/>
          <p14:tracePt t="33975" x="889000" y="4921250"/>
          <p14:tracePt t="34008" x="901700" y="4946650"/>
          <p14:tracePt t="34025" x="914400" y="4959350"/>
          <p14:tracePt t="34041" x="920750" y="4965700"/>
          <p14:tracePt t="34058" x="927100" y="4978400"/>
          <p14:tracePt t="34075" x="933450" y="4984750"/>
          <p14:tracePt t="34091" x="939800" y="4984750"/>
          <p14:tracePt t="34108" x="952500" y="4991100"/>
          <p14:tracePt t="34125" x="984250" y="4991100"/>
          <p14:tracePt t="34141" x="1009650" y="4984750"/>
          <p14:tracePt t="34158" x="1028700" y="4978400"/>
          <p14:tracePt t="34175" x="1041400" y="4972050"/>
          <p14:tracePt t="34208" x="1066800" y="4965700"/>
          <p14:tracePt t="34225" x="1073150" y="4965700"/>
          <p14:tracePt t="34289" x="1079500" y="4965700"/>
          <p14:tracePt t="34362" x="1085850" y="4965700"/>
          <p14:tracePt t="34385" x="1092200" y="4965700"/>
          <p14:tracePt t="34393" x="1092200" y="4972050"/>
          <p14:tracePt t="34401" x="1098550" y="4972050"/>
          <p14:tracePt t="34425" x="1104900" y="4972050"/>
          <p14:tracePt t="34449" x="1117600" y="4978400"/>
          <p14:tracePt t="34457" x="1130300" y="4978400"/>
          <p14:tracePt t="34465" x="1136650" y="4984750"/>
          <p14:tracePt t="34475" x="1143000" y="4984750"/>
          <p14:tracePt t="34491" x="1149350" y="4984750"/>
          <p14:tracePt t="34508" x="1174750" y="4984750"/>
          <p14:tracePt t="34525" x="1187450" y="4984750"/>
          <p14:tracePt t="34541" x="1200150" y="4984750"/>
          <p14:tracePt t="34558" x="1238250" y="4984750"/>
          <p14:tracePt t="34575" x="1276350" y="4984750"/>
          <p14:tracePt t="34592" x="1289050" y="4984750"/>
          <p14:tracePt t="34608" x="1308100" y="4984750"/>
          <p14:tracePt t="34625" x="1346200" y="4984750"/>
          <p14:tracePt t="34642" x="1358900" y="4984750"/>
          <p14:tracePt t="34658" x="1371600" y="4984750"/>
          <p14:tracePt t="34675" x="1384300" y="4984750"/>
          <p14:tracePt t="34692" x="1384300" y="4978400"/>
          <p14:tracePt t="34708" x="1397000" y="4972050"/>
          <p14:tracePt t="34725" x="1409700" y="4965700"/>
          <p14:tracePt t="34758" x="1409700" y="4959350"/>
          <p14:tracePt t="34777" x="1409700" y="4953000"/>
          <p14:tracePt t="34793" x="1416050" y="4946650"/>
          <p14:tracePt t="34808" x="1416050" y="4933950"/>
          <p14:tracePt t="34825" x="1435100" y="4927600"/>
          <p14:tracePt t="34841" x="1435100" y="4921250"/>
          <p14:tracePt t="34858" x="1435100" y="4908550"/>
          <p14:tracePt t="34874" x="1435100" y="4902200"/>
          <p14:tracePt t="34908" x="1435100" y="4883150"/>
          <p14:tracePt t="34925" x="1435100" y="4876800"/>
          <p14:tracePt t="34942" x="1428750" y="4870450"/>
          <p14:tracePt t="34958" x="1428750" y="4857750"/>
          <p14:tracePt t="34975" x="1416050" y="4851400"/>
          <p14:tracePt t="34992" x="1397000" y="4838700"/>
          <p14:tracePt t="35008" x="1377950" y="4832350"/>
          <p14:tracePt t="35025" x="1358900" y="4826000"/>
          <p14:tracePt t="35041" x="1320800" y="4819650"/>
          <p14:tracePt t="35058" x="1282700" y="4819650"/>
          <p14:tracePt t="35075" x="1238250" y="4813300"/>
          <p14:tracePt t="35092" x="1181100" y="4806950"/>
          <p14:tracePt t="35108" x="1174750" y="4806950"/>
          <p14:tracePt t="35125" x="1136650" y="4806950"/>
          <p14:tracePt t="35142" x="1111250" y="4806950"/>
          <p14:tracePt t="35158" x="1104900" y="4813300"/>
          <p14:tracePt t="35175" x="1073150" y="4832350"/>
          <p14:tracePt t="35192" x="1060450" y="4838700"/>
          <p14:tracePt t="35208" x="1054100" y="4845050"/>
          <p14:tracePt t="35225" x="1047750" y="4851400"/>
          <p14:tracePt t="35241" x="1047750" y="4857750"/>
          <p14:tracePt t="35513" x="1054100" y="4857750"/>
          <p14:tracePt t="35521" x="1092200" y="4857750"/>
          <p14:tracePt t="35530" x="1143000" y="4864100"/>
          <p14:tracePt t="35545" x="1225550" y="4876800"/>
          <p14:tracePt t="35558" x="1339850" y="4895850"/>
          <p14:tracePt t="35574" x="2051050" y="5022850"/>
          <p14:tracePt t="35591" x="2667000" y="5118100"/>
          <p14:tracePt t="35608" x="3308350" y="5207000"/>
          <p14:tracePt t="35625" x="4241800" y="5283200"/>
          <p14:tracePt t="35641" x="4679950" y="5295900"/>
          <p14:tracePt t="35658" x="4902200" y="5302250"/>
          <p14:tracePt t="35675" x="5073650" y="5276850"/>
          <p14:tracePt t="35691" x="5124450" y="5276850"/>
          <p14:tracePt t="35708" x="5156200" y="5276850"/>
          <p14:tracePt t="35724" x="5175250" y="5276850"/>
          <p14:tracePt t="35741" x="5264150" y="5276850"/>
          <p14:tracePt t="35758" x="5334000" y="5289550"/>
          <p14:tracePt t="35775" x="5378450" y="5289550"/>
          <p14:tracePt t="35791" x="5473700" y="5295900"/>
          <p14:tracePt t="35808" x="5499100" y="5295900"/>
          <p14:tracePt t="35825" x="5562600" y="5295900"/>
          <p14:tracePt t="35842" x="5638800" y="5302250"/>
          <p14:tracePt t="35858" x="5803900" y="5321300"/>
          <p14:tracePt t="35875" x="5911850" y="5327650"/>
          <p14:tracePt t="35892" x="5969000" y="5327650"/>
          <p14:tracePt t="35908" x="6007100" y="5314950"/>
          <p14:tracePt t="35925" x="6051550" y="5302250"/>
          <p14:tracePt t="35941" x="6064250" y="5283200"/>
          <p14:tracePt t="35958" x="6070600" y="5264150"/>
          <p14:tracePt t="35975" x="6064250" y="5200650"/>
          <p14:tracePt t="35992" x="6064250" y="5187950"/>
          <p14:tracePt t="36008" x="6045200" y="5162550"/>
          <p14:tracePt t="36025" x="6019800" y="5080000"/>
          <p14:tracePt t="36041" x="6007100" y="5060950"/>
          <p14:tracePt t="36058" x="5975350" y="5029200"/>
          <p14:tracePt t="36075" x="5969000" y="5016500"/>
          <p14:tracePt t="36092" x="5943600" y="4991100"/>
          <p14:tracePt t="36108" x="5867400" y="4940300"/>
          <p14:tracePt t="36125" x="5822950" y="4921250"/>
          <p14:tracePt t="36141" x="5759450" y="4883150"/>
          <p14:tracePt t="36158" x="5670550" y="4851400"/>
          <p14:tracePt t="36175" x="5613400" y="4838700"/>
          <p14:tracePt t="36192" x="5549900" y="4806950"/>
          <p14:tracePt t="36208" x="5480050" y="4787900"/>
          <p14:tracePt t="36225" x="5359400" y="4768850"/>
          <p14:tracePt t="36242" x="5295900" y="4762500"/>
          <p14:tracePt t="36258" x="5257800" y="4762500"/>
          <p14:tracePt t="36275" x="5200650" y="4762500"/>
          <p14:tracePt t="36291" x="5080000" y="4768850"/>
          <p14:tracePt t="36308" x="5010150" y="4781550"/>
          <p14:tracePt t="36325" x="4876800" y="4826000"/>
          <p14:tracePt t="36341" x="4832350" y="4851400"/>
          <p14:tracePt t="36358" x="4794250" y="4870450"/>
          <p14:tracePt t="36375" x="4730750" y="4927600"/>
          <p14:tracePt t="36392" x="4718050" y="4940300"/>
          <p14:tracePt t="36408" x="4711700" y="4953000"/>
          <p14:tracePt t="36425" x="4718050" y="4972050"/>
          <p14:tracePt t="36441" x="4724400" y="4972050"/>
          <p14:tracePt t="36458" x="4730750" y="4978400"/>
          <p14:tracePt t="36475" x="4737100" y="4978400"/>
          <p14:tracePt t="36673" x="4743450" y="4991100"/>
          <p14:tracePt t="36681" x="4756150" y="5003800"/>
          <p14:tracePt t="36691" x="4756150" y="5016500"/>
          <p14:tracePt t="36708" x="4775200" y="5041900"/>
          <p14:tracePt t="36724" x="4826000" y="5099050"/>
          <p14:tracePt t="36741" x="4857750" y="5118100"/>
          <p14:tracePt t="36758" x="4914900" y="5143500"/>
          <p14:tracePt t="36775" x="5099050" y="5207000"/>
          <p14:tracePt t="36791" x="5187950" y="5232400"/>
          <p14:tracePt t="36808" x="5340350" y="5245100"/>
          <p14:tracePt t="36825" x="5651500" y="5283200"/>
          <p14:tracePt t="36841" x="5797550" y="5289550"/>
          <p14:tracePt t="36858" x="5930900" y="5295900"/>
          <p14:tracePt t="36875" x="6083300" y="5295900"/>
          <p14:tracePt t="36892" x="6178550" y="5289550"/>
          <p14:tracePt t="36908" x="6248400" y="5289550"/>
          <p14:tracePt t="36925" x="6381750" y="5276850"/>
          <p14:tracePt t="36941" x="6445250" y="5276850"/>
          <p14:tracePt t="36958" x="6515100" y="5270500"/>
          <p14:tracePt t="36975" x="6610350" y="5251450"/>
          <p14:tracePt t="36992" x="6642100" y="5251450"/>
          <p14:tracePt t="37008" x="6667500" y="5232400"/>
          <p14:tracePt t="37025" x="6731000" y="5213350"/>
          <p14:tracePt t="37265" x="6731000" y="5200650"/>
          <p14:tracePt t="37272" x="6737350" y="5187950"/>
          <p14:tracePt t="37280" x="6750050" y="5181600"/>
          <p14:tracePt t="37291" x="6750050" y="5175250"/>
          <p14:tracePt t="37308" x="6756400" y="5175250"/>
          <p14:tracePt t="37324" x="6756400" y="5168900"/>
          <p14:tracePt t="37362" x="6762750" y="5168900"/>
          <p14:tracePt t="37546" x="6762750" y="5175250"/>
          <p14:tracePt t="37562" x="6762750" y="5181600"/>
          <p14:tracePt t="37569" x="6762750" y="5187950"/>
          <p14:tracePt t="37577" x="6762750" y="5207000"/>
          <p14:tracePt t="37591" x="6743700" y="5232400"/>
          <p14:tracePt t="37608" x="6699250" y="5251450"/>
          <p14:tracePt t="37624" x="6464300" y="5372100"/>
          <p14:tracePt t="37641" x="6197600" y="5480050"/>
          <p14:tracePt t="37658" x="5880100" y="5575300"/>
          <p14:tracePt t="37675" x="5410200" y="5657850"/>
          <p14:tracePt t="37691" x="4870450" y="5753100"/>
          <p14:tracePt t="37708" x="4527550" y="5778500"/>
          <p14:tracePt t="37725" x="3740150" y="5791200"/>
          <p14:tracePt t="37741" x="3371850" y="5803900"/>
          <p14:tracePt t="37758" x="3079750" y="5803900"/>
          <p14:tracePt t="37775" x="2647950" y="5816600"/>
          <p14:tracePt t="37791" x="2476500" y="5822950"/>
          <p14:tracePt t="37808" x="2343150" y="5835650"/>
          <p14:tracePt t="37825" x="2127250" y="5867400"/>
          <p14:tracePt t="37841" x="2057400" y="5880100"/>
          <p14:tracePt t="37858" x="1936750" y="5924550"/>
          <p14:tracePt t="37875" x="1879600" y="5937250"/>
          <p14:tracePt t="37892" x="1828800" y="5962650"/>
          <p14:tracePt t="37908" x="1752600" y="6000750"/>
          <p14:tracePt t="37925" x="1733550" y="6007100"/>
          <p14:tracePt t="37942" x="1701800" y="6019800"/>
          <p14:tracePt t="37958" x="1587500" y="6070600"/>
          <p14:tracePt t="37975" x="1543050" y="6089650"/>
          <p14:tracePt t="37991" x="1504950" y="6121400"/>
          <p14:tracePt t="38008" x="1498600" y="6127750"/>
          <p14:tracePt t="38025" x="1473200" y="6159500"/>
          <p14:tracePt t="38041" x="1460500" y="6172200"/>
          <p14:tracePt t="38058" x="1460500" y="6178550"/>
          <p14:tracePt t="38121" x="1466850" y="6178550"/>
          <p14:tracePt t="38145" x="1485900" y="6184900"/>
          <p14:tracePt t="38161" x="1492250" y="6184900"/>
          <p14:tracePt t="38169" x="1504950" y="6184900"/>
          <p14:tracePt t="38177" x="1524000" y="6191250"/>
          <p14:tracePt t="38192" x="1530350" y="6191250"/>
          <p14:tracePt t="38210" x="1562100" y="6197600"/>
          <p14:tracePt t="38225" x="1612900" y="6203950"/>
          <p14:tracePt t="38241" x="1651000" y="6203950"/>
          <p14:tracePt t="38258" x="1714500" y="6203950"/>
          <p14:tracePt t="38275" x="1784350" y="6210300"/>
          <p14:tracePt t="38292" x="1822450" y="6216650"/>
          <p14:tracePt t="38308" x="1898650" y="6216650"/>
          <p14:tracePt t="38325" x="2000250" y="6191250"/>
          <p14:tracePt t="38341" x="2070100" y="6165850"/>
          <p14:tracePt t="38358" x="2127250" y="6108700"/>
          <p14:tracePt t="38375" x="2209800" y="6032500"/>
          <p14:tracePt t="38391" x="2286000" y="5892800"/>
          <p14:tracePt t="38408" x="2343150" y="5791200"/>
          <p14:tracePt t="38425" x="2413000" y="5511800"/>
          <p14:tracePt t="38442" x="2381250" y="5397500"/>
          <p14:tracePt t="38458" x="2317750" y="5270500"/>
          <p14:tracePt t="38475" x="2260600" y="5175250"/>
          <p14:tracePt t="38492" x="2178050" y="5092700"/>
          <p14:tracePt t="38508" x="2032000" y="4978400"/>
          <p14:tracePt t="38525" x="1930400" y="4902200"/>
          <p14:tracePt t="38542" x="1898650" y="4889500"/>
          <p14:tracePt t="38558" x="1720850" y="4826000"/>
          <p14:tracePt t="38575" x="1581150" y="4806950"/>
          <p14:tracePt t="38592" x="1416050" y="4787900"/>
          <p14:tracePt t="38608" x="1339850" y="4775200"/>
          <p14:tracePt t="38625" x="1308100" y="4768850"/>
          <p14:tracePt t="38642" x="1289050" y="4762500"/>
          <p14:tracePt t="38658" x="1282700" y="4762500"/>
          <p14:tracePt t="38691" x="1270000" y="4762500"/>
          <p14:tracePt t="38713" x="1263650" y="4762500"/>
          <p14:tracePt t="38745" x="1257300" y="4762500"/>
          <p14:tracePt t="38752" x="1250950" y="4762500"/>
          <p14:tracePt t="38777" x="1244600" y="4768850"/>
          <p14:tracePt t="38793" x="1231900" y="4768850"/>
          <p14:tracePt t="38809" x="1225550" y="4775200"/>
          <p14:tracePt t="38817" x="1219200" y="4781550"/>
          <p14:tracePt t="38825" x="1206500" y="4787900"/>
          <p14:tracePt t="38841" x="1206500" y="4794250"/>
          <p14:tracePt t="38858" x="1200150" y="4806950"/>
          <p14:tracePt t="38875" x="1193800" y="4813300"/>
          <p14:tracePt t="38891" x="1193800" y="4819650"/>
          <p14:tracePt t="38908" x="1193800" y="4832350"/>
          <p14:tracePt t="38925" x="1193800" y="4838700"/>
          <p14:tracePt t="38941" x="1193800" y="4845050"/>
          <p14:tracePt t="38958" x="1193800" y="4851400"/>
          <p14:tracePt t="38975" x="1193800" y="4857750"/>
          <p14:tracePt t="38991" x="1212850" y="4895850"/>
          <p14:tracePt t="39008" x="1212850" y="4946650"/>
          <p14:tracePt t="39024" x="1238250" y="5181600"/>
          <p14:tracePt t="39041" x="1276350" y="5346700"/>
          <p14:tracePt t="39058" x="1308100" y="5556250"/>
          <p14:tracePt t="39075" x="1365250" y="5854700"/>
          <p14:tracePt t="39091" x="1397000" y="5981700"/>
          <p14:tracePt t="39108" x="1397000" y="6026150"/>
          <p14:tracePt t="39124" x="1454150" y="6115050"/>
          <p14:tracePt t="39142" x="1485900" y="6146800"/>
          <p14:tracePt t="39158" x="1504950" y="6191250"/>
          <p14:tracePt t="39174" x="1504950" y="6203950"/>
          <p14:tracePt t="39191" x="1524000" y="6203950"/>
          <p14:tracePt t="39208" x="1530350" y="6216650"/>
          <p14:tracePt t="39224" x="1549400" y="6229350"/>
          <p14:tracePt t="39241" x="1549400" y="6235700"/>
          <p14:tracePt t="39258" x="1562100" y="6242050"/>
          <p14:tracePt t="39274" x="1581150" y="6254750"/>
          <p14:tracePt t="39291" x="1631950" y="6273800"/>
          <p14:tracePt t="39308" x="1670050" y="6286500"/>
          <p14:tracePt t="39325" x="1689100" y="6299200"/>
          <p14:tracePt t="39341" x="1752600" y="6305550"/>
          <p14:tracePt t="39358" x="1809750" y="6330950"/>
          <p14:tracePt t="39375" x="1898650" y="6362700"/>
          <p14:tracePt t="39391" x="1943100" y="6369050"/>
          <p14:tracePt t="39408" x="2006600" y="6388100"/>
          <p14:tracePt t="39424" x="2095500" y="6388100"/>
          <p14:tracePt t="39441" x="2146300" y="6388100"/>
          <p14:tracePt t="39458" x="2171700" y="6388100"/>
          <p14:tracePt t="39504" x="2184400" y="6375400"/>
          <p14:tracePt t="39593" x="2184400" y="6369050"/>
          <p14:tracePt t="39609" x="2184400" y="6356350"/>
          <p14:tracePt t="39617" x="2171700" y="6337300"/>
          <p14:tracePt t="39633" x="2165350" y="6318250"/>
          <p14:tracePt t="39641" x="2159000" y="6311900"/>
          <p14:tracePt t="39658" x="2139950" y="6254750"/>
          <p14:tracePt t="39675" x="2120900" y="6216650"/>
          <p14:tracePt t="39691" x="2101850" y="6197600"/>
          <p14:tracePt t="39708" x="2095500" y="6191250"/>
          <p14:tracePt t="39809" x="2082800" y="6191250"/>
          <p14:tracePt t="39816" x="2070100" y="6191250"/>
          <p14:tracePt t="39825" x="2051050" y="6191250"/>
          <p14:tracePt t="39841" x="2044700" y="6203950"/>
          <p14:tracePt t="39858" x="1987550" y="6223000"/>
          <p14:tracePt t="39874" x="1930400" y="6254750"/>
          <p14:tracePt t="39891" x="1873250" y="6280150"/>
          <p14:tracePt t="39908" x="1803400" y="6311900"/>
          <p14:tracePt t="39924" x="1797050" y="6318250"/>
          <p14:tracePt t="40008" x="1809750" y="6318250"/>
          <p14:tracePt t="40024" x="1816100" y="6311900"/>
          <p14:tracePt t="40033" x="1822450" y="6311900"/>
          <p14:tracePt t="40041" x="1828800" y="6311900"/>
          <p14:tracePt t="40058" x="1854200" y="6292850"/>
          <p14:tracePt t="40074" x="1860550" y="6286500"/>
          <p14:tracePt t="40091" x="1892300" y="6267450"/>
          <p14:tracePt t="40108" x="1898650" y="6254750"/>
          <p14:tracePt t="40125" x="1905000" y="6242050"/>
          <p14:tracePt t="40141" x="1905000" y="6216650"/>
          <p14:tracePt t="40158" x="1905000" y="6178550"/>
          <p14:tracePt t="40175" x="1905000" y="6165850"/>
          <p14:tracePt t="40191" x="1905000" y="6127750"/>
          <p14:tracePt t="40208" x="1885950" y="6076950"/>
          <p14:tracePt t="40224" x="1866900" y="6057900"/>
          <p14:tracePt t="40241" x="1809750" y="6032500"/>
          <p14:tracePt t="40258" x="1803400" y="6032500"/>
          <p14:tracePt t="40274" x="1771650" y="6026150"/>
          <p14:tracePt t="40291" x="1720850" y="6026150"/>
          <p14:tracePt t="40308" x="1708150" y="6026150"/>
          <p14:tracePt t="40325" x="1682750" y="6026150"/>
          <p14:tracePt t="40341" x="1651000" y="6038850"/>
          <p14:tracePt t="40358" x="1631950" y="6051550"/>
          <p14:tracePt t="40375" x="1612900" y="6051550"/>
          <p14:tracePt t="40408" x="1606550" y="6064250"/>
          <p14:tracePt t="40441" x="1606550" y="6070600"/>
          <p14:tracePt t="40464" x="1606550" y="6083300"/>
          <p14:tracePt t="40480" x="1606550" y="6089650"/>
          <p14:tracePt t="40491" x="1600200" y="6102350"/>
          <p14:tracePt t="40508" x="1600200" y="6115050"/>
          <p14:tracePt t="40524" x="1600200" y="6140450"/>
          <p14:tracePt t="40541" x="1625600" y="6178550"/>
          <p14:tracePt t="40558" x="1638300" y="6203950"/>
          <p14:tracePt t="40575" x="1657350" y="6216650"/>
          <p14:tracePt t="40591" x="1670050" y="6223000"/>
          <p14:tracePt t="40608" x="1689100" y="6235700"/>
          <p14:tracePt t="40625" x="1778000" y="6254750"/>
          <p14:tracePt t="40642" x="1885950" y="6286500"/>
          <p14:tracePt t="40658" x="1968500" y="6305550"/>
          <p14:tracePt t="40675" x="2019300" y="6311900"/>
          <p14:tracePt t="40692" x="2114550" y="6318250"/>
          <p14:tracePt t="40708" x="2133600" y="6318250"/>
          <p14:tracePt t="40724" x="2152650" y="6318250"/>
          <p14:tracePt t="40741" x="2165350" y="6299200"/>
          <p14:tracePt t="40758" x="2171700" y="6292850"/>
          <p14:tracePt t="40775" x="2190750" y="6261100"/>
          <p14:tracePt t="40792" x="2209800" y="6184900"/>
          <p14:tracePt t="40808" x="2216150" y="6121400"/>
          <p14:tracePt t="40825" x="2209800" y="6032500"/>
          <p14:tracePt t="40841" x="2127250" y="5886450"/>
          <p14:tracePt t="40858" x="2089150" y="5854700"/>
          <p14:tracePt t="40875" x="1993900" y="5810250"/>
          <p14:tracePt t="40891" x="1816100" y="5765800"/>
          <p14:tracePt t="40908" x="1746250" y="5759450"/>
          <p14:tracePt t="40925" x="1701800" y="5778500"/>
          <p14:tracePt t="40942" x="1689100" y="5791200"/>
          <p14:tracePt t="40958" x="1676400" y="5803900"/>
          <p14:tracePt t="40975" x="1676400" y="5835650"/>
          <p14:tracePt t="40991" x="1682750" y="5842000"/>
          <p14:tracePt t="41008" x="1682750" y="5854700"/>
          <p14:tracePt t="41025" x="1689100" y="5867400"/>
          <p14:tracePt t="41041" x="1701800" y="5880100"/>
          <p14:tracePt t="41058" x="1809750" y="5905500"/>
          <p14:tracePt t="41075" x="1860550" y="5905500"/>
          <p14:tracePt t="41092" x="1949450" y="5924550"/>
          <p14:tracePt t="41108" x="2171700" y="5943600"/>
          <p14:tracePt t="41125" x="2286000" y="5949950"/>
          <p14:tracePt t="41142" x="2355850" y="5969000"/>
          <p14:tracePt t="41158" x="2425700" y="5988050"/>
          <p14:tracePt t="41175" x="2463800" y="6007100"/>
          <p14:tracePt t="41192" x="2559050" y="6032500"/>
          <p14:tracePt t="41208" x="2584450" y="6038850"/>
          <p14:tracePt t="41225" x="2667000" y="6045200"/>
          <p14:tracePt t="41241" x="2705100" y="6045200"/>
          <p14:tracePt t="41258" x="2762250" y="6045200"/>
          <p14:tracePt t="41274" x="2806700" y="6045200"/>
          <p14:tracePt t="41291" x="2838450" y="6045200"/>
          <p14:tracePt t="41308" x="2914650" y="6051550"/>
          <p14:tracePt t="41324" x="2965450" y="6051550"/>
          <p14:tracePt t="41341" x="2971800" y="6051550"/>
          <p14:tracePt t="41358" x="2997200" y="6051550"/>
          <p14:tracePt t="41374" x="3035300" y="6051550"/>
          <p14:tracePt t="41408" x="3054350" y="6051550"/>
          <p14:tracePt t="41424" x="3060700" y="6051550"/>
          <p14:tracePt t="41441" x="3098800" y="6057900"/>
          <p14:tracePt t="41458" x="3130550" y="6070600"/>
          <p14:tracePt t="41474" x="3162300" y="6070600"/>
          <p14:tracePt t="41491" x="3219450" y="6070600"/>
          <p14:tracePt t="41508" x="3232150" y="6076950"/>
          <p14:tracePt t="41524" x="3251200" y="6083300"/>
          <p14:tracePt t="41541" x="3257550" y="6083300"/>
          <p14:tracePt t="41558" x="3263900" y="6083300"/>
          <p14:tracePt t="41610" x="3270250" y="6083300"/>
          <p14:tracePt t="41641" x="3276600" y="6083300"/>
          <p14:tracePt t="41658" x="3282950" y="6096000"/>
          <p14:tracePt t="41675" x="3295650" y="6096000"/>
          <p14:tracePt t="41691" x="3308350" y="6096000"/>
          <p14:tracePt t="41709" x="3359150" y="6102350"/>
          <p14:tracePt t="41725" x="3365500" y="6108700"/>
          <p14:tracePt t="41741" x="3384550" y="6115050"/>
          <p14:tracePt t="41759" x="3390900" y="6115050"/>
          <p14:tracePt t="41775" x="3416300" y="6115050"/>
          <p14:tracePt t="41791" x="3429000" y="6115050"/>
          <p14:tracePt t="41808" x="3441700" y="6115050"/>
          <p14:tracePt t="41825" x="3454400" y="6115050"/>
          <p14:tracePt t="41930" x="3460750" y="6115050"/>
          <p14:tracePt t="42001" x="3460750" y="6108700"/>
          <p14:tracePt t="42040" x="3454400" y="6108700"/>
          <p14:tracePt t="42056" x="3448050" y="6108700"/>
          <p14:tracePt t="42066" x="3441700" y="6108700"/>
          <p14:tracePt t="42074" x="3422650" y="6108700"/>
          <p14:tracePt t="42091" x="3371850" y="6115050"/>
          <p14:tracePt t="42108" x="3359150" y="6121400"/>
          <p14:tracePt t="42125" x="3346450" y="6134100"/>
          <p14:tracePt t="42141" x="3333750" y="6134100"/>
          <p14:tracePt t="42158" x="3321050" y="6153150"/>
          <p14:tracePt t="42175" x="3308350" y="6165850"/>
          <p14:tracePt t="42191" x="3308350" y="6172200"/>
          <p14:tracePt t="42208" x="3302000" y="6172200"/>
          <p14:tracePt t="42225" x="3289300" y="6172200"/>
          <p14:tracePt t="42458" x="3282950" y="6172200"/>
          <p14:tracePt t="42481" x="3282950" y="6165850"/>
          <p14:tracePt t="42497" x="3295650" y="6140450"/>
          <p14:tracePt t="42505" x="3302000" y="6134100"/>
          <p14:tracePt t="42545" x="3302000" y="6127750"/>
          <p14:tracePt t="42641" x="3302000" y="6115050"/>
          <p14:tracePt t="42673" x="3308350" y="6108700"/>
          <p14:tracePt t="42681" x="3314700" y="6102350"/>
          <p14:tracePt t="42692" x="3352800" y="6096000"/>
          <p14:tracePt t="42708" x="3448050" y="6064250"/>
          <p14:tracePt t="42725" x="3600450" y="6019800"/>
          <p14:tracePt t="42742" x="3663950" y="5994400"/>
          <p14:tracePt t="42758" x="3727450" y="5988050"/>
          <p14:tracePt t="42775" x="3930650" y="5956300"/>
          <p14:tracePt t="42791" x="4070350" y="5924550"/>
          <p14:tracePt t="42808" x="4203700" y="5905500"/>
          <p14:tracePt t="42825" x="4464050" y="5886450"/>
          <p14:tracePt t="42841" x="4603750" y="5880100"/>
          <p14:tracePt t="42858" x="4768850" y="5867400"/>
          <p14:tracePt t="42875" x="5073650" y="5867400"/>
          <p14:tracePt t="42892" x="5149850" y="5867400"/>
          <p14:tracePt t="42908" x="5270500" y="5873750"/>
          <p14:tracePt t="42925" x="5384800" y="5873750"/>
          <p14:tracePt t="42942" x="5448300" y="5880100"/>
          <p14:tracePt t="42958" x="5549900" y="5892800"/>
          <p14:tracePt t="42975" x="5657850" y="5918200"/>
          <p14:tracePt t="42991" x="5727700" y="5943600"/>
          <p14:tracePt t="43008" x="5765800" y="5956300"/>
          <p14:tracePt t="43025" x="5861050" y="5994400"/>
          <p14:tracePt t="43041" x="5886450" y="6000750"/>
          <p14:tracePt t="43058" x="5918200" y="6019800"/>
          <p14:tracePt t="43075" x="5924550" y="6026150"/>
          <p14:tracePt t="43265" x="5924550" y="6019800"/>
          <p14:tracePt t="43273" x="5918200" y="6013450"/>
          <p14:tracePt t="43281" x="5905500" y="6013450"/>
          <p14:tracePt t="43291" x="5899150" y="6007100"/>
          <p14:tracePt t="43369" x="5892800" y="6007100"/>
          <p14:tracePt t="43385" x="5892800" y="6000750"/>
          <p14:tracePt t="43410" x="5892800" y="5994400"/>
          <p14:tracePt t="43417" x="5892800" y="5981700"/>
          <p14:tracePt t="43425" x="5899150" y="5969000"/>
          <p14:tracePt t="43441" x="5918200" y="5937250"/>
          <p14:tracePt t="43458" x="5930900" y="5892800"/>
          <p14:tracePt t="43475" x="5956300" y="5835650"/>
          <p14:tracePt t="43491" x="5956300" y="5784850"/>
          <p14:tracePt t="43508" x="5969000" y="5715000"/>
          <p14:tracePt t="43525" x="5937250" y="5568950"/>
          <p14:tracePt t="43541" x="5924550" y="5511800"/>
          <p14:tracePt t="43558" x="5873750" y="5454650"/>
          <p14:tracePt t="43575" x="5842000" y="5429250"/>
          <p14:tracePt t="43591" x="5746750" y="5372100"/>
          <p14:tracePt t="43608" x="5683250" y="5365750"/>
          <p14:tracePt t="43625" x="5568950" y="5384800"/>
          <p14:tracePt t="43641" x="5480050" y="5422900"/>
          <p14:tracePt t="43658" x="5410200" y="5461000"/>
          <p14:tracePt t="43675" x="5378450" y="5492750"/>
          <p14:tracePt t="43691" x="5314950" y="5530850"/>
          <p14:tracePt t="43708" x="5270500" y="5562600"/>
          <p14:tracePt t="43725" x="5245100" y="5581650"/>
          <p14:tracePt t="43741" x="5245100" y="5594350"/>
          <p14:tracePt t="43758" x="5232400" y="5600700"/>
          <p14:tracePt t="43775" x="5226050" y="5626100"/>
          <p14:tracePt t="43791" x="5194300" y="5651500"/>
          <p14:tracePt t="43808" x="5168900" y="5683250"/>
          <p14:tracePt t="43825" x="5080000" y="5772150"/>
          <p14:tracePt t="43841" x="5016500" y="5848350"/>
          <p14:tracePt t="43858" x="4965700" y="5892800"/>
          <p14:tracePt t="43875" x="4787900" y="6026150"/>
          <p14:tracePt t="43891" x="4743450" y="6057900"/>
          <p14:tracePt t="43908" x="4692650" y="6096000"/>
          <p14:tracePt t="43925" x="4629150" y="6146800"/>
          <p14:tracePt t="43941" x="4610100" y="6165850"/>
          <p14:tracePt t="43958" x="4597400" y="6178550"/>
          <p14:tracePt t="44041" x="4584700" y="6178550"/>
          <p14:tracePt t="44121" x="4591050" y="6178550"/>
          <p14:tracePt t="44137" x="4597400" y="6178550"/>
          <p14:tracePt t="44146" x="4616450" y="6178550"/>
          <p14:tracePt t="44153" x="4629150" y="6178550"/>
          <p14:tracePt t="44161" x="4660900" y="6191250"/>
          <p14:tracePt t="44175" x="4724400" y="6197600"/>
          <p14:tracePt t="44191" x="4768850" y="6203950"/>
          <p14:tracePt t="44208" x="4826000" y="6223000"/>
          <p14:tracePt t="44225" x="4965700" y="6242050"/>
          <p14:tracePt t="44241" x="5010150" y="6248400"/>
          <p14:tracePt t="44258" x="5029200" y="6254750"/>
          <p14:tracePt t="44275" x="5041900" y="6254750"/>
          <p14:tracePt t="44291" x="5048250" y="6254750"/>
          <p14:tracePt t="44308" x="5060950" y="6254750"/>
          <p14:tracePt t="44341" x="5086350" y="6261100"/>
          <p14:tracePt t="44358" x="5099050" y="6261100"/>
          <p14:tracePt t="44391" x="5111750" y="6261100"/>
          <p14:tracePt t="44408" x="5124450" y="6267450"/>
          <p14:tracePt t="44426" x="5130800" y="6267450"/>
          <p14:tracePt t="44441" x="5143500" y="6267450"/>
          <p14:tracePt t="44458" x="5168900" y="6261100"/>
          <p14:tracePt t="44474" x="5175250" y="6254750"/>
          <p14:tracePt t="44491" x="5238750" y="6184900"/>
          <p14:tracePt t="44508" x="5264150" y="6115050"/>
          <p14:tracePt t="44525" x="5314950" y="5969000"/>
          <p14:tracePt t="44541" x="5353050" y="5511800"/>
          <p14:tracePt t="44558" x="5359400" y="5334000"/>
          <p14:tracePt t="44575" x="5276850" y="5010150"/>
          <p14:tracePt t="44592" x="5022850" y="4406900"/>
          <p14:tracePt t="44608" x="4813300" y="4019550"/>
          <p14:tracePt t="44625" x="4286250" y="3378200"/>
          <p14:tracePt t="44641" x="4133850" y="3270250"/>
          <p14:tracePt t="44658" x="3873500" y="3086100"/>
          <p14:tracePt t="44675" x="3581400" y="2971800"/>
          <p14:tracePt t="44691" x="3092450" y="2781300"/>
          <p14:tracePt t="44709" x="2952750" y="2743200"/>
          <p14:tracePt t="44725" x="2882900" y="2724150"/>
          <p14:tracePt t="44742" x="2717800" y="2705100"/>
          <p14:tracePt t="44758" x="2635250" y="2730500"/>
          <p14:tracePt t="44775" x="2578100" y="2762250"/>
          <p14:tracePt t="44792" x="2565400" y="2787650"/>
          <p14:tracePt t="44808" x="2520950" y="2844800"/>
          <p14:tracePt t="44824" x="2476500" y="2965450"/>
          <p14:tracePt t="44841" x="2444750" y="3054350"/>
          <p14:tracePt t="44858" x="2419350" y="3213100"/>
          <p14:tracePt t="44874" x="2419350" y="3282950"/>
          <p14:tracePt t="44891" x="2419350" y="3308350"/>
          <p14:tracePt t="44908" x="2438400" y="3346450"/>
          <p14:tracePt t="44924" x="2451100" y="3390900"/>
          <p14:tracePt t="44941" x="2451100" y="3409950"/>
          <p14:tracePt t="44958" x="2451100" y="3429000"/>
          <p14:tracePt t="44975" x="2451100" y="3454400"/>
          <p14:tracePt t="44991" x="2451100" y="3473450"/>
          <p14:tracePt t="45008" x="2444750" y="3511550"/>
          <p14:tracePt t="45025" x="2444750" y="3663950"/>
          <p14:tracePt t="45041" x="2406650" y="3790950"/>
          <p14:tracePt t="45058" x="2324100" y="4051300"/>
          <p14:tracePt t="45074" x="2349500" y="4133850"/>
          <p14:tracePt t="45091" x="2533650" y="4476750"/>
          <p14:tracePt t="45108" x="2698750" y="4616450"/>
          <p14:tracePt t="45125" x="2990850" y="4743450"/>
          <p14:tracePt t="45141" x="3549650" y="4933950"/>
          <p14:tracePt t="45158" x="3721100" y="4984750"/>
          <p14:tracePt t="45174" x="4108450" y="5067300"/>
          <p14:tracePt t="45191" x="4273550" y="5111750"/>
          <p14:tracePt t="45208" x="4629150" y="5226050"/>
          <p14:tracePt t="45225" x="4800600" y="5308600"/>
          <p14:tracePt t="45241" x="4940300" y="5359400"/>
          <p14:tracePt t="45258" x="4984750" y="5378450"/>
          <p14:tracePt t="45275" x="5060950" y="5416550"/>
          <p14:tracePt t="45291" x="5137150" y="5486400"/>
          <p14:tracePt t="45308" x="5181600" y="5530850"/>
          <p14:tracePt t="45325" x="5200650" y="5537200"/>
          <p14:tracePt t="45341" x="5270500" y="5600700"/>
          <p14:tracePt t="45358" x="5314950" y="5638800"/>
          <p14:tracePt t="45374" x="5391150" y="5689600"/>
          <p14:tracePt t="45391" x="5435600" y="5715000"/>
          <p14:tracePt t="45408" x="5454650" y="5721350"/>
          <p14:tracePt t="45424" x="5461000" y="5734050"/>
          <p14:tracePt t="45441" x="5473700" y="5740400"/>
          <p14:tracePt t="45458" x="5473700" y="5753100"/>
          <p14:tracePt t="45474" x="5480050" y="5753100"/>
          <p14:tracePt t="45491" x="5480050" y="5759450"/>
          <p14:tracePt t="45508" x="5505450" y="5772150"/>
          <p14:tracePt t="45524" x="5518150" y="5772150"/>
          <p14:tracePt t="45541" x="5524500" y="5778500"/>
          <p14:tracePt t="45558" x="5530850" y="5784850"/>
          <p14:tracePt t="45591" x="5530850" y="5778500"/>
          <p14:tracePt t="45608" x="5530850" y="5784850"/>
          <p14:tracePt t="45625" x="5530850" y="5797550"/>
          <p14:tracePt t="45921" x="5524500" y="5797550"/>
          <p14:tracePt t="45945" x="5524500" y="5791200"/>
          <p14:tracePt t="45961" x="5524500" y="5772150"/>
          <p14:tracePt t="45969" x="5524500" y="5740400"/>
          <p14:tracePt t="45977" x="5492750" y="5657850"/>
          <p14:tracePt t="45991" x="5480050" y="5645150"/>
          <p14:tracePt t="46008" x="5461000" y="5619750"/>
          <p14:tracePt t="46025" x="5429250" y="5594350"/>
          <p14:tracePt t="46041" x="5422900" y="5588000"/>
          <p14:tracePt t="46082" x="5410200" y="5588000"/>
          <p14:tracePt t="46089" x="5397500" y="5588000"/>
          <p14:tracePt t="46097" x="5378450" y="5600700"/>
          <p14:tracePt t="46108" x="5327650" y="5632450"/>
          <p14:tracePt t="46124" x="5289550" y="5670550"/>
          <p14:tracePt t="46141" x="5251450" y="5695950"/>
          <p14:tracePt t="46158" x="5194300" y="5727700"/>
          <p14:tracePt t="46175" x="5156200" y="5759450"/>
          <p14:tracePt t="46191" x="5060950" y="5829300"/>
          <p14:tracePt t="46208" x="5003800" y="5854700"/>
          <p14:tracePt t="46225" x="4978400" y="5867400"/>
          <p14:tracePt t="46241" x="4914900" y="5892800"/>
          <p14:tracePt t="46258" x="4889500" y="5905500"/>
          <p14:tracePt t="46377" x="4876800" y="5905500"/>
          <p14:tracePt t="46385" x="4864100" y="5918200"/>
          <p14:tracePt t="46393" x="4851400" y="5918200"/>
          <p14:tracePt t="46408" x="4832350" y="5937250"/>
          <p14:tracePt t="46425" x="4806950" y="5956300"/>
          <p14:tracePt t="46441" x="4787900" y="5994400"/>
          <p14:tracePt t="46458" x="4768850" y="6013450"/>
          <p14:tracePt t="46475" x="4718050" y="6064250"/>
          <p14:tracePt t="46491" x="4718050" y="6076950"/>
          <p14:tracePt t="46508" x="4718050" y="6096000"/>
          <p14:tracePt t="46525" x="4718050" y="6115050"/>
          <p14:tracePt t="46541" x="4711700" y="6127750"/>
          <p14:tracePt t="46558" x="4711700" y="6134100"/>
          <p14:tracePt t="46575" x="4711700" y="6140450"/>
          <p14:tracePt t="46591" x="4711700" y="6146800"/>
          <p14:tracePt t="46609" x="4718050" y="6153150"/>
          <p14:tracePt t="46625" x="4718050" y="6165850"/>
          <p14:tracePt t="46641" x="4737100" y="6172200"/>
          <p14:tracePt t="46658" x="4737100" y="6178550"/>
          <p14:tracePt t="46675" x="4749800" y="6184900"/>
          <p14:tracePt t="46691" x="4781550" y="6203950"/>
          <p14:tracePt t="46708" x="4787900" y="6216650"/>
          <p14:tracePt t="46725" x="4794250" y="6216650"/>
          <p14:tracePt t="46741" x="4806950" y="6229350"/>
          <p14:tracePt t="46758" x="4819650" y="6242050"/>
          <p14:tracePt t="46775" x="4832350" y="6254750"/>
          <p14:tracePt t="46791" x="4870450" y="6267450"/>
          <p14:tracePt t="46825" x="4940300" y="6280150"/>
          <p14:tracePt t="46842" x="4953000" y="6292850"/>
          <p14:tracePt t="46858" x="4965700" y="6299200"/>
          <p14:tracePt t="46875" x="4972050" y="6299200"/>
          <p14:tracePt t="46891" x="4984750" y="6305550"/>
          <p14:tracePt t="46908" x="5010150" y="6318250"/>
          <p14:tracePt t="46924" x="5022850" y="6318250"/>
          <p14:tracePt t="46958" x="5048250" y="6324600"/>
          <p14:tracePt t="46975" x="5054600" y="6324600"/>
          <p14:tracePt t="46991" x="5067300" y="6324600"/>
          <p14:tracePt t="47008" x="5086350" y="6330950"/>
          <p14:tracePt t="47025" x="5118100" y="6330950"/>
          <p14:tracePt t="47041" x="5130800" y="6330950"/>
          <p14:tracePt t="47058" x="5149850" y="6324600"/>
          <p14:tracePt t="47075" x="5181600" y="6318250"/>
          <p14:tracePt t="47092" x="5194300" y="6299200"/>
          <p14:tracePt t="47108" x="5213350" y="6292850"/>
          <p14:tracePt t="47125" x="5226050" y="6286500"/>
          <p14:tracePt t="47142" x="5232400" y="6261100"/>
          <p14:tracePt t="47158" x="5238750" y="6248400"/>
          <p14:tracePt t="47175" x="5245100" y="6229350"/>
          <p14:tracePt t="47193" x="5264150" y="6165850"/>
          <p14:tracePt t="47209" x="5264150" y="6146800"/>
          <p14:tracePt t="47225" x="5270500" y="6108700"/>
          <p14:tracePt t="47243" x="5264150" y="6089650"/>
          <p14:tracePt t="47258" x="5257800" y="6076950"/>
          <p14:tracePt t="47274" x="5238750" y="6057900"/>
          <p14:tracePt t="47291" x="5238750" y="6045200"/>
          <p14:tracePt t="47308" x="5226050" y="6032500"/>
          <p14:tracePt t="47325" x="5219700" y="6032500"/>
          <p14:tracePt t="47341" x="5194300" y="6019800"/>
          <p14:tracePt t="47358" x="5181600" y="6019800"/>
          <p14:tracePt t="47375" x="5156200" y="6019800"/>
          <p14:tracePt t="47391" x="5124450" y="6026150"/>
          <p14:tracePt t="47408" x="5092700" y="6032500"/>
          <p14:tracePt t="47425" x="5035550" y="6057900"/>
          <p14:tracePt t="47441" x="5010150" y="6057900"/>
          <p14:tracePt t="47458" x="4972050" y="6070600"/>
          <p14:tracePt t="47475" x="4921250" y="6096000"/>
          <p14:tracePt t="47492" x="4902200" y="6096000"/>
          <p14:tracePt t="47508" x="4889500" y="6102350"/>
          <p14:tracePt t="47524" x="4889500" y="6108700"/>
          <p14:tracePt t="47558" x="4889500" y="6115050"/>
          <p14:tracePt t="47575" x="4889500" y="6127750"/>
          <p14:tracePt t="47608" x="4883150" y="6134100"/>
          <p14:tracePt t="47624" x="4883150" y="6153150"/>
          <p14:tracePt t="47642" x="4883150" y="6159500"/>
          <p14:tracePt t="47658" x="4883150" y="6165850"/>
          <p14:tracePt t="47675" x="4895850" y="6165850"/>
          <p14:tracePt t="47691" x="4902200" y="6172200"/>
          <p14:tracePt t="47708" x="4927600" y="6178550"/>
          <p14:tracePt t="47725" x="4959350" y="6178550"/>
          <p14:tracePt t="47741" x="4997450" y="6178550"/>
          <p14:tracePt t="47758" x="5022850" y="6178550"/>
          <p14:tracePt t="47774" x="5054600" y="6172200"/>
          <p14:tracePt t="47791" x="5067300" y="6172200"/>
          <p14:tracePt t="47808" x="5080000" y="6159500"/>
          <p14:tracePt t="47824" x="5092700" y="6159500"/>
          <p14:tracePt t="47961" x="5086350" y="6159500"/>
          <p14:tracePt t="48001" x="5080000" y="6159500"/>
          <p14:tracePt t="48025" x="5073650" y="6159500"/>
          <p14:tracePt t="48032" x="5067300" y="6159500"/>
          <p14:tracePt t="48057" x="5054600" y="6159500"/>
          <p14:tracePt t="48081" x="5060950" y="6159500"/>
          <p14:tracePt t="48121" x="5054600" y="6159500"/>
          <p14:tracePt t="48384" x="5041900" y="6159500"/>
          <p14:tracePt t="48657" x="5035550" y="6159500"/>
          <p14:tracePt t="48665" x="5035550" y="6165850"/>
          <p14:tracePt t="48674" x="5029200" y="6184900"/>
          <p14:tracePt t="48691" x="5029200" y="6197600"/>
          <p14:tracePt t="48708" x="4991100" y="6235700"/>
          <p14:tracePt t="48725" x="4972050" y="6261100"/>
          <p14:tracePt t="48742" x="4959350" y="6273800"/>
          <p14:tracePt t="48758" x="4953000" y="6292850"/>
          <p14:tracePt t="48775" x="4953000" y="6299200"/>
          <p14:tracePt t="48791" x="4946650" y="6305550"/>
          <p14:tracePt t="48808" x="4946650" y="6311900"/>
          <p14:tracePt t="48825" x="4959350" y="6318250"/>
          <p14:tracePt t="48841" x="4978400" y="6318250"/>
          <p14:tracePt t="48858" x="5022850" y="6318250"/>
          <p14:tracePt t="48875" x="5035550" y="6318250"/>
          <p14:tracePt t="48891" x="5086350" y="6311900"/>
          <p14:tracePt t="48908" x="5207000" y="6305550"/>
          <p14:tracePt t="48924" x="5295900" y="6305550"/>
          <p14:tracePt t="48941" x="5403850" y="6324600"/>
          <p14:tracePt t="48958" x="5549900" y="6350000"/>
          <p14:tracePt t="48975" x="5676900" y="6375400"/>
          <p14:tracePt t="48991" x="5784850" y="6394450"/>
          <p14:tracePt t="49008" x="5911850" y="6413500"/>
          <p14:tracePt t="49025" x="6026150" y="6432550"/>
          <p14:tracePt t="49041" x="6064250" y="6438900"/>
          <p14:tracePt t="49058" x="6146800" y="6445250"/>
          <p14:tracePt t="49075" x="6210300" y="6445250"/>
          <p14:tracePt t="49091" x="6248400" y="6445250"/>
          <p14:tracePt t="49108" x="6273800" y="6432550"/>
          <p14:tracePt t="49125" x="6280150" y="6432550"/>
          <p14:tracePt t="49141" x="6286500" y="6419850"/>
          <p14:tracePt t="49158" x="6299200" y="6407150"/>
          <p14:tracePt t="49175" x="6318250" y="6388100"/>
          <p14:tracePt t="49191" x="6343650" y="6369050"/>
          <p14:tracePt t="49209" x="6350000" y="6356350"/>
          <p14:tracePt t="49225" x="6362700" y="6330950"/>
          <p14:tracePt t="49241" x="6375400" y="6286500"/>
          <p14:tracePt t="49258" x="6388100" y="6254750"/>
          <p14:tracePt t="49275" x="6388100" y="6235700"/>
          <p14:tracePt t="49292" x="6388100" y="6223000"/>
          <p14:tracePt t="49308" x="6388100" y="6216650"/>
          <p14:tracePt t="49325" x="6369050" y="6210300"/>
          <p14:tracePt t="49341" x="6292850" y="6203950"/>
          <p14:tracePt t="49358" x="6242050" y="6203950"/>
          <p14:tracePt t="49375" x="6178550" y="6203950"/>
          <p14:tracePt t="49391" x="6076950" y="6210300"/>
          <p14:tracePt t="49408" x="6032500" y="6210300"/>
          <p14:tracePt t="49425" x="5969000" y="6191250"/>
          <p14:tracePt t="49441" x="5943600" y="6172200"/>
          <p14:tracePt t="49458" x="5930900" y="6165850"/>
          <p14:tracePt t="49475" x="5892800" y="6153150"/>
          <p14:tracePt t="49491" x="5829300" y="6134100"/>
          <p14:tracePt t="49508" x="5765800" y="6115050"/>
          <p14:tracePt t="49525" x="5683250" y="6089650"/>
          <p14:tracePt t="49541" x="5645150" y="6076950"/>
          <p14:tracePt t="49558" x="5626100" y="6070600"/>
          <p14:tracePt t="49575" x="5619750" y="6064250"/>
          <p14:tracePt t="49591" x="5607050" y="6045200"/>
          <p14:tracePt t="49608" x="5581650" y="6026150"/>
          <p14:tracePt t="49625" x="5581650" y="5994400"/>
          <p14:tracePt t="49641" x="5581650" y="5949950"/>
          <p14:tracePt t="49658" x="5588000" y="5937250"/>
          <p14:tracePt t="49675" x="5607050" y="5918200"/>
          <p14:tracePt t="49691" x="5670550" y="5835650"/>
          <p14:tracePt t="49708" x="5708650" y="5797550"/>
          <p14:tracePt t="49725" x="5784850" y="5740400"/>
          <p14:tracePt t="49741" x="5810250" y="5715000"/>
          <p14:tracePt t="49758" x="5930900" y="5632450"/>
          <p14:tracePt t="49775" x="6000750" y="5575300"/>
          <p14:tracePt t="49791" x="6038850" y="5530850"/>
          <p14:tracePt t="49808" x="6115050" y="5454650"/>
          <p14:tracePt t="49825" x="6184900" y="5422900"/>
          <p14:tracePt t="49841" x="6216650" y="5397500"/>
          <p14:tracePt t="49858" x="6280150" y="5365750"/>
          <p14:tracePt t="49875" x="6299200" y="5359400"/>
          <p14:tracePt t="49891" x="6299200" y="5353050"/>
          <p14:tracePt t="49908" x="6318250" y="5346700"/>
          <p14:tracePt t="49925" x="6305550" y="5346700"/>
          <p14:tracePt t="49942" x="6305550" y="5334000"/>
          <p14:tracePt t="49958" x="6305550" y="5308600"/>
          <p14:tracePt t="49975" x="6273800" y="5232400"/>
          <p14:tracePt t="49991" x="6134100" y="5118100"/>
          <p14:tracePt t="50008" x="6096000" y="5086350"/>
          <p14:tracePt t="50025" x="5848350" y="4946650"/>
          <p14:tracePt t="50041" x="5727700" y="4908550"/>
          <p14:tracePt t="50058" x="5626100" y="4876800"/>
          <p14:tracePt t="50075" x="5486400" y="4845050"/>
          <p14:tracePt t="50092" x="5467350" y="4845050"/>
          <p14:tracePt t="50108" x="5403850" y="4832350"/>
          <p14:tracePt t="50125" x="5327650" y="4826000"/>
          <p14:tracePt t="50141" x="5295900" y="4826000"/>
          <p14:tracePt t="50158" x="5270500" y="4826000"/>
          <p14:tracePt t="50175" x="5226050" y="4838700"/>
          <p14:tracePt t="50192" x="5213350" y="4845050"/>
          <p14:tracePt t="50208" x="5194300" y="4857750"/>
          <p14:tracePt t="50225" x="5168900" y="4870450"/>
          <p14:tracePt t="50241" x="5137150" y="4889500"/>
          <p14:tracePt t="50258" x="5067300" y="4914900"/>
          <p14:tracePt t="50275" x="4997450" y="4927600"/>
          <p14:tracePt t="50291" x="4953000" y="4927600"/>
          <p14:tracePt t="50308" x="4927600" y="4933950"/>
          <p14:tracePt t="50325" x="4914900" y="4940300"/>
          <p14:tracePt t="50341" x="4908550" y="4940300"/>
          <p14:tracePt t="50561" x="4902200" y="4946650"/>
          <p14:tracePt t="50569" x="4883150" y="4959350"/>
          <p14:tracePt t="50577" x="4870450" y="4965700"/>
          <p14:tracePt t="50592" x="4864100" y="4972050"/>
          <p14:tracePt t="50608" x="4851400" y="4978400"/>
          <p14:tracePt t="50625" x="4832350" y="5010150"/>
          <p14:tracePt t="50641" x="4806950" y="5073650"/>
          <p14:tracePt t="50658" x="4768850" y="5143500"/>
          <p14:tracePt t="50675" x="4718050" y="5308600"/>
          <p14:tracePt t="50691" x="4699000" y="5397500"/>
          <p14:tracePt t="50708" x="4686300" y="5441950"/>
          <p14:tracePt t="50725" x="4679950" y="5543550"/>
          <p14:tracePt t="50741" x="4686300" y="5600700"/>
          <p14:tracePt t="50758" x="4705350" y="5632450"/>
          <p14:tracePt t="50775" x="4730750" y="5676900"/>
          <p14:tracePt t="50791" x="4737100" y="5676900"/>
          <p14:tracePt t="50808" x="4743450" y="5695950"/>
          <p14:tracePt t="50825" x="4775200" y="5715000"/>
          <p14:tracePt t="50841" x="4806950" y="5721350"/>
          <p14:tracePt t="50858" x="4832350" y="5734050"/>
          <p14:tracePt t="50874" x="4864100" y="5746750"/>
          <p14:tracePt t="50891" x="4953000" y="5784850"/>
          <p14:tracePt t="50908" x="5022850" y="5829300"/>
          <p14:tracePt t="50925" x="5086350" y="5899150"/>
          <p14:tracePt t="50941" x="5124450" y="5918200"/>
          <p14:tracePt t="50958" x="5149850" y="5975350"/>
          <p14:tracePt t="50975" x="5156200" y="6064250"/>
          <p14:tracePt t="50992" x="5149850" y="6153150"/>
          <p14:tracePt t="51008" x="5092700" y="6343650"/>
          <p14:tracePt t="51024" x="5041900" y="6438900"/>
          <p14:tracePt t="51041" x="5003800" y="6502400"/>
          <p14:tracePt t="51058" x="4991100" y="6546850"/>
          <p14:tracePt t="51075" x="4991100" y="6553200"/>
          <p14:tracePt t="51193" x="4991100" y="6540500"/>
          <p14:tracePt t="51201" x="4997450" y="6540500"/>
          <p14:tracePt t="51210" x="5010150" y="6527800"/>
          <p14:tracePt t="51225" x="5016500" y="6521450"/>
          <p14:tracePt t="51241" x="5048250" y="6496050"/>
          <p14:tracePt t="51258" x="5099050" y="6445250"/>
          <p14:tracePt t="51275" x="5149850" y="6419850"/>
          <p14:tracePt t="51291" x="5194300" y="6388100"/>
          <p14:tracePt t="51308" x="5213350" y="6362700"/>
          <p14:tracePt t="51325" x="5245100" y="6337300"/>
          <p14:tracePt t="51341" x="5251450" y="6324600"/>
          <p14:tracePt t="51358" x="5264150" y="6292850"/>
          <p14:tracePt t="51375" x="5264150" y="6280150"/>
          <p14:tracePt t="51391" x="5264150" y="6235700"/>
          <p14:tracePt t="51408" x="5264150" y="6172200"/>
          <p14:tracePt t="51425" x="5251450" y="6146800"/>
          <p14:tracePt t="51441" x="5226050" y="6108700"/>
          <p14:tracePt t="51458" x="5207000" y="6096000"/>
          <p14:tracePt t="51475" x="5187950" y="6089650"/>
          <p14:tracePt t="51491" x="5156200" y="6089650"/>
          <p14:tracePt t="51508" x="5137150" y="6089650"/>
          <p14:tracePt t="51525" x="5092700" y="6096000"/>
          <p14:tracePt t="51541" x="5029200" y="6121400"/>
          <p14:tracePt t="51558" x="4972050" y="6140450"/>
          <p14:tracePt t="51575" x="4933950" y="6159500"/>
          <p14:tracePt t="51591" x="4914900" y="6178550"/>
          <p14:tracePt t="51608" x="4902200" y="6191250"/>
          <p14:tracePt t="51625" x="4895850" y="6216650"/>
          <p14:tracePt t="51641" x="4895850" y="6223000"/>
          <p14:tracePt t="51658" x="4895850" y="6229350"/>
          <p14:tracePt t="51675" x="4902200" y="6242050"/>
          <p14:tracePt t="51691" x="4914900" y="6242050"/>
          <p14:tracePt t="51708" x="4984750" y="6248400"/>
          <p14:tracePt t="51725" x="5035550" y="6248400"/>
          <p14:tracePt t="51741" x="5067300" y="6248400"/>
          <p14:tracePt t="51758" x="5168900" y="6248400"/>
          <p14:tracePt t="51775" x="5308600" y="6229350"/>
          <p14:tracePt t="51792" x="5378450" y="6216650"/>
          <p14:tracePt t="51808" x="5461000" y="6203950"/>
          <p14:tracePt t="51824" x="5556250" y="6178550"/>
          <p14:tracePt t="51841" x="5581650" y="6172200"/>
          <p14:tracePt t="51858" x="5607050" y="6159500"/>
          <p14:tracePt t="51874" x="5613400" y="6159500"/>
          <p14:tracePt t="51891" x="5626100" y="6159500"/>
          <p14:tracePt t="51937" x="5626100" y="6165850"/>
          <p14:tracePt t="51945" x="5632450" y="6172200"/>
          <p14:tracePt t="51977" x="5638800" y="6172200"/>
          <p14:tracePt t="51985" x="5645150" y="6172200"/>
          <p14:tracePt t="51993" x="5651500" y="6172200"/>
          <p14:tracePt t="52010" x="5664200" y="6165850"/>
          <p14:tracePt t="52025" x="5676900" y="6165850"/>
          <p14:tracePt t="52041" x="5689600" y="6159500"/>
          <p14:tracePt t="52058" x="5727700" y="6159500"/>
          <p14:tracePt t="52075" x="5759450" y="6159500"/>
          <p14:tracePt t="52091" x="5784850" y="6159500"/>
          <p14:tracePt t="52108" x="5829300" y="6146800"/>
          <p14:tracePt t="52125" x="5861050" y="6140450"/>
          <p14:tracePt t="52141" x="5880100" y="6134100"/>
          <p14:tracePt t="52158" x="5962650" y="6108700"/>
          <p14:tracePt t="52175" x="6000750" y="6096000"/>
          <p14:tracePt t="52191" x="6064250" y="6089650"/>
          <p14:tracePt t="52208" x="6153150" y="6089650"/>
          <p14:tracePt t="52225" x="6203950" y="6089650"/>
          <p14:tracePt t="52241" x="6248400" y="6089650"/>
          <p14:tracePt t="52258" x="6381750" y="6096000"/>
          <p14:tracePt t="52275" x="6426200" y="6102350"/>
          <p14:tracePt t="52291" x="6477000" y="6115050"/>
          <p14:tracePt t="52308" x="6502400" y="6121400"/>
          <p14:tracePt t="52325" x="6572250" y="6127750"/>
          <p14:tracePt t="52341" x="6604000" y="6127750"/>
          <p14:tracePt t="52358" x="6686550" y="6134100"/>
          <p14:tracePt t="52375" x="6737350" y="6140450"/>
          <p14:tracePt t="52391" x="6775450" y="6140450"/>
          <p14:tracePt t="52408" x="6781800" y="6146800"/>
          <p14:tracePt t="52425" x="6858000" y="6159500"/>
          <p14:tracePt t="52441" x="6889750" y="6159500"/>
          <p14:tracePt t="52458" x="6921500" y="6165850"/>
          <p14:tracePt t="52475" x="6985000" y="6172200"/>
          <p14:tracePt t="52491" x="7010400" y="6178550"/>
          <p14:tracePt t="52508" x="7061200" y="6184900"/>
          <p14:tracePt t="52525" x="7124700" y="6184900"/>
          <p14:tracePt t="52528" x="7137400" y="6184900"/>
          <p14:tracePt t="52541" x="7162800" y="6184900"/>
          <p14:tracePt t="52558" x="7245350" y="6184900"/>
          <p14:tracePt t="52575" x="7277100" y="6184900"/>
          <p14:tracePt t="52608" x="7327900" y="6184900"/>
          <p14:tracePt t="52624" x="7353300" y="6184900"/>
          <p14:tracePt t="52641" x="7391400" y="6184900"/>
          <p14:tracePt t="52658" x="7454900" y="6178550"/>
          <p14:tracePt t="52675" x="7461250" y="6178550"/>
          <p14:tracePt t="52691" x="7480300" y="6178550"/>
          <p14:tracePt t="52708" x="7550150" y="6172200"/>
          <p14:tracePt t="52725" x="7581900" y="6172200"/>
          <p14:tracePt t="52741" x="7613650" y="6172200"/>
          <p14:tracePt t="52758" x="7670800" y="6165850"/>
          <p14:tracePt t="52775" x="7689850" y="6165850"/>
          <p14:tracePt t="52792" x="7721600" y="6159500"/>
          <p14:tracePt t="52808" x="7753350" y="6146800"/>
          <p14:tracePt t="52825" x="7766050" y="6140450"/>
          <p14:tracePt t="52841" x="7778750" y="6134100"/>
          <p14:tracePt t="52858" x="7791450" y="6134100"/>
          <p14:tracePt t="52891" x="7797800" y="6127750"/>
          <p14:tracePt t="52908" x="7797800" y="6121400"/>
          <p14:tracePt t="53169" x="7804150" y="6121400"/>
          <p14:tracePt t="53193" x="7804150" y="6115050"/>
          <p14:tracePt t="53209" x="7804150" y="6108700"/>
          <p14:tracePt t="53225" x="7804150" y="6102350"/>
          <p14:tracePt t="53233" x="7804150" y="6096000"/>
          <p14:tracePt t="53241" x="7804150" y="6076950"/>
          <p14:tracePt t="53258" x="7772400" y="5994400"/>
          <p14:tracePt t="53274" x="7702550" y="5924550"/>
          <p14:tracePt t="53291" x="7600950" y="5848350"/>
          <p14:tracePt t="53308" x="7435850" y="5778500"/>
          <p14:tracePt t="53325" x="7289800" y="5695950"/>
          <p14:tracePt t="53341" x="7137400" y="5626100"/>
          <p14:tracePt t="53358" x="6794500" y="5480050"/>
          <p14:tracePt t="53375" x="6629400" y="5422900"/>
          <p14:tracePt t="53391" x="6559550" y="5410200"/>
          <p14:tracePt t="53408" x="6273800" y="5346700"/>
          <p14:tracePt t="53425" x="5956300" y="5340350"/>
          <p14:tracePt t="53441" x="5829300" y="5359400"/>
          <p14:tracePt t="53458" x="5727700" y="5378450"/>
          <p14:tracePt t="53475" x="5645150" y="5416550"/>
          <p14:tracePt t="53491" x="5492750" y="5461000"/>
          <p14:tracePt t="53508" x="5448300" y="5480050"/>
          <p14:tracePt t="53525" x="5403850" y="5505450"/>
          <p14:tracePt t="53541" x="5384800" y="5518150"/>
          <p14:tracePt t="53558" x="5378450" y="5518150"/>
          <p14:tracePt t="53575" x="5359400" y="5524500"/>
          <p14:tracePt t="53591" x="5334000" y="5537200"/>
          <p14:tracePt t="53608" x="5327650" y="5543550"/>
          <p14:tracePt t="53625" x="5308600" y="5549900"/>
          <p14:tracePt t="53641" x="5283200" y="5562600"/>
          <p14:tracePt t="53658" x="5238750" y="5581650"/>
          <p14:tracePt t="53675" x="5181600" y="5594350"/>
          <p14:tracePt t="53691" x="5137150" y="5607050"/>
          <p14:tracePt t="53708" x="5130800" y="5619750"/>
          <p14:tracePt t="53725" x="5118100" y="5619750"/>
          <p14:tracePt t="53881" x="5118100" y="5626100"/>
          <p14:tracePt t="53889" x="5118100" y="5638800"/>
          <p14:tracePt t="53897" x="5111750" y="5664200"/>
          <p14:tracePt t="53913" x="5111750" y="5683250"/>
          <p14:tracePt t="53924" x="5105400" y="5708650"/>
          <p14:tracePt t="53941" x="5124450" y="5759450"/>
          <p14:tracePt t="53958" x="5137150" y="5784850"/>
          <p14:tracePt t="53975" x="5156200" y="5803900"/>
          <p14:tracePt t="53991" x="5251450" y="5829300"/>
          <p14:tracePt t="54008" x="5295900" y="5835650"/>
          <p14:tracePt t="54025" x="5422900" y="5835650"/>
          <p14:tracePt t="54041" x="5619750" y="5810250"/>
          <p14:tracePt t="54058" x="5740400" y="5791200"/>
          <p14:tracePt t="54075" x="5797550" y="5772150"/>
          <p14:tracePt t="54091" x="5848350" y="5753100"/>
          <p14:tracePt t="54108" x="5873750" y="5740400"/>
          <p14:tracePt t="54125" x="5873750" y="5727700"/>
          <p14:tracePt t="54141" x="5873750" y="5708650"/>
          <p14:tracePt t="54175" x="5873750" y="5702300"/>
          <p14:tracePt t="54191" x="5867400" y="5702300"/>
          <p14:tracePt t="54208" x="5842000" y="5721350"/>
          <p14:tracePt t="54224" x="5810250" y="5778500"/>
          <p14:tracePt t="54241" x="5676900" y="5949950"/>
          <p14:tracePt t="54258" x="5613400" y="6057900"/>
          <p14:tracePt t="54275" x="5568950" y="6140450"/>
          <p14:tracePt t="54291" x="5549900" y="6191250"/>
          <p14:tracePt t="54308" x="5556250" y="6191250"/>
          <p14:tracePt t="54325" x="5556250" y="6197600"/>
          <p14:tracePt t="54362" x="5549900" y="6197600"/>
          <p14:tracePt t="54385" x="5543550" y="6197600"/>
          <p14:tracePt t="54394" x="5537200" y="6197600"/>
          <p14:tracePt t="54408" x="5530850" y="6197600"/>
          <p14:tracePt t="54425" x="5467350" y="6191250"/>
          <p14:tracePt t="54441" x="5441950" y="6184900"/>
          <p14:tracePt t="54458" x="5314950" y="6184900"/>
          <p14:tracePt t="54475" x="5245100" y="6197600"/>
          <p14:tracePt t="54491" x="5194300" y="6197600"/>
          <p14:tracePt t="54508" x="5162550" y="6210300"/>
          <p14:tracePt t="54525" x="5137150" y="6216650"/>
          <p14:tracePt t="54673" x="5130800" y="6210300"/>
          <p14:tracePt t="54681" x="5130800" y="6203950"/>
          <p14:tracePt t="54691" x="5124450" y="6197600"/>
          <p14:tracePt t="54708" x="5105400" y="6178550"/>
          <p14:tracePt t="54725" x="5073650" y="6159500"/>
          <p14:tracePt t="54741" x="5054600" y="6153150"/>
          <p14:tracePt t="54775" x="5048250" y="6153150"/>
          <p14:tracePt t="54801" x="5029200" y="6153150"/>
          <p14:tracePt t="54833" x="5029200" y="6159500"/>
          <p14:tracePt t="54841" x="5022850" y="6165850"/>
          <p14:tracePt t="54857" x="5022850" y="6172200"/>
          <p14:tracePt t="54865" x="5022850" y="6178550"/>
          <p14:tracePt t="54874" x="5022850" y="6184900"/>
          <p14:tracePt t="54897" x="5022850" y="6191250"/>
          <p14:tracePt t="54908" x="5029200" y="6197600"/>
          <p14:tracePt t="54925" x="5048250" y="6203950"/>
          <p14:tracePt t="54941" x="5086350" y="6216650"/>
          <p14:tracePt t="54958" x="5149850" y="6229350"/>
          <p14:tracePt t="54975" x="5219700" y="6235700"/>
          <p14:tracePt t="54991" x="5302250" y="6235700"/>
          <p14:tracePt t="55008" x="5505450" y="6235700"/>
          <p14:tracePt t="55025" x="5651500" y="6235700"/>
          <p14:tracePt t="55041" x="5683250" y="6235700"/>
          <p14:tracePt t="55058" x="5784850" y="6229350"/>
          <p14:tracePt t="55074" x="5803900" y="6229350"/>
          <p14:tracePt t="55091" x="5835650" y="6229350"/>
          <p14:tracePt t="55108" x="5873750" y="6242050"/>
          <p14:tracePt t="55125" x="5892800" y="6254750"/>
          <p14:tracePt t="55141" x="5905500" y="6267450"/>
          <p14:tracePt t="55158" x="5969000" y="6311900"/>
          <p14:tracePt t="55175" x="5994400" y="6318250"/>
          <p14:tracePt t="55191" x="6026150" y="6330950"/>
          <p14:tracePt t="55208" x="6045200" y="6343650"/>
          <p14:tracePt t="55225" x="6108700" y="6356350"/>
          <p14:tracePt t="55241" x="6140450" y="6362700"/>
          <p14:tracePt t="55258" x="6165850" y="6369050"/>
          <p14:tracePt t="55275" x="6216650" y="6369050"/>
          <p14:tracePt t="55291" x="6254750" y="6369050"/>
          <p14:tracePt t="55308" x="6305550" y="6369050"/>
          <p14:tracePt t="55325" x="6330950" y="6369050"/>
          <p14:tracePt t="55341" x="6362700" y="6369050"/>
          <p14:tracePt t="55358" x="6394450" y="6369050"/>
          <p14:tracePt t="55375" x="6413500" y="6369050"/>
          <p14:tracePt t="55392" x="6432550" y="6369050"/>
          <p14:tracePt t="55408" x="6451600" y="6369050"/>
          <p14:tracePt t="55425" x="6521450" y="6369050"/>
          <p14:tracePt t="55441" x="6546850" y="6362700"/>
          <p14:tracePt t="55458" x="6565900" y="6362700"/>
          <p14:tracePt t="55475" x="6635750" y="6350000"/>
          <p14:tracePt t="55491" x="6705600" y="6337300"/>
          <p14:tracePt t="55508" x="6731000" y="6337300"/>
          <p14:tracePt t="55525" x="6813550" y="6337300"/>
          <p14:tracePt t="55541" x="6851650" y="6337300"/>
          <p14:tracePt t="55558" x="6877050" y="6337300"/>
          <p14:tracePt t="55574" x="6940550" y="6311900"/>
          <p14:tracePt t="55591" x="7073900" y="6292850"/>
          <p14:tracePt t="55608" x="7124700" y="6286500"/>
          <p14:tracePt t="55625" x="7175500" y="6280150"/>
          <p14:tracePt t="55641" x="7232650" y="6273800"/>
          <p14:tracePt t="55658" x="7264400" y="6273800"/>
          <p14:tracePt t="55675" x="7302500" y="6273800"/>
          <p14:tracePt t="55691" x="7366000" y="6273800"/>
          <p14:tracePt t="55708" x="7410450" y="6280150"/>
          <p14:tracePt t="55725" x="7461250" y="6286500"/>
          <p14:tracePt t="55741" x="7486650" y="6286500"/>
          <p14:tracePt t="55758" x="7537450" y="6292850"/>
          <p14:tracePt t="55775" x="7562850" y="6292850"/>
          <p14:tracePt t="55791" x="7581900" y="6292850"/>
          <p14:tracePt t="55808" x="7594600" y="6292850"/>
          <p14:tracePt t="55825" x="7632700" y="6280150"/>
          <p14:tracePt t="55841" x="7645400" y="6273800"/>
          <p14:tracePt t="55874" x="7658100" y="6273800"/>
          <p14:tracePt t="55891" x="7670800" y="6261100"/>
          <p14:tracePt t="55925" x="7677150" y="6261100"/>
          <p14:tracePt t="55961" x="7677150" y="6267450"/>
          <p14:tracePt t="55969" x="7683500" y="6267450"/>
          <p14:tracePt t="56001" x="7689850" y="6267450"/>
          <p14:tracePt t="56009" x="7689850" y="6273800"/>
          <p14:tracePt t="56018" x="7696200" y="6273800"/>
          <p14:tracePt t="56041" x="7702550" y="6273800"/>
          <p14:tracePt t="56049" x="7708900" y="6273800"/>
          <p14:tracePt t="56081" x="7715250" y="6273800"/>
          <p14:tracePt t="56113" x="7721600" y="6273800"/>
          <p14:tracePt t="56137" x="7727950" y="6273800"/>
          <p14:tracePt t="56161" x="7740650" y="6273800"/>
          <p14:tracePt t="56305" x="7715250" y="6273800"/>
          <p14:tracePt t="56314" x="7696200" y="6267450"/>
          <p14:tracePt t="56321" x="7683500" y="6267450"/>
          <p14:tracePt t="56330" x="7651750" y="6267450"/>
          <p14:tracePt t="56341" x="7645400" y="6267450"/>
          <p14:tracePt t="56358" x="7569200" y="6267450"/>
          <p14:tracePt t="56375" x="7556500" y="6267450"/>
          <p14:tracePt t="56391" x="7518400" y="6267450"/>
          <p14:tracePt t="56408" x="7499350" y="6267450"/>
          <p14:tracePt t="56425" x="7486650" y="6254750"/>
          <p14:tracePt t="56441" x="7486650" y="6242050"/>
          <p14:tracePt t="56458" x="7486650" y="6216650"/>
          <p14:tracePt t="56475" x="7493000" y="6203950"/>
          <p14:tracePt t="56491" x="7499350" y="6184900"/>
          <p14:tracePt t="56508" x="7512050" y="6172200"/>
          <p14:tracePt t="56525" x="7512050" y="6146800"/>
          <p14:tracePt t="56541" x="7543800" y="6102350"/>
          <p14:tracePt t="56558" x="7550150" y="6102350"/>
          <p14:tracePt t="56575" x="7581900" y="6057900"/>
          <p14:tracePt t="56591" x="7632700" y="5988050"/>
          <p14:tracePt t="56608" x="7658100" y="5930900"/>
          <p14:tracePt t="56625" x="7708900" y="5791200"/>
          <p14:tracePt t="56641" x="7721600" y="5759450"/>
          <p14:tracePt t="56658" x="7721600" y="5695950"/>
          <p14:tracePt t="56675" x="7721600" y="5619750"/>
          <p14:tracePt t="56691" x="7702550" y="5499100"/>
          <p14:tracePt t="56708" x="7689850" y="5429250"/>
          <p14:tracePt t="56725" x="7632700" y="5321300"/>
          <p14:tracePt t="56741" x="7575550" y="5245100"/>
          <p14:tracePt t="56758" x="7499350" y="5162550"/>
          <p14:tracePt t="56775" x="7315200" y="5016500"/>
          <p14:tracePt t="56791" x="7232650" y="4953000"/>
          <p14:tracePt t="56808" x="7112000" y="4876800"/>
          <p14:tracePt t="56825" x="6889750" y="4762500"/>
          <p14:tracePt t="56841" x="6769100" y="4699000"/>
          <p14:tracePt t="56858" x="6521450" y="4597400"/>
          <p14:tracePt t="56875" x="6407150" y="4565650"/>
          <p14:tracePt t="56892" x="6203950" y="4502150"/>
          <p14:tracePt t="56908" x="6146800" y="4495800"/>
          <p14:tracePt t="56925" x="6051550" y="4483100"/>
          <p14:tracePt t="56941" x="5943600" y="4476750"/>
          <p14:tracePt t="56958" x="5797550" y="4476750"/>
          <p14:tracePt t="56975" x="5727700" y="4489450"/>
          <p14:tracePt t="56991" x="5683250" y="4495800"/>
          <p14:tracePt t="57008" x="5530850" y="4521200"/>
          <p14:tracePt t="57025" x="5422900" y="4565650"/>
          <p14:tracePt t="57041" x="5327650" y="4610100"/>
          <p14:tracePt t="57058" x="5302250" y="4629150"/>
          <p14:tracePt t="57075" x="5270500" y="4648200"/>
          <p14:tracePt t="57091" x="5213350" y="4686300"/>
          <p14:tracePt t="57108" x="5194300" y="4711700"/>
          <p14:tracePt t="57124" x="5130800" y="4749800"/>
          <p14:tracePt t="57141" x="5099050" y="4787900"/>
          <p14:tracePt t="57158" x="5067300" y="4806950"/>
          <p14:tracePt t="57174" x="4953000" y="4902200"/>
          <p14:tracePt t="57192" x="4914900" y="4953000"/>
          <p14:tracePt t="57208" x="4851400" y="5016500"/>
          <p14:tracePt t="57225" x="4794250" y="5099050"/>
          <p14:tracePt t="57241" x="4749800" y="5143500"/>
          <p14:tracePt t="57258" x="4686300" y="5213350"/>
          <p14:tracePt t="57274" x="4660900" y="5264150"/>
          <p14:tracePt t="57291" x="4597400" y="5359400"/>
          <p14:tracePt t="57308" x="4559300" y="5416550"/>
          <p14:tracePt t="57325" x="4540250" y="5461000"/>
          <p14:tracePt t="57341" x="4502150" y="5562600"/>
          <p14:tracePt t="57358" x="4495800" y="5600700"/>
          <p14:tracePt t="57374" x="4476750" y="5670550"/>
          <p14:tracePt t="57391" x="4476750" y="5778500"/>
          <p14:tracePt t="57408" x="4476750" y="5822950"/>
          <p14:tracePt t="57425" x="4457700" y="5924550"/>
          <p14:tracePt t="57441" x="4457700" y="6083300"/>
          <p14:tracePt t="57458" x="4464050" y="6178550"/>
          <p14:tracePt t="57475" x="4464050" y="6273800"/>
          <p14:tracePt t="57491" x="4476750" y="6356350"/>
          <p14:tracePt t="57508" x="4514850" y="6426200"/>
          <p14:tracePt t="57525" x="4533900" y="6457950"/>
          <p14:tracePt t="57541" x="4603750" y="6521450"/>
          <p14:tracePt t="57558" x="4692650" y="6572250"/>
          <p14:tracePt t="57574" x="4762500" y="6591300"/>
          <p14:tracePt t="57591" x="4991100" y="6673850"/>
          <p14:tracePt t="57608" x="5168900" y="6711950"/>
          <p14:tracePt t="57625" x="5537200" y="6769100"/>
          <p14:tracePt t="57641" x="5702300" y="6788150"/>
          <p14:tracePt t="57658" x="5810250" y="6807200"/>
          <p14:tracePt t="57675" x="6172200" y="6851650"/>
          <p14:tracePt t="57691" x="6394450" y="6851650"/>
          <p14:tracePt t="57708" x="6534150" y="6851650"/>
          <p14:tracePt t="57725" x="6718300" y="6851650"/>
          <p14:tracePt t="57741" x="6819900" y="6851650"/>
          <p14:tracePt t="57758" x="6845300" y="6851650"/>
          <p14:tracePt t="57775" x="7035800" y="6826250"/>
          <p14:tracePt t="57791" x="7150100" y="6781800"/>
          <p14:tracePt t="57808" x="7270750" y="6718300"/>
          <p14:tracePt t="57825" x="7467600" y="6597650"/>
          <p14:tracePt t="57841" x="7569200" y="6527800"/>
          <p14:tracePt t="57858" x="7645400" y="6470650"/>
          <p14:tracePt t="57875" x="7778750" y="6343650"/>
          <p14:tracePt t="57892" x="7823200" y="6273800"/>
          <p14:tracePt t="57908" x="7899400" y="6076950"/>
          <p14:tracePt t="57924" x="7899400" y="6026150"/>
          <p14:tracePt t="57941" x="7899400" y="5886450"/>
          <p14:tracePt t="57958" x="7867650" y="5740400"/>
          <p14:tracePt t="57975" x="7702550" y="5473700"/>
          <p14:tracePt t="57991" x="7594600" y="5353050"/>
          <p14:tracePt t="58008" x="7289800" y="5187950"/>
          <p14:tracePt t="58024" x="7042150" y="5092700"/>
          <p14:tracePt t="58041" x="6845300" y="5080000"/>
          <p14:tracePt t="58058" x="6775450" y="5092700"/>
          <p14:tracePt t="58074" x="6743700" y="5092700"/>
          <p14:tracePt t="58091" x="6731000" y="5105400"/>
          <p14:tracePt t="58108" x="6711950" y="5124450"/>
          <p14:tracePt t="58141" x="6699250" y="5143500"/>
          <p14:tracePt t="58158" x="6699250" y="5149850"/>
          <p14:tracePt t="58175" x="6705600" y="5162550"/>
          <p14:tracePt t="58191" x="6711950" y="5168900"/>
          <p14:tracePt t="58208" x="6718300" y="5181600"/>
          <p14:tracePt t="58225" x="6737350" y="5200650"/>
          <p14:tracePt t="58241" x="6762750" y="5213350"/>
          <p14:tracePt t="58258" x="6781800" y="5238750"/>
          <p14:tracePt t="58275" x="6807200" y="5245100"/>
          <p14:tracePt t="58291" x="6819900" y="5257800"/>
          <p14:tracePt t="58308" x="6877050" y="5295900"/>
          <p14:tracePt t="58325" x="6902450" y="5327650"/>
          <p14:tracePt t="58341" x="6965950" y="5391150"/>
          <p14:tracePt t="58358" x="6991350" y="5435600"/>
          <p14:tracePt t="58375" x="7016750" y="5448300"/>
          <p14:tracePt t="58391" x="7080250" y="5492750"/>
          <p14:tracePt t="58408" x="7143750" y="5530850"/>
          <p14:tracePt t="58425" x="7200900" y="5530850"/>
          <p14:tracePt t="58458" x="7188200" y="5530850"/>
          <p14:tracePt t="58513" x="7188200" y="5524500"/>
          <p14:tracePt t="58521" x="7194550" y="5524500"/>
          <p14:tracePt t="59881" x="7194550" y="5518150"/>
          <p14:tracePt t="59889" x="7188200" y="5518150"/>
          <p14:tracePt t="59897" x="7181850" y="5505450"/>
          <p14:tracePt t="59913" x="7169150" y="5486400"/>
          <p14:tracePt t="59924" x="7137400" y="5467350"/>
          <p14:tracePt t="59941" x="7080250" y="5397500"/>
          <p14:tracePt t="59957" x="7035800" y="5372100"/>
          <p14:tracePt t="59974" x="6991350" y="5353050"/>
          <p14:tracePt t="59991" x="6985000" y="5346700"/>
          <p14:tracePt t="60008" x="6972300" y="5334000"/>
          <p14:tracePt t="60024" x="6959600" y="5308600"/>
          <p14:tracePt t="60041" x="6934200" y="5276850"/>
          <p14:tracePt t="60058" x="6927850" y="5270500"/>
          <p14:tracePt t="60074" x="6908800" y="5251450"/>
          <p14:tracePt t="60091" x="6889750" y="5232400"/>
          <p14:tracePt t="60108" x="6883400" y="5219700"/>
          <p14:tracePt t="60124" x="6877050" y="5213350"/>
          <p14:tracePt t="60141" x="6877050" y="5194300"/>
          <p14:tracePt t="60157" x="6883400" y="5175250"/>
          <p14:tracePt t="60174" x="6902450" y="5092700"/>
          <p14:tracePt t="60191" x="6915150" y="5016500"/>
          <p14:tracePt t="60208" x="6908800" y="4914900"/>
          <p14:tracePt t="60225" x="6908800" y="4806950"/>
          <p14:tracePt t="60241" x="6908800" y="4775200"/>
          <p14:tracePt t="60258" x="6902450" y="4699000"/>
          <p14:tracePt t="60275" x="6902450" y="4641850"/>
          <p14:tracePt t="60291" x="6902450" y="4603750"/>
          <p14:tracePt t="60308" x="6896100" y="4559300"/>
          <p14:tracePt t="60324" x="6883400" y="4546600"/>
          <p14:tracePt t="60341" x="6877050" y="4533900"/>
          <p14:tracePt t="60358" x="6877050" y="4527550"/>
          <p14:tracePt t="60391" x="6877050" y="4521200"/>
          <p14:tracePt t="60553" x="6877050" y="4533900"/>
          <p14:tracePt t="60561" x="6877050" y="4540250"/>
          <p14:tracePt t="60569" x="6883400" y="4552950"/>
          <p14:tracePt t="60585" x="6896100" y="4565650"/>
          <p14:tracePt t="60593" x="6889750" y="4578350"/>
          <p14:tracePt t="60608" x="6889750" y="4616450"/>
          <p14:tracePt t="60624" x="6889750" y="4667250"/>
          <p14:tracePt t="60641" x="6889750" y="4711700"/>
          <p14:tracePt t="60658" x="6953250" y="4902200"/>
          <p14:tracePt t="60674" x="6997700" y="4997450"/>
          <p14:tracePt t="60691" x="7016750" y="5105400"/>
          <p14:tracePt t="60708" x="7023100" y="5156200"/>
          <p14:tracePt t="60724" x="7035800" y="5187950"/>
          <p14:tracePt t="60741" x="7035800" y="5226050"/>
          <p14:tracePt t="60758" x="7048500" y="5283200"/>
          <p14:tracePt t="60774" x="7048500" y="5308600"/>
          <p14:tracePt t="60791" x="7054850" y="5321300"/>
          <p14:tracePt t="60810" x="7054850" y="5327650"/>
          <p14:tracePt t="60825" x="7061200" y="5327650"/>
          <p14:tracePt t="60897" x="7067550" y="5327650"/>
          <p14:tracePt t="60913" x="7073900" y="5327650"/>
          <p14:tracePt t="60945" x="7073900" y="5321300"/>
          <p14:tracePt t="60953" x="7073900" y="5314950"/>
          <p14:tracePt t="60961" x="7073900" y="5308600"/>
          <p14:tracePt t="60974" x="7073900" y="5295900"/>
          <p14:tracePt t="60991" x="7080250" y="5276850"/>
          <p14:tracePt t="61033" x="7092950" y="5276850"/>
          <p14:tracePt t="61169" x="7092950" y="5270500"/>
          <p14:tracePt t="61193" x="7092950" y="5257800"/>
          <p14:tracePt t="61201" x="7092950" y="5232400"/>
          <p14:tracePt t="61210" x="7092950" y="5213350"/>
          <p14:tracePt t="61225" x="7086600" y="5156200"/>
          <p14:tracePt t="61241" x="7042150" y="5016500"/>
          <p14:tracePt t="61258" x="7016750" y="4946650"/>
          <p14:tracePt t="61275" x="6978650" y="4883150"/>
          <p14:tracePt t="61291" x="6781800" y="4552950"/>
          <p14:tracePt t="61308" x="6635750" y="4368800"/>
          <p14:tracePt t="61324" x="6216650" y="3860800"/>
          <p14:tracePt t="61341" x="6051550" y="3676650"/>
          <p14:tracePt t="61358" x="5778500" y="3321050"/>
          <p14:tracePt t="61374" x="5308600" y="2749550"/>
          <p14:tracePt t="61391" x="4800600" y="2120900"/>
          <p14:tracePt t="61409" x="4279900" y="1447800"/>
          <p14:tracePt t="61425" x="3194050" y="158750"/>
          <p14:tracePt t="61441" x="2978150" y="0"/>
          <p14:tracePt t="61459" x="2070100" y="0"/>
          <p14:tracePt t="61475" x="1625600" y="0"/>
          <p14:tracePt t="61491" x="1231900" y="0"/>
          <p14:tracePt t="61508" x="552450" y="0"/>
          <p14:tracePt t="61525" x="457200" y="0"/>
          <p14:tracePt t="61541" x="266700" y="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Homework</a:t>
            </a:r>
            <a:endPara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27038" y="820738"/>
            <a:ext cx="8423275" cy="5646737"/>
          </a:xfrm>
          <a:noFill/>
        </p:spPr>
        <p:txBody>
          <a:bodyPr lIns="90488" tIns="44450" rIns="90488" bIns="44450"/>
          <a:lstStyle/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sz="2000" smtClean="0">
                <a:latin typeface="Times New Roman" panose="02020603050405020304" pitchFamily="18" charset="0"/>
              </a:rPr>
              <a:t>      Read textbook pp. 31-47</a:t>
            </a:r>
          </a:p>
          <a:p>
            <a:pPr marL="457200" indent="-457200" eaLnBrk="1" hangingPunct="1">
              <a:buFontTx/>
              <a:buNone/>
            </a:pPr>
            <a:endParaRPr lang="en-US" altLang="ko-KR" smtClean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anose="02020603050405020304" pitchFamily="18" charset="0"/>
              </a:rPr>
              <a:t>Next 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smtClean="0">
                <a:latin typeface="Times New Roman" panose="02020603050405020304" pitchFamily="18" charset="0"/>
              </a:rPr>
              <a:t>     </a:t>
            </a:r>
            <a:r>
              <a:rPr lang="en-US" altLang="ko-KR" sz="2000" smtClean="0">
                <a:latin typeface="Times New Roman" panose="02020603050405020304" pitchFamily="18" charset="0"/>
              </a:rPr>
              <a:t>Chapter 2. Network Models</a:t>
            </a:r>
          </a:p>
        </p:txBody>
      </p:sp>
    </p:spTree>
  </p:cSld>
  <p:clrMapOvr>
    <a:masterClrMapping/>
  </p:clrMapOvr>
  <p:transition spd="med" advTm="22184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75" x="495300" y="1212850"/>
          <p14:tracePt t="491" x="1441450" y="1574800"/>
          <p14:tracePt t="509" x="2127250" y="1854200"/>
          <p14:tracePt t="524" x="3035300" y="2159000"/>
          <p14:tracePt t="541" x="3632200" y="2419350"/>
          <p14:tracePt t="558" x="4064000" y="2597150"/>
          <p14:tracePt t="574" x="4997450" y="2927350"/>
          <p14:tracePt t="591" x="5213350" y="3003550"/>
          <p14:tracePt t="607" x="5289550" y="3022600"/>
          <p14:tracePt t="624" x="5416550" y="3060700"/>
          <p14:tracePt t="641" x="5435600" y="3060700"/>
          <p14:tracePt t="658" x="5467350" y="3067050"/>
          <p14:tracePt t="674" x="5480050" y="3073400"/>
          <p14:tracePt t="691" x="5492750" y="3079750"/>
          <p14:tracePt t="708" x="5492750" y="3086100"/>
          <p14:tracePt t="724" x="5499100" y="3111500"/>
          <p14:tracePt t="741" x="5518150" y="3130550"/>
          <p14:tracePt t="758" x="5543550" y="3187700"/>
          <p14:tracePt t="775" x="5588000" y="3282950"/>
          <p14:tracePt t="791" x="5600700" y="3302000"/>
          <p14:tracePt t="808" x="5607050" y="3340100"/>
          <p14:tracePt t="825" x="5651500" y="3409950"/>
          <p14:tracePt t="841" x="5664200" y="3422650"/>
          <p14:tracePt t="858" x="5683250" y="3435350"/>
          <p14:tracePt t="875" x="5689600" y="3448050"/>
          <p14:tracePt t="891" x="5695950" y="3460750"/>
          <p14:tracePt t="2031" x="5695950" y="3448050"/>
          <p14:tracePt t="2039" x="5689600" y="3416300"/>
          <p14:tracePt t="2047" x="5689600" y="3352800"/>
          <p14:tracePt t="2057" x="5664200" y="3232150"/>
          <p14:tracePt t="2075" x="5638800" y="3098800"/>
          <p14:tracePt t="2091" x="5505450" y="2501900"/>
          <p14:tracePt t="2108" x="5422900" y="2209800"/>
          <p14:tracePt t="2124" x="5372100" y="1860550"/>
          <p14:tracePt t="2141" x="5257800" y="1384300"/>
          <p14:tracePt t="2158" x="5219700" y="1200150"/>
          <p14:tracePt t="2174" x="5029200" y="825500"/>
          <p14:tracePt t="2191" x="4953000" y="692150"/>
          <p14:tracePt t="2208" x="4857750" y="584200"/>
          <p14:tracePt t="2224" x="4737100" y="476250"/>
          <p14:tracePt t="2241" x="4673600" y="457200"/>
          <p14:tracePt t="2258" x="4654550" y="457200"/>
          <p14:tracePt t="2275" x="4610100" y="450850"/>
          <p14:tracePt t="2291" x="4597400" y="450850"/>
          <p14:tracePt t="2308" x="4584700" y="457200"/>
          <p14:tracePt t="2325" x="4578350" y="469900"/>
          <p14:tracePt t="2342" x="4572000" y="469900"/>
          <p14:tracePt t="2358" x="4572000" y="476250"/>
          <p14:tracePt t="2383" x="4565650" y="476250"/>
          <p14:tracePt t="2399" x="4565650" y="488950"/>
          <p14:tracePt t="2431" x="4565650" y="501650"/>
          <p14:tracePt t="2439" x="4572000" y="501650"/>
          <p14:tracePt t="2447" x="4578350" y="501650"/>
          <p14:tracePt t="2458" x="4578350" y="514350"/>
          <p14:tracePt t="2475" x="4591050" y="527050"/>
          <p14:tracePt t="2491" x="4591050" y="539750"/>
          <p14:tracePt t="2508" x="4603750" y="546100"/>
          <p14:tracePt t="2525" x="4610100" y="565150"/>
          <p14:tracePt t="2541" x="4616450" y="577850"/>
          <p14:tracePt t="2558" x="4616450" y="584200"/>
          <p14:tracePt t="2575" x="4629150" y="615950"/>
          <p14:tracePt t="2591" x="4629150" y="635000"/>
          <p14:tracePt t="2608" x="4629150" y="679450"/>
          <p14:tracePt t="2625" x="4622800" y="768350"/>
          <p14:tracePt t="2641" x="4622800" y="850900"/>
          <p14:tracePt t="2658" x="4527550" y="1187450"/>
          <p14:tracePt t="2675" x="4514850" y="1282700"/>
          <p14:tracePt t="2691" x="4489450" y="1485900"/>
          <p14:tracePt t="2708" x="4413250" y="1911350"/>
          <p14:tracePt t="2725" x="4387850" y="2152650"/>
          <p14:tracePt t="2741" x="4318000" y="2616200"/>
          <p14:tracePt t="2758" x="4311650" y="2679700"/>
          <p14:tracePt t="2775" x="4191000" y="3175000"/>
          <p14:tracePt t="2791" x="4025900" y="3492500"/>
          <p14:tracePt t="2808" x="3689350" y="3924300"/>
          <p14:tracePt t="2825" x="3606800" y="4019550"/>
          <p14:tracePt t="2841" x="3359150" y="4191000"/>
          <p14:tracePt t="2858" x="2978150" y="4330700"/>
          <p14:tracePt t="2875" x="2832100" y="4343400"/>
          <p14:tracePt t="2891" x="2622550" y="4292600"/>
          <p14:tracePt t="2908" x="2584450" y="4260850"/>
          <p14:tracePt t="2924" x="2470150" y="4203700"/>
          <p14:tracePt t="2941" x="2374900" y="4121150"/>
          <p14:tracePt t="2958" x="2254250" y="4019550"/>
          <p14:tracePt t="2975" x="2222500" y="3987800"/>
          <p14:tracePt t="2991" x="2216150" y="3981450"/>
          <p14:tracePt t="3025" x="2209800" y="3975100"/>
          <p14:tracePt t="3047" x="2209800" y="3962400"/>
          <p14:tracePt t="3071" x="2216150" y="3956050"/>
          <p14:tracePt t="3095" x="2228850" y="3949700"/>
          <p14:tracePt t="3103" x="2260600" y="3924300"/>
          <p14:tracePt t="3111" x="2286000" y="3898900"/>
          <p14:tracePt t="3124" x="2400300" y="3810000"/>
          <p14:tracePt t="3141" x="2508250" y="3752850"/>
          <p14:tracePt t="3158" x="2635250" y="3683000"/>
          <p14:tracePt t="3174" x="2952750" y="3568700"/>
          <p14:tracePt t="3191" x="3143250" y="3517900"/>
          <p14:tracePt t="3208" x="3460750" y="3473450"/>
          <p14:tracePt t="3225" x="3657600" y="3473450"/>
          <p14:tracePt t="3241" x="3917950" y="3467100"/>
          <p14:tracePt t="3258" x="4216400" y="3454400"/>
          <p14:tracePt t="3275" x="4597400" y="3441700"/>
          <p14:tracePt t="3291" x="4845050" y="3435350"/>
          <p14:tracePt t="3308" x="5067300" y="3409950"/>
          <p14:tracePt t="3325" x="5346700" y="3365500"/>
          <p14:tracePt t="3342" x="5480050" y="3352800"/>
          <p14:tracePt t="3374" x="5594350" y="3346450"/>
          <p14:tracePt t="3391" x="5613400" y="3346450"/>
          <p14:tracePt t="3408" x="5626100" y="3346450"/>
          <p14:tracePt t="3424" x="5638800" y="3346450"/>
          <p14:tracePt t="3441" x="5651500" y="3352800"/>
          <p14:tracePt t="3458" x="5657850" y="3352800"/>
          <p14:tracePt t="4063" x="5657850" y="3346450"/>
          <p14:tracePt t="4103" x="5657850" y="3333750"/>
          <p14:tracePt t="4119" x="5664200" y="3333750"/>
          <p14:tracePt t="4127" x="5670550" y="3327400"/>
          <p14:tracePt t="4135" x="5676900" y="3321050"/>
          <p14:tracePt t="4151" x="5702300" y="3308350"/>
          <p14:tracePt t="4160" x="5708650" y="3302000"/>
          <p14:tracePt t="4174" x="5765800" y="3270250"/>
          <p14:tracePt t="4191" x="5791200" y="3244850"/>
          <p14:tracePt t="4208" x="5861050" y="3194050"/>
          <p14:tracePt t="4224" x="5949950" y="3111500"/>
          <p14:tracePt t="4241" x="5969000" y="3086100"/>
          <p14:tracePt t="4258" x="6032500" y="3016250"/>
          <p14:tracePt t="4274" x="6140450" y="2895600"/>
          <p14:tracePt t="4291" x="6165850" y="2857500"/>
          <p14:tracePt t="4308" x="6203950" y="2800350"/>
          <p14:tracePt t="4324" x="6210300" y="2781300"/>
          <p14:tracePt t="4341" x="6235700" y="2717800"/>
          <p14:tracePt t="4358" x="6229350" y="2679700"/>
          <p14:tracePt t="4375" x="6197600" y="2578100"/>
          <p14:tracePt t="4391" x="6178550" y="2508250"/>
          <p14:tracePt t="4408" x="6165850" y="2457450"/>
          <p14:tracePt t="4424" x="6153150" y="2451100"/>
          <p14:tracePt t="4441" x="6146800" y="2425700"/>
          <p14:tracePt t="4458" x="6140450" y="2413000"/>
          <p14:tracePt t="4475" x="6134100" y="2400300"/>
          <p14:tracePt t="4491" x="6127750" y="2400300"/>
          <p14:tracePt t="4631" x="6127750" y="2406650"/>
          <p14:tracePt t="4638" x="6134100" y="2406650"/>
          <p14:tracePt t="4647" x="6134100" y="2413000"/>
          <p14:tracePt t="4687" x="6140450" y="2425700"/>
          <p14:tracePt t="4751" x="6146800" y="2425700"/>
          <p14:tracePt t="4879" x="6134100" y="2406650"/>
          <p14:tracePt t="4886" x="6096000" y="2355850"/>
          <p14:tracePt t="4895" x="6045200" y="2286000"/>
          <p14:tracePt t="4911" x="5975350" y="2165350"/>
          <p14:tracePt t="4924" x="5594350" y="1822450"/>
          <p14:tracePt t="4942" x="5175250" y="1536700"/>
          <p14:tracePt t="4958" x="4705350" y="1289050"/>
          <p14:tracePt t="4975" x="3714750" y="889000"/>
          <p14:tracePt t="4991" x="3536950" y="819150"/>
          <p14:tracePt t="5008" x="3251200" y="711200"/>
          <p14:tracePt t="5024" x="2794000" y="628650"/>
          <p14:tracePt t="5041" x="2647950" y="628650"/>
          <p14:tracePt t="5058" x="2527300" y="641350"/>
          <p14:tracePt t="5074" x="2482850" y="666750"/>
          <p14:tracePt t="5091" x="2476500" y="679450"/>
          <p14:tracePt t="5108" x="2413000" y="723900"/>
          <p14:tracePt t="5124" x="2393950" y="755650"/>
          <p14:tracePt t="5141" x="2292350" y="800100"/>
          <p14:tracePt t="5158" x="2222500" y="819150"/>
          <p14:tracePt t="5175" x="2139950" y="831850"/>
          <p14:tracePt t="5191" x="2000250" y="831850"/>
          <p14:tracePt t="5208" x="1854200" y="831850"/>
          <p14:tracePt t="5224" x="1638300" y="831850"/>
          <p14:tracePt t="5241" x="1511300" y="838200"/>
          <p14:tracePt t="5258" x="1447800" y="844550"/>
          <p14:tracePt t="5275" x="1181100" y="889000"/>
          <p14:tracePt t="5291" x="1066800" y="914400"/>
          <p14:tracePt t="5308" x="1016000" y="920750"/>
          <p14:tracePt t="5324" x="895350" y="946150"/>
          <p14:tracePt t="5341" x="869950" y="946150"/>
          <p14:tracePt t="5358" x="838200" y="952500"/>
          <p14:tracePt t="5374" x="793750" y="965200"/>
          <p14:tracePt t="5391" x="787400" y="971550"/>
          <p14:tracePt t="5423" x="774700" y="971550"/>
          <p14:tracePt t="5455" x="762000" y="971550"/>
          <p14:tracePt t="5463" x="742950" y="984250"/>
          <p14:tracePt t="5474" x="736600" y="984250"/>
          <p14:tracePt t="5491" x="717550" y="1003300"/>
          <p14:tracePt t="5508" x="685800" y="1009650"/>
          <p14:tracePt t="5524" x="635000" y="1047750"/>
          <p14:tracePt t="5541" x="609600" y="1066800"/>
          <p14:tracePt t="5558" x="558800" y="1092200"/>
          <p14:tracePt t="5575" x="501650" y="1123950"/>
          <p14:tracePt t="5608" x="488950" y="1123950"/>
          <p14:tracePt t="5663" x="476250" y="1123950"/>
          <p14:tracePt t="5719" x="476250" y="1117600"/>
          <p14:tracePt t="5744" x="476250" y="1111250"/>
          <p14:tracePt t="5759" x="476250" y="1104900"/>
          <p14:tracePt t="5775" x="476250" y="1092200"/>
          <p14:tracePt t="5790" x="463550" y="1079500"/>
          <p14:tracePt t="5799" x="463550" y="1073150"/>
          <p14:tracePt t="5807" x="463550" y="1066800"/>
          <p14:tracePt t="5825" x="457200" y="1060450"/>
          <p14:tracePt t="5991" x="457200" y="1054100"/>
          <p14:tracePt t="10655" x="450850" y="1054100"/>
          <p14:tracePt t="10671" x="438150" y="1054100"/>
          <p14:tracePt t="10687" x="431800" y="1054100"/>
          <p14:tracePt t="10695" x="425450" y="1054100"/>
          <p14:tracePt t="10711" x="412750" y="1054100"/>
          <p14:tracePt t="10724" x="400050" y="1054100"/>
          <p14:tracePt t="10741" x="374650" y="1054100"/>
          <p14:tracePt t="12263" x="368300" y="1054100"/>
          <p14:tracePt t="13654" x="368300" y="1060450"/>
          <p14:tracePt t="13671" x="368300" y="1073150"/>
          <p14:tracePt t="13687" x="381000" y="1079500"/>
          <p14:tracePt t="13703" x="381000" y="1092200"/>
          <p14:tracePt t="13718" x="381000" y="1104900"/>
          <p14:tracePt t="13727" x="381000" y="1123950"/>
          <p14:tracePt t="13741" x="381000" y="1149350"/>
          <p14:tracePt t="13758" x="381000" y="1181100"/>
          <p14:tracePt t="13774" x="381000" y="1244600"/>
          <p14:tracePt t="13791" x="406400" y="1333500"/>
          <p14:tracePt t="13808" x="419100" y="1384300"/>
          <p14:tracePt t="13824" x="419100" y="1473200"/>
          <p14:tracePt t="13841" x="425450" y="1625600"/>
          <p14:tracePt t="13858" x="431800" y="1714500"/>
          <p14:tracePt t="13874" x="444500" y="1803400"/>
          <p14:tracePt t="13891" x="444500" y="1892300"/>
          <p14:tracePt t="13907" x="457200" y="1993900"/>
          <p14:tracePt t="13924" x="501650" y="2095500"/>
          <p14:tracePt t="13941" x="558800" y="2197100"/>
          <p14:tracePt t="13958" x="565150" y="2228850"/>
          <p14:tracePt t="13974" x="565150" y="2266950"/>
          <p14:tracePt t="13991" x="565150" y="2317750"/>
          <p14:tracePt t="14008" x="565150" y="2343150"/>
          <p14:tracePt t="14024" x="565150" y="2387600"/>
          <p14:tracePt t="14041" x="552450" y="2406650"/>
          <p14:tracePt t="14058" x="546100" y="2444750"/>
          <p14:tracePt t="14074" x="527050" y="2495550"/>
          <p14:tracePt t="14091" x="514350" y="2527300"/>
          <p14:tracePt t="14108" x="501650" y="2571750"/>
          <p14:tracePt t="14124" x="482600" y="2622550"/>
          <p14:tracePt t="14141" x="469900" y="2654300"/>
          <p14:tracePt t="14158" x="469900" y="2660650"/>
          <p14:tracePt t="14223" x="469900" y="2654300"/>
          <p14:tracePt t="14230" x="469900" y="2647950"/>
          <p14:tracePt t="14247" x="469900" y="2635250"/>
          <p14:tracePt t="14258" x="469900" y="2622550"/>
          <p14:tracePt t="14275" x="469900" y="2584450"/>
          <p14:tracePt t="14291" x="463550" y="2508250"/>
          <p14:tracePt t="14308" x="457200" y="2482850"/>
          <p14:tracePt t="14325" x="450850" y="2444750"/>
          <p14:tracePt t="14341" x="450850" y="2425700"/>
          <p14:tracePt t="14358" x="444500" y="2400300"/>
          <p14:tracePt t="14374" x="431800" y="2355850"/>
          <p14:tracePt t="14391" x="431800" y="2343150"/>
          <p14:tracePt t="14408" x="425450" y="2336800"/>
          <p14:tracePt t="14424" x="425450" y="2324100"/>
          <p14:tracePt t="20519" x="425450" y="2317750"/>
          <p14:tracePt t="20527" x="425450" y="2273300"/>
          <p14:tracePt t="20541" x="412750" y="2197100"/>
          <p14:tracePt t="20558" x="381000" y="2012950"/>
          <p14:tracePt t="20574" x="304800" y="1644650"/>
          <p14:tracePt t="20591" x="279400" y="1390650"/>
          <p14:tracePt t="20608" x="158750" y="958850"/>
          <p14:tracePt t="20624" x="127000" y="831850"/>
          <p14:tracePt t="20641" x="101600" y="704850"/>
          <p14:tracePt t="20657" x="76200" y="546100"/>
          <p14:tracePt t="20674" x="57150" y="450850"/>
          <p14:tracePt t="20691" x="38100" y="355600"/>
          <p14:tracePt t="20708" x="19050" y="25400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HISTORY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43011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smtClean="0"/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630238"/>
            <a:ext cx="8772525" cy="597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 advTm="142144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656" x="209550" y="1009650"/>
          <p14:tracePt t="673" x="869950" y="1250950"/>
          <p14:tracePt t="690" x="1847850" y="1555750"/>
          <p14:tracePt t="707" x="2190750" y="1644650"/>
          <p14:tracePt t="723" x="2590800" y="1758950"/>
          <p14:tracePt t="740" x="3016250" y="1924050"/>
          <p14:tracePt t="757" x="3111500" y="1987550"/>
          <p14:tracePt t="774" x="3143250" y="2038350"/>
          <p14:tracePt t="790" x="3168650" y="2108200"/>
          <p14:tracePt t="807" x="3187700" y="2159000"/>
          <p14:tracePt t="824" x="3206750" y="2260600"/>
          <p14:tracePt t="840" x="3194050" y="2324100"/>
          <p14:tracePt t="857" x="3194050" y="2374900"/>
          <p14:tracePt t="874" x="3168650" y="2463800"/>
          <p14:tracePt t="890" x="3149600" y="2520950"/>
          <p14:tracePt t="907" x="3092450" y="2647950"/>
          <p14:tracePt t="924" x="3041650" y="2736850"/>
          <p14:tracePt t="940" x="2997200" y="2806700"/>
          <p14:tracePt t="957" x="2940050" y="2914650"/>
          <p14:tracePt t="974" x="2882900" y="2984500"/>
          <p14:tracePt t="990" x="2813050" y="3098800"/>
          <p14:tracePt t="1007" x="2787650" y="3124200"/>
          <p14:tracePt t="1024" x="2762250" y="3149600"/>
          <p14:tracePt t="1040" x="2736850" y="3175000"/>
          <p14:tracePt t="1057" x="2692400" y="3194050"/>
          <p14:tracePt t="1074" x="2635250" y="3219450"/>
          <p14:tracePt t="1090" x="2616200" y="3232150"/>
          <p14:tracePt t="1107" x="2578100" y="3244850"/>
          <p14:tracePt t="1124" x="2501900" y="3270250"/>
          <p14:tracePt t="1140" x="2413000" y="3282950"/>
          <p14:tracePt t="1157" x="2317750" y="3289300"/>
          <p14:tracePt t="1174" x="2127250" y="3321050"/>
          <p14:tracePt t="1190" x="2025650" y="3340100"/>
          <p14:tracePt t="1207" x="1879600" y="3346450"/>
          <p14:tracePt t="1224" x="1797050" y="3346450"/>
          <p14:tracePt t="1240" x="1746250" y="3333750"/>
          <p14:tracePt t="1257" x="1644650" y="3314700"/>
          <p14:tracePt t="1274" x="1600200" y="3302000"/>
          <p14:tracePt t="1290" x="1581150" y="3295650"/>
          <p14:tracePt t="1307" x="1524000" y="3263900"/>
          <p14:tracePt t="1324" x="1504950" y="3244850"/>
          <p14:tracePt t="1340" x="1416050" y="3206750"/>
          <p14:tracePt t="1357" x="1384300" y="3187700"/>
          <p14:tracePt t="1374" x="1352550" y="3162300"/>
          <p14:tracePt t="1390" x="1117600" y="3048000"/>
          <p14:tracePt t="1407" x="1016000" y="2984500"/>
          <p14:tracePt t="1424" x="908050" y="2927350"/>
          <p14:tracePt t="1440" x="762000" y="2819400"/>
          <p14:tracePt t="1457" x="742950" y="2800350"/>
          <p14:tracePt t="1473" x="666750" y="2736850"/>
          <p14:tracePt t="1490" x="584200" y="2622550"/>
          <p14:tracePt t="1507" x="539750" y="2552700"/>
          <p14:tracePt t="1524" x="495300" y="2457450"/>
          <p14:tracePt t="1540" x="463550" y="2393950"/>
          <p14:tracePt t="1557" x="444500" y="2368550"/>
          <p14:tracePt t="1574" x="393700" y="2266950"/>
          <p14:tracePt t="1590" x="361950" y="2203450"/>
          <p14:tracePt t="1607" x="311150" y="2120900"/>
          <p14:tracePt t="1624" x="292100" y="2070100"/>
          <p14:tracePt t="1640" x="279400" y="2057400"/>
          <p14:tracePt t="1657" x="247650" y="2000250"/>
          <p14:tracePt t="1674" x="247650" y="1987550"/>
          <p14:tracePt t="1707" x="247650" y="1981200"/>
          <p14:tracePt t="1799" x="247650" y="1974850"/>
          <p14:tracePt t="1806" x="247650" y="1968500"/>
          <p14:tracePt t="1823" x="247650" y="1962150"/>
          <p14:tracePt t="1831" x="254000" y="1949450"/>
          <p14:tracePt t="1840" x="254000" y="1930400"/>
          <p14:tracePt t="1857" x="273050" y="1892300"/>
          <p14:tracePt t="1874" x="285750" y="1828800"/>
          <p14:tracePt t="1890" x="298450" y="1701800"/>
          <p14:tracePt t="1907" x="311150" y="1663700"/>
          <p14:tracePt t="1923" x="317500" y="1587500"/>
          <p14:tracePt t="1940" x="317500" y="1466850"/>
          <p14:tracePt t="1957" x="317500" y="1416050"/>
          <p14:tracePt t="1974" x="311150" y="1358900"/>
          <p14:tracePt t="1990" x="298450" y="1295400"/>
          <p14:tracePt t="2007" x="298450" y="1257300"/>
          <p14:tracePt t="2023" x="298450" y="1212850"/>
          <p14:tracePt t="2040" x="292100" y="1136650"/>
          <p14:tracePt t="2057" x="292100" y="1098550"/>
          <p14:tracePt t="2074" x="285750" y="1079500"/>
          <p14:tracePt t="2090" x="285750" y="1060450"/>
          <p14:tracePt t="2107" x="273050" y="977900"/>
          <p14:tracePt t="2124" x="273050" y="946150"/>
          <p14:tracePt t="2140" x="266700" y="908050"/>
          <p14:tracePt t="2157" x="254000" y="869950"/>
          <p14:tracePt t="2174" x="254000" y="857250"/>
          <p14:tracePt t="2190" x="254000" y="850900"/>
          <p14:tracePt t="2207" x="247650" y="850900"/>
          <p14:tracePt t="2271" x="247650" y="844550"/>
          <p14:tracePt t="2279" x="247650" y="838200"/>
          <p14:tracePt t="2290" x="241300" y="825500"/>
          <p14:tracePt t="2311" x="241300" y="819150"/>
          <p14:tracePt t="2324" x="234950" y="806450"/>
          <p14:tracePt t="2340" x="228600" y="781050"/>
          <p14:tracePt t="2357" x="228600" y="755650"/>
          <p14:tracePt t="2373" x="228600" y="742950"/>
          <p14:tracePt t="2390" x="234950" y="730250"/>
          <p14:tracePt t="2407" x="234950" y="723900"/>
          <p14:tracePt t="2494" x="241300" y="723900"/>
          <p14:tracePt t="2502" x="254000" y="723900"/>
          <p14:tracePt t="2510" x="260350" y="723900"/>
          <p14:tracePt t="2523" x="273050" y="723900"/>
          <p14:tracePt t="2540" x="298450" y="723900"/>
          <p14:tracePt t="2557" x="304800" y="723900"/>
          <p14:tracePt t="2574" x="323850" y="717550"/>
          <p14:tracePt t="2590" x="368300" y="704850"/>
          <p14:tracePt t="2607" x="393700" y="698500"/>
          <p14:tracePt t="2624" x="438150" y="692150"/>
          <p14:tracePt t="2640" x="457200" y="692150"/>
          <p14:tracePt t="2657" x="476250" y="692150"/>
          <p14:tracePt t="2674" x="508000" y="692150"/>
          <p14:tracePt t="2690" x="520700" y="692150"/>
          <p14:tracePt t="2694" x="527050" y="698500"/>
          <p14:tracePt t="2707" x="533400" y="698500"/>
          <p14:tracePt t="2740" x="539750" y="704850"/>
          <p14:tracePt t="2757" x="552450" y="704850"/>
          <p14:tracePt t="2863" x="565150" y="704850"/>
          <p14:tracePt t="3071" x="565150" y="698500"/>
          <p14:tracePt t="3199" x="558800" y="698500"/>
          <p14:tracePt t="3519" x="558800" y="704850"/>
          <p14:tracePt t="3527" x="558800" y="711200"/>
          <p14:tracePt t="4055" x="546100" y="723900"/>
          <p14:tracePt t="4143" x="546100" y="730250"/>
          <p14:tracePt t="4191" x="546100" y="736600"/>
          <p14:tracePt t="4207" x="539750" y="736600"/>
          <p14:tracePt t="4894" x="539750" y="742950"/>
          <p14:tracePt t="14294" x="533400" y="742950"/>
          <p14:tracePt t="14302" x="533400" y="736600"/>
          <p14:tracePt t="14311" x="533400" y="730250"/>
          <p14:tracePt t="14551" x="539750" y="723900"/>
          <p14:tracePt t="14574" x="539750" y="717550"/>
          <p14:tracePt t="14582" x="546100" y="711200"/>
          <p14:tracePt t="14879" x="546100" y="717550"/>
          <p14:tracePt t="14903" x="552450" y="736600"/>
          <p14:tracePt t="14911" x="552450" y="749300"/>
          <p14:tracePt t="14918" x="552450" y="768350"/>
          <p14:tracePt t="14927" x="552450" y="793750"/>
          <p14:tracePt t="14940" x="552450" y="806450"/>
          <p14:tracePt t="14957" x="565150" y="882650"/>
          <p14:tracePt t="14974" x="565150" y="889000"/>
          <p14:tracePt t="14990" x="596900" y="965200"/>
          <p14:tracePt t="15007" x="622300" y="1003300"/>
          <p14:tracePt t="15023" x="628650" y="1009650"/>
          <p14:tracePt t="15040" x="641350" y="1022350"/>
          <p14:tracePt t="15057" x="647700" y="1022350"/>
          <p14:tracePt t="15074" x="654050" y="1028700"/>
          <p14:tracePt t="15107" x="654050" y="1035050"/>
          <p14:tracePt t="15123" x="660400" y="1041400"/>
          <p14:tracePt t="15140" x="666750" y="1047750"/>
          <p14:tracePt t="15176" x="673100" y="1054100"/>
          <p14:tracePt t="15190" x="673100" y="1060450"/>
          <p14:tracePt t="15207" x="673100" y="1079500"/>
          <p14:tracePt t="15224" x="673100" y="1098550"/>
          <p14:tracePt t="15240" x="666750" y="1117600"/>
          <p14:tracePt t="15257" x="666750" y="1149350"/>
          <p14:tracePt t="15290" x="666750" y="1168400"/>
          <p14:tracePt t="15307" x="660400" y="1174750"/>
          <p14:tracePt t="15323" x="660400" y="1181100"/>
          <p14:tracePt t="15359" x="654050" y="1193800"/>
          <p14:tracePt t="15439" x="647700" y="1200150"/>
          <p14:tracePt t="15446" x="641350" y="1206500"/>
          <p14:tracePt t="15457" x="622300" y="1225550"/>
          <p14:tracePt t="15479" x="609600" y="1231900"/>
          <p14:tracePt t="15490" x="596900" y="1238250"/>
          <p14:tracePt t="15507" x="596900" y="1244600"/>
          <p14:tracePt t="15535" x="590550" y="1244600"/>
          <p14:tracePt t="15607" x="584200" y="1244600"/>
          <p14:tracePt t="15654" x="577850" y="1244600"/>
          <p14:tracePt t="15679" x="558800" y="1244600"/>
          <p14:tracePt t="15686" x="552450" y="1250950"/>
          <p14:tracePt t="15694" x="539750" y="1270000"/>
          <p14:tracePt t="15706" x="514350" y="1276350"/>
          <p14:tracePt t="15723" x="501650" y="1295400"/>
          <p14:tracePt t="15757" x="488950" y="1295400"/>
          <p14:tracePt t="15773" x="482600" y="1295400"/>
          <p14:tracePt t="15887" x="476250" y="1295400"/>
          <p14:tracePt t="15919" x="463550" y="1295400"/>
          <p14:tracePt t="15958" x="457200" y="1295400"/>
          <p14:tracePt t="16302" x="444500" y="1295400"/>
          <p14:tracePt t="16431" x="438150" y="1295400"/>
          <p14:tracePt t="16967" x="425450" y="1295400"/>
          <p14:tracePt t="17046" x="425450" y="1289050"/>
          <p14:tracePt t="17063" x="419100" y="1289050"/>
          <p14:tracePt t="17070" x="412750" y="1289050"/>
          <p14:tracePt t="17078" x="406400" y="1289050"/>
          <p14:tracePt t="17091" x="387350" y="1282700"/>
          <p14:tracePt t="17107" x="355600" y="1282700"/>
          <p14:tracePt t="17123" x="298450" y="1270000"/>
          <p14:tracePt t="17140" x="266700" y="1263650"/>
          <p14:tracePt t="17157" x="254000" y="1263650"/>
          <p14:tracePt t="17173" x="241300" y="1257300"/>
          <p14:tracePt t="17311" x="234950" y="1257300"/>
          <p14:tracePt t="17350" x="234950" y="1263650"/>
          <p14:tracePt t="17382" x="234950" y="1276350"/>
          <p14:tracePt t="17406" x="228600" y="1282700"/>
          <p14:tracePt t="17422" x="228600" y="1289050"/>
          <p14:tracePt t="17439" x="228600" y="1295400"/>
          <p14:tracePt t="17454" x="228600" y="1301750"/>
          <p14:tracePt t="17463" x="228600" y="1308100"/>
          <p14:tracePt t="17473" x="234950" y="1314450"/>
          <p14:tracePt t="17490" x="241300" y="1314450"/>
          <p14:tracePt t="17511" x="247650" y="1314450"/>
          <p14:tracePt t="17527" x="260350" y="1314450"/>
          <p14:tracePt t="17550" x="273050" y="1314450"/>
          <p14:tracePt t="17558" x="279400" y="1314450"/>
          <p14:tracePt t="17574" x="304800" y="1314450"/>
          <p14:tracePt t="17590" x="349250" y="1308100"/>
          <p14:tracePt t="17607" x="381000" y="1301750"/>
          <p14:tracePt t="17623" x="406400" y="1295400"/>
          <p14:tracePt t="17640" x="419100" y="1289050"/>
          <p14:tracePt t="17656" x="438150" y="1282700"/>
          <p14:tracePt t="17690" x="444500" y="1282700"/>
          <p14:tracePt t="17706" x="457200" y="1289050"/>
          <p14:tracePt t="17723" x="457200" y="1301750"/>
          <p14:tracePt t="17740" x="469900" y="1308100"/>
          <p14:tracePt t="17774" x="469900" y="1314450"/>
          <p14:tracePt t="17806" x="469900" y="1320800"/>
          <p14:tracePt t="17839" x="457200" y="1320800"/>
          <p14:tracePt t="17910" x="450850" y="1320800"/>
          <p14:tracePt t="17935" x="444500" y="1320800"/>
          <p14:tracePt t="17990" x="431800" y="1320800"/>
          <p14:tracePt t="18150" x="425450" y="1327150"/>
          <p14:tracePt t="19406" x="412750" y="1327150"/>
          <p14:tracePt t="19414" x="393700" y="1320800"/>
          <p14:tracePt t="19423" x="381000" y="1320800"/>
          <p14:tracePt t="19440" x="355600" y="1320800"/>
          <p14:tracePt t="19457" x="323850" y="1320800"/>
          <p14:tracePt t="19473" x="311150" y="1314450"/>
          <p14:tracePt t="19879" x="311150" y="1308100"/>
          <p14:tracePt t="19918" x="311150" y="1301750"/>
          <p14:tracePt t="19927" x="311150" y="1295400"/>
          <p14:tracePt t="19967" x="317500" y="1295400"/>
          <p14:tracePt t="19975" x="323850" y="1295400"/>
          <p14:tracePt t="19983" x="330200" y="1295400"/>
          <p14:tracePt t="20015" x="342900" y="1289050"/>
          <p14:tracePt t="20022" x="342900" y="1282700"/>
          <p14:tracePt t="20119" x="349250" y="1276350"/>
          <p14:tracePt t="20558" x="355600" y="1276350"/>
          <p14:tracePt t="20599" x="361950" y="1276350"/>
          <p14:tracePt t="22486" x="361950" y="1263650"/>
          <p14:tracePt t="22495" x="374650" y="1263650"/>
          <p14:tracePt t="22506" x="406400" y="1263650"/>
          <p14:tracePt t="22523" x="520700" y="1263650"/>
          <p14:tracePt t="22540" x="590550" y="1263650"/>
          <p14:tracePt t="22556" x="996950" y="1263650"/>
          <p14:tracePt t="22574" x="1289050" y="1295400"/>
          <p14:tracePt t="22590" x="2190750" y="1403350"/>
          <p14:tracePt t="22607" x="2406650" y="1435100"/>
          <p14:tracePt t="22623" x="2927350" y="1517650"/>
          <p14:tracePt t="22640" x="3321050" y="1555750"/>
          <p14:tracePt t="22656" x="4057650" y="1631950"/>
          <p14:tracePt t="22673" x="4432300" y="1670050"/>
          <p14:tracePt t="22690" x="4959350" y="1670050"/>
          <p14:tracePt t="22707" x="5041900" y="1670050"/>
          <p14:tracePt t="22710" x="5118100" y="1670050"/>
          <p14:tracePt t="22724" x="5175250" y="1670050"/>
          <p14:tracePt t="22740" x="5283200" y="1657350"/>
          <p14:tracePt t="22757" x="5365750" y="1644650"/>
          <p14:tracePt t="22773" x="5422900" y="1644650"/>
          <p14:tracePt t="22790" x="5454650" y="1638300"/>
          <p14:tracePt t="22807" x="5568950" y="1631950"/>
          <p14:tracePt t="22824" x="5657850" y="1631950"/>
          <p14:tracePt t="22840" x="5772150" y="1631950"/>
          <p14:tracePt t="22857" x="5943600" y="1625600"/>
          <p14:tracePt t="22874" x="6089650" y="1600200"/>
          <p14:tracePt t="22890" x="6159500" y="1587500"/>
          <p14:tracePt t="22907" x="6261100" y="1574800"/>
          <p14:tracePt t="22923" x="6432550" y="1549400"/>
          <p14:tracePt t="22940" x="6502400" y="1530350"/>
          <p14:tracePt t="22957" x="6584950" y="1504950"/>
          <p14:tracePt t="22973" x="6597650" y="1492250"/>
          <p14:tracePt t="22990" x="6648450" y="1473200"/>
          <p14:tracePt t="23023" x="6654800" y="1466850"/>
          <p14:tracePt t="23135" x="6654800" y="1460500"/>
          <p14:tracePt t="23159" x="6654800" y="1447800"/>
          <p14:tracePt t="23175" x="6654800" y="1441450"/>
          <p14:tracePt t="23199" x="6661150" y="1441450"/>
          <p14:tracePt t="23215" x="6661150" y="1428750"/>
          <p14:tracePt t="23222" x="6667500" y="1428750"/>
          <p14:tracePt t="23231" x="6667500" y="1416050"/>
          <p14:tracePt t="23254" x="6680200" y="1409700"/>
          <p14:tracePt t="23263" x="6680200" y="1403350"/>
          <p14:tracePt t="23273" x="6680200" y="1397000"/>
          <p14:tracePt t="23290" x="6680200" y="1384300"/>
          <p14:tracePt t="23307" x="6686550" y="1377950"/>
          <p14:tracePt t="23323" x="6692900" y="1371600"/>
          <p14:tracePt t="23340" x="6692900" y="1365250"/>
          <p14:tracePt t="23678" x="6686550" y="1365250"/>
          <p14:tracePt t="23687" x="6667500" y="1358900"/>
          <p14:tracePt t="23694" x="6648450" y="1352550"/>
          <p14:tracePt t="23706" x="6642100" y="1352550"/>
          <p14:tracePt t="23723" x="6616700" y="1346200"/>
          <p14:tracePt t="23740" x="6578600" y="1346200"/>
          <p14:tracePt t="23756" x="6553200" y="1339850"/>
          <p14:tracePt t="23773" x="6540500" y="1339850"/>
          <p14:tracePt t="23790" x="6502400" y="1339850"/>
          <p14:tracePt t="23806" x="6489700" y="1339850"/>
          <p14:tracePt t="23823" x="6470650" y="1346200"/>
          <p14:tracePt t="23840" x="6470650" y="1352550"/>
          <p14:tracePt t="24167" x="6464300" y="1352550"/>
          <p14:tracePt t="24735" x="6457950" y="1352550"/>
          <p14:tracePt t="26670" x="6451600" y="1339850"/>
          <p14:tracePt t="26678" x="6375400" y="1314450"/>
          <p14:tracePt t="26690" x="6292850" y="1314450"/>
          <p14:tracePt t="26706" x="6134100" y="1314450"/>
          <p14:tracePt t="26709" x="6038850" y="1314450"/>
          <p14:tracePt t="26723" x="5810250" y="1320800"/>
          <p14:tracePt t="26740" x="5715000" y="1320800"/>
          <p14:tracePt t="26756" x="5632450" y="1320800"/>
          <p14:tracePt t="26773" x="5473700" y="1320800"/>
          <p14:tracePt t="26790" x="5403850" y="1320800"/>
          <p14:tracePt t="26807" x="5359400" y="1320800"/>
          <p14:tracePt t="26823" x="5283200" y="1333500"/>
          <p14:tracePt t="26840" x="5264150" y="1333500"/>
          <p14:tracePt t="26856" x="5238750" y="1333500"/>
          <p14:tracePt t="26873" x="5175250" y="1346200"/>
          <p14:tracePt t="26890" x="5143500" y="1358900"/>
          <p14:tracePt t="26906" x="5105400" y="1352550"/>
          <p14:tracePt t="26923" x="5092700" y="1352550"/>
          <p14:tracePt t="26940" x="5067300" y="1352550"/>
          <p14:tracePt t="26957" x="5022850" y="1358900"/>
          <p14:tracePt t="26973" x="4984750" y="1371600"/>
          <p14:tracePt t="26990" x="4940300" y="1371600"/>
          <p14:tracePt t="27006" x="4933950" y="1377950"/>
          <p14:tracePt t="27023" x="4908550" y="1377950"/>
          <p14:tracePt t="27057" x="4902200" y="1377950"/>
          <p14:tracePt t="27073" x="4889500" y="1384300"/>
          <p14:tracePt t="27190" x="4883150" y="1384300"/>
          <p14:tracePt t="27215" x="4883150" y="1377950"/>
          <p14:tracePt t="27238" x="4870450" y="1377950"/>
          <p14:tracePt t="27262" x="4870450" y="1371600"/>
          <p14:tracePt t="27270" x="4870450" y="1365250"/>
          <p14:tracePt t="27302" x="4870450" y="1358900"/>
          <p14:tracePt t="27342" x="4870450" y="1352550"/>
          <p14:tracePt t="30166" x="4870450" y="1358900"/>
          <p14:tracePt t="30182" x="4940300" y="1358900"/>
          <p14:tracePt t="30190" x="5016500" y="1358900"/>
          <p14:tracePt t="30199" x="5060950" y="1358900"/>
          <p14:tracePt t="30206" x="5105400" y="1365250"/>
          <p14:tracePt t="30223" x="5149850" y="1371600"/>
          <p14:tracePt t="30240" x="5251450" y="1390650"/>
          <p14:tracePt t="30256" x="5302250" y="1409700"/>
          <p14:tracePt t="30273" x="5346700" y="1416050"/>
          <p14:tracePt t="30290" x="5448300" y="1428750"/>
          <p14:tracePt t="30307" x="5511800" y="1441450"/>
          <p14:tracePt t="30324" x="5556250" y="1447800"/>
          <p14:tracePt t="30340" x="5645150" y="1460500"/>
          <p14:tracePt t="30357" x="5664200" y="1460500"/>
          <p14:tracePt t="30374" x="5715000" y="1466850"/>
          <p14:tracePt t="30390" x="5822950" y="1485900"/>
          <p14:tracePt t="30407" x="5873750" y="1498600"/>
          <p14:tracePt t="30423" x="5905500" y="1504950"/>
          <p14:tracePt t="30440" x="5981700" y="1511300"/>
          <p14:tracePt t="30457" x="6007100" y="1517650"/>
          <p14:tracePt t="30474" x="6051550" y="1530350"/>
          <p14:tracePt t="30490" x="6083300" y="1530350"/>
          <p14:tracePt t="30507" x="6108700" y="1530350"/>
          <p14:tracePt t="30524" x="6159500" y="1543050"/>
          <p14:tracePt t="30540" x="6172200" y="1543050"/>
          <p14:tracePt t="30557" x="6191250" y="1543050"/>
          <p14:tracePt t="30573" x="6223000" y="1555750"/>
          <p14:tracePt t="30590" x="6248400" y="1562100"/>
          <p14:tracePt t="30606" x="6254750" y="1562100"/>
          <p14:tracePt t="30623" x="6267450" y="1568450"/>
          <p14:tracePt t="30742" x="6273800" y="1568450"/>
          <p14:tracePt t="30758" x="6273800" y="1574800"/>
          <p14:tracePt t="30790" x="6273800" y="1587500"/>
          <p14:tracePt t="30831" x="6267450" y="1587500"/>
          <p14:tracePt t="30854" x="6261100" y="1593850"/>
          <p14:tracePt t="30878" x="6248400" y="1600200"/>
          <p14:tracePt t="30886" x="6242050" y="1600200"/>
          <p14:tracePt t="30910" x="6235700" y="1606550"/>
          <p14:tracePt t="30926" x="6223000" y="1606550"/>
          <p14:tracePt t="30935" x="6216650" y="1606550"/>
          <p14:tracePt t="30958" x="6191250" y="1612900"/>
          <p14:tracePt t="30966" x="6184900" y="1612900"/>
          <p14:tracePt t="30982" x="6172200" y="1619250"/>
          <p14:tracePt t="31190" x="6165850" y="1619250"/>
          <p14:tracePt t="37391" x="6172200" y="1619250"/>
          <p14:tracePt t="37495" x="6172200" y="1625600"/>
          <p14:tracePt t="37518" x="6178550" y="1625600"/>
          <p14:tracePt t="37534" x="6191250" y="1625600"/>
          <p14:tracePt t="37606" x="6191250" y="1619250"/>
          <p14:tracePt t="37638" x="6197600" y="1619250"/>
          <p14:tracePt t="37662" x="6197600" y="1612900"/>
          <p14:tracePt t="37814" x="6191250" y="1612900"/>
          <p14:tracePt t="37830" x="6172200" y="1631950"/>
          <p14:tracePt t="37838" x="6159500" y="1631950"/>
          <p14:tracePt t="37846" x="6134100" y="1651000"/>
          <p14:tracePt t="37856" x="6121400" y="1657350"/>
          <p14:tracePt t="37873" x="6115050" y="1670050"/>
          <p14:tracePt t="37890" x="6083300" y="1689100"/>
          <p14:tracePt t="37906" x="6057900" y="1695450"/>
          <p14:tracePt t="37923" x="6032500" y="1708150"/>
          <p14:tracePt t="37940" x="6019800" y="1720850"/>
          <p14:tracePt t="37957" x="6007100" y="1720850"/>
          <p14:tracePt t="37973" x="6000750" y="1720850"/>
          <p14:tracePt t="37998" x="5994400" y="1733550"/>
          <p14:tracePt t="38142" x="5994400" y="1739900"/>
          <p14:tracePt t="38206" x="5981700" y="1746250"/>
          <p14:tracePt t="38214" x="5969000" y="1752600"/>
          <p14:tracePt t="38326" x="5975350" y="1752600"/>
          <p14:tracePt t="38358" x="5981700" y="1752600"/>
          <p14:tracePt t="38375" x="5988050" y="1752600"/>
          <p14:tracePt t="38398" x="5988050" y="1765300"/>
          <p14:tracePt t="38406" x="5994400" y="1765300"/>
          <p14:tracePt t="38422" x="6000750" y="1765300"/>
          <p14:tracePt t="38430" x="6007100" y="1765300"/>
          <p14:tracePt t="38440" x="6013450" y="1765300"/>
          <p14:tracePt t="38457" x="6032500" y="1771650"/>
          <p14:tracePt t="38473" x="6038850" y="1771650"/>
          <p14:tracePt t="38490" x="6051550" y="1778000"/>
          <p14:tracePt t="38507" x="6076950" y="1778000"/>
          <p14:tracePt t="38523" x="6096000" y="1778000"/>
          <p14:tracePt t="38540" x="6115050" y="1778000"/>
          <p14:tracePt t="38557" x="6134100" y="1784350"/>
          <p14:tracePt t="38574" x="6184900" y="1803400"/>
          <p14:tracePt t="38590" x="6235700" y="1809750"/>
          <p14:tracePt t="38607" x="6311900" y="1828800"/>
          <p14:tracePt t="38623" x="6375400" y="1847850"/>
          <p14:tracePt t="38640" x="6394450" y="1847850"/>
          <p14:tracePt t="38657" x="6489700" y="1873250"/>
          <p14:tracePt t="38673" x="6540500" y="1879600"/>
          <p14:tracePt t="38690" x="6623050" y="1905000"/>
          <p14:tracePt t="38707" x="6705600" y="1936750"/>
          <p14:tracePt t="38710" x="6724650" y="1936750"/>
          <p14:tracePt t="38723" x="6743700" y="1943100"/>
          <p14:tracePt t="38740" x="6756400" y="1943100"/>
          <p14:tracePt t="38756" x="6788150" y="1949450"/>
          <p14:tracePt t="38773" x="6807200" y="1955800"/>
          <p14:tracePt t="38942" x="6807200" y="1962150"/>
          <p14:tracePt t="38950" x="6807200" y="1968500"/>
          <p14:tracePt t="38959" x="6819900" y="1968500"/>
          <p14:tracePt t="38973" x="6832600" y="1974850"/>
          <p14:tracePt t="38990" x="6832600" y="1981200"/>
          <p14:tracePt t="39006" x="6838950" y="1987550"/>
          <p14:tracePt t="39023" x="6858000" y="1993900"/>
          <p14:tracePt t="39040" x="6858000" y="2000250"/>
          <p14:tracePt t="39056" x="6864350" y="2006600"/>
          <p14:tracePt t="39073" x="6877050" y="2019300"/>
          <p14:tracePt t="39090" x="6908800" y="2032000"/>
          <p14:tracePt t="39106" x="6934200" y="2051050"/>
          <p14:tracePt t="39123" x="6940550" y="2063750"/>
          <p14:tracePt t="39140" x="6972300" y="2082800"/>
          <p14:tracePt t="39156" x="6991350" y="2101850"/>
          <p14:tracePt t="39174" x="7004050" y="2108200"/>
          <p14:tracePt t="39190" x="7029450" y="2133600"/>
          <p14:tracePt t="39207" x="7042150" y="2152650"/>
          <p14:tracePt t="39223" x="7054850" y="2165350"/>
          <p14:tracePt t="39240" x="7061200" y="2197100"/>
          <p14:tracePt t="39257" x="7073900" y="2222500"/>
          <p14:tracePt t="39273" x="7099300" y="2273300"/>
          <p14:tracePt t="39290" x="7112000" y="2298700"/>
          <p14:tracePt t="39307" x="7112000" y="2311400"/>
          <p14:tracePt t="39323" x="7124700" y="2324100"/>
          <p14:tracePt t="39340" x="7124700" y="2336800"/>
          <p14:tracePt t="39357" x="7124700" y="2343150"/>
          <p14:tracePt t="39373" x="7124700" y="2355850"/>
          <p14:tracePt t="39390" x="7124700" y="2374900"/>
          <p14:tracePt t="39407" x="7131050" y="2374900"/>
          <p14:tracePt t="39423" x="7131050" y="2393950"/>
          <p14:tracePt t="39440" x="7131050" y="2406650"/>
          <p14:tracePt t="39474" x="7131050" y="2419350"/>
          <p14:tracePt t="39490" x="7131050" y="2425700"/>
          <p14:tracePt t="39550" x="7124700" y="2432050"/>
          <p14:tracePt t="39702" x="7124700" y="2438400"/>
          <p14:tracePt t="39727" x="7124700" y="2444750"/>
          <p14:tracePt t="39750" x="7124700" y="2451100"/>
          <p14:tracePt t="39758" x="7124700" y="2457450"/>
          <p14:tracePt t="39782" x="7118350" y="2463800"/>
          <p14:tracePt t="39807" x="7118350" y="2470150"/>
          <p14:tracePt t="39822" x="7118350" y="2476500"/>
          <p14:tracePt t="39846" x="7112000" y="2489200"/>
          <p14:tracePt t="39862" x="7105650" y="2489200"/>
          <p14:tracePt t="39879" x="7105650" y="2495550"/>
          <p14:tracePt t="39903" x="7092950" y="2508250"/>
          <p14:tracePt t="39918" x="7092950" y="2514600"/>
          <p14:tracePt t="39927" x="7086600" y="2514600"/>
          <p14:tracePt t="39935" x="7086600" y="2520950"/>
          <p14:tracePt t="39942" x="7073900" y="2533650"/>
          <p14:tracePt t="39966" x="7073900" y="2540000"/>
          <p14:tracePt t="39990" x="7073900" y="2546350"/>
          <p14:tracePt t="40022" x="7073900" y="2552700"/>
          <p14:tracePt t="40318" x="7061200" y="2552700"/>
          <p14:tracePt t="40327" x="7061200" y="2546350"/>
          <p14:tracePt t="40342" x="7061200" y="2540000"/>
          <p14:tracePt t="40910" x="7054850" y="2540000"/>
          <p14:tracePt t="41406" x="7048500" y="2527300"/>
          <p14:tracePt t="41414" x="7042150" y="2520950"/>
          <p14:tracePt t="41423" x="6985000" y="2508250"/>
          <p14:tracePt t="41440" x="6902450" y="2501900"/>
          <p14:tracePt t="41456" x="6565900" y="2495550"/>
          <p14:tracePt t="41473" x="5943600" y="2495550"/>
          <p14:tracePt t="41490" x="5740400" y="2476500"/>
          <p14:tracePt t="41506" x="5403850" y="2457450"/>
          <p14:tracePt t="41523" x="5308600" y="2444750"/>
          <p14:tracePt t="41540" x="5276850" y="2438400"/>
          <p14:tracePt t="41556" x="5187950" y="2432050"/>
          <p14:tracePt t="41574" x="5067300" y="2425700"/>
          <p14:tracePt t="41590" x="4972050" y="2413000"/>
          <p14:tracePt t="41606" x="4845050" y="2400300"/>
          <p14:tracePt t="41623" x="4800600" y="2393950"/>
          <p14:tracePt t="41640" x="4705350" y="2387600"/>
          <p14:tracePt t="41657" x="4559300" y="2381250"/>
          <p14:tracePt t="41673" x="4425950" y="2381250"/>
          <p14:tracePt t="41690" x="4330700" y="2381250"/>
          <p14:tracePt t="41707" x="4197350" y="2381250"/>
          <p14:tracePt t="41710" x="4133850" y="2387600"/>
          <p14:tracePt t="41723" x="4089400" y="2387600"/>
          <p14:tracePt t="41740" x="3943350" y="2393950"/>
          <p14:tracePt t="41757" x="3702050" y="2393950"/>
          <p14:tracePt t="41773" x="3486150" y="2393950"/>
          <p14:tracePt t="41790" x="3314700" y="2400300"/>
          <p14:tracePt t="41807" x="2927350" y="2400300"/>
          <p14:tracePt t="41823" x="2774950" y="2393950"/>
          <p14:tracePt t="41840" x="2673350" y="2393950"/>
          <p14:tracePt t="41857" x="2501900" y="2400300"/>
          <p14:tracePt t="41873" x="2432050" y="2406650"/>
          <p14:tracePt t="41890" x="2419350" y="2413000"/>
          <p14:tracePt t="41907" x="2381250" y="2419350"/>
          <p14:tracePt t="41923" x="2336800" y="2432050"/>
          <p14:tracePt t="41940" x="2324100" y="2432050"/>
          <p14:tracePt t="41957" x="2292350" y="2457450"/>
          <p14:tracePt t="41974" x="2266950" y="2476500"/>
          <p14:tracePt t="41990" x="2241550" y="2489200"/>
          <p14:tracePt t="42007" x="2241550" y="2495550"/>
          <p14:tracePt t="42023" x="2209800" y="2508250"/>
          <p14:tracePt t="42040" x="2178050" y="2527300"/>
          <p14:tracePt t="42057" x="2165350" y="2540000"/>
          <p14:tracePt t="42073" x="2127250" y="2559050"/>
          <p14:tracePt t="42107" x="2120900" y="2565400"/>
          <p14:tracePt t="42462" x="2114550" y="2565400"/>
          <p14:tracePt t="42470" x="2095500" y="2571750"/>
          <p14:tracePt t="42479" x="2089150" y="2578100"/>
          <p14:tracePt t="42490" x="2076450" y="2578100"/>
          <p14:tracePt t="42506" x="2038350" y="2584450"/>
          <p14:tracePt t="42523" x="2012950" y="2597150"/>
          <p14:tracePt t="42540" x="1987550" y="2597150"/>
          <p14:tracePt t="42556" x="1968500" y="2597150"/>
          <p14:tracePt t="42574" x="1949450" y="2597150"/>
          <p14:tracePt t="42607" x="1943100" y="2597150"/>
          <p14:tracePt t="42734" x="1936750" y="2597150"/>
          <p14:tracePt t="42806" x="1924050" y="2597150"/>
          <p14:tracePt t="42870" x="1924050" y="2590800"/>
          <p14:tracePt t="42878" x="1917700" y="2590800"/>
          <p14:tracePt t="42890" x="1885950" y="2578100"/>
          <p14:tracePt t="42906" x="1860550" y="2565400"/>
          <p14:tracePt t="42923" x="1765300" y="2533650"/>
          <p14:tracePt t="42940" x="1758950" y="2533650"/>
          <p14:tracePt t="42957" x="1708150" y="2527300"/>
          <p14:tracePt t="42973" x="1682750" y="2527300"/>
          <p14:tracePt t="42990" x="1676400" y="2527300"/>
          <p14:tracePt t="43030" x="1670050" y="2527300"/>
          <p14:tracePt t="43038" x="1663700" y="2527300"/>
          <p14:tracePt t="43062" x="1657350" y="2527300"/>
          <p14:tracePt t="43086" x="1644650" y="2527300"/>
          <p14:tracePt t="43094" x="1631950" y="2527300"/>
          <p14:tracePt t="43110" x="1619250" y="2527300"/>
          <p14:tracePt t="43126" x="1612900" y="2540000"/>
          <p14:tracePt t="43140" x="1593850" y="2540000"/>
          <p14:tracePt t="43157" x="1574800" y="2546350"/>
          <p14:tracePt t="43173" x="1568450" y="2552700"/>
          <p14:tracePt t="43190" x="1549400" y="2559050"/>
          <p14:tracePt t="43207" x="1543050" y="2559050"/>
          <p14:tracePt t="43223" x="1530350" y="2565400"/>
          <p14:tracePt t="43240" x="1524000" y="2565400"/>
          <p14:tracePt t="43273" x="1517650" y="2565400"/>
          <p14:tracePt t="43398" x="1524000" y="2559050"/>
          <p14:tracePt t="43414" x="1524000" y="2552700"/>
          <p14:tracePt t="43430" x="1530350" y="2552700"/>
          <p14:tracePt t="43438" x="1536700" y="2552700"/>
          <p14:tracePt t="43446" x="1543050" y="2546350"/>
          <p14:tracePt t="43462" x="1555750" y="2546350"/>
          <p14:tracePt t="43473" x="1555750" y="2540000"/>
          <p14:tracePt t="43490" x="1568450" y="2540000"/>
          <p14:tracePt t="43506" x="1574800" y="2540000"/>
          <p14:tracePt t="43523" x="1593850" y="2533650"/>
          <p14:tracePt t="43540" x="1612900" y="2533650"/>
          <p14:tracePt t="43557" x="1625600" y="2533650"/>
          <p14:tracePt t="43573" x="1638300" y="2533650"/>
          <p14:tracePt t="43590" x="1657350" y="2533650"/>
          <p14:tracePt t="43607" x="1663700" y="2527300"/>
          <p14:tracePt t="43623" x="1701800" y="2520950"/>
          <p14:tracePt t="43640" x="1727200" y="2514600"/>
          <p14:tracePt t="43657" x="1758950" y="2514600"/>
          <p14:tracePt t="43673" x="1784350" y="2508250"/>
          <p14:tracePt t="43690" x="1803400" y="2495550"/>
          <p14:tracePt t="43706" x="1854200" y="2495550"/>
          <p14:tracePt t="43709" x="1879600" y="2495550"/>
          <p14:tracePt t="43723" x="1898650" y="2495550"/>
          <p14:tracePt t="43740" x="1943100" y="2489200"/>
          <p14:tracePt t="43757" x="1949450" y="2489200"/>
          <p14:tracePt t="43773" x="1993900" y="2489200"/>
          <p14:tracePt t="43790" x="2063750" y="2489200"/>
          <p14:tracePt t="43807" x="2114550" y="2489200"/>
          <p14:tracePt t="43823" x="2146300" y="2489200"/>
          <p14:tracePt t="43840" x="2203450" y="2495550"/>
          <p14:tracePt t="43857" x="2241550" y="2495550"/>
          <p14:tracePt t="43873" x="2266950" y="2495550"/>
          <p14:tracePt t="43890" x="2298700" y="2495550"/>
          <p14:tracePt t="43907" x="2324100" y="2501900"/>
          <p14:tracePt t="43923" x="2336800" y="2501900"/>
          <p14:tracePt t="43940" x="2381250" y="2508250"/>
          <p14:tracePt t="43957" x="2400300" y="2514600"/>
          <p14:tracePt t="43973" x="2425700" y="2514600"/>
          <p14:tracePt t="43990" x="2482850" y="2520950"/>
          <p14:tracePt t="44007" x="2501900" y="2520950"/>
          <p14:tracePt t="44023" x="2508250" y="2520950"/>
          <p14:tracePt t="44040" x="2540000" y="2527300"/>
          <p14:tracePt t="44057" x="2597150" y="2540000"/>
          <p14:tracePt t="44073" x="2635250" y="2540000"/>
          <p14:tracePt t="44090" x="2667000" y="2546350"/>
          <p14:tracePt t="44107" x="2724150" y="2546350"/>
          <p14:tracePt t="44123" x="2743200" y="2546350"/>
          <p14:tracePt t="44140" x="2794000" y="2546350"/>
          <p14:tracePt t="44157" x="2844800" y="2546350"/>
          <p14:tracePt t="44173" x="2933700" y="2552700"/>
          <p14:tracePt t="44190" x="3028950" y="2552700"/>
          <p14:tracePt t="44207" x="3048000" y="2552700"/>
          <p14:tracePt t="44223" x="3136900" y="2552700"/>
          <p14:tracePt t="44240" x="3194050" y="2552700"/>
          <p14:tracePt t="44257" x="3238500" y="2552700"/>
          <p14:tracePt t="44273" x="3270250" y="2552700"/>
          <p14:tracePt t="44290" x="3365500" y="2546350"/>
          <p14:tracePt t="44306" x="3371850" y="2546350"/>
          <p14:tracePt t="44323" x="3441700" y="2546350"/>
          <p14:tracePt t="44340" x="3517900" y="2540000"/>
          <p14:tracePt t="44357" x="3606800" y="2540000"/>
          <p14:tracePt t="44373" x="3651250" y="2540000"/>
          <p14:tracePt t="44390" x="3733800" y="2540000"/>
          <p14:tracePt t="44407" x="3810000" y="2540000"/>
          <p14:tracePt t="44423" x="3860800" y="2540000"/>
          <p14:tracePt t="44440" x="3930650" y="2540000"/>
          <p14:tracePt t="44457" x="3987800" y="2540000"/>
          <p14:tracePt t="44473" x="4019550" y="2540000"/>
          <p14:tracePt t="44490" x="4038600" y="2540000"/>
          <p14:tracePt t="44506" x="4114800" y="2546350"/>
          <p14:tracePt t="44523" x="4184650" y="2546350"/>
          <p14:tracePt t="44540" x="4241800" y="2546350"/>
          <p14:tracePt t="44556" x="4387850" y="2546350"/>
          <p14:tracePt t="44574" x="4406900" y="2546350"/>
          <p14:tracePt t="44590" x="4495800" y="2546350"/>
          <p14:tracePt t="44606" x="4603750" y="2546350"/>
          <p14:tracePt t="44623" x="4648200" y="2546350"/>
          <p14:tracePt t="44639" x="4711700" y="2546350"/>
          <p14:tracePt t="44656" x="4730750" y="2552700"/>
          <p14:tracePt t="44673" x="4826000" y="2559050"/>
          <p14:tracePt t="44690" x="4889500" y="2559050"/>
          <p14:tracePt t="44706" x="4940300" y="2559050"/>
          <p14:tracePt t="44723" x="5003800" y="2559050"/>
          <p14:tracePt t="44726" x="5029200" y="2559050"/>
          <p14:tracePt t="44740" x="5054600" y="2559050"/>
          <p14:tracePt t="44757" x="5060950" y="2559050"/>
          <p14:tracePt t="44773" x="5118100" y="2559050"/>
          <p14:tracePt t="44790" x="5213350" y="2571750"/>
          <p14:tracePt t="44807" x="5245100" y="2571750"/>
          <p14:tracePt t="44823" x="5302250" y="2578100"/>
          <p14:tracePt t="44870" x="5314950" y="2578100"/>
          <p14:tracePt t="44894" x="5321300" y="2578100"/>
          <p14:tracePt t="44918" x="5327650" y="2578100"/>
          <p14:tracePt t="44935" x="5334000" y="2578100"/>
          <p14:tracePt t="45598" x="5340350" y="2578100"/>
          <p14:tracePt t="46327" x="5340350" y="2571750"/>
          <p14:tracePt t="46382" x="5340350" y="2565400"/>
          <p14:tracePt t="46406" x="5353050" y="2559050"/>
          <p14:tracePt t="46414" x="5359400" y="2552700"/>
          <p14:tracePt t="46423" x="5365750" y="2540000"/>
          <p14:tracePt t="46440" x="5372100" y="2533650"/>
          <p14:tracePt t="46456" x="5391150" y="2533650"/>
          <p14:tracePt t="46473" x="5403850" y="2520950"/>
          <p14:tracePt t="46490" x="5448300" y="2501900"/>
          <p14:tracePt t="46506" x="5505450" y="2476500"/>
          <p14:tracePt t="46523" x="5530850" y="2463800"/>
          <p14:tracePt t="46540" x="5549900" y="2457450"/>
          <p14:tracePt t="46556" x="5632450" y="2419350"/>
          <p14:tracePt t="46574" x="5683250" y="2406650"/>
          <p14:tracePt t="46590" x="5759450" y="2387600"/>
          <p14:tracePt t="46606" x="5797550" y="2381250"/>
          <p14:tracePt t="46623" x="5810250" y="2368550"/>
          <p14:tracePt t="46640" x="5873750" y="2349500"/>
          <p14:tracePt t="46656" x="5899150" y="2343150"/>
          <p14:tracePt t="46673" x="5943600" y="2336800"/>
          <p14:tracePt t="46690" x="6000750" y="2324100"/>
          <p14:tracePt t="46706" x="6007100" y="2324100"/>
          <p14:tracePt t="46723" x="6032500" y="2324100"/>
          <p14:tracePt t="46725" x="6051550" y="2324100"/>
          <p14:tracePt t="46740" x="6057900" y="2324100"/>
          <p14:tracePt t="46756" x="6089650" y="2317750"/>
          <p14:tracePt t="46790" x="6115050" y="2305050"/>
          <p14:tracePt t="46823" x="6134100" y="2298700"/>
          <p14:tracePt t="46840" x="6134100" y="2292350"/>
          <p14:tracePt t="46857" x="6146800" y="2292350"/>
          <p14:tracePt t="46873" x="6153150" y="2286000"/>
          <p14:tracePt t="46934" x="6153150" y="2279650"/>
          <p14:tracePt t="46982" x="6153150" y="2273300"/>
          <p14:tracePt t="46990" x="6153150" y="2266950"/>
          <p14:tracePt t="47006" x="6146800" y="2266950"/>
          <p14:tracePt t="47014" x="6140450" y="2254250"/>
          <p14:tracePt t="47023" x="6127750" y="2254250"/>
          <p14:tracePt t="47040" x="6083300" y="2241550"/>
          <p14:tracePt t="47057" x="6051550" y="2235200"/>
          <p14:tracePt t="47073" x="6032500" y="2228850"/>
          <p14:tracePt t="47090" x="5994400" y="2228850"/>
          <p14:tracePt t="47106" x="5969000" y="2222500"/>
          <p14:tracePt t="47123" x="5943600" y="2216150"/>
          <p14:tracePt t="47140" x="5899150" y="2209800"/>
          <p14:tracePt t="47157" x="5867400" y="2203450"/>
          <p14:tracePt t="47173" x="5822950" y="2203450"/>
          <p14:tracePt t="47190" x="5695950" y="2184400"/>
          <p14:tracePt t="47206" x="5645150" y="2178050"/>
          <p14:tracePt t="47223" x="5607050" y="2171700"/>
          <p14:tracePt t="47240" x="5549900" y="2178050"/>
          <p14:tracePt t="47273" x="5530850" y="2184400"/>
          <p14:tracePt t="47290" x="5518150" y="2184400"/>
          <p14:tracePt t="47574" x="5518150" y="2197100"/>
          <p14:tracePt t="47590" x="5537200" y="2209800"/>
          <p14:tracePt t="47599" x="5549900" y="2209800"/>
          <p14:tracePt t="47606" x="5600700" y="2222500"/>
          <p14:tracePt t="47623" x="5842000" y="2266950"/>
          <p14:tracePt t="47640" x="6019800" y="2266950"/>
          <p14:tracePt t="47656" x="6115050" y="2266950"/>
          <p14:tracePt t="47673" x="6407150" y="2254250"/>
          <p14:tracePt t="47690" x="6521450" y="2228850"/>
          <p14:tracePt t="47706" x="6623050" y="2216150"/>
          <p14:tracePt t="47723" x="6667500" y="2209800"/>
          <p14:tracePt t="47727" x="6680200" y="2209800"/>
          <p14:tracePt t="47739" x="6686550" y="2209800"/>
          <p14:tracePt t="47758" x="6692900" y="2209800"/>
          <p14:tracePt t="47958" x="6686550" y="2203450"/>
          <p14:tracePt t="47975" x="6661150" y="2203450"/>
          <p14:tracePt t="47983" x="6629400" y="2197100"/>
          <p14:tracePt t="47990" x="6559550" y="2197100"/>
          <p14:tracePt t="48006" x="6191250" y="2203450"/>
          <p14:tracePt t="48023" x="6051550" y="2209800"/>
          <p14:tracePt t="48040" x="5746750" y="2222500"/>
          <p14:tracePt t="48056" x="5187950" y="2209800"/>
          <p14:tracePt t="48073" x="4984750" y="2184400"/>
          <p14:tracePt t="48090" x="4800600" y="2184400"/>
          <p14:tracePt t="48107" x="4330700" y="2184400"/>
          <p14:tracePt t="48123" x="4216400" y="2184400"/>
          <p14:tracePt t="48140" x="4025900" y="2184400"/>
          <p14:tracePt t="48156" x="3638550" y="2216150"/>
          <p14:tracePt t="48173" x="3530600" y="2222500"/>
          <p14:tracePt t="48190" x="3340100" y="2222500"/>
          <p14:tracePt t="48206" x="3327400" y="2222500"/>
          <p14:tracePt t="48223" x="3282950" y="2222500"/>
          <p14:tracePt t="48240" x="3206750" y="2235200"/>
          <p14:tracePt t="48257" x="3143250" y="2241550"/>
          <p14:tracePt t="48273" x="3060700" y="2254250"/>
          <p14:tracePt t="48290" x="3041650" y="2254250"/>
          <p14:tracePt t="48307" x="2870200" y="2260600"/>
          <p14:tracePt t="48323" x="2762250" y="2266950"/>
          <p14:tracePt t="48340" x="2546350" y="2273300"/>
          <p14:tracePt t="48356" x="2419350" y="2273300"/>
          <p14:tracePt t="48373" x="2324100" y="2279650"/>
          <p14:tracePt t="48389" x="2209800" y="2286000"/>
          <p14:tracePt t="48406" x="2165350" y="2286000"/>
          <p14:tracePt t="48423" x="2127250" y="2292350"/>
          <p14:tracePt t="48440" x="2108200" y="2292350"/>
          <p14:tracePt t="48456" x="2095500" y="2292350"/>
          <p14:tracePt t="48490" x="2082800" y="2298700"/>
          <p14:tracePt t="48614" x="2089150" y="2298700"/>
          <p14:tracePt t="48622" x="2101850" y="2292350"/>
          <p14:tracePt t="48630" x="2120900" y="2292350"/>
          <p14:tracePt t="48640" x="2127250" y="2286000"/>
          <p14:tracePt t="48657" x="2184400" y="2279650"/>
          <p14:tracePt t="48673" x="2209800" y="2279650"/>
          <p14:tracePt t="48690" x="2362200" y="2254250"/>
          <p14:tracePt t="48707" x="2432050" y="2247900"/>
          <p14:tracePt t="48723" x="2540000" y="2241550"/>
          <p14:tracePt t="48726" x="2584450" y="2241550"/>
          <p14:tracePt t="48740" x="2800350" y="2241550"/>
          <p14:tracePt t="48756" x="2876550" y="2241550"/>
          <p14:tracePt t="48773" x="3079750" y="2235200"/>
          <p14:tracePt t="48790" x="3651250" y="2216150"/>
          <p14:tracePt t="48807" x="3816350" y="2216150"/>
          <p14:tracePt t="48823" x="3962400" y="2209800"/>
          <p14:tracePt t="48840" x="4051300" y="2209800"/>
          <p14:tracePt t="48857" x="4165600" y="2209800"/>
          <p14:tracePt t="48873" x="4241800" y="2209800"/>
          <p14:tracePt t="48890" x="4330700" y="2209800"/>
          <p14:tracePt t="48907" x="4394200" y="2209800"/>
          <p14:tracePt t="48923" x="4425950" y="2209800"/>
          <p14:tracePt t="48940" x="4451350" y="2209800"/>
          <p14:tracePt t="48956" x="4489450" y="2209800"/>
          <p14:tracePt t="48973" x="4508500" y="2209800"/>
          <p14:tracePt t="48989" x="4514850" y="2209800"/>
          <p14:tracePt t="49006" x="4527550" y="2209800"/>
          <p14:tracePt t="49040" x="4540250" y="2209800"/>
          <p14:tracePt t="49094" x="4546600" y="2209800"/>
          <p14:tracePt t="49126" x="4559300" y="2209800"/>
          <p14:tracePt t="49134" x="4565650" y="2209800"/>
          <p14:tracePt t="49142" x="4578350" y="2209800"/>
          <p14:tracePt t="49156" x="4584700" y="2209800"/>
          <p14:tracePt t="49173" x="4629150" y="2209800"/>
          <p14:tracePt t="49190" x="4679950" y="2209800"/>
          <p14:tracePt t="49206" x="4781550" y="2203450"/>
          <p14:tracePt t="49223" x="4845050" y="2203450"/>
          <p14:tracePt t="49240" x="4908550" y="2203450"/>
          <p14:tracePt t="49257" x="5022850" y="2203450"/>
          <p14:tracePt t="49273" x="5080000" y="2203450"/>
          <p14:tracePt t="49290" x="5092700" y="2203450"/>
          <p14:tracePt t="49306" x="5149850" y="2203450"/>
          <p14:tracePt t="49323" x="5238750" y="2209800"/>
          <p14:tracePt t="49340" x="5295900" y="2209800"/>
          <p14:tracePt t="49357" x="5321300" y="2209800"/>
          <p14:tracePt t="49373" x="5359400" y="2209800"/>
          <p14:tracePt t="49390" x="5384800" y="2209800"/>
          <p14:tracePt t="49406" x="5397500" y="2209800"/>
          <p14:tracePt t="49423" x="5410200" y="2216150"/>
          <p14:tracePt t="49440" x="5416550" y="2216150"/>
          <p14:tracePt t="49456" x="5435600" y="2222500"/>
          <p14:tracePt t="49473" x="5441950" y="2222500"/>
          <p14:tracePt t="49490" x="5454650" y="2222500"/>
          <p14:tracePt t="49506" x="5467350" y="2228850"/>
          <p14:tracePt t="49523" x="5492750" y="2235200"/>
          <p14:tracePt t="49540" x="5505450" y="2235200"/>
          <p14:tracePt t="49557" x="5518150" y="2241550"/>
          <p14:tracePt t="49574" x="5549900" y="2247900"/>
          <p14:tracePt t="49590" x="5645150" y="2286000"/>
          <p14:tracePt t="49607" x="5689600" y="2292350"/>
          <p14:tracePt t="49623" x="5829300" y="2311400"/>
          <p14:tracePt t="49640" x="5873750" y="2317750"/>
          <p14:tracePt t="49656" x="5956300" y="2330450"/>
          <p14:tracePt t="49673" x="6115050" y="2355850"/>
          <p14:tracePt t="49690" x="6223000" y="2368550"/>
          <p14:tracePt t="49706" x="6299200" y="2368550"/>
          <p14:tracePt t="49723" x="6419850" y="2374900"/>
          <p14:tracePt t="49740" x="6438900" y="2374900"/>
          <p14:tracePt t="49756" x="6496050" y="2374900"/>
          <p14:tracePt t="49773" x="6553200" y="2374900"/>
          <p14:tracePt t="49790" x="6680200" y="2374900"/>
          <p14:tracePt t="49807" x="6731000" y="2374900"/>
          <p14:tracePt t="49823" x="6737350" y="2374900"/>
          <p14:tracePt t="49840" x="6800850" y="2368550"/>
          <p14:tracePt t="49857" x="6826250" y="2362200"/>
          <p14:tracePt t="49873" x="6832600" y="2362200"/>
          <p14:tracePt t="49890" x="6838950" y="2362200"/>
          <p14:tracePt t="49906" x="6838950" y="2355850"/>
          <p14:tracePt t="49923" x="6845300" y="2355850"/>
          <p14:tracePt t="49940" x="6845300" y="2349500"/>
          <p14:tracePt t="49956" x="6851650" y="2336800"/>
          <p14:tracePt t="49973" x="6851650" y="2330450"/>
          <p14:tracePt t="49990" x="6851650" y="2298700"/>
          <p14:tracePt t="50007" x="6851650" y="2286000"/>
          <p14:tracePt t="50023" x="6845300" y="2260600"/>
          <p14:tracePt t="50040" x="6838950" y="2247900"/>
          <p14:tracePt t="50057" x="6826250" y="2228850"/>
          <p14:tracePt t="50073" x="6813550" y="2222500"/>
          <p14:tracePt t="50090" x="6794500" y="2209800"/>
          <p14:tracePt t="50107" x="6794500" y="2203450"/>
          <p14:tracePt t="50123" x="6762750" y="2197100"/>
          <p14:tracePt t="50140" x="6718300" y="2184400"/>
          <p14:tracePt t="50157" x="6692900" y="2178050"/>
          <p14:tracePt t="50173" x="6667500" y="2178050"/>
          <p14:tracePt t="50190" x="6623050" y="2165350"/>
          <p14:tracePt t="50207" x="6584950" y="2159000"/>
          <p14:tracePt t="50223" x="6546850" y="2159000"/>
          <p14:tracePt t="50240" x="6445250" y="2146300"/>
          <p14:tracePt t="50256" x="6362700" y="2133600"/>
          <p14:tracePt t="50273" x="6330950" y="2127250"/>
          <p14:tracePt t="50290" x="6184900" y="2114550"/>
          <p14:tracePt t="50307" x="6089650" y="2114550"/>
          <p14:tracePt t="50323" x="6045200" y="2114550"/>
          <p14:tracePt t="50340" x="5930900" y="2114550"/>
          <p14:tracePt t="50356" x="5848350" y="2114550"/>
          <p14:tracePt t="50374" x="5822950" y="2114550"/>
          <p14:tracePt t="50390" x="5683250" y="2095500"/>
          <p14:tracePt t="50406" x="5632450" y="2095500"/>
          <p14:tracePt t="50423" x="5600700" y="2095500"/>
          <p14:tracePt t="50440" x="5575300" y="2108200"/>
          <p14:tracePt t="50456" x="5568950" y="2108200"/>
          <p14:tracePt t="50473" x="5556250" y="2114550"/>
          <p14:tracePt t="50490" x="5511800" y="2133600"/>
          <p14:tracePt t="50506" x="5467350" y="2159000"/>
          <p14:tracePt t="50523" x="5416550" y="2197100"/>
          <p14:tracePt t="50540" x="5410200" y="2203450"/>
          <p14:tracePt t="50557" x="5384800" y="2228850"/>
          <p14:tracePt t="50573" x="5365750" y="2260600"/>
          <p14:tracePt t="50590" x="5353050" y="2279650"/>
          <p14:tracePt t="50606" x="5346700" y="2286000"/>
          <p14:tracePt t="50623" x="5346700" y="2292350"/>
          <p14:tracePt t="50640" x="5346700" y="2305050"/>
          <p14:tracePt t="50657" x="5340350" y="2305050"/>
          <p14:tracePt t="50673" x="5340350" y="2311400"/>
          <p14:tracePt t="50707" x="5340350" y="2324100"/>
          <p14:tracePt t="50723" x="5353050" y="2330450"/>
          <p14:tracePt t="50739" x="5353050" y="2343150"/>
          <p14:tracePt t="50756" x="5372100" y="2349500"/>
          <p14:tracePt t="50773" x="5429250" y="2368550"/>
          <p14:tracePt t="50790" x="5518150" y="2387600"/>
          <p14:tracePt t="50807" x="5600700" y="2400300"/>
          <p14:tracePt t="50823" x="5670550" y="2413000"/>
          <p14:tracePt t="50840" x="5746750" y="2419350"/>
          <p14:tracePt t="50856" x="5905500" y="2432050"/>
          <p14:tracePt t="50874" x="6032500" y="2438400"/>
          <p14:tracePt t="50890" x="6127750" y="2438400"/>
          <p14:tracePt t="50906" x="6343650" y="2438400"/>
          <p14:tracePt t="50923" x="6394450" y="2438400"/>
          <p14:tracePt t="50940" x="6502400" y="2438400"/>
          <p14:tracePt t="50957" x="6572250" y="2438400"/>
          <p14:tracePt t="50973" x="6737350" y="2438400"/>
          <p14:tracePt t="50990" x="6870700" y="2444750"/>
          <p14:tracePt t="51007" x="6896100" y="2444750"/>
          <p14:tracePt t="51023" x="7023100" y="2438400"/>
          <p14:tracePt t="51039" x="7061200" y="2438400"/>
          <p14:tracePt t="51056" x="7092950" y="2432050"/>
          <p14:tracePt t="51073" x="7124700" y="2432050"/>
          <p14:tracePt t="51090" x="7143750" y="2432050"/>
          <p14:tracePt t="51106" x="7150100" y="2425700"/>
          <p14:tracePt t="51123" x="7162800" y="2419350"/>
          <p14:tracePt t="51140" x="7175500" y="2406650"/>
          <p14:tracePt t="51182" x="7181850" y="2406650"/>
          <p14:tracePt t="51206" x="7181850" y="2393950"/>
          <p14:tracePt t="51222" x="7181850" y="2381250"/>
          <p14:tracePt t="51231" x="7181850" y="2374900"/>
          <p14:tracePt t="51240" x="7181850" y="2355850"/>
          <p14:tracePt t="51256" x="7156450" y="2311400"/>
          <p14:tracePt t="51273" x="7156450" y="2292350"/>
          <p14:tracePt t="51290" x="7086600" y="2247900"/>
          <p14:tracePt t="51307" x="7048500" y="2235200"/>
          <p14:tracePt t="51323" x="6978650" y="2209800"/>
          <p14:tracePt t="51340" x="6788150" y="2178050"/>
          <p14:tracePt t="51357" x="6635750" y="2171700"/>
          <p14:tracePt t="51373" x="6394450" y="2165350"/>
          <p14:tracePt t="51390" x="5886450" y="2165350"/>
          <p14:tracePt t="51407" x="5670550" y="2171700"/>
          <p14:tracePt t="51423" x="5397500" y="2184400"/>
          <p14:tracePt t="51440" x="5308600" y="2184400"/>
          <p14:tracePt t="51457" x="5276850" y="2184400"/>
          <p14:tracePt t="51473" x="5264150" y="2184400"/>
          <p14:tracePt t="51490" x="5226050" y="2197100"/>
          <p14:tracePt t="51523" x="5207000" y="2203450"/>
          <p14:tracePt t="51540" x="5194300" y="2216150"/>
          <p14:tracePt t="51556" x="5168900" y="2228850"/>
          <p14:tracePt t="51573" x="5149850" y="2235200"/>
          <p14:tracePt t="51589" x="5105400" y="2266950"/>
          <p14:tracePt t="51607" x="5099050" y="2279650"/>
          <p14:tracePt t="51623" x="5092700" y="2286000"/>
          <p14:tracePt t="51640" x="5092700" y="2292350"/>
          <p14:tracePt t="51673" x="5086350" y="2298700"/>
          <p14:tracePt t="51690" x="5086350" y="2311400"/>
          <p14:tracePt t="51707" x="5086350" y="2324100"/>
          <p14:tracePt t="51723" x="5086350" y="2343150"/>
          <p14:tracePt t="51726" x="5092700" y="2349500"/>
          <p14:tracePt t="51739" x="5099050" y="2355850"/>
          <p14:tracePt t="51757" x="5118100" y="2368550"/>
          <p14:tracePt t="51773" x="5149850" y="2381250"/>
          <p14:tracePt t="51790" x="5213350" y="2400300"/>
          <p14:tracePt t="51807" x="5257800" y="2406650"/>
          <p14:tracePt t="51823" x="5429250" y="2419350"/>
          <p14:tracePt t="51840" x="5518150" y="2419350"/>
          <p14:tracePt t="51856" x="5562600" y="2419350"/>
          <p14:tracePt t="51873" x="5765800" y="2419350"/>
          <p14:tracePt t="51890" x="5918200" y="2413000"/>
          <p14:tracePt t="51907" x="6045200" y="2406650"/>
          <p14:tracePt t="51923" x="6280150" y="2406650"/>
          <p14:tracePt t="51940" x="6413500" y="2400300"/>
          <p14:tracePt t="51956" x="6470650" y="2400300"/>
          <p14:tracePt t="51973" x="6591300" y="2393950"/>
          <p14:tracePt t="51990" x="6769100" y="2374900"/>
          <p14:tracePt t="52006" x="6819900" y="2362200"/>
          <p14:tracePt t="52023" x="6883400" y="2343150"/>
          <p14:tracePt t="52040" x="6889750" y="2343150"/>
          <p14:tracePt t="52057" x="6908800" y="2336800"/>
          <p14:tracePt t="52090" x="6915150" y="2324100"/>
          <p14:tracePt t="52111" x="6915150" y="2317750"/>
          <p14:tracePt t="52123" x="6915150" y="2311400"/>
          <p14:tracePt t="52140" x="6915150" y="2292350"/>
          <p14:tracePt t="52157" x="6915150" y="2279650"/>
          <p14:tracePt t="52173" x="6889750" y="2241550"/>
          <p14:tracePt t="52190" x="6737350" y="2165350"/>
          <p14:tracePt t="52206" x="6483350" y="2095500"/>
          <p14:tracePt t="52223" x="6362700" y="2089150"/>
          <p14:tracePt t="52240" x="6292850" y="2089150"/>
          <p14:tracePt t="52257" x="6096000" y="2089150"/>
          <p14:tracePt t="52273" x="5803900" y="2114550"/>
          <p14:tracePt t="52290" x="5689600" y="2127250"/>
          <p14:tracePt t="52307" x="5562600" y="2159000"/>
          <p14:tracePt t="52323" x="5530850" y="2165350"/>
          <p14:tracePt t="52340" x="5524500" y="2165350"/>
          <p14:tracePt t="52357" x="5518150" y="2171700"/>
          <p14:tracePt t="52438" x="5530850" y="2171700"/>
          <p14:tracePt t="53014" x="5530850" y="2178050"/>
          <p14:tracePt t="53022" x="5537200" y="2209800"/>
          <p14:tracePt t="53030" x="5537200" y="2222500"/>
          <p14:tracePt t="53040" x="5518150" y="2254250"/>
          <p14:tracePt t="53057" x="5492750" y="2305050"/>
          <p14:tracePt t="53073" x="5454650" y="2368550"/>
          <p14:tracePt t="53090" x="5448300" y="2400300"/>
          <p14:tracePt t="53106" x="5441950" y="2425700"/>
          <p14:tracePt t="53123" x="5441950" y="2444750"/>
          <p14:tracePt t="53140" x="5448300" y="2444750"/>
          <p14:tracePt t="53156" x="5461000" y="2451100"/>
          <p14:tracePt t="53302" x="5448300" y="2451100"/>
          <p14:tracePt t="53318" x="5435600" y="2457450"/>
          <p14:tracePt t="53327" x="5416550" y="2457450"/>
          <p14:tracePt t="53334" x="5365750" y="2457450"/>
          <p14:tracePt t="53342" x="5276850" y="2470150"/>
          <p14:tracePt t="53356" x="5060950" y="2470150"/>
          <p14:tracePt t="53373" x="4870450" y="2476500"/>
          <p14:tracePt t="53390" x="4464050" y="2501900"/>
          <p14:tracePt t="53406" x="4298950" y="2520950"/>
          <p14:tracePt t="53423" x="4171950" y="2533650"/>
          <p14:tracePt t="53440" x="4019550" y="2565400"/>
          <p14:tracePt t="53456" x="3994150" y="2571750"/>
          <p14:tracePt t="53473" x="3981450" y="2578100"/>
          <p14:tracePt t="53582" x="3981450" y="2584450"/>
          <p14:tracePt t="53606" x="4006850" y="2590800"/>
          <p14:tracePt t="53614" x="4025900" y="2590800"/>
          <p14:tracePt t="53623" x="4044950" y="2590800"/>
          <p14:tracePt t="53640" x="4108450" y="2597150"/>
          <p14:tracePt t="53657" x="4279900" y="2603500"/>
          <p14:tracePt t="53673" x="4381500" y="2616200"/>
          <p14:tracePt t="53690" x="4425950" y="2616200"/>
          <p14:tracePt t="53706" x="4718050" y="2616200"/>
          <p14:tracePt t="53723" x="4933950" y="2609850"/>
          <p14:tracePt t="53726" x="5029200" y="2609850"/>
          <p14:tracePt t="53740" x="5143500" y="2603500"/>
          <p14:tracePt t="53756" x="5499100" y="2590800"/>
          <p14:tracePt t="53773" x="5683250" y="2584450"/>
          <p14:tracePt t="53790" x="5873750" y="2584450"/>
          <p14:tracePt t="53807" x="6184900" y="2578100"/>
          <p14:tracePt t="53823" x="6318250" y="2571750"/>
          <p14:tracePt t="53840" x="6438900" y="2565400"/>
          <p14:tracePt t="53857" x="6616700" y="2552700"/>
          <p14:tracePt t="53873" x="6623050" y="2552700"/>
          <p14:tracePt t="53890" x="6686550" y="2552700"/>
          <p14:tracePt t="53907" x="6756400" y="2546350"/>
          <p14:tracePt t="53923" x="6845300" y="2546350"/>
          <p14:tracePt t="53940" x="6877050" y="2546350"/>
          <p14:tracePt t="53956" x="6921500" y="2546350"/>
          <p14:tracePt t="53973" x="6972300" y="2546350"/>
          <p14:tracePt t="53990" x="7004050" y="2546350"/>
          <p14:tracePt t="54006" x="7042150" y="2546350"/>
          <p14:tracePt t="54023" x="7054850" y="2546350"/>
          <p14:tracePt t="54040" x="7073900" y="2546350"/>
          <p14:tracePt t="54057" x="7086600" y="2546350"/>
          <p14:tracePt t="54073" x="7112000" y="2546350"/>
          <p14:tracePt t="54090" x="7118350" y="2546350"/>
          <p14:tracePt t="54123" x="7124700" y="2546350"/>
          <p14:tracePt t="54150" x="7124700" y="2540000"/>
          <p14:tracePt t="54159" x="7137400" y="2540000"/>
          <p14:tracePt t="58934" x="7143750" y="2540000"/>
          <p14:tracePt t="58942" x="7143750" y="2546350"/>
          <p14:tracePt t="58950" x="7150100" y="2552700"/>
          <p14:tracePt t="58958" x="7156450" y="2559050"/>
          <p14:tracePt t="58973" x="7169150" y="2565400"/>
          <p14:tracePt t="58989" x="7162800" y="2603500"/>
          <p14:tracePt t="59006" x="7156450" y="2616200"/>
          <p14:tracePt t="59023" x="7156450" y="2660650"/>
          <p14:tracePt t="59040" x="7156450" y="2673350"/>
          <p14:tracePt t="59056" x="7156450" y="2679700"/>
          <p14:tracePt t="59073" x="7156450" y="2692400"/>
          <p14:tracePt t="59090" x="7162800" y="2705100"/>
          <p14:tracePt t="59106" x="7162800" y="2711450"/>
          <p14:tracePt t="59123" x="7169150" y="2724150"/>
          <p14:tracePt t="59140" x="7169150" y="2730500"/>
          <p14:tracePt t="59157" x="7169150" y="2749550"/>
          <p14:tracePt t="59173" x="7169150" y="2768600"/>
          <p14:tracePt t="59190" x="7169150" y="2774950"/>
          <p14:tracePt t="59207" x="7169150" y="2787650"/>
          <p14:tracePt t="59240" x="7169150" y="2794000"/>
          <p14:tracePt t="59256" x="7169150" y="2806700"/>
          <p14:tracePt t="59273" x="7169150" y="2825750"/>
          <p14:tracePt t="59289" x="7156450" y="2832100"/>
          <p14:tracePt t="59306" x="7073900" y="2870200"/>
          <p14:tracePt t="59323" x="6940550" y="2914650"/>
          <p14:tracePt t="59340" x="6889750" y="2927350"/>
          <p14:tracePt t="59356" x="6870700" y="2940050"/>
          <p14:tracePt t="59373" x="6864350" y="2940050"/>
          <p14:tracePt t="59438" x="6851650" y="2940050"/>
          <p14:tracePt t="59494" x="6838950" y="2946400"/>
          <p14:tracePt t="59511" x="6832600" y="2952750"/>
          <p14:tracePt t="59550" x="6826250" y="2952750"/>
          <p14:tracePt t="59582" x="6813550" y="2965450"/>
          <p14:tracePt t="59598" x="6807200" y="2965450"/>
          <p14:tracePt t="59614" x="6800850" y="2971800"/>
          <p14:tracePt t="59630" x="6788150" y="2971800"/>
          <p14:tracePt t="59638" x="6781800" y="2978150"/>
          <p14:tracePt t="59646" x="6775450" y="2978150"/>
          <p14:tracePt t="59656" x="6756400" y="2984500"/>
          <p14:tracePt t="59673" x="6642100" y="2990850"/>
          <p14:tracePt t="59690" x="6597650" y="2990850"/>
          <p14:tracePt t="59707" x="6483350" y="2990850"/>
          <p14:tracePt t="59723" x="6343650" y="2984500"/>
          <p14:tracePt t="59726" x="6096000" y="2952750"/>
          <p14:tracePt t="59739" x="6007100" y="2952750"/>
          <p14:tracePt t="59757" x="5854700" y="2946400"/>
          <p14:tracePt t="59773" x="5715000" y="2940050"/>
          <p14:tracePt t="59790" x="5670550" y="2940050"/>
          <p14:tracePt t="59806" x="5632450" y="2940050"/>
          <p14:tracePt t="59823" x="5607050" y="2946400"/>
          <p14:tracePt t="59840" x="5588000" y="2952750"/>
          <p14:tracePt t="59856" x="5543550" y="2978150"/>
          <p14:tracePt t="59873" x="5524500" y="2990850"/>
          <p14:tracePt t="59890" x="5499100" y="3016250"/>
          <p14:tracePt t="59906" x="5461000" y="3041650"/>
          <p14:tracePt t="59923" x="5448300" y="3054350"/>
          <p14:tracePt t="59940" x="5448300" y="3060700"/>
          <p14:tracePt t="59957" x="5448300" y="3067050"/>
          <p14:tracePt t="59990" x="5429250" y="3073400"/>
          <p14:tracePt t="60014" x="5429250" y="3079750"/>
          <p14:tracePt t="60054" x="5435600" y="3079750"/>
          <p14:tracePt t="60086" x="5448300" y="3079750"/>
          <p14:tracePt t="60094" x="5454650" y="3079750"/>
          <p14:tracePt t="60110" x="5467350" y="3079750"/>
          <p14:tracePt t="60123" x="5473700" y="3079750"/>
          <p14:tracePt t="60140" x="5486400" y="3079750"/>
          <p14:tracePt t="60156" x="5499100" y="3079750"/>
          <p14:tracePt t="60173" x="5518150" y="3079750"/>
          <p14:tracePt t="60190" x="5530850" y="3079750"/>
          <p14:tracePt t="60207" x="5556250" y="3079750"/>
          <p14:tracePt t="60223" x="5581650" y="3086100"/>
          <p14:tracePt t="60240" x="5613400" y="3086100"/>
          <p14:tracePt t="60257" x="5645150" y="3092450"/>
          <p14:tracePt t="60273" x="5683250" y="3098800"/>
          <p14:tracePt t="60290" x="5708650" y="3098800"/>
          <p14:tracePt t="60306" x="5740400" y="3098800"/>
          <p14:tracePt t="60323" x="5759450" y="3098800"/>
          <p14:tracePt t="60340" x="5797550" y="3098800"/>
          <p14:tracePt t="60356" x="5861050" y="3098800"/>
          <p14:tracePt t="60373" x="5905500" y="3098800"/>
          <p14:tracePt t="60390" x="6019800" y="3092450"/>
          <p14:tracePt t="60406" x="6153150" y="3092450"/>
          <p14:tracePt t="60423" x="6210300" y="3092450"/>
          <p14:tracePt t="60440" x="6254750" y="3092450"/>
          <p14:tracePt t="60456" x="6292850" y="3092450"/>
          <p14:tracePt t="60473" x="6362700" y="3086100"/>
          <p14:tracePt t="60490" x="6419850" y="3079750"/>
          <p14:tracePt t="60506" x="6464300" y="3073400"/>
          <p14:tracePt t="60523" x="6584950" y="3060700"/>
          <p14:tracePt t="60540" x="6623050" y="3048000"/>
          <p14:tracePt t="60557" x="6648450" y="3048000"/>
          <p14:tracePt t="60573" x="6673850" y="3048000"/>
          <p14:tracePt t="60590" x="6699250" y="3048000"/>
          <p14:tracePt t="60607" x="6705600" y="3048000"/>
          <p14:tracePt t="60623" x="6711950" y="3048000"/>
          <p14:tracePt t="60640" x="6724650" y="3041650"/>
          <p14:tracePt t="60657" x="6731000" y="3041650"/>
          <p14:tracePt t="60673" x="6737350" y="3041650"/>
          <p14:tracePt t="60690" x="6762750" y="3035300"/>
          <p14:tracePt t="60706" x="6769100" y="3035300"/>
          <p14:tracePt t="60723" x="6781800" y="3035300"/>
          <p14:tracePt t="60725" x="6788150" y="3035300"/>
          <p14:tracePt t="60756" x="6800850" y="3035300"/>
          <p14:tracePt t="60773" x="6807200" y="3035300"/>
          <p14:tracePt t="60790" x="6813550" y="3035300"/>
          <p14:tracePt t="60982" x="6826250" y="3035300"/>
          <p14:tracePt t="60990" x="6832600" y="3035300"/>
          <p14:tracePt t="61006" x="6845300" y="3035300"/>
          <p14:tracePt t="61014" x="6858000" y="3035300"/>
          <p14:tracePt t="61023" x="6864350" y="3035300"/>
          <p14:tracePt t="61040" x="6877050" y="3035300"/>
          <p14:tracePt t="61102" x="6889750" y="3041650"/>
          <p14:tracePt t="61638" x="6896100" y="3041650"/>
          <p14:tracePt t="61662" x="6896100" y="3048000"/>
          <p14:tracePt t="61670" x="6896100" y="3054350"/>
          <p14:tracePt t="61686" x="6896100" y="3060700"/>
          <p14:tracePt t="61710" x="6902450" y="3060700"/>
          <p14:tracePt t="61726" x="6902450" y="3067050"/>
          <p14:tracePt t="61750" x="6902450" y="3073400"/>
          <p14:tracePt t="61782" x="6902450" y="3079750"/>
          <p14:tracePt t="61798" x="6889750" y="3079750"/>
          <p14:tracePt t="61822" x="6883400" y="3086100"/>
          <p14:tracePt t="61838" x="6870700" y="3092450"/>
          <p14:tracePt t="61862" x="6864350" y="3098800"/>
          <p14:tracePt t="62494" x="6858000" y="3098800"/>
          <p14:tracePt t="64678" x="6851650" y="3098800"/>
          <p14:tracePt t="68958" x="6858000" y="3098800"/>
          <p14:tracePt t="68990" x="6864350" y="3098800"/>
          <p14:tracePt t="69014" x="6864350" y="3105150"/>
          <p14:tracePt t="69022" x="6870700" y="3111500"/>
          <p14:tracePt t="69038" x="6870700" y="3117850"/>
          <p14:tracePt t="69054" x="6877050" y="3117850"/>
          <p14:tracePt t="69062" x="6877050" y="3124200"/>
          <p14:tracePt t="69073" x="6883400" y="3130550"/>
          <p14:tracePt t="69090" x="6902450" y="3187700"/>
          <p14:tracePt t="69106" x="6915150" y="3251200"/>
          <p14:tracePt t="69123" x="6921500" y="3435350"/>
          <p14:tracePt t="69140" x="6921500" y="3479800"/>
          <p14:tracePt t="69157" x="6934200" y="3549650"/>
          <p14:tracePt t="69173" x="6965950" y="3689350"/>
          <p14:tracePt t="69190" x="6972300" y="3727450"/>
          <p14:tracePt t="69206" x="6972300" y="3733800"/>
          <p14:tracePt t="69550" x="6972300" y="3740150"/>
          <p14:tracePt t="69566" x="6972300" y="3746500"/>
          <p14:tracePt t="69574" x="6972300" y="3759200"/>
          <p14:tracePt t="69582" x="6972300" y="3765550"/>
          <p14:tracePt t="69590" x="6959600" y="3790950"/>
          <p14:tracePt t="69606" x="6946900" y="3810000"/>
          <p14:tracePt t="69623" x="6915150" y="3854450"/>
          <p14:tracePt t="69640" x="6908800" y="3867150"/>
          <p14:tracePt t="69656" x="6870700" y="3892550"/>
          <p14:tracePt t="69673" x="6832600" y="3905250"/>
          <p14:tracePt t="69689" x="6775450" y="3924300"/>
          <p14:tracePt t="69706" x="6680200" y="3924300"/>
          <p14:tracePt t="69723" x="6623050" y="3924300"/>
          <p14:tracePt t="69726" x="6559550" y="3930650"/>
          <p14:tracePt t="69740" x="6521450" y="3930650"/>
          <p14:tracePt t="69756" x="6330950" y="3930650"/>
          <p14:tracePt t="69773" x="6223000" y="3943350"/>
          <p14:tracePt t="69789" x="6026150" y="3956050"/>
          <p14:tracePt t="69806" x="6007100" y="3956050"/>
          <p14:tracePt t="69823" x="5918200" y="3962400"/>
          <p14:tracePt t="69840" x="5803900" y="3962400"/>
          <p14:tracePt t="69857" x="5715000" y="3962400"/>
          <p14:tracePt t="69873" x="5651500" y="3962400"/>
          <p14:tracePt t="69890" x="5588000" y="3975100"/>
          <p14:tracePt t="69906" x="5556250" y="3975100"/>
          <p14:tracePt t="69923" x="5524500" y="3981450"/>
          <p14:tracePt t="69940" x="5492750" y="3987800"/>
          <p14:tracePt t="69957" x="5378450" y="4013200"/>
          <p14:tracePt t="69973" x="5308600" y="4019550"/>
          <p14:tracePt t="69989" x="5080000" y="4057650"/>
          <p14:tracePt t="70006" x="4914900" y="4089400"/>
          <p14:tracePt t="70023" x="4552950" y="4159250"/>
          <p14:tracePt t="70040" x="4413250" y="4184650"/>
          <p14:tracePt t="70056" x="4318000" y="4203700"/>
          <p14:tracePt t="70073" x="3867150" y="4273550"/>
          <p14:tracePt t="70090" x="3714750" y="4292600"/>
          <p14:tracePt t="70106" x="3162300" y="4375150"/>
          <p14:tracePt t="70123" x="2863850" y="4432300"/>
          <p14:tracePt t="70140" x="2749550" y="4445000"/>
          <p14:tracePt t="70156" x="2400300" y="4495800"/>
          <p14:tracePt t="70173" x="2247900" y="4514850"/>
          <p14:tracePt t="70190" x="2108200" y="4533900"/>
          <p14:tracePt t="70206" x="2057400" y="4540250"/>
          <p14:tracePt t="70223" x="2044700" y="4540250"/>
          <p14:tracePt t="70239" x="2006600" y="4552950"/>
          <p14:tracePt t="70257" x="2000250" y="4552950"/>
          <p14:tracePt t="70273" x="1993900" y="4552950"/>
          <p14:tracePt t="70290" x="1981200" y="4552950"/>
          <p14:tracePt t="70307" x="1968500" y="4552950"/>
          <p14:tracePt t="70323" x="1955800" y="4552950"/>
          <p14:tracePt t="70356" x="1943100" y="4552950"/>
          <p14:tracePt t="70373" x="1930400" y="4552950"/>
          <p14:tracePt t="70390" x="1917700" y="4540250"/>
          <p14:tracePt t="70406" x="1905000" y="4514850"/>
          <p14:tracePt t="70423" x="1892300" y="4495800"/>
          <p14:tracePt t="70440" x="1860550" y="4470400"/>
          <p14:tracePt t="70456" x="1847850" y="4451350"/>
          <p14:tracePt t="70473" x="1828800" y="4425950"/>
          <p14:tracePt t="70490" x="1778000" y="4381500"/>
          <p14:tracePt t="70506" x="1758950" y="4330700"/>
          <p14:tracePt t="70523" x="1758950" y="4311650"/>
          <p14:tracePt t="70540" x="1784350" y="4216400"/>
          <p14:tracePt t="70556" x="1809750" y="4178300"/>
          <p14:tracePt t="70573" x="1847850" y="4102100"/>
          <p14:tracePt t="70590" x="1974850" y="3994150"/>
          <p14:tracePt t="70606" x="2044700" y="3968750"/>
          <p14:tracePt t="70623" x="2152650" y="3924300"/>
          <p14:tracePt t="70640" x="2171700" y="3917950"/>
          <p14:tracePt t="70656" x="2260600" y="3898900"/>
          <p14:tracePt t="70673" x="2317750" y="3898900"/>
          <p14:tracePt t="70690" x="2425700" y="3905250"/>
          <p14:tracePt t="70706" x="2508250" y="3917950"/>
          <p14:tracePt t="70723" x="2552700" y="3924300"/>
          <p14:tracePt t="70726" x="2628900" y="3943350"/>
          <p14:tracePt t="70740" x="2647950" y="3956050"/>
          <p14:tracePt t="70756" x="2686050" y="3968750"/>
          <p14:tracePt t="70773" x="2698750" y="3981450"/>
          <p14:tracePt t="70790" x="2711450" y="4000500"/>
          <p14:tracePt t="70806" x="2711450" y="4025900"/>
          <p14:tracePt t="70823" x="2698750" y="4057650"/>
          <p14:tracePt t="70840" x="2698750" y="4070350"/>
          <p14:tracePt t="70857" x="2673350" y="4127500"/>
          <p14:tracePt t="70873" x="2673350" y="4152900"/>
          <p14:tracePt t="70890" x="2660650" y="4178300"/>
          <p14:tracePt t="70906" x="2622550" y="4216400"/>
          <p14:tracePt t="70923" x="2609850" y="4235450"/>
          <p14:tracePt t="70940" x="2590800" y="4279900"/>
          <p14:tracePt t="70957" x="2559050" y="4324350"/>
          <p14:tracePt t="70973" x="2559050" y="4343400"/>
          <p14:tracePt t="70990" x="2540000" y="4375150"/>
          <p14:tracePt t="71006" x="2546350" y="4387850"/>
          <p14:tracePt t="71023" x="2565400" y="4394200"/>
          <p14:tracePt t="71040" x="2590800" y="4406900"/>
          <p14:tracePt t="71057" x="2628900" y="4413250"/>
          <p14:tracePt t="71073" x="2705100" y="4419600"/>
          <p14:tracePt t="71090" x="2724150" y="4419600"/>
          <p14:tracePt t="71107" x="2781300" y="4419600"/>
          <p14:tracePt t="71123" x="2940050" y="4419600"/>
          <p14:tracePt t="71140" x="3028950" y="4419600"/>
          <p14:tracePt t="71156" x="3111500" y="4419600"/>
          <p14:tracePt t="71173" x="3276600" y="4438650"/>
          <p14:tracePt t="71190" x="3359150" y="4451350"/>
          <p14:tracePt t="71206" x="3429000" y="4470400"/>
          <p14:tracePt t="71223" x="3498850" y="4495800"/>
          <p14:tracePt t="71239" x="3524250" y="4502150"/>
          <p14:tracePt t="71256" x="3543300" y="4508500"/>
          <p14:tracePt t="71289" x="3543300" y="4514850"/>
          <p14:tracePt t="71306" x="3543300" y="4521200"/>
          <p14:tracePt t="71323" x="3543300" y="4533900"/>
          <p14:tracePt t="71340" x="3543300" y="4546600"/>
          <p14:tracePt t="71356" x="3530600" y="4578350"/>
          <p14:tracePt t="71373" x="3511550" y="4616450"/>
          <p14:tracePt t="71390" x="3448050" y="4686300"/>
          <p14:tracePt t="71406" x="3441700" y="4692650"/>
          <p14:tracePt t="71423" x="3403600" y="4749800"/>
          <p14:tracePt t="71440" x="3390900" y="4762500"/>
          <p14:tracePt t="71541" x="3397250" y="4762500"/>
          <p14:tracePt t="71558" x="3403600" y="4762500"/>
          <p14:tracePt t="71566" x="3422650" y="4762500"/>
          <p14:tracePt t="71575" x="3435350" y="4768850"/>
          <p14:tracePt t="71590" x="3479800" y="4768850"/>
          <p14:tracePt t="71606" x="3498850" y="4768850"/>
          <p14:tracePt t="71623" x="3575050" y="4768850"/>
          <p14:tracePt t="71640" x="3816350" y="4768850"/>
          <p14:tracePt t="71656" x="3962400" y="4768850"/>
          <p14:tracePt t="71673" x="4064000" y="4768850"/>
          <p14:tracePt t="71690" x="4368800" y="4762500"/>
          <p14:tracePt t="71707" x="4457700" y="4762500"/>
          <p14:tracePt t="71723" x="4654550" y="4756150"/>
          <p14:tracePt t="71726" x="4743450" y="4756150"/>
          <p14:tracePt t="71739" x="4991100" y="4737100"/>
          <p14:tracePt t="71757" x="5143500" y="4730750"/>
          <p14:tracePt t="71773" x="5270500" y="4724400"/>
          <p14:tracePt t="71789" x="5461000" y="4705350"/>
          <p14:tracePt t="71807" x="5575300" y="4692650"/>
          <p14:tracePt t="71823" x="5676900" y="4673600"/>
          <p14:tracePt t="71840" x="5765800" y="4660900"/>
          <p14:tracePt t="71856" x="5829300" y="4660900"/>
          <p14:tracePt t="71873" x="5886450" y="4654550"/>
          <p14:tracePt t="71890" x="5994400" y="4654550"/>
          <p14:tracePt t="71906" x="6184900" y="4673600"/>
          <p14:tracePt t="71923" x="6330950" y="4679950"/>
          <p14:tracePt t="71940" x="6394450" y="4679950"/>
          <p14:tracePt t="71956" x="6584950" y="4673600"/>
          <p14:tracePt t="71973" x="6629400" y="4667250"/>
          <p14:tracePt t="71990" x="6794500" y="4654550"/>
          <p14:tracePt t="72006" x="6864350" y="4641850"/>
          <p14:tracePt t="72023" x="6921500" y="4635500"/>
          <p14:tracePt t="72040" x="6959600" y="4635500"/>
          <p14:tracePt t="72056" x="6972300" y="4635500"/>
          <p14:tracePt t="72073" x="6985000" y="4635500"/>
          <p14:tracePt t="72090" x="7004050" y="4635500"/>
          <p14:tracePt t="72106" x="7016750" y="4635500"/>
          <p14:tracePt t="72140" x="7010400" y="4622800"/>
          <p14:tracePt t="72156" x="6953250" y="4610100"/>
          <p14:tracePt t="72173" x="6934200" y="4591050"/>
          <p14:tracePt t="72382" x="6921500" y="4591050"/>
          <p14:tracePt t="72406" x="6921500" y="4584700"/>
          <p14:tracePt t="72414" x="6915150" y="4578350"/>
          <p14:tracePt t="72423" x="6915150" y="4572000"/>
          <p14:tracePt t="72439" x="6896100" y="4572000"/>
          <p14:tracePt t="72473" x="6870700" y="4552950"/>
          <p14:tracePt t="72489" x="6819900" y="4546600"/>
          <p14:tracePt t="72506" x="6813550" y="4546600"/>
          <p14:tracePt t="72523" x="6800850" y="4546600"/>
          <p14:tracePt t="72539" x="6788150" y="4546600"/>
          <p14:tracePt t="72556" x="6756400" y="4559300"/>
          <p14:tracePt t="72573" x="6743700" y="4565650"/>
          <p14:tracePt t="72590" x="6737350" y="4578350"/>
          <p14:tracePt t="72606" x="6724650" y="4597400"/>
          <p14:tracePt t="72623" x="6718300" y="4603750"/>
          <p14:tracePt t="72640" x="6705600" y="4616450"/>
          <p14:tracePt t="72657" x="6699250" y="4629150"/>
          <p14:tracePt t="72673" x="6692900" y="4641850"/>
          <p14:tracePt t="72690" x="6686550" y="4654550"/>
          <p14:tracePt t="72706" x="6680200" y="4660900"/>
          <p14:tracePt t="72723" x="6667500" y="4699000"/>
          <p14:tracePt t="72726" x="6667500" y="4705350"/>
          <p14:tracePt t="72739" x="6667500" y="4711700"/>
          <p14:tracePt t="72757" x="6667500" y="4724400"/>
          <p14:tracePt t="72773" x="6661150" y="4743450"/>
          <p14:tracePt t="72790" x="6661150" y="4749800"/>
          <p14:tracePt t="72806" x="6648450" y="4756150"/>
          <p14:tracePt t="72823" x="6648450" y="4768850"/>
          <p14:tracePt t="72918" x="6648450" y="4775200"/>
          <p14:tracePt t="72935" x="6648450" y="4781550"/>
          <p14:tracePt t="72950" x="6648450" y="4787900"/>
          <p14:tracePt t="72958" x="6648450" y="4794250"/>
          <p14:tracePt t="72965" x="6648450" y="4800600"/>
          <p14:tracePt t="72981" x="6654800" y="4800600"/>
          <p14:tracePt t="72990" x="6661150" y="4813300"/>
          <p14:tracePt t="73006" x="6680200" y="4832350"/>
          <p14:tracePt t="73023" x="6699250" y="4838700"/>
          <p14:tracePt t="73039" x="6743700" y="4851400"/>
          <p14:tracePt t="73056" x="6781800" y="4851400"/>
          <p14:tracePt t="73073" x="6788150" y="4851400"/>
          <p14:tracePt t="73090" x="6819900" y="4857750"/>
          <p14:tracePt t="73106" x="6851650" y="4857750"/>
          <p14:tracePt t="73123" x="6870700" y="4851400"/>
          <p14:tracePt t="73140" x="6883400" y="4845050"/>
          <p14:tracePt t="73726" x="6883400" y="4838700"/>
          <p14:tracePt t="73846" x="6877050" y="4838700"/>
          <p14:tracePt t="73886" x="6877050" y="4845050"/>
          <p14:tracePt t="73910" x="6870700" y="4851400"/>
          <p14:tracePt t="73926" x="6864350" y="4857750"/>
          <p14:tracePt t="73935" x="6858000" y="4857750"/>
          <p14:tracePt t="73950" x="6851650" y="4864100"/>
          <p14:tracePt t="73958" x="6845300" y="4870450"/>
          <p14:tracePt t="73990" x="6838950" y="4876800"/>
          <p14:tracePt t="74006" x="6832600" y="4876800"/>
          <p14:tracePt t="74046" x="6826250" y="4889500"/>
          <p14:tracePt t="74142" x="6838950" y="4889500"/>
          <p14:tracePt t="74166" x="6851650" y="4889500"/>
          <p14:tracePt t="74198" x="6858000" y="4883150"/>
          <p14:tracePt t="74262" x="6858000" y="4876800"/>
          <p14:tracePt t="74270" x="6864350" y="4876800"/>
          <p14:tracePt t="74286" x="6870700" y="4864100"/>
          <p14:tracePt t="74326" x="6877050" y="4857750"/>
          <p14:tracePt t="74406" x="6877050" y="4851400"/>
          <p14:tracePt t="74566" x="6870700" y="4857750"/>
          <p14:tracePt t="74678" x="6870700" y="4864100"/>
          <p14:tracePt t="74998" x="6877050" y="4864100"/>
          <p14:tracePt t="75006" x="6889750" y="4864100"/>
          <p14:tracePt t="75038" x="6896100" y="4864100"/>
          <p14:tracePt t="75054" x="6902450" y="4864100"/>
          <p14:tracePt t="75070" x="6908800" y="4864100"/>
          <p14:tracePt t="75102" x="6915150" y="4864100"/>
          <p14:tracePt t="75422" x="6927850" y="4864100"/>
          <p14:tracePt t="75438" x="6946900" y="4864100"/>
          <p14:tracePt t="75446" x="6959600" y="4864100"/>
          <p14:tracePt t="75462" x="6985000" y="4864100"/>
          <p14:tracePt t="75486" x="6997700" y="4857750"/>
          <p14:tracePt t="75494" x="7010400" y="4857750"/>
          <p14:tracePt t="75518" x="7016750" y="4857750"/>
          <p14:tracePt t="75526" x="7023100" y="4857750"/>
          <p14:tracePt t="75539" x="7029450" y="4857750"/>
          <p14:tracePt t="75556" x="7035800" y="4857750"/>
          <p14:tracePt t="75573" x="7042150" y="4864100"/>
          <p14:tracePt t="75590" x="7054850" y="4864100"/>
          <p14:tracePt t="75662" x="7054850" y="4857750"/>
          <p14:tracePt t="75774" x="7054850" y="4851400"/>
          <p14:tracePt t="75798" x="7054850" y="4845050"/>
          <p14:tracePt t="75806" x="7054850" y="4838700"/>
          <p14:tracePt t="75814" x="7054850" y="4832350"/>
          <p14:tracePt t="75830" x="7054850" y="4826000"/>
          <p14:tracePt t="75839" x="7054850" y="4813300"/>
          <p14:tracePt t="75856" x="7054850" y="4806950"/>
          <p14:tracePt t="75873" x="7048500" y="4800600"/>
          <p14:tracePt t="75890" x="7042150" y="4787900"/>
          <p14:tracePt t="75982" x="7042150" y="4781550"/>
          <p14:tracePt t="75998" x="7035800" y="4781550"/>
          <p14:tracePt t="77430" x="7035800" y="4787900"/>
          <p14:tracePt t="77438" x="7054850" y="4787900"/>
          <p14:tracePt t="77446" x="7061200" y="4787900"/>
          <p14:tracePt t="77456" x="7061200" y="4794250"/>
          <p14:tracePt t="77473" x="7061200" y="4800600"/>
          <p14:tracePt t="77489" x="7048500" y="4851400"/>
          <p14:tracePt t="77506" x="7042150" y="4876800"/>
          <p14:tracePt t="77523" x="7004050" y="4940300"/>
          <p14:tracePt t="77540" x="6978650" y="4978400"/>
          <p14:tracePt t="77556" x="6965950" y="5003800"/>
          <p14:tracePt t="77573" x="6877050" y="5092700"/>
          <p14:tracePt t="77589" x="6769100" y="5175250"/>
          <p14:tracePt t="77606" x="6692900" y="5264150"/>
          <p14:tracePt t="77623" x="6616700" y="5321300"/>
          <p14:tracePt t="77639" x="6610350" y="5327650"/>
          <p14:tracePt t="77656" x="6521450" y="5384800"/>
          <p14:tracePt t="77673" x="6457950" y="5416550"/>
          <p14:tracePt t="77690" x="6305550" y="5499100"/>
          <p14:tracePt t="77706" x="6229350" y="5537200"/>
          <p14:tracePt t="77723" x="6191250" y="5556250"/>
          <p14:tracePt t="77726" x="6172200" y="5568950"/>
          <p14:tracePt t="77740" x="6102350" y="5594350"/>
          <p14:tracePt t="77756" x="6070600" y="5594350"/>
          <p14:tracePt t="77773" x="6070600" y="5600700"/>
          <p14:tracePt t="77790" x="6032500" y="5600700"/>
          <p14:tracePt t="77806" x="5975350" y="5600700"/>
          <p14:tracePt t="77823" x="5911850" y="5594350"/>
          <p14:tracePt t="77840" x="5791200" y="5588000"/>
          <p14:tracePt t="77856" x="5511800" y="5588000"/>
          <p14:tracePt t="77873" x="5346700" y="5575300"/>
          <p14:tracePt t="77890" x="5086350" y="5549900"/>
          <p14:tracePt t="77906" x="4832350" y="5505450"/>
          <p14:tracePt t="77923" x="4610100" y="5473700"/>
          <p14:tracePt t="77940" x="4330700" y="5429250"/>
          <p14:tracePt t="77956" x="4273550" y="5429250"/>
          <p14:tracePt t="77973" x="4159250" y="5422900"/>
          <p14:tracePt t="77990" x="4089400" y="5422900"/>
          <p14:tracePt t="78006" x="4064000" y="5422900"/>
          <p14:tracePt t="78039" x="4057650" y="5422900"/>
          <p14:tracePt t="78086" x="4044950" y="5422900"/>
          <p14:tracePt t="78110" x="4038600" y="5422900"/>
          <p14:tracePt t="78158" x="4044950" y="5429250"/>
          <p14:tracePt t="78166" x="4051300" y="5429250"/>
          <p14:tracePt t="78190" x="4114800" y="5435600"/>
          <p14:tracePt t="78198" x="4146550" y="5435600"/>
          <p14:tracePt t="78206" x="4165600" y="5435600"/>
          <p14:tracePt t="78223" x="4248150" y="5435600"/>
          <p14:tracePt t="78240" x="4502150" y="5429250"/>
          <p14:tracePt t="78256" x="4610100" y="5422900"/>
          <p14:tracePt t="78273" x="4819650" y="5422900"/>
          <p14:tracePt t="78290" x="4991100" y="5422900"/>
          <p14:tracePt t="78306" x="5327650" y="5403850"/>
          <p14:tracePt t="78323" x="5467350" y="5403850"/>
          <p14:tracePt t="78339" x="5588000" y="5397500"/>
          <p14:tracePt t="78356" x="5708650" y="5397500"/>
          <p14:tracePt t="78373" x="5778500" y="5397500"/>
          <p14:tracePt t="78389" x="5886450" y="5397500"/>
          <p14:tracePt t="78406" x="5981700" y="5391150"/>
          <p14:tracePt t="78423" x="6032500" y="5384800"/>
          <p14:tracePt t="78440" x="6051550" y="5384800"/>
          <p14:tracePt t="78456" x="6140450" y="5372100"/>
          <p14:tracePt t="78473" x="6178550" y="5372100"/>
          <p14:tracePt t="78489" x="6299200" y="5359400"/>
          <p14:tracePt t="78506" x="6407150" y="5359400"/>
          <p14:tracePt t="78523" x="6470650" y="5359400"/>
          <p14:tracePt t="78539" x="6489700" y="5359400"/>
          <p14:tracePt t="78556" x="6521450" y="5359400"/>
          <p14:tracePt t="78573" x="6578600" y="5359400"/>
          <p14:tracePt t="78590" x="6584950" y="5359400"/>
          <p14:tracePt t="78686" x="6591300" y="5359400"/>
          <p14:tracePt t="78734" x="6597650" y="5359400"/>
          <p14:tracePt t="79246" x="6597650" y="5353050"/>
          <p14:tracePt t="80470" x="6597650" y="5359400"/>
          <p14:tracePt t="80486" x="6591300" y="5365750"/>
          <p14:tracePt t="80502" x="6591300" y="5372100"/>
          <p14:tracePt t="80511" x="6584950" y="5372100"/>
          <p14:tracePt t="80523" x="6578600" y="5384800"/>
          <p14:tracePt t="80542" x="6578600" y="5391150"/>
          <p14:tracePt t="80558" x="6565900" y="5391150"/>
          <p14:tracePt t="80574" x="6565900" y="5397500"/>
          <p14:tracePt t="80751" x="6559550" y="5397500"/>
          <p14:tracePt t="81406" x="6508750" y="5397500"/>
          <p14:tracePt t="81414" x="6330950" y="5397500"/>
          <p14:tracePt t="81422" x="5949950" y="5391150"/>
          <p14:tracePt t="81439" x="5105400" y="5365750"/>
          <p14:tracePt t="81456" x="3733800" y="5308600"/>
          <p14:tracePt t="81473" x="3371850" y="5295900"/>
          <p14:tracePt t="81489" x="2984500" y="5302250"/>
          <p14:tracePt t="81506" x="2851150" y="5302250"/>
          <p14:tracePt t="81523" x="2787650" y="5302250"/>
          <p14:tracePt t="81539" x="2774950" y="5302250"/>
          <p14:tracePt t="81556" x="2781300" y="5308600"/>
          <p14:tracePt t="81590" x="2800350" y="5308600"/>
          <p14:tracePt t="81614" x="2787650" y="5314950"/>
          <p14:tracePt t="81645" x="2794000" y="5321300"/>
          <p14:tracePt t="81653" x="2825750" y="5321300"/>
          <p14:tracePt t="81662" x="2819400" y="5321300"/>
          <p14:tracePt t="81685" x="2800350" y="5327650"/>
          <p14:tracePt t="81694" x="2768600" y="5340350"/>
          <p14:tracePt t="81706" x="2736850" y="5346700"/>
          <p14:tracePt t="81722" x="2495550" y="5372100"/>
          <p14:tracePt t="81725" x="2406650" y="5378450"/>
          <p14:tracePt t="81739" x="2317750" y="5378450"/>
          <p14:tracePt t="81756" x="2228850" y="5378450"/>
          <p14:tracePt t="81773" x="2203450" y="5378450"/>
          <p14:tracePt t="81822" x="2209800" y="5378450"/>
          <p14:tracePt t="81862" x="2222500" y="5378450"/>
          <p14:tracePt t="81870" x="2228850" y="5378450"/>
          <p14:tracePt t="81878" x="2241550" y="5378450"/>
          <p14:tracePt t="81894" x="2266950" y="5378450"/>
          <p14:tracePt t="81918" x="2298700" y="5378450"/>
          <p14:tracePt t="81926" x="2355850" y="5353050"/>
          <p14:tracePt t="81939" x="2381250" y="5353050"/>
          <p14:tracePt t="81956" x="2419350" y="5353050"/>
          <p14:tracePt t="81973" x="2457450" y="5353050"/>
          <p14:tracePt t="81989" x="2584450" y="5353050"/>
          <p14:tracePt t="82006" x="2628900" y="5353050"/>
          <p14:tracePt t="82023" x="2692400" y="5359400"/>
          <p14:tracePt t="82039" x="2768600" y="5378450"/>
          <p14:tracePt t="82057" x="2774950" y="5378450"/>
          <p14:tracePt t="82118" x="2762250" y="5378450"/>
          <p14:tracePt t="82134" x="2755900" y="5378450"/>
          <p14:tracePt t="82142" x="2749550" y="5391150"/>
          <p14:tracePt t="82150" x="2736850" y="5391150"/>
          <p14:tracePt t="82166" x="2717800" y="5391150"/>
          <p14:tracePt t="82175" x="2711450" y="5391150"/>
          <p14:tracePt t="82189" x="2705100" y="5397500"/>
          <p14:tracePt t="82206" x="2660650" y="5410200"/>
          <p14:tracePt t="82223" x="2628900" y="5422900"/>
          <p14:tracePt t="82239" x="2622550" y="5422900"/>
          <p14:tracePt t="82256" x="2609850" y="5422900"/>
          <p14:tracePt t="82374" x="2590800" y="5422900"/>
          <p14:tracePt t="82494" x="2584450" y="5429250"/>
          <p14:tracePt t="82574" x="2590800" y="5429250"/>
          <p14:tracePt t="82598" x="2597150" y="5429250"/>
          <p14:tracePt t="82638" x="2609850" y="5429250"/>
          <p14:tracePt t="82662" x="2616200" y="5429250"/>
          <p14:tracePt t="82686" x="2641600" y="5429250"/>
          <p14:tracePt t="82694" x="2647950" y="5429250"/>
          <p14:tracePt t="82706" x="2667000" y="5429250"/>
          <p14:tracePt t="82723" x="2692400" y="5429250"/>
          <p14:tracePt t="82726" x="2698750" y="5429250"/>
          <p14:tracePt t="82739" x="2717800" y="5429250"/>
          <p14:tracePt t="82757" x="2730500" y="5429250"/>
          <p14:tracePt t="82798" x="2736850" y="5429250"/>
          <p14:tracePt t="82814" x="2736850" y="5422900"/>
          <p14:tracePt t="83038" x="2736850" y="5416550"/>
          <p14:tracePt t="83070" x="2749550" y="5416550"/>
          <p14:tracePt t="83078" x="2762250" y="5410200"/>
          <p14:tracePt t="83089" x="2787650" y="5397500"/>
          <p14:tracePt t="83106" x="2819400" y="5391150"/>
          <p14:tracePt t="83123" x="2844800" y="5384800"/>
          <p14:tracePt t="83139" x="2870200" y="5378450"/>
          <p14:tracePt t="83156" x="2876550" y="5378450"/>
          <p14:tracePt t="83173" x="2889250" y="5372100"/>
          <p14:tracePt t="83470" x="2901950" y="5372100"/>
          <p14:tracePt t="83494" x="2908300" y="5372100"/>
          <p14:tracePt t="83518" x="2914650" y="5378450"/>
          <p14:tracePt t="83527" x="2927350" y="5378450"/>
          <p14:tracePt t="83534" x="2933700" y="5378450"/>
          <p14:tracePt t="83543" x="2959100" y="5391150"/>
          <p14:tracePt t="83556" x="2971800" y="5403850"/>
          <p14:tracePt t="83573" x="2990850" y="5403850"/>
          <p14:tracePt t="83590" x="2997200" y="5403850"/>
          <p14:tracePt t="83854" x="3009900" y="5410200"/>
          <p14:tracePt t="83878" x="3028950" y="5391150"/>
          <p14:tracePt t="83886" x="3048000" y="5365750"/>
          <p14:tracePt t="83910" x="3054350" y="5359400"/>
          <p14:tracePt t="83918" x="3067050" y="5353050"/>
          <p14:tracePt t="83926" x="3079750" y="5346700"/>
          <p14:tracePt t="83939" x="3105150" y="5346700"/>
          <p14:tracePt t="83956" x="3130550" y="5346700"/>
          <p14:tracePt t="83973" x="3194050" y="5340350"/>
          <p14:tracePt t="83989" x="3257550" y="5340350"/>
          <p14:tracePt t="84006" x="3295650" y="5346700"/>
          <p14:tracePt t="84023" x="3416300" y="5359400"/>
          <p14:tracePt t="84039" x="3530600" y="5378450"/>
          <p14:tracePt t="84056" x="3625850" y="5403850"/>
          <p14:tracePt t="84073" x="3987800" y="5467350"/>
          <p14:tracePt t="84090" x="4070350" y="5486400"/>
          <p14:tracePt t="84106" x="4311650" y="5549900"/>
          <p14:tracePt t="84123" x="4826000" y="5664200"/>
          <p14:tracePt t="84140" x="5010150" y="5695950"/>
          <p14:tracePt t="84157" x="5410200" y="5772150"/>
          <p14:tracePt t="84173" x="5511800" y="5784850"/>
          <p14:tracePt t="84190" x="5791200" y="5829300"/>
          <p14:tracePt t="84206" x="5918200" y="5848350"/>
          <p14:tracePt t="84223" x="6038850" y="5873750"/>
          <p14:tracePt t="84239" x="6203950" y="5892800"/>
          <p14:tracePt t="84256" x="6248400" y="5899150"/>
          <p14:tracePt t="84273" x="6318250" y="5911850"/>
          <p14:tracePt t="84289" x="6375400" y="5918200"/>
          <p14:tracePt t="84306" x="6489700" y="5918200"/>
          <p14:tracePt t="84323" x="6565900" y="5924550"/>
          <p14:tracePt t="84339" x="6616700" y="5924550"/>
          <p14:tracePt t="84357" x="6661150" y="5924550"/>
          <p14:tracePt t="84373" x="6699250" y="5930900"/>
          <p14:tracePt t="84389" x="6769100" y="5937250"/>
          <p14:tracePt t="84406" x="6838950" y="5937250"/>
          <p14:tracePt t="84423" x="6870700" y="5937250"/>
          <p14:tracePt t="84440" x="6877050" y="5937250"/>
          <p14:tracePt t="84456" x="6921500" y="5918200"/>
          <p14:tracePt t="84473" x="6940550" y="5911850"/>
          <p14:tracePt t="84489" x="6953250" y="5905500"/>
          <p14:tracePt t="84506" x="6965950" y="5892800"/>
          <p14:tracePt t="84540" x="6978650" y="5880100"/>
          <p14:tracePt t="84606" x="6972300" y="5880100"/>
          <p14:tracePt t="84726" x="6965950" y="5880100"/>
          <p14:tracePt t="84758" x="6965950" y="5873750"/>
          <p14:tracePt t="84766" x="6965950" y="5867400"/>
          <p14:tracePt t="84782" x="6953250" y="5861050"/>
          <p14:tracePt t="84790" x="6953250" y="5854700"/>
          <p14:tracePt t="84806" x="6934200" y="5842000"/>
          <p14:tracePt t="84823" x="6921500" y="5829300"/>
          <p14:tracePt t="84839" x="6883400" y="5816600"/>
          <p14:tracePt t="84856" x="6845300" y="5803900"/>
          <p14:tracePt t="84873" x="6813550" y="5791200"/>
          <p14:tracePt t="84889" x="6762750" y="5784850"/>
          <p14:tracePt t="84907" x="6718300" y="5772150"/>
          <p14:tracePt t="84923" x="6705600" y="5765800"/>
          <p14:tracePt t="84939" x="6667500" y="5753100"/>
          <p14:tracePt t="84956" x="6578600" y="5740400"/>
          <p14:tracePt t="84973" x="6483350" y="5721350"/>
          <p14:tracePt t="84990" x="6273800" y="5683250"/>
          <p14:tracePt t="85006" x="6235700" y="5676900"/>
          <p14:tracePt t="85023" x="6134100" y="5664200"/>
          <p14:tracePt t="85040" x="5905500" y="5638800"/>
          <p14:tracePt t="85056" x="5784850" y="5632450"/>
          <p14:tracePt t="85073" x="5670550" y="5632450"/>
          <p14:tracePt t="85090" x="5575300" y="5638800"/>
          <p14:tracePt t="85106" x="5537200" y="5645150"/>
          <p14:tracePt t="85123" x="5511800" y="5645150"/>
          <p14:tracePt t="85140" x="5492750" y="5645150"/>
          <p14:tracePt t="85156" x="5480050" y="5657850"/>
          <p14:tracePt t="85173" x="5473700" y="5664200"/>
          <p14:tracePt t="85190" x="5473700" y="5676900"/>
          <p14:tracePt t="85214" x="5480050" y="5683250"/>
          <p14:tracePt t="85230" x="5492750" y="5683250"/>
          <p14:tracePt t="85240" x="5524500" y="5689600"/>
          <p14:tracePt t="85256" x="5549900" y="5695950"/>
          <p14:tracePt t="85273" x="5575300" y="5695950"/>
          <p14:tracePt t="85289" x="5638800" y="5702300"/>
          <p14:tracePt t="85306" x="5708650" y="5708650"/>
          <p14:tracePt t="85323" x="5759450" y="5721350"/>
          <p14:tracePt t="85339" x="5899150" y="5727700"/>
          <p14:tracePt t="85356" x="5943600" y="5734050"/>
          <p14:tracePt t="85373" x="5981700" y="5734050"/>
          <p14:tracePt t="85390" x="6089650" y="5740400"/>
          <p14:tracePt t="85406" x="6140450" y="5740400"/>
          <p14:tracePt t="85423" x="6165850" y="5740400"/>
          <p14:tracePt t="85440" x="6203950" y="5746750"/>
          <p14:tracePt t="85456" x="6216650" y="5746750"/>
          <p14:tracePt t="85473" x="6229350" y="5746750"/>
          <p14:tracePt t="85490" x="6267450" y="5740400"/>
          <p14:tracePt t="85506" x="6305550" y="5740400"/>
          <p14:tracePt t="85523" x="6330950" y="5740400"/>
          <p14:tracePt t="85540" x="6350000" y="5734050"/>
          <p14:tracePt t="85556" x="6356350" y="5734050"/>
          <p14:tracePt t="85573" x="6381750" y="5721350"/>
          <p14:tracePt t="85590" x="6394450" y="5721350"/>
          <p14:tracePt t="85606" x="6419850" y="5715000"/>
          <p14:tracePt t="85623" x="6438900" y="5708650"/>
          <p14:tracePt t="85640" x="6451600" y="5708650"/>
          <p14:tracePt t="85656" x="6477000" y="5708650"/>
          <p14:tracePt t="85690" x="6483350" y="5708650"/>
          <p14:tracePt t="85706" x="6496050" y="5702300"/>
          <p14:tracePt t="85726" x="6502400" y="5702300"/>
          <p14:tracePt t="85814" x="6508750" y="5702300"/>
          <p14:tracePt t="85838" x="6515100" y="5702300"/>
          <p14:tracePt t="85854" x="6527800" y="5695950"/>
          <p14:tracePt t="85878" x="6534150" y="5695950"/>
          <p14:tracePt t="85894" x="6534150" y="5683250"/>
          <p14:tracePt t="85926" x="6540500" y="5676900"/>
          <p14:tracePt t="85942" x="6540500" y="5670550"/>
          <p14:tracePt t="85966" x="6534150" y="5670550"/>
          <p14:tracePt t="85974" x="6521450" y="5664200"/>
          <p14:tracePt t="85990" x="6508750" y="5664200"/>
          <p14:tracePt t="85998" x="6496050" y="5670550"/>
          <p14:tracePt t="86006" x="6483350" y="5670550"/>
          <p14:tracePt t="86023" x="6464300" y="5670550"/>
          <p14:tracePt t="86040" x="6451600" y="5670550"/>
          <p14:tracePt t="86057" x="6394450" y="5683250"/>
          <p14:tracePt t="86073" x="6318250" y="5695950"/>
          <p14:tracePt t="86090" x="6267450" y="5695950"/>
          <p14:tracePt t="86106" x="6254750" y="5702300"/>
          <p14:tracePt t="86123" x="6235700" y="5702300"/>
          <p14:tracePt t="86139" x="6229350" y="5702300"/>
          <p14:tracePt t="86157" x="6223000" y="5702300"/>
          <p14:tracePt t="86190" x="6216650" y="5702300"/>
          <p14:tracePt t="86358" x="6210300" y="5702300"/>
          <p14:tracePt t="86462" x="6197600" y="5702300"/>
          <p14:tracePt t="86822" x="6191250" y="5702300"/>
          <p14:tracePt t="87366" x="6203950" y="5702300"/>
          <p14:tracePt t="87438" x="6210300" y="5702300"/>
          <p14:tracePt t="88014" x="6203950" y="5702300"/>
          <p14:tracePt t="88021" x="6172200" y="5702300"/>
          <p14:tracePt t="88030" x="6083300" y="5708650"/>
          <p14:tracePt t="88039" x="5943600" y="5708650"/>
          <p14:tracePt t="88056" x="5581650" y="5721350"/>
          <p14:tracePt t="88073" x="4635500" y="5708650"/>
          <p14:tracePt t="88089" x="3962400" y="5708650"/>
          <p14:tracePt t="88106" x="3670300" y="5708650"/>
          <p14:tracePt t="88123" x="2876550" y="5670550"/>
          <p14:tracePt t="88139" x="2578100" y="5664200"/>
          <p14:tracePt t="88156" x="2393950" y="5645150"/>
          <p14:tracePt t="88173" x="2178050" y="5638800"/>
          <p14:tracePt t="88190" x="2006600" y="5638800"/>
          <p14:tracePt t="88206" x="1905000" y="5638800"/>
          <p14:tracePt t="88223" x="1663700" y="5638800"/>
          <p14:tracePt t="88239" x="1543050" y="5664200"/>
          <p14:tracePt t="88256" x="1384300" y="5670550"/>
          <p14:tracePt t="88273" x="1308100" y="5683250"/>
          <p14:tracePt t="88290" x="1238250" y="5689600"/>
          <p14:tracePt t="88306" x="1104900" y="5702300"/>
          <p14:tracePt t="88323" x="1054100" y="5708650"/>
          <p14:tracePt t="88339" x="990600" y="5708650"/>
          <p14:tracePt t="88356" x="914400" y="5708650"/>
          <p14:tracePt t="88373" x="889000" y="5708650"/>
          <p14:tracePt t="88390" x="793750" y="5715000"/>
          <p14:tracePt t="88406" x="679450" y="5727700"/>
          <p14:tracePt t="88423" x="603250" y="5727700"/>
          <p14:tracePt t="88440" x="539750" y="5734050"/>
          <p14:tracePt t="88456" x="527050" y="5734050"/>
          <p14:tracePt t="88473" x="488950" y="5734050"/>
          <p14:tracePt t="88506" x="482600" y="5734050"/>
          <p14:tracePt t="88926" x="488950" y="5734050"/>
          <p14:tracePt t="88934" x="495300" y="5734050"/>
          <p14:tracePt t="88942" x="501650" y="5734050"/>
          <p14:tracePt t="88956" x="508000" y="5734050"/>
          <p14:tracePt t="88990" x="520700" y="5727700"/>
          <p14:tracePt t="89006" x="527050" y="5727700"/>
          <p14:tracePt t="89062" x="539750" y="5721350"/>
          <p14:tracePt t="89102" x="546100" y="5721350"/>
          <p14:tracePt t="89126" x="558800" y="5721350"/>
          <p14:tracePt t="89150" x="565150" y="5721350"/>
          <p14:tracePt t="89166" x="577850" y="5721350"/>
          <p14:tracePt t="89174" x="584200" y="5721350"/>
          <p14:tracePt t="89198" x="590550" y="5721350"/>
          <p14:tracePt t="89206" x="603250" y="5721350"/>
          <p14:tracePt t="89222" x="615950" y="5721350"/>
          <p14:tracePt t="89254" x="615950" y="5727700"/>
          <p14:tracePt t="89262" x="628650" y="5727700"/>
          <p14:tracePt t="89272" x="635000" y="5734050"/>
          <p14:tracePt t="89289" x="641350" y="5734050"/>
          <p14:tracePt t="89306" x="660400" y="5734050"/>
          <p14:tracePt t="89323" x="692150" y="5727700"/>
          <p14:tracePt t="89340" x="717550" y="5727700"/>
          <p14:tracePt t="89356" x="762000" y="5727700"/>
          <p14:tracePt t="89373" x="800100" y="5727700"/>
          <p14:tracePt t="89389" x="850900" y="5727700"/>
          <p14:tracePt t="89406" x="895350" y="5727700"/>
          <p14:tracePt t="89423" x="952500" y="5727700"/>
          <p14:tracePt t="89439" x="996950" y="5727700"/>
          <p14:tracePt t="89456" x="1047750" y="5721350"/>
          <p14:tracePt t="89473" x="1073150" y="5721350"/>
          <p14:tracePt t="89489" x="1111250" y="5721350"/>
          <p14:tracePt t="89506" x="1136650" y="5721350"/>
          <p14:tracePt t="89523" x="1181100" y="5727700"/>
          <p14:tracePt t="89539" x="1212850" y="5734050"/>
          <p14:tracePt t="89556" x="1250950" y="5734050"/>
          <p14:tracePt t="89573" x="1282700" y="5740400"/>
          <p14:tracePt t="89589" x="1339850" y="5740400"/>
          <p14:tracePt t="89606" x="1377950" y="5746750"/>
          <p14:tracePt t="89623" x="1447800" y="5746750"/>
          <p14:tracePt t="89639" x="1479550" y="5753100"/>
          <p14:tracePt t="89656" x="1485900" y="5753100"/>
          <p14:tracePt t="89673" x="1543050" y="5753100"/>
          <p14:tracePt t="89689" x="1568450" y="5753100"/>
          <p14:tracePt t="89706" x="1587500" y="5753100"/>
          <p14:tracePt t="89723" x="1600200" y="5746750"/>
          <p14:tracePt t="89726" x="1606550" y="5746750"/>
          <p14:tracePt t="89740" x="1612900" y="5746750"/>
          <p14:tracePt t="89757" x="1619250" y="5746750"/>
          <p14:tracePt t="89772" x="1631950" y="5746750"/>
          <p14:tracePt t="89854" x="1644650" y="5746750"/>
          <p14:tracePt t="89869" x="1651000" y="5746750"/>
          <p14:tracePt t="89877" x="1657350" y="5746750"/>
          <p14:tracePt t="89889" x="1663700" y="5746750"/>
          <p14:tracePt t="89910" x="1676400" y="5746750"/>
          <p14:tracePt t="89923" x="1682750" y="5746750"/>
          <p14:tracePt t="89939" x="1695450" y="5753100"/>
          <p14:tracePt t="89958" x="1708150" y="5753100"/>
          <p14:tracePt t="89974" x="1714500" y="5753100"/>
          <p14:tracePt t="89990" x="1733550" y="5753100"/>
          <p14:tracePt t="90030" x="1739900" y="5753100"/>
          <p14:tracePt t="90038" x="1746250" y="5753100"/>
          <p14:tracePt t="90046" x="1752600" y="5753100"/>
          <p14:tracePt t="90070" x="1765300" y="5759450"/>
          <p14:tracePt t="90086" x="1771650" y="5759450"/>
          <p14:tracePt t="90102" x="1784350" y="5759450"/>
          <p14:tracePt t="90110" x="1790700" y="5765800"/>
          <p14:tracePt t="90126" x="1797050" y="5765800"/>
          <p14:tracePt t="90140" x="1809750" y="5765800"/>
          <p14:tracePt t="90156" x="1835150" y="5765800"/>
          <p14:tracePt t="90173" x="1847850" y="5765800"/>
          <p14:tracePt t="90189" x="1866900" y="5759450"/>
          <p14:tracePt t="90206" x="1885950" y="5759450"/>
          <p14:tracePt t="90223" x="1898650" y="5753100"/>
          <p14:tracePt t="90263" x="1911350" y="5753100"/>
          <p14:tracePt t="90286" x="1917700" y="5746750"/>
          <p14:tracePt t="90318" x="1924050" y="5746750"/>
          <p14:tracePt t="90358" x="1936750" y="5746750"/>
          <p14:tracePt t="90374" x="1949450" y="5746750"/>
          <p14:tracePt t="90406" x="1955800" y="5746750"/>
          <p14:tracePt t="90422" x="1968500" y="5746750"/>
          <p14:tracePt t="90430" x="1974850" y="5746750"/>
          <p14:tracePt t="90439" x="1981200" y="5746750"/>
          <p14:tracePt t="90456" x="1987550" y="5746750"/>
          <p14:tracePt t="90473" x="2000250" y="5746750"/>
          <p14:tracePt t="90489" x="2025650" y="5753100"/>
          <p14:tracePt t="90506" x="2051050" y="5753100"/>
          <p14:tracePt t="90523" x="2076450" y="5753100"/>
          <p14:tracePt t="90540" x="2114550" y="5753100"/>
          <p14:tracePt t="90556" x="2152650" y="5753100"/>
          <p14:tracePt t="90573" x="2197100" y="5753100"/>
          <p14:tracePt t="90590" x="2286000" y="5765800"/>
          <p14:tracePt t="90606" x="2362200" y="5778500"/>
          <p14:tracePt t="90623" x="2432050" y="5784850"/>
          <p14:tracePt t="90639" x="2451100" y="5784850"/>
          <p14:tracePt t="90656" x="2546350" y="5784850"/>
          <p14:tracePt t="90673" x="2584450" y="5784850"/>
          <p14:tracePt t="90689" x="2616200" y="5784850"/>
          <p14:tracePt t="90706" x="2647950" y="5791200"/>
          <p14:tracePt t="90723" x="2673350" y="5791200"/>
          <p14:tracePt t="90742" x="2692400" y="5791200"/>
          <p14:tracePt t="90756" x="2692400" y="5797550"/>
          <p14:tracePt t="90773" x="2698750" y="5797550"/>
          <p14:tracePt t="90789" x="2711450" y="5797550"/>
          <p14:tracePt t="90806" x="2724150" y="5797550"/>
          <p14:tracePt t="90823" x="2730500" y="5803900"/>
          <p14:tracePt t="90840" x="2736850" y="5803900"/>
          <p14:tracePt t="90856" x="2755900" y="5803900"/>
          <p14:tracePt t="90873" x="2774950" y="5803900"/>
          <p14:tracePt t="90890" x="2794000" y="5803900"/>
          <p14:tracePt t="90906" x="2806700" y="5810250"/>
          <p14:tracePt t="90923" x="2825750" y="5810250"/>
          <p14:tracePt t="90939" x="2908300" y="5810250"/>
          <p14:tracePt t="90956" x="2984500" y="5816600"/>
          <p14:tracePt t="90973" x="3041650" y="5816600"/>
          <p14:tracePt t="90989" x="3187700" y="5816600"/>
          <p14:tracePt t="91006" x="3238500" y="5816600"/>
          <p14:tracePt t="91023" x="3302000" y="5816600"/>
          <p14:tracePt t="91039" x="3384550" y="5822950"/>
          <p14:tracePt t="91056" x="3448050" y="5829300"/>
          <p14:tracePt t="91073" x="3517900" y="5829300"/>
          <p14:tracePt t="91090" x="3543300" y="5829300"/>
          <p14:tracePt t="91106" x="3670300" y="5829300"/>
          <p14:tracePt t="91123" x="3759200" y="5829300"/>
          <p14:tracePt t="91140" x="3829050" y="5829300"/>
          <p14:tracePt t="91157" x="3987800" y="5829300"/>
          <p14:tracePt t="91173" x="4089400" y="5829300"/>
          <p14:tracePt t="91190" x="4184650" y="5829300"/>
          <p14:tracePt t="91206" x="4267200" y="5835650"/>
          <p14:tracePt t="91223" x="4356100" y="5848350"/>
          <p14:tracePt t="91239" x="4419600" y="5854700"/>
          <p14:tracePt t="91256" x="4521200" y="5867400"/>
          <p14:tracePt t="91273" x="4565650" y="5867400"/>
          <p14:tracePt t="91289" x="4616450" y="5867400"/>
          <p14:tracePt t="91306" x="4730750" y="5867400"/>
          <p14:tracePt t="91323" x="4781550" y="5873750"/>
          <p14:tracePt t="91339" x="4838700" y="5880100"/>
          <p14:tracePt t="91356" x="4902200" y="5880100"/>
          <p14:tracePt t="91373" x="4927600" y="5880100"/>
          <p14:tracePt t="91389" x="4991100" y="5880100"/>
          <p14:tracePt t="91406" x="5035550" y="5880100"/>
          <p14:tracePt t="91423" x="5099050" y="5880100"/>
          <p14:tracePt t="91439" x="5130800" y="5880100"/>
          <p14:tracePt t="91456" x="5143500" y="5880100"/>
          <p14:tracePt t="91473" x="5168900" y="5880100"/>
          <p14:tracePt t="91489" x="5194300" y="5880100"/>
          <p14:tracePt t="91506" x="5213350" y="5880100"/>
          <p14:tracePt t="91539" x="5238750" y="5861050"/>
          <p14:tracePt t="91606" x="5245100" y="5861050"/>
          <p14:tracePt t="91686" x="5251450" y="5854700"/>
          <p14:tracePt t="91702" x="5251450" y="5842000"/>
          <p14:tracePt t="91719" x="5251450" y="5829300"/>
          <p14:tracePt t="91733" x="5251450" y="5822950"/>
          <p14:tracePt t="91749" x="5245100" y="5816600"/>
          <p14:tracePt t="91757" x="5232400" y="5797550"/>
          <p14:tracePt t="91773" x="5213350" y="5784850"/>
          <p14:tracePt t="91789" x="5175250" y="5759450"/>
          <p14:tracePt t="91806" x="5105400" y="5734050"/>
          <p14:tracePt t="91823" x="5092700" y="5727700"/>
          <p14:tracePt t="91840" x="5067300" y="5715000"/>
          <p14:tracePt t="91856" x="5054600" y="5715000"/>
          <p14:tracePt t="91873" x="5048250" y="5708650"/>
          <p14:tracePt t="92110" x="5041900" y="5708650"/>
          <p14:tracePt t="92126" x="5029200" y="5708650"/>
          <p14:tracePt t="92174" x="5022850" y="5702300"/>
          <p14:tracePt t="92198" x="5016500" y="5702300"/>
          <p14:tracePt t="92422" x="5010150" y="5702300"/>
          <p14:tracePt t="92437" x="5029200" y="5689600"/>
          <p14:tracePt t="92446" x="5048250" y="5689600"/>
          <p14:tracePt t="92456" x="5054600" y="5689600"/>
          <p14:tracePt t="92472" x="5073650" y="5689600"/>
          <p14:tracePt t="92489" x="5118100" y="5689600"/>
          <p14:tracePt t="92506" x="5149850" y="5676900"/>
          <p14:tracePt t="92522" x="5168900" y="5670550"/>
          <p14:tracePt t="92539" x="5181600" y="5670550"/>
          <p14:tracePt t="92575" x="5187950" y="5670550"/>
          <p14:tracePt t="92894" x="5194300" y="5670550"/>
          <p14:tracePt t="92902" x="5200650" y="5670550"/>
          <p14:tracePt t="93062" x="5219700" y="5664200"/>
          <p14:tracePt t="93126" x="5219700" y="5657850"/>
          <p14:tracePt t="93838" x="5213350" y="5657850"/>
          <p14:tracePt t="93854" x="5187950" y="5664200"/>
          <p14:tracePt t="93862" x="5175250" y="5664200"/>
          <p14:tracePt t="93872" x="5156200" y="5664200"/>
          <p14:tracePt t="93890" x="5149850" y="5664200"/>
          <p14:tracePt t="93906" x="5022850" y="5670550"/>
          <p14:tracePt t="93923" x="4921250" y="5683250"/>
          <p14:tracePt t="93939" x="4673600" y="5683250"/>
          <p14:tracePt t="93956" x="4514850" y="5689600"/>
          <p14:tracePt t="93972" x="4381500" y="5689600"/>
          <p14:tracePt t="93989" x="4267200" y="5689600"/>
          <p14:tracePt t="94006" x="4260850" y="5689600"/>
          <p14:tracePt t="94094" x="4260850" y="5695950"/>
          <p14:tracePt t="94102" x="4248150" y="5695950"/>
          <p14:tracePt t="94150" x="4254500" y="5695950"/>
          <p14:tracePt t="94214" x="4260850" y="5695950"/>
          <p14:tracePt t="94238" x="4267200" y="5702300"/>
          <p14:tracePt t="94246" x="4273550" y="5702300"/>
          <p14:tracePt t="94256" x="4279900" y="5702300"/>
          <p14:tracePt t="94273" x="4298950" y="5708650"/>
          <p14:tracePt t="94289" x="4324350" y="5715000"/>
          <p14:tracePt t="94306" x="4400550" y="5721350"/>
          <p14:tracePt t="94323" x="4464050" y="5721350"/>
          <p14:tracePt t="94339" x="4540250" y="5727700"/>
          <p14:tracePt t="94356" x="4699000" y="5727700"/>
          <p14:tracePt t="94373" x="4800600" y="5727700"/>
          <p14:tracePt t="94390" x="4851400" y="5727700"/>
          <p14:tracePt t="94406" x="4889500" y="5715000"/>
          <p14:tracePt t="94423" x="4902200" y="5715000"/>
          <p14:tracePt t="94439" x="4921250" y="5708650"/>
          <p14:tracePt t="94456" x="4940300" y="5708650"/>
          <p14:tracePt t="94490" x="4959350" y="5708650"/>
          <p14:tracePt t="94506" x="4972050" y="5708650"/>
          <p14:tracePt t="94523" x="4978400" y="5708650"/>
          <p14:tracePt t="94540" x="4984750" y="5708650"/>
          <p14:tracePt t="94557" x="4991100" y="5708650"/>
          <p14:tracePt t="94573" x="5003800" y="5708650"/>
          <p14:tracePt t="94589" x="5029200" y="5708650"/>
          <p14:tracePt t="94606" x="5073650" y="5708650"/>
          <p14:tracePt t="94623" x="5111750" y="5715000"/>
          <p14:tracePt t="94639" x="5168900" y="5721350"/>
          <p14:tracePt t="94656" x="5175250" y="5721350"/>
          <p14:tracePt t="94673" x="5194300" y="5721350"/>
          <p14:tracePt t="94689" x="5200650" y="5721350"/>
          <p14:tracePt t="95638" x="5213350" y="5721350"/>
          <p14:tracePt t="95758" x="5207000" y="5721350"/>
          <p14:tracePt t="95766" x="5200650" y="5721350"/>
          <p14:tracePt t="103789" x="5200650" y="5727700"/>
          <p14:tracePt t="103805" x="5200650" y="5734050"/>
          <p14:tracePt t="103821" x="5200650" y="5746750"/>
          <p14:tracePt t="103854" x="5213350" y="5753100"/>
          <p14:tracePt t="103862" x="5219700" y="5753100"/>
          <p14:tracePt t="103872" x="5226050" y="5746750"/>
          <p14:tracePt t="104606" x="5226050" y="5753100"/>
          <p14:tracePt t="121814" x="5219700" y="5746750"/>
          <p14:tracePt t="121821" x="5226050" y="5734050"/>
          <p14:tracePt t="121925" x="5232400" y="5727700"/>
          <p14:tracePt t="121942" x="5232400" y="5715000"/>
          <p14:tracePt t="121950" x="5232400" y="5708650"/>
          <p14:tracePt t="121974" x="5232400" y="5695950"/>
          <p14:tracePt t="121997" x="5232400" y="5683250"/>
          <p14:tracePt t="122005" x="5226050" y="5657850"/>
          <p14:tracePt t="122014" x="5226050" y="5632450"/>
          <p14:tracePt t="122022" x="5213350" y="5613400"/>
          <p14:tracePt t="122039" x="5194300" y="5581650"/>
          <p14:tracePt t="122056" x="5194300" y="5575300"/>
          <p14:tracePt t="122089" x="5187950" y="5568950"/>
          <p14:tracePt t="122174" x="5194300" y="5556250"/>
          <p14:tracePt t="122189" x="5187950" y="5556250"/>
          <p14:tracePt t="122198" x="5187950" y="5543550"/>
          <p14:tracePt t="122214" x="5187950" y="5505450"/>
          <p14:tracePt t="122222" x="5181600" y="5461000"/>
          <p14:tracePt t="122239" x="5175250" y="5359400"/>
          <p14:tracePt t="122256" x="5175250" y="5346700"/>
          <p14:tracePt t="122272" x="5168900" y="5340350"/>
          <p14:tracePt t="122334" x="5162550" y="5340350"/>
          <p14:tracePt t="122382" x="5156200" y="5353050"/>
          <p14:tracePt t="122405" x="5149850" y="5359400"/>
          <p14:tracePt t="122413" x="5124450" y="5384800"/>
          <p14:tracePt t="122422" x="5111750" y="5384800"/>
          <p14:tracePt t="122439" x="5086350" y="5397500"/>
          <p14:tracePt t="122456" x="5086350" y="5403850"/>
          <p14:tracePt t="122473" x="5080000" y="5410200"/>
          <p14:tracePt t="122506" x="5067300" y="5416550"/>
          <p14:tracePt t="122523" x="5041900" y="5435600"/>
          <p14:tracePt t="122539" x="5010150" y="5461000"/>
          <p14:tracePt t="122556" x="4883150" y="5549900"/>
          <p14:tracePt t="122572" x="4813300" y="5607050"/>
          <p14:tracePt t="122589" x="4686300" y="5683250"/>
          <p14:tracePt t="122606" x="4648200" y="5708650"/>
          <p14:tracePt t="122622" x="4610100" y="5715000"/>
          <p14:tracePt t="122639" x="4591050" y="5715000"/>
          <p14:tracePt t="122673" x="4578350" y="5721350"/>
          <p14:tracePt t="122689" x="4565650" y="5727700"/>
          <p14:tracePt t="122723" x="4559300" y="5727700"/>
          <p14:tracePt t="122862" x="4552950" y="5727700"/>
          <p14:tracePt t="122878" x="4546600" y="5727700"/>
          <p14:tracePt t="122902" x="4540250" y="5721350"/>
          <p14:tracePt t="122910" x="4533900" y="5721350"/>
          <p14:tracePt t="122917" x="4514850" y="5721350"/>
          <p14:tracePt t="122926" x="4508500" y="5721350"/>
          <p14:tracePt t="122939" x="4502150" y="5721350"/>
          <p14:tracePt t="122955" x="4489450" y="5721350"/>
          <p14:tracePt t="122972" x="4483100" y="5727700"/>
          <p14:tracePt t="122989" x="4470400" y="5727700"/>
          <p14:tracePt t="123006" x="4451350" y="5734050"/>
          <p14:tracePt t="123022" x="4445000" y="5734050"/>
          <p14:tracePt t="123039" x="4425950" y="5740400"/>
          <p14:tracePt t="123056" x="4406900" y="5746750"/>
          <p14:tracePt t="123073" x="4387850" y="5753100"/>
          <p14:tracePt t="123089" x="4375150" y="5765800"/>
          <p14:tracePt t="123106" x="4343400" y="5791200"/>
          <p14:tracePt t="123122" x="4330700" y="5791200"/>
          <p14:tracePt t="123139" x="4330700" y="5797550"/>
          <p14:tracePt t="123278" x="4330700" y="5791200"/>
          <p14:tracePt t="123318" x="4337050" y="5778500"/>
          <p14:tracePt t="123374" x="4343400" y="5772150"/>
          <p14:tracePt t="123398" x="4362450" y="5765800"/>
          <p14:tracePt t="123405" x="4368800" y="5759450"/>
          <p14:tracePt t="123414" x="4375150" y="5759450"/>
          <p14:tracePt t="123422" x="4387850" y="5746750"/>
          <p14:tracePt t="123439" x="4394200" y="5746750"/>
          <p14:tracePt t="123455" x="4406900" y="5740400"/>
          <p14:tracePt t="123473" x="4425950" y="5727700"/>
          <p14:tracePt t="123506" x="4445000" y="5721350"/>
          <p14:tracePt t="123523" x="4483100" y="5702300"/>
          <p14:tracePt t="123558" x="4495800" y="5689600"/>
          <p14:tracePt t="123573" x="4502150" y="5689600"/>
          <p14:tracePt t="123773" x="4508500" y="5689600"/>
          <p14:tracePt t="123862" x="4521200" y="5689600"/>
          <p14:tracePt t="123893" x="4514850" y="5689600"/>
          <p14:tracePt t="123998" x="4514850" y="5683250"/>
          <p14:tracePt t="124029" x="4502150" y="5683250"/>
          <p14:tracePt t="124037" x="4489450" y="5683250"/>
          <p14:tracePt t="124053" x="4483100" y="5689600"/>
          <p14:tracePt t="124078" x="4470400" y="5695950"/>
          <p14:tracePt t="124085" x="4464050" y="5702300"/>
          <p14:tracePt t="124094" x="4457700" y="5708650"/>
          <p14:tracePt t="124105" x="4445000" y="5715000"/>
          <p14:tracePt t="124122" x="4438650" y="5715000"/>
          <p14:tracePt t="124139" x="4425950" y="5721350"/>
          <p14:tracePt t="124156" x="4400550" y="5734050"/>
          <p14:tracePt t="124172" x="4375150" y="5746750"/>
          <p14:tracePt t="124189" x="4343400" y="5772150"/>
          <p14:tracePt t="124206" x="4337050" y="5772150"/>
          <p14:tracePt t="124222" x="4311650" y="5791200"/>
          <p14:tracePt t="124239" x="4298950" y="5803900"/>
          <p14:tracePt t="124256" x="4279900" y="5822950"/>
          <p14:tracePt t="124272" x="4260850" y="5848350"/>
          <p14:tracePt t="124289" x="4260850" y="5854700"/>
          <p14:tracePt t="124322" x="4260850" y="5861050"/>
          <p14:tracePt t="124381" x="4267200" y="5861050"/>
          <p14:tracePt t="124397" x="4292600" y="5861050"/>
          <p14:tracePt t="124405" x="4305300" y="5861050"/>
          <p14:tracePt t="124414" x="4324350" y="5848350"/>
          <p14:tracePt t="124430" x="4349750" y="5848350"/>
          <p14:tracePt t="124439" x="4368800" y="5848350"/>
          <p14:tracePt t="124456" x="4432300" y="5842000"/>
          <p14:tracePt t="124473" x="4533900" y="5842000"/>
          <p14:tracePt t="124489" x="4635500" y="5842000"/>
          <p14:tracePt t="124506" x="4933950" y="5842000"/>
          <p14:tracePt t="124522" x="4997450" y="5842000"/>
          <p14:tracePt t="124539" x="5156200" y="5835650"/>
          <p14:tracePt t="124556" x="5270500" y="5829300"/>
          <p14:tracePt t="124573" x="5397500" y="5829300"/>
          <p14:tracePt t="124589" x="5435600" y="5829300"/>
          <p14:tracePt t="124606" x="5441950" y="5829300"/>
          <p14:tracePt t="124750" x="5435600" y="5829300"/>
          <p14:tracePt t="124774" x="5429250" y="5829300"/>
          <p14:tracePt t="125086" x="5422900" y="5829300"/>
          <p14:tracePt t="125118" x="5410200" y="5829300"/>
          <p14:tracePt t="125134" x="5403850" y="5829300"/>
          <p14:tracePt t="125142" x="5397500" y="5829300"/>
          <p14:tracePt t="125149" x="5378450" y="5829300"/>
          <p14:tracePt t="125157" x="5353050" y="5829300"/>
          <p14:tracePt t="125172" x="5327650" y="5842000"/>
          <p14:tracePt t="125189" x="5232400" y="5873750"/>
          <p14:tracePt t="125206" x="5226050" y="5880100"/>
          <p14:tracePt t="125222" x="5194300" y="5886450"/>
          <p14:tracePt t="125239" x="5168900" y="5899150"/>
          <p14:tracePt t="125256" x="5156200" y="5899150"/>
          <p14:tracePt t="125273" x="5143500" y="5911850"/>
          <p14:tracePt t="125326" x="5130800" y="5918200"/>
          <p14:tracePt t="126349" x="5137150" y="5918200"/>
          <p14:tracePt t="126358" x="5143500" y="5918200"/>
          <p14:tracePt t="126365" x="5156200" y="5911850"/>
          <p14:tracePt t="126374" x="5175250" y="5905500"/>
          <p14:tracePt t="126389" x="5251450" y="5892800"/>
          <p14:tracePt t="126406" x="5448300" y="5854700"/>
          <p14:tracePt t="126422" x="5524500" y="5842000"/>
          <p14:tracePt t="126439" x="5651500" y="5822950"/>
          <p14:tracePt t="126455" x="5937250" y="5803900"/>
          <p14:tracePt t="126473" x="6115050" y="5797550"/>
          <p14:tracePt t="126489" x="6178550" y="5797550"/>
          <p14:tracePt t="126505" x="6381750" y="5810250"/>
          <p14:tracePt t="126522" x="6438900" y="5816600"/>
          <p14:tracePt t="126539" x="6508750" y="5822950"/>
          <p14:tracePt t="126556" x="6565900" y="5822950"/>
          <p14:tracePt t="126573" x="6584950" y="5835650"/>
          <p14:tracePt t="126589" x="6629400" y="5842000"/>
          <p14:tracePt t="126606" x="6635750" y="5842000"/>
          <p14:tracePt t="126623" x="6654800" y="5842000"/>
          <p14:tracePt t="126639" x="6686550" y="5861050"/>
          <p14:tracePt t="126656" x="6731000" y="5880100"/>
          <p14:tracePt t="126672" x="6775450" y="5899150"/>
          <p14:tracePt t="126689" x="6788150" y="5899150"/>
          <p14:tracePt t="126706" x="6838950" y="5911850"/>
          <p14:tracePt t="126722" x="6915150" y="5930900"/>
          <p14:tracePt t="126725" x="6927850" y="5930900"/>
          <p14:tracePt t="126739" x="6959600" y="5937250"/>
          <p14:tracePt t="126756" x="6991350" y="5949950"/>
          <p14:tracePt t="126773" x="7054850" y="5956300"/>
          <p14:tracePt t="126789" x="7092950" y="5956300"/>
          <p14:tracePt t="126806" x="7124700" y="5956300"/>
          <p14:tracePt t="126823" x="7143750" y="5956300"/>
          <p14:tracePt t="126839" x="7175500" y="5956300"/>
          <p14:tracePt t="126856" x="7188200" y="5956300"/>
          <p14:tracePt t="126873" x="7207250" y="5956300"/>
          <p14:tracePt t="126889" x="7219950" y="5956300"/>
          <p14:tracePt t="126906" x="7232650" y="5956300"/>
          <p14:tracePt t="126922" x="7245350" y="5956300"/>
          <p14:tracePt t="127878" x="7239000" y="5962650"/>
          <p14:tracePt t="127886" x="7213600" y="5975350"/>
          <p14:tracePt t="127893" x="7194550" y="5988050"/>
          <p14:tracePt t="127905" x="7137400" y="6007100"/>
          <p14:tracePt t="127922" x="7010400" y="6064250"/>
          <p14:tracePt t="127939" x="7004050" y="6070600"/>
          <p14:tracePt t="127956" x="6934200" y="6096000"/>
          <p14:tracePt t="127973" x="6826250" y="6140450"/>
          <p14:tracePt t="127989" x="6756400" y="6178550"/>
          <p14:tracePt t="128006" x="6737350" y="6184900"/>
          <p14:tracePt t="128022" x="6731000" y="6191250"/>
          <p14:tracePt t="128039" x="6724650" y="6197600"/>
          <p14:tracePt t="128055" x="6718300" y="6197600"/>
          <p14:tracePt t="128072" x="6692900" y="6210300"/>
          <p14:tracePt t="128089" x="6654800" y="6216650"/>
          <p14:tracePt t="128106" x="6635750" y="6229350"/>
          <p14:tracePt t="128122" x="6578600" y="6242050"/>
          <p14:tracePt t="128139" x="6546850" y="6261100"/>
          <p14:tracePt t="128156" x="6515100" y="6267450"/>
          <p14:tracePt t="128173" x="6457950" y="6286500"/>
          <p14:tracePt t="128189" x="6413500" y="6299200"/>
          <p14:tracePt t="128206" x="6337300" y="6311900"/>
          <p14:tracePt t="128222" x="6330950" y="6311900"/>
          <p14:tracePt t="128239" x="6305550" y="6324600"/>
          <p14:tracePt t="128256" x="6286500" y="6330950"/>
          <p14:tracePt t="128272" x="6273800" y="6337300"/>
          <p14:tracePt t="128533" x="6292850" y="6337300"/>
          <p14:tracePt t="128542" x="6311900" y="6324600"/>
          <p14:tracePt t="128557" x="6324600" y="6318250"/>
          <p14:tracePt t="128574" x="6350000" y="6305550"/>
          <p14:tracePt t="128582" x="6356350" y="6305550"/>
          <p14:tracePt t="128589" x="6362700" y="6305550"/>
          <p14:tracePt t="128606" x="6381750" y="6299200"/>
          <p14:tracePt t="128622" x="6400800" y="6292850"/>
          <p14:tracePt t="128639" x="6407150" y="6292850"/>
          <p14:tracePt t="128837" x="6407150" y="6280150"/>
          <p14:tracePt t="128845" x="6381750" y="6280150"/>
          <p14:tracePt t="128856" x="6369050" y="6280150"/>
          <p14:tracePt t="128872" x="6299200" y="6299200"/>
          <p14:tracePt t="128889" x="6140450" y="6311900"/>
          <p14:tracePt t="128906" x="5994400" y="6324600"/>
          <p14:tracePt t="128922" x="5911850" y="6330950"/>
          <p14:tracePt t="128939" x="5588000" y="6337300"/>
          <p14:tracePt t="128956" x="5302250" y="6343650"/>
          <p14:tracePt t="128972" x="5175250" y="6337300"/>
          <p14:tracePt t="128989" x="4864100" y="6292850"/>
          <p14:tracePt t="129006" x="4819650" y="6292850"/>
          <p14:tracePt t="129022" x="4699000" y="6273800"/>
          <p14:tracePt t="129039" x="4673600" y="6273800"/>
          <p14:tracePt t="129056" x="4660900" y="6273800"/>
          <p14:tracePt t="129072" x="4648200" y="6280150"/>
          <p14:tracePt t="129134" x="4635500" y="6280150"/>
          <p14:tracePt t="129238" x="4641850" y="6280150"/>
          <p14:tracePt t="129269" x="4648200" y="6280150"/>
          <p14:tracePt t="129285" x="4648200" y="6273800"/>
          <p14:tracePt t="129294" x="4660900" y="6273800"/>
          <p14:tracePt t="129306" x="4679950" y="6261100"/>
          <p14:tracePt t="129323" x="4711700" y="6254750"/>
          <p14:tracePt t="129339" x="4775200" y="6235700"/>
          <p14:tracePt t="129356" x="4813300" y="6229350"/>
          <p14:tracePt t="129373" x="4838700" y="6223000"/>
          <p14:tracePt t="129389" x="4889500" y="6223000"/>
          <p14:tracePt t="129406" x="4927600" y="6223000"/>
          <p14:tracePt t="129422" x="4946650" y="6223000"/>
          <p14:tracePt t="129439" x="4991100" y="6223000"/>
          <p14:tracePt t="129456" x="4991100" y="6229350"/>
          <p14:tracePt t="129472" x="5016500" y="6229350"/>
          <p14:tracePt t="129489" x="5022850" y="6229350"/>
          <p14:tracePt t="129522" x="5029200" y="6229350"/>
          <p14:tracePt t="129542" x="5035550" y="6229350"/>
          <p14:tracePt t="129555" x="5048250" y="6229350"/>
          <p14:tracePt t="129573" x="5067300" y="6229350"/>
          <p14:tracePt t="129589" x="5118100" y="6229350"/>
          <p14:tracePt t="129606" x="5168900" y="6229350"/>
          <p14:tracePt t="129622" x="5181600" y="6229350"/>
          <p14:tracePt t="129685" x="5194300" y="6229350"/>
          <p14:tracePt t="129982" x="5181600" y="6229350"/>
          <p14:tracePt t="130021" x="5175250" y="6229350"/>
          <p14:tracePt t="130397" x="5200650" y="6216650"/>
          <p14:tracePt t="130405" x="5207000" y="6216650"/>
          <p14:tracePt t="130414" x="5232400" y="6216650"/>
          <p14:tracePt t="130422" x="5238750" y="6216650"/>
          <p14:tracePt t="130439" x="5251450" y="6216650"/>
          <p14:tracePt t="130456" x="5264150" y="6216650"/>
          <p14:tracePt t="130472" x="5276850" y="6216650"/>
          <p14:tracePt t="130550" x="5283200" y="6223000"/>
          <p14:tracePt t="130693" x="5289550" y="6223000"/>
          <p14:tracePt t="130702" x="5302250" y="6223000"/>
          <p14:tracePt t="130821" x="5295900" y="6216650"/>
          <p14:tracePt t="130829" x="5289550" y="6210300"/>
          <p14:tracePt t="130839" x="5283200" y="6210300"/>
          <p14:tracePt t="130856" x="5264150" y="6210300"/>
          <p14:tracePt t="130872" x="5137150" y="6210300"/>
          <p14:tracePt t="130889" x="5080000" y="6203950"/>
          <p14:tracePt t="130906" x="5041900" y="6203950"/>
          <p14:tracePt t="130922" x="4965700" y="6197600"/>
          <p14:tracePt t="130939" x="4826000" y="6172200"/>
          <p14:tracePt t="130956" x="4705350" y="6172200"/>
          <p14:tracePt t="130972" x="4565650" y="6172200"/>
          <p14:tracePt t="130989" x="4445000" y="6172200"/>
          <p14:tracePt t="131006" x="4381500" y="6172200"/>
          <p14:tracePt t="131022" x="4229100" y="6197600"/>
          <p14:tracePt t="131039" x="4133850" y="6216650"/>
          <p14:tracePt t="131056" x="4000500" y="6254750"/>
          <p14:tracePt t="131089" x="3943350" y="6254750"/>
          <p14:tracePt t="131106" x="3892550" y="6261100"/>
          <p14:tracePt t="131122" x="3771900" y="6267450"/>
          <p14:tracePt t="131139" x="3676650" y="6267450"/>
          <p14:tracePt t="131156" x="3581400" y="6267450"/>
          <p14:tracePt t="131172" x="3492500" y="6261100"/>
          <p14:tracePt t="131189" x="3378200" y="6254750"/>
          <p14:tracePt t="131206" x="3327400" y="6248400"/>
          <p14:tracePt t="131222" x="3232150" y="6235700"/>
          <p14:tracePt t="131239" x="3200400" y="6229350"/>
          <p14:tracePt t="131256" x="3175000" y="6229350"/>
          <p14:tracePt t="131272" x="3079750" y="6229350"/>
          <p14:tracePt t="131289" x="3041650" y="6229350"/>
          <p14:tracePt t="131306" x="3009900" y="6229350"/>
          <p14:tracePt t="131322" x="2984500" y="6229350"/>
          <p14:tracePt t="131339" x="2978150" y="6229350"/>
          <p14:tracePt t="131356" x="2959100" y="6229350"/>
          <p14:tracePt t="131372" x="2940050" y="6235700"/>
          <p14:tracePt t="131389" x="2882900" y="6248400"/>
          <p14:tracePt t="131406" x="2863850" y="6248400"/>
          <p14:tracePt t="131422" x="2838450" y="6248400"/>
          <p14:tracePt t="131439" x="2806700" y="6254750"/>
          <p14:tracePt t="131456" x="2762250" y="6261100"/>
          <p14:tracePt t="131472" x="2717800" y="6267450"/>
          <p14:tracePt t="131489" x="2679700" y="6273800"/>
          <p14:tracePt t="131505" x="2597150" y="6280150"/>
          <p14:tracePt t="131522" x="2489200" y="6286500"/>
          <p14:tracePt t="131539" x="2432050" y="6286500"/>
          <p14:tracePt t="131556" x="2362200" y="6286500"/>
          <p14:tracePt t="131572" x="2228850" y="6292850"/>
          <p14:tracePt t="131589" x="2178050" y="6299200"/>
          <p14:tracePt t="131606" x="2133600" y="6299200"/>
          <p14:tracePt t="131622" x="2070100" y="6305550"/>
          <p14:tracePt t="131639" x="2025650" y="6305550"/>
          <p14:tracePt t="131656" x="2000250" y="6311900"/>
          <p14:tracePt t="131672" x="1974850" y="6311900"/>
          <p14:tracePt t="131689" x="1936750" y="6318250"/>
          <p14:tracePt t="131706" x="1905000" y="6318250"/>
          <p14:tracePt t="131722" x="1885950" y="6324600"/>
          <p14:tracePt t="131726" x="1879600" y="6324600"/>
          <p14:tracePt t="131742" x="1828800" y="6324600"/>
          <p14:tracePt t="131756" x="1809750" y="6324600"/>
          <p14:tracePt t="131773" x="1778000" y="6324600"/>
          <p14:tracePt t="131789" x="1695450" y="6324600"/>
          <p14:tracePt t="131806" x="1663700" y="6324600"/>
          <p14:tracePt t="131823" x="1657350" y="6324600"/>
          <p14:tracePt t="131839" x="1638300" y="6330950"/>
          <p14:tracePt t="131856" x="1600200" y="6330950"/>
          <p14:tracePt t="131873" x="1581150" y="6330950"/>
          <p14:tracePt t="132269" x="1587500" y="6330950"/>
          <p14:tracePt t="132277" x="1600200" y="6330950"/>
          <p14:tracePt t="132289" x="1606550" y="6330950"/>
          <p14:tracePt t="132306" x="1631950" y="6330950"/>
          <p14:tracePt t="132323" x="1670050" y="6330950"/>
          <p14:tracePt t="132339" x="1689100" y="6330950"/>
          <p14:tracePt t="132356" x="1720850" y="6343650"/>
          <p14:tracePt t="132373" x="1885950" y="6350000"/>
          <p14:tracePt t="132389" x="1924050" y="6356350"/>
          <p14:tracePt t="132405" x="2000250" y="6369050"/>
          <p14:tracePt t="132422" x="2089150" y="6375400"/>
          <p14:tracePt t="132439" x="2127250" y="6375400"/>
          <p14:tracePt t="132456" x="2190750" y="6375400"/>
          <p14:tracePt t="132472" x="2286000" y="6381750"/>
          <p14:tracePt t="132489" x="2330450" y="6381750"/>
          <p14:tracePt t="132506" x="2400300" y="6381750"/>
          <p14:tracePt t="132522" x="2495550" y="6394450"/>
          <p14:tracePt t="132539" x="2559050" y="6400800"/>
          <p14:tracePt t="132556" x="2597150" y="6407150"/>
          <p14:tracePt t="132573" x="2787650" y="6426200"/>
          <p14:tracePt t="132589" x="2927350" y="6426200"/>
          <p14:tracePt t="132606" x="2978150" y="6426200"/>
          <p14:tracePt t="132623" x="3143250" y="6426200"/>
          <p14:tracePt t="132639" x="3244850" y="6419850"/>
          <p14:tracePt t="132656" x="3327400" y="6419850"/>
          <p14:tracePt t="132672" x="3441700" y="6419850"/>
          <p14:tracePt t="132689" x="3524250" y="6407150"/>
          <p14:tracePt t="132706" x="3549650" y="6407150"/>
          <p14:tracePt t="132722" x="3689350" y="6407150"/>
          <p14:tracePt t="132726" x="3708400" y="6407150"/>
          <p14:tracePt t="132739" x="3765550" y="6407150"/>
          <p14:tracePt t="132756" x="3822700" y="6407150"/>
          <p14:tracePt t="132773" x="3962400" y="6394450"/>
          <p14:tracePt t="132789" x="4025900" y="6394450"/>
          <p14:tracePt t="132805" x="4108450" y="6394450"/>
          <p14:tracePt t="132822" x="4210050" y="6394450"/>
          <p14:tracePt t="132839" x="4267200" y="6394450"/>
          <p14:tracePt t="132856" x="4324350" y="6394450"/>
          <p14:tracePt t="132872" x="4349750" y="6388100"/>
          <p14:tracePt t="132889" x="4457700" y="6388100"/>
          <p14:tracePt t="132906" x="4508500" y="6381750"/>
          <p14:tracePt t="132922" x="4565650" y="6381750"/>
          <p14:tracePt t="132939" x="4641850" y="6381750"/>
          <p14:tracePt t="132956" x="4711700" y="6381750"/>
          <p14:tracePt t="132972" x="4756150" y="6381750"/>
          <p14:tracePt t="132989" x="4883150" y="6381750"/>
          <p14:tracePt t="133006" x="4921250" y="6381750"/>
          <p14:tracePt t="133022" x="4965700" y="6381750"/>
          <p14:tracePt t="133039" x="5067300" y="6381750"/>
          <p14:tracePt t="133056" x="5086350" y="6381750"/>
          <p14:tracePt t="133073" x="5143500" y="6375400"/>
          <p14:tracePt t="133089" x="5175250" y="6375400"/>
          <p14:tracePt t="133106" x="5232400" y="6375400"/>
          <p14:tracePt t="133122" x="5257800" y="6375400"/>
          <p14:tracePt t="133139" x="5264150" y="6375400"/>
          <p14:tracePt t="133156" x="5295900" y="6375400"/>
          <p14:tracePt t="133172" x="5321300" y="6369050"/>
          <p14:tracePt t="133189" x="5327650" y="6369050"/>
          <p14:tracePt t="133206" x="5334000" y="6369050"/>
          <p14:tracePt t="133485" x="5340350" y="6362700"/>
          <p14:tracePt t="133982" x="5340350" y="6356350"/>
          <p14:tracePt t="134005" x="5353050" y="6350000"/>
          <p14:tracePt t="134014" x="5365750" y="6343650"/>
          <p14:tracePt t="134022" x="5378450" y="6330950"/>
          <p14:tracePt t="134039" x="5416550" y="6324600"/>
          <p14:tracePt t="134056" x="5435600" y="6311900"/>
          <p14:tracePt t="134073" x="5454650" y="6305550"/>
          <p14:tracePt t="134089" x="5492750" y="6292850"/>
          <p14:tracePt t="134122" x="5499100" y="6286500"/>
          <p14:tracePt t="134214" x="5511800" y="6286500"/>
          <p14:tracePt t="134358" x="5511800" y="6280150"/>
          <p14:tracePt t="134477" x="5518150" y="6280150"/>
          <p14:tracePt t="134509" x="5511800" y="6280150"/>
          <p14:tracePt t="135477" x="5530850" y="6280150"/>
          <p14:tracePt t="135485" x="5588000" y="6273800"/>
          <p14:tracePt t="135494" x="5664200" y="6261100"/>
          <p14:tracePt t="135505" x="5765800" y="6242050"/>
          <p14:tracePt t="135522" x="5994400" y="6197600"/>
          <p14:tracePt t="135539" x="6076950" y="6178550"/>
          <p14:tracePt t="135555" x="6203950" y="6159500"/>
          <p14:tracePt t="135573" x="6305550" y="6146800"/>
          <p14:tracePt t="135589" x="6451600" y="6115050"/>
          <p14:tracePt t="135605" x="6553200" y="6102350"/>
          <p14:tracePt t="135622" x="6711950" y="6076950"/>
          <p14:tracePt t="135639" x="6769100" y="6070600"/>
          <p14:tracePt t="135656" x="6813550" y="6064250"/>
          <p14:tracePt t="135672" x="6870700" y="6057900"/>
          <p14:tracePt t="135689" x="6946900" y="6051550"/>
          <p14:tracePt t="135706" x="6972300" y="6045200"/>
          <p14:tracePt t="135722" x="6991350" y="6045200"/>
          <p14:tracePt t="135726" x="6997700" y="6045200"/>
          <p14:tracePt t="135749" x="7010400" y="6045200"/>
          <p14:tracePt t="135766" x="7016750" y="6045200"/>
          <p14:tracePt t="135789" x="7023100" y="6038850"/>
          <p14:tracePt t="135805" x="7029450" y="6038850"/>
          <p14:tracePt t="135821" x="7029450" y="6032500"/>
          <p14:tracePt t="135838" x="7042150" y="6026150"/>
          <p14:tracePt t="135845" x="7042150" y="6019800"/>
          <p14:tracePt t="135855" x="7048500" y="6013450"/>
          <p14:tracePt t="135872" x="7054850" y="6007100"/>
          <p14:tracePt t="135889" x="7061200" y="6000750"/>
          <p14:tracePt t="135906" x="7067550" y="5994400"/>
          <p14:tracePt t="135922" x="7067550" y="5981700"/>
          <p14:tracePt t="136933" x="7073900" y="5975350"/>
          <p14:tracePt t="139165" x="7080250" y="5975350"/>
          <p14:tracePt t="139885" x="7080250" y="5981700"/>
          <p14:tracePt t="140445" x="7080250" y="5975350"/>
          <p14:tracePt t="140454" x="7061200" y="5930900"/>
          <p14:tracePt t="140462" x="7023100" y="5873750"/>
          <p14:tracePt t="140472" x="6946900" y="5803900"/>
          <p14:tracePt t="140489" x="6515100" y="5410200"/>
          <p14:tracePt t="140505" x="6134100" y="5099050"/>
          <p14:tracePt t="140522" x="5505450" y="4584700"/>
          <p14:tracePt t="140539" x="4495800" y="3708400"/>
          <p14:tracePt t="140555" x="3708400" y="2959100"/>
          <p14:tracePt t="140573" x="2343150" y="1803400"/>
          <p14:tracePt t="140589" x="1695450" y="1282700"/>
          <p14:tracePt t="140606" x="977900" y="831850"/>
          <p14:tracePt t="140622" x="107950" y="46355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smtClean="0"/>
          </a:p>
        </p:txBody>
      </p:sp>
      <p:sp>
        <p:nvSpPr>
          <p:cNvPr id="4403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smtClean="0"/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758825"/>
            <a:ext cx="8620125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 advTm="132885"/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838" x="82550" y="1282700"/>
          <p14:tracePt t="849" x="165100" y="1365250"/>
          <p14:tracePt t="861" x="298450" y="1524000"/>
          <p14:tracePt t="878" x="400050" y="1644650"/>
          <p14:tracePt t="895" x="698500" y="1987550"/>
          <p14:tracePt t="911" x="793750" y="2089150"/>
          <p14:tracePt t="928" x="977900" y="2292350"/>
          <p14:tracePt t="945" x="1073150" y="2368550"/>
          <p14:tracePt t="961" x="1098550" y="2406650"/>
          <p14:tracePt t="978" x="1270000" y="2514600"/>
          <p14:tracePt t="995" x="1358900" y="2540000"/>
          <p14:tracePt t="1011" x="1409700" y="2559050"/>
          <p14:tracePt t="1029" x="1511300" y="2584450"/>
          <p14:tracePt t="1045" x="1549400" y="2584450"/>
          <p14:tracePt t="1062" x="1651000" y="2571750"/>
          <p14:tracePt t="1078" x="1816100" y="2527300"/>
          <p14:tracePt t="1095" x="1905000" y="2501900"/>
          <p14:tracePt t="1112" x="1987550" y="2463800"/>
          <p14:tracePt t="1128" x="2057400" y="2419350"/>
          <p14:tracePt t="1145" x="2082800" y="2393950"/>
          <p14:tracePt t="1162" x="2108200" y="2368550"/>
          <p14:tracePt t="1178" x="2159000" y="2324100"/>
          <p14:tracePt t="1195" x="2178050" y="2298700"/>
          <p14:tracePt t="1211" x="2190750" y="2279650"/>
          <p14:tracePt t="1228" x="2197100" y="2260600"/>
          <p14:tracePt t="1318" x="2197100" y="2247900"/>
          <p14:tracePt t="1373" x="2203450" y="2247900"/>
          <p14:tracePt t="1382" x="2216150" y="2247900"/>
          <p14:tracePt t="1395" x="2241550" y="2247900"/>
          <p14:tracePt t="1412" x="2279650" y="2247900"/>
          <p14:tracePt t="1429" x="2336800" y="2235200"/>
          <p14:tracePt t="1445" x="2387600" y="2235200"/>
          <p14:tracePt t="1462" x="2406650" y="2235200"/>
          <p14:tracePt t="1478" x="2470150" y="2235200"/>
          <p14:tracePt t="1495" x="2622550" y="2235200"/>
          <p14:tracePt t="1512" x="2749550" y="2235200"/>
          <p14:tracePt t="1528" x="3016250" y="2247900"/>
          <p14:tracePt t="1545" x="3086100" y="2247900"/>
          <p14:tracePt t="1562" x="3295650" y="2260600"/>
          <p14:tracePt t="1578" x="3454400" y="2254250"/>
          <p14:tracePt t="1581" x="3670300" y="2247900"/>
          <p14:tracePt t="1595" x="3759200" y="2241550"/>
          <p14:tracePt t="1612" x="3930650" y="2209800"/>
          <p14:tracePt t="1628" x="4222750" y="2120900"/>
          <p14:tracePt t="1645" x="4337050" y="2063750"/>
          <p14:tracePt t="1661" x="4464050" y="1987550"/>
          <p14:tracePt t="1678" x="4692650" y="1809750"/>
          <p14:tracePt t="1695" x="4762500" y="1739900"/>
          <p14:tracePt t="1712" x="4838700" y="1663700"/>
          <p14:tracePt t="1728" x="4864100" y="1631950"/>
          <p14:tracePt t="1745" x="4883150" y="1593850"/>
          <p14:tracePt t="1762" x="4883150" y="1587500"/>
          <p14:tracePt t="2005" x="4876800" y="1574800"/>
          <p14:tracePt t="2029" x="4876800" y="1543050"/>
          <p14:tracePt t="2037" x="4870450" y="1524000"/>
          <p14:tracePt t="2045" x="4870450" y="1498600"/>
          <p14:tracePt t="2061" x="4895850" y="1422400"/>
          <p14:tracePt t="2078" x="4927600" y="1320800"/>
          <p14:tracePt t="2095" x="4991100" y="1244600"/>
          <p14:tracePt t="2111" x="5003800" y="1225550"/>
          <p14:tracePt t="2128" x="5073650" y="1149350"/>
          <p14:tracePt t="2145" x="5111750" y="1104900"/>
          <p14:tracePt t="2161" x="5149850" y="1079500"/>
          <p14:tracePt t="2178" x="5200650" y="1047750"/>
          <p14:tracePt t="2195" x="5219700" y="1035050"/>
          <p14:tracePt t="2212" x="5270500" y="1009650"/>
          <p14:tracePt t="2229" x="5327650" y="1003300"/>
          <p14:tracePt t="2245" x="5397500" y="996950"/>
          <p14:tracePt t="2262" x="5422900" y="996950"/>
          <p14:tracePt t="2278" x="5467350" y="1003300"/>
          <p14:tracePt t="2295" x="5524500" y="1028700"/>
          <p14:tracePt t="2312" x="5556250" y="1041400"/>
          <p14:tracePt t="2345" x="5543550" y="1041400"/>
          <p14:tracePt t="2361" x="5505450" y="1041400"/>
          <p14:tracePt t="2378" x="5264150" y="965200"/>
          <p14:tracePt t="2395" x="4495800" y="793750"/>
          <p14:tracePt t="2411" x="4025900" y="717550"/>
          <p14:tracePt t="2429" x="3524250" y="666750"/>
          <p14:tracePt t="2445" x="3181350" y="654050"/>
          <p14:tracePt t="2461" x="3028950" y="673100"/>
          <p14:tracePt t="2478" x="2952750" y="679450"/>
          <p14:tracePt t="2495" x="2863850" y="698500"/>
          <p14:tracePt t="2511" x="2825750" y="704850"/>
          <p14:tracePt t="2528" x="2806700" y="717550"/>
          <p14:tracePt t="2545" x="2743200" y="736600"/>
          <p14:tracePt t="2561" x="2679700" y="755650"/>
          <p14:tracePt t="2578" x="2565400" y="774700"/>
          <p14:tracePt t="2580" x="2540000" y="781050"/>
          <p14:tracePt t="2595" x="2508250" y="781050"/>
          <p14:tracePt t="2611" x="2489200" y="787400"/>
          <p14:tracePt t="2628" x="2374900" y="806450"/>
          <p14:tracePt t="2645" x="2286000" y="825500"/>
          <p14:tracePt t="2661" x="2159000" y="850900"/>
          <p14:tracePt t="2678" x="2120900" y="857250"/>
          <p14:tracePt t="2695" x="2082800" y="876300"/>
          <p14:tracePt t="2712" x="2051050" y="882650"/>
          <p14:tracePt t="2728" x="2038350" y="889000"/>
          <p14:tracePt t="2745" x="2019300" y="901700"/>
          <p14:tracePt t="2762" x="2000250" y="901700"/>
          <p14:tracePt t="2778" x="1974850" y="908050"/>
          <p14:tracePt t="2795" x="1924050" y="908050"/>
          <p14:tracePt t="2811" x="1828800" y="901700"/>
          <p14:tracePt t="2828" x="1771650" y="901700"/>
          <p14:tracePt t="2845" x="1733550" y="895350"/>
          <p14:tracePt t="2862" x="1708150" y="895350"/>
          <p14:tracePt t="2925" x="1701800" y="895350"/>
          <p14:tracePt t="2933" x="1695450" y="901700"/>
          <p14:tracePt t="2957" x="1689100" y="927100"/>
          <p14:tracePt t="2965" x="1682750" y="939800"/>
          <p14:tracePt t="2978" x="1682750" y="946150"/>
          <p14:tracePt t="2995" x="1682750" y="977900"/>
          <p14:tracePt t="3011" x="1701800" y="1035050"/>
          <p14:tracePt t="3028" x="1701800" y="1041400"/>
          <p14:tracePt t="3045" x="1708150" y="1098550"/>
          <p14:tracePt t="3061" x="1733550" y="1155700"/>
          <p14:tracePt t="3078" x="1784350" y="1193800"/>
          <p14:tracePt t="3095" x="1885950" y="1244600"/>
          <p14:tracePt t="3112" x="1892300" y="1257300"/>
          <p14:tracePt t="3128" x="1968500" y="1276350"/>
          <p14:tracePt t="3145" x="2095500" y="1320800"/>
          <p14:tracePt t="3161" x="2171700" y="1333500"/>
          <p14:tracePt t="3179" x="2260600" y="1339850"/>
          <p14:tracePt t="3195" x="2419350" y="1339850"/>
          <p14:tracePt t="3212" x="2457450" y="1333500"/>
          <p14:tracePt t="3229" x="2565400" y="1314450"/>
          <p14:tracePt t="3245" x="2863850" y="1263650"/>
          <p14:tracePt t="3261" x="2978150" y="1250950"/>
          <p14:tracePt t="3278" x="3073400" y="1244600"/>
          <p14:tracePt t="3295" x="3225800" y="1238250"/>
          <p14:tracePt t="3312" x="3371850" y="1238250"/>
          <p14:tracePt t="3328" x="3498850" y="1231900"/>
          <p14:tracePt t="3345" x="3790950" y="1231900"/>
          <p14:tracePt t="3362" x="4025900" y="1212850"/>
          <p14:tracePt t="3378" x="4114800" y="1212850"/>
          <p14:tracePt t="3395" x="4362450" y="1212850"/>
          <p14:tracePt t="3412" x="4914900" y="1212850"/>
          <p14:tracePt t="3429" x="5099050" y="1212850"/>
          <p14:tracePt t="3445" x="5397500" y="1212850"/>
          <p14:tracePt t="3462" x="5441950" y="1212850"/>
          <p14:tracePt t="3478" x="5530850" y="1200150"/>
          <p14:tracePt t="3495" x="5607050" y="1193800"/>
          <p14:tracePt t="3512" x="5676900" y="1187450"/>
          <p14:tracePt t="3528" x="5727700" y="1174750"/>
          <p14:tracePt t="3545" x="5784850" y="1155700"/>
          <p14:tracePt t="3562" x="5861050" y="1143000"/>
          <p14:tracePt t="3578" x="5962650" y="1123950"/>
          <p14:tracePt t="3581" x="5994400" y="1111250"/>
          <p14:tracePt t="3595" x="6038850" y="1098550"/>
          <p14:tracePt t="3611" x="6127750" y="1079500"/>
          <p14:tracePt t="3628" x="6184900" y="1079500"/>
          <p14:tracePt t="3645" x="6261100" y="1066800"/>
          <p14:tracePt t="3661" x="6394450" y="1054100"/>
          <p14:tracePt t="3678" x="6489700" y="1041400"/>
          <p14:tracePt t="3695" x="6584950" y="1028700"/>
          <p14:tracePt t="3711" x="6661150" y="1009650"/>
          <p14:tracePt t="3728" x="6667500" y="996950"/>
          <p14:tracePt t="3762" x="6673850" y="990600"/>
          <p14:tracePt t="3798" x="6686550" y="984250"/>
          <p14:tracePt t="3845" x="6686550" y="977900"/>
          <p14:tracePt t="3861" x="6680200" y="965200"/>
          <p14:tracePt t="3869" x="6673850" y="965200"/>
          <p14:tracePt t="3878" x="6661150" y="952500"/>
          <p14:tracePt t="3895" x="6654800" y="939800"/>
          <p14:tracePt t="3911" x="6559550" y="895350"/>
          <p14:tracePt t="3928" x="6483350" y="857250"/>
          <p14:tracePt t="3945" x="6362700" y="825500"/>
          <p14:tracePt t="3962" x="6076950" y="762000"/>
          <p14:tracePt t="3978" x="5962650" y="749300"/>
          <p14:tracePt t="3995" x="5880100" y="742950"/>
          <p14:tracePt t="4012" x="5524500" y="730250"/>
          <p14:tracePt t="4028" x="5486400" y="730250"/>
          <p14:tracePt t="4045" x="5353050" y="717550"/>
          <p14:tracePt t="4062" x="5346700" y="717550"/>
          <p14:tracePt t="4078" x="5327650" y="730250"/>
          <p14:tracePt t="4102" x="5327650" y="742950"/>
          <p14:tracePt t="4111" x="5321300" y="749300"/>
          <p14:tracePt t="4128" x="5314950" y="762000"/>
          <p14:tracePt t="4145" x="5314950" y="781050"/>
          <p14:tracePt t="4161" x="5308600" y="800100"/>
          <p14:tracePt t="4179" x="5308600" y="825500"/>
          <p14:tracePt t="4195" x="5314950" y="844550"/>
          <p14:tracePt t="4212" x="5334000" y="857250"/>
          <p14:tracePt t="4228" x="5359400" y="895350"/>
          <p14:tracePt t="4245" x="5397500" y="939800"/>
          <p14:tracePt t="4262" x="5480050" y="996950"/>
          <p14:tracePt t="4278" x="5543550" y="1028700"/>
          <p14:tracePt t="4295" x="5613400" y="1066800"/>
          <p14:tracePt t="4311" x="5746750" y="1111250"/>
          <p14:tracePt t="4328" x="5829300" y="1136650"/>
          <p14:tracePt t="4345" x="5861050" y="1149350"/>
          <p14:tracePt t="4362" x="6019800" y="1155700"/>
          <p14:tracePt t="4378" x="6115050" y="1162050"/>
          <p14:tracePt t="4395" x="6203950" y="1162050"/>
          <p14:tracePt t="4412" x="6369050" y="1162050"/>
          <p14:tracePt t="4428" x="6489700" y="1149350"/>
          <p14:tracePt t="4445" x="6584950" y="1136650"/>
          <p14:tracePt t="4461" x="6692900" y="1117600"/>
          <p14:tracePt t="4478" x="6731000" y="1111250"/>
          <p14:tracePt t="4495" x="6762750" y="1104900"/>
          <p14:tracePt t="4511" x="6781800" y="1098550"/>
          <p14:tracePt t="4528" x="6794500" y="1092200"/>
          <p14:tracePt t="4545" x="6807200" y="1079500"/>
          <p14:tracePt t="4561" x="6845300" y="1028700"/>
          <p14:tracePt t="4578" x="6845300" y="1009650"/>
          <p14:tracePt t="4582" x="6864350" y="977900"/>
          <p14:tracePt t="4595" x="6864350" y="971550"/>
          <p14:tracePt t="4612" x="6845300" y="927100"/>
          <p14:tracePt t="4629" x="6819900" y="876300"/>
          <p14:tracePt t="4645" x="6731000" y="806450"/>
          <p14:tracePt t="4661" x="6578600" y="723900"/>
          <p14:tracePt t="4678" x="6477000" y="692150"/>
          <p14:tracePt t="4695" x="6432550" y="679450"/>
          <p14:tracePt t="4712" x="6223000" y="641350"/>
          <p14:tracePt t="4728" x="6121400" y="628650"/>
          <p14:tracePt t="4745" x="5918200" y="622300"/>
          <p14:tracePt t="4762" x="5816600" y="622300"/>
          <p14:tracePt t="4778" x="5721350" y="622300"/>
          <p14:tracePt t="4795" x="5670550" y="622300"/>
          <p14:tracePt t="4811" x="5492750" y="641350"/>
          <p14:tracePt t="4828" x="5403850" y="666750"/>
          <p14:tracePt t="4845" x="5283200" y="711200"/>
          <p14:tracePt t="4862" x="5226050" y="749300"/>
          <p14:tracePt t="4878" x="5181600" y="787400"/>
          <p14:tracePt t="4895" x="5168900" y="806450"/>
          <p14:tracePt t="4912" x="5162550" y="825500"/>
          <p14:tracePt t="4928" x="5156200" y="831850"/>
          <p14:tracePt t="4945" x="5156200" y="838200"/>
          <p14:tracePt t="4962" x="5156200" y="844550"/>
          <p14:tracePt t="4978" x="5149850" y="857250"/>
          <p14:tracePt t="5012" x="5156200" y="863600"/>
          <p14:tracePt t="5028" x="5162550" y="869950"/>
          <p14:tracePt t="5045" x="5194300" y="901700"/>
          <p14:tracePt t="5061" x="5289550" y="939800"/>
          <p14:tracePt t="5078" x="5340350" y="952500"/>
          <p14:tracePt t="5095" x="5448300" y="990600"/>
          <p14:tracePt t="5111" x="5518150" y="1016000"/>
          <p14:tracePt t="5128" x="5613400" y="1028700"/>
          <p14:tracePt t="5145" x="5753100" y="1041400"/>
          <p14:tracePt t="5161" x="5829300" y="1041400"/>
          <p14:tracePt t="5178" x="5861050" y="1041400"/>
          <p14:tracePt t="5195" x="5949950" y="1054100"/>
          <p14:tracePt t="5212" x="5994400" y="1054100"/>
          <p14:tracePt t="5228" x="6013450" y="1054100"/>
          <p14:tracePt t="5262" x="6013450" y="1047750"/>
          <p14:tracePt t="5278" x="6007100" y="1035050"/>
          <p14:tracePt t="5295" x="5899150" y="965200"/>
          <p14:tracePt t="5312" x="5842000" y="933450"/>
          <p14:tracePt t="5328" x="5683250" y="901700"/>
          <p14:tracePt t="5345" x="5543550" y="882650"/>
          <p14:tracePt t="5361" x="5124450" y="857250"/>
          <p14:tracePt t="5378" x="4914900" y="857250"/>
          <p14:tracePt t="5395" x="4813300" y="857250"/>
          <p14:tracePt t="5411" x="4489450" y="863600"/>
          <p14:tracePt t="5429" x="4362450" y="876300"/>
          <p14:tracePt t="5445" x="4197350" y="901700"/>
          <p14:tracePt t="5462" x="4171950" y="901700"/>
          <p14:tracePt t="5478" x="4140200" y="914400"/>
          <p14:tracePt t="5495" x="4114800" y="920750"/>
          <p14:tracePt t="5512" x="4076700" y="927100"/>
          <p14:tracePt t="5528" x="4025900" y="933450"/>
          <p14:tracePt t="5545" x="3905250" y="946150"/>
          <p14:tracePt t="5561" x="3892550" y="946150"/>
          <p14:tracePt t="5578" x="3829050" y="958850"/>
          <p14:tracePt t="5581" x="3708400" y="965200"/>
          <p14:tracePt t="5595" x="3676650" y="965200"/>
          <p14:tracePt t="5611" x="3606800" y="965200"/>
          <p14:tracePt t="5628" x="3511550" y="965200"/>
          <p14:tracePt t="5645" x="3435350" y="965200"/>
          <p14:tracePt t="5661" x="3352800" y="965200"/>
          <p14:tracePt t="5678" x="3244850" y="939800"/>
          <p14:tracePt t="5695" x="3155950" y="939800"/>
          <p14:tracePt t="5712" x="3048000" y="920750"/>
          <p14:tracePt t="5728" x="2914650" y="901700"/>
          <p14:tracePt t="5745" x="2863850" y="895350"/>
          <p14:tracePt t="5762" x="2806700" y="882650"/>
          <p14:tracePt t="5778" x="2705100" y="869950"/>
          <p14:tracePt t="5795" x="2635250" y="857250"/>
          <p14:tracePt t="5812" x="2584450" y="844550"/>
          <p14:tracePt t="5829" x="2520950" y="838200"/>
          <p14:tracePt t="5845" x="2432050" y="831850"/>
          <p14:tracePt t="5862" x="2362200" y="819150"/>
          <p14:tracePt t="5878" x="2266950" y="806450"/>
          <p14:tracePt t="5895" x="2222500" y="800100"/>
          <p14:tracePt t="5912" x="2197100" y="793750"/>
          <p14:tracePt t="5929" x="2095500" y="774700"/>
          <p14:tracePt t="5945" x="2032000" y="774700"/>
          <p14:tracePt t="5962" x="1962150" y="768350"/>
          <p14:tracePt t="5978" x="1860550" y="768350"/>
          <p14:tracePt t="5995" x="1809750" y="774700"/>
          <p14:tracePt t="6011" x="1778000" y="781050"/>
          <p14:tracePt t="6028" x="1727200" y="800100"/>
          <p14:tracePt t="6045" x="1695450" y="806450"/>
          <p14:tracePt t="6062" x="1689100" y="812800"/>
          <p14:tracePt t="6102" x="1682750" y="825500"/>
          <p14:tracePt t="6125" x="1676400" y="831850"/>
          <p14:tracePt t="6150" x="1670050" y="838200"/>
          <p14:tracePt t="6166" x="1670050" y="844550"/>
          <p14:tracePt t="6189" x="1670050" y="857250"/>
          <p14:tracePt t="6205" x="1657350" y="869950"/>
          <p14:tracePt t="6213" x="1657350" y="876300"/>
          <p14:tracePt t="6229" x="1657350" y="882650"/>
          <p14:tracePt t="6237" x="1657350" y="889000"/>
          <p14:tracePt t="6245" x="1657350" y="895350"/>
          <p14:tracePt t="6262" x="1651000" y="908050"/>
          <p14:tracePt t="6285" x="1644650" y="914400"/>
          <p14:tracePt t="6301" x="1644650" y="920750"/>
          <p14:tracePt t="6381" x="1651000" y="920750"/>
          <p14:tracePt t="6398" x="1663700" y="920750"/>
          <p14:tracePt t="6414" x="1663700" y="914400"/>
          <p14:tracePt t="6421" x="1676400" y="914400"/>
          <p14:tracePt t="6437" x="1682750" y="914400"/>
          <p14:tracePt t="6446" x="1689100" y="914400"/>
          <p14:tracePt t="6462" x="1714500" y="901700"/>
          <p14:tracePt t="6478" x="1727200" y="901700"/>
          <p14:tracePt t="6495" x="1765300" y="895350"/>
          <p14:tracePt t="6511" x="1771650" y="895350"/>
          <p14:tracePt t="6528" x="1797050" y="895350"/>
          <p14:tracePt t="6545" x="1835150" y="895350"/>
          <p14:tracePt t="6561" x="1854200" y="895350"/>
          <p14:tracePt t="6578" x="1885950" y="895350"/>
          <p14:tracePt t="6580" x="1936750" y="895350"/>
          <p14:tracePt t="6595" x="1981200" y="895350"/>
          <p14:tracePt t="6611" x="2012950" y="895350"/>
          <p14:tracePt t="6628" x="2070100" y="895350"/>
          <p14:tracePt t="6645" x="2197100" y="895350"/>
          <p14:tracePt t="6661" x="2260600" y="895350"/>
          <p14:tracePt t="6678" x="2305050" y="901700"/>
          <p14:tracePt t="6695" x="2324100" y="901700"/>
          <p14:tracePt t="6712" x="2381250" y="908050"/>
          <p14:tracePt t="6728" x="2400300" y="914400"/>
          <p14:tracePt t="6745" x="2406650" y="920750"/>
          <p14:tracePt t="6761" x="2406650" y="927100"/>
          <p14:tracePt t="6778" x="2406650" y="933450"/>
          <p14:tracePt t="6795" x="2413000" y="946150"/>
          <p14:tracePt t="6812" x="2406650" y="977900"/>
          <p14:tracePt t="6829" x="2336800" y="1054100"/>
          <p14:tracePt t="6845" x="2273300" y="1111250"/>
          <p14:tracePt t="6861" x="2222500" y="1174750"/>
          <p14:tracePt t="6878" x="2178050" y="1225550"/>
          <p14:tracePt t="6895" x="2165350" y="1231900"/>
          <p14:tracePt t="6911" x="2159000" y="1257300"/>
          <p14:tracePt t="7118" x="2159000" y="1263650"/>
          <p14:tracePt t="7125" x="2165350" y="1270000"/>
          <p14:tracePt t="7134" x="2184400" y="1270000"/>
          <p14:tracePt t="7145" x="2190750" y="1270000"/>
          <p14:tracePt t="7161" x="2216150" y="1270000"/>
          <p14:tracePt t="7179" x="2260600" y="1282700"/>
          <p14:tracePt t="7195" x="2286000" y="1289050"/>
          <p14:tracePt t="7212" x="2317750" y="1295400"/>
          <p14:tracePt t="7228" x="2330450" y="1295400"/>
          <p14:tracePt t="7245" x="2400300" y="1295400"/>
          <p14:tracePt t="7261" x="2413000" y="1301750"/>
          <p14:tracePt t="7278" x="2476500" y="1301750"/>
          <p14:tracePt t="7295" x="2571750" y="1301750"/>
          <p14:tracePt t="7312" x="2813050" y="1301750"/>
          <p14:tracePt t="7328" x="2971800" y="1301750"/>
          <p14:tracePt t="7345" x="3098800" y="1314450"/>
          <p14:tracePt t="7362" x="3232150" y="1327150"/>
          <p14:tracePt t="7378" x="3352800" y="1333500"/>
          <p14:tracePt t="7395" x="3422650" y="1346200"/>
          <p14:tracePt t="7412" x="3575050" y="1377950"/>
          <p14:tracePt t="7429" x="3632200" y="1384300"/>
          <p14:tracePt t="7445" x="3746500" y="1403350"/>
          <p14:tracePt t="7462" x="3822700" y="1403350"/>
          <p14:tracePt t="7479" x="3886200" y="1416050"/>
          <p14:tracePt t="7495" x="3930650" y="1416050"/>
          <p14:tracePt t="7512" x="3968750" y="1416050"/>
          <p14:tracePt t="7528" x="3987800" y="1416050"/>
          <p14:tracePt t="7545" x="3994150" y="1416050"/>
          <p14:tracePt t="7561" x="4038600" y="1416050"/>
          <p14:tracePt t="7578" x="4044950" y="1416050"/>
          <p14:tracePt t="7791" x="4051300" y="1409700"/>
          <p14:tracePt t="7798" x="4070350" y="1397000"/>
          <p14:tracePt t="7805" x="4070350" y="1390650"/>
          <p14:tracePt t="7821" x="4076700" y="1384300"/>
          <p14:tracePt t="7837" x="4064000" y="1384300"/>
          <p14:tracePt t="7845" x="4064000" y="1371600"/>
          <p14:tracePt t="7861" x="4070350" y="1358900"/>
          <p14:tracePt t="7878" x="4070350" y="1346200"/>
          <p14:tracePt t="7895" x="4070350" y="1333500"/>
          <p14:tracePt t="7928" x="4064000" y="1327150"/>
          <p14:tracePt t="7945" x="4057650" y="1327150"/>
          <p14:tracePt t="7962" x="4032250" y="1320800"/>
          <p14:tracePt t="7978" x="3981450" y="1308100"/>
          <p14:tracePt t="7995" x="3867150" y="1301750"/>
          <p14:tracePt t="8012" x="3746500" y="1301750"/>
          <p14:tracePt t="8028" x="3479800" y="1301750"/>
          <p14:tracePt t="8045" x="3346450" y="1289050"/>
          <p14:tracePt t="8061" x="3168650" y="1263650"/>
          <p14:tracePt t="8078" x="2876550" y="1212850"/>
          <p14:tracePt t="8095" x="2755900" y="1193800"/>
          <p14:tracePt t="8112" x="2628900" y="1155700"/>
          <p14:tracePt t="8128" x="2603500" y="1136650"/>
          <p14:tracePt t="8145" x="2546350" y="1130300"/>
          <p14:tracePt t="8162" x="2495550" y="1098550"/>
          <p14:tracePt t="8178" x="2463800" y="1098550"/>
          <p14:tracePt t="8195" x="2425700" y="1085850"/>
          <p14:tracePt t="8212" x="2393950" y="1085850"/>
          <p14:tracePt t="8228" x="2355850" y="1073150"/>
          <p14:tracePt t="8245" x="2298700" y="1060450"/>
          <p14:tracePt t="8262" x="2279650" y="1054100"/>
          <p14:tracePt t="8278" x="2247900" y="1054100"/>
          <p14:tracePt t="8295" x="2228850" y="1054100"/>
          <p14:tracePt t="8312" x="2203450" y="1054100"/>
          <p14:tracePt t="8328" x="2184400" y="1054100"/>
          <p14:tracePt t="8345" x="2159000" y="1047750"/>
          <p14:tracePt t="8362" x="2152650" y="1035050"/>
          <p14:tracePt t="8395" x="2146300" y="1028700"/>
          <p14:tracePt t="8573" x="2146300" y="1022350"/>
          <p14:tracePt t="8629" x="2146300" y="1016000"/>
          <p14:tracePt t="8637" x="2139950" y="1016000"/>
          <p14:tracePt t="8645" x="2139950" y="1009650"/>
          <p14:tracePt t="8997" x="2139950" y="1016000"/>
          <p14:tracePt t="9005" x="2139950" y="1022350"/>
          <p14:tracePt t="9061" x="2139950" y="1028700"/>
          <p14:tracePt t="9765" x="2139950" y="1041400"/>
          <p14:tracePt t="9797" x="2146300" y="1047750"/>
          <p14:tracePt t="9829" x="2146300" y="1054100"/>
          <p14:tracePt t="9853" x="2146300" y="1060450"/>
          <p14:tracePt t="9949" x="2146300" y="1073150"/>
          <p14:tracePt t="9965" x="2152650" y="1073150"/>
          <p14:tracePt t="10182" x="2165350" y="1079500"/>
          <p14:tracePt t="10205" x="2171700" y="1079500"/>
          <p14:tracePt t="10213" x="2178050" y="1085850"/>
          <p14:tracePt t="10221" x="2190750" y="1092200"/>
          <p14:tracePt t="10230" x="2222500" y="1098550"/>
          <p14:tracePt t="10245" x="2254250" y="1104900"/>
          <p14:tracePt t="10261" x="2298700" y="1117600"/>
          <p14:tracePt t="10278" x="2438400" y="1136650"/>
          <p14:tracePt t="10295" x="2476500" y="1143000"/>
          <p14:tracePt t="10311" x="2571750" y="1155700"/>
          <p14:tracePt t="10328" x="2717800" y="1174750"/>
          <p14:tracePt t="10345" x="2794000" y="1187450"/>
          <p14:tracePt t="10361" x="2838450" y="1193800"/>
          <p14:tracePt t="10378" x="2921000" y="1206500"/>
          <p14:tracePt t="10395" x="2978150" y="1206500"/>
          <p14:tracePt t="10411" x="3035300" y="1212850"/>
          <p14:tracePt t="10429" x="3098800" y="1219200"/>
          <p14:tracePt t="10445" x="3225800" y="1231900"/>
          <p14:tracePt t="10461" x="3251200" y="1231900"/>
          <p14:tracePt t="10478" x="3257550" y="1231900"/>
          <p14:tracePt t="10495" x="3289300" y="1231900"/>
          <p14:tracePt t="10581" x="3302000" y="1238250"/>
          <p14:tracePt t="10637" x="3308350" y="1238250"/>
          <p14:tracePt t="10653" x="3340100" y="1238250"/>
          <p14:tracePt t="10661" x="3359150" y="1238250"/>
          <p14:tracePt t="10670" x="3378200" y="1238250"/>
          <p14:tracePt t="10678" x="3422650" y="1225550"/>
          <p14:tracePt t="10695" x="3486150" y="1206500"/>
          <p14:tracePt t="10712" x="3752850" y="1111250"/>
          <p14:tracePt t="10728" x="3879850" y="1054100"/>
          <p14:tracePt t="10745" x="3987800" y="1003300"/>
          <p14:tracePt t="10761" x="4051300" y="965200"/>
          <p14:tracePt t="10778" x="4051300" y="958850"/>
          <p14:tracePt t="10795" x="4076700" y="946150"/>
          <p14:tracePt t="10828" x="4083050" y="939800"/>
          <p14:tracePt t="10845" x="4102100" y="939800"/>
          <p14:tracePt t="10861" x="4127500" y="939800"/>
          <p14:tracePt t="10895" x="4146550" y="939800"/>
          <p14:tracePt t="10911" x="4197350" y="939800"/>
          <p14:tracePt t="10928" x="4273550" y="933450"/>
          <p14:tracePt t="10945" x="4337050" y="933450"/>
          <p14:tracePt t="10962" x="4394200" y="933450"/>
          <p14:tracePt t="10978" x="4508500" y="901700"/>
          <p14:tracePt t="10995" x="4521200" y="901700"/>
          <p14:tracePt t="11011" x="4533900" y="895350"/>
          <p14:tracePt t="11205" x="4533900" y="889000"/>
          <p14:tracePt t="11214" x="4527550" y="889000"/>
          <p14:tracePt t="11221" x="4508500" y="889000"/>
          <p14:tracePt t="11230" x="4495800" y="889000"/>
          <p14:tracePt t="11246" x="4476750" y="889000"/>
          <p14:tracePt t="11262" x="4387850" y="889000"/>
          <p14:tracePt t="11278" x="4286250" y="901700"/>
          <p14:tracePt t="11295" x="4222750" y="901700"/>
          <p14:tracePt t="11311" x="4140200" y="901700"/>
          <p14:tracePt t="11328" x="4121150" y="901700"/>
          <p14:tracePt t="11345" x="4095750" y="908050"/>
          <p14:tracePt t="11361" x="4083050" y="908050"/>
          <p14:tracePt t="11378" x="4076700" y="908050"/>
          <p14:tracePt t="11469" x="4025900" y="908050"/>
          <p14:tracePt t="11478" x="3968750" y="914400"/>
          <p14:tracePt t="11485" x="3905250" y="920750"/>
          <p14:tracePt t="11495" x="3848100" y="920750"/>
          <p14:tracePt t="11512" x="3740150" y="933450"/>
          <p14:tracePt t="11528" x="3302000" y="952500"/>
          <p14:tracePt t="11545" x="3136900" y="952500"/>
          <p14:tracePt t="11561" x="2825750" y="952500"/>
          <p14:tracePt t="11578" x="2724150" y="952500"/>
          <p14:tracePt t="11581" x="2705100" y="952500"/>
          <p14:tracePt t="11595" x="2667000" y="958850"/>
          <p14:tracePt t="11611" x="2622550" y="958850"/>
          <p14:tracePt t="11628" x="2559050" y="958850"/>
          <p14:tracePt t="11645" x="2489200" y="958850"/>
          <p14:tracePt t="11661" x="2381250" y="958850"/>
          <p14:tracePt t="11678" x="2368550" y="958850"/>
          <p14:tracePt t="11695" x="2305050" y="958850"/>
          <p14:tracePt t="11711" x="2216150" y="958850"/>
          <p14:tracePt t="11728" x="2171700" y="958850"/>
          <p14:tracePt t="11745" x="2152650" y="958850"/>
          <p14:tracePt t="11762" x="2139950" y="965200"/>
          <p14:tracePt t="11778" x="2133600" y="971550"/>
          <p14:tracePt t="11795" x="2127250" y="971550"/>
          <p14:tracePt t="12046" x="2133600" y="971550"/>
          <p14:tracePt t="12054" x="2139950" y="971550"/>
          <p14:tracePt t="12061" x="2152650" y="971550"/>
          <p14:tracePt t="12078" x="2178050" y="971550"/>
          <p14:tracePt t="12095" x="2279650" y="965200"/>
          <p14:tracePt t="12111" x="2343150" y="965200"/>
          <p14:tracePt t="12128" x="2387600" y="965200"/>
          <p14:tracePt t="12145" x="2495550" y="965200"/>
          <p14:tracePt t="12161" x="2673350" y="965200"/>
          <p14:tracePt t="12178" x="2832100" y="952500"/>
          <p14:tracePt t="12195" x="2978150" y="946150"/>
          <p14:tracePt t="12212" x="3092450" y="939800"/>
          <p14:tracePt t="12228" x="3187700" y="933450"/>
          <p14:tracePt t="12245" x="3276600" y="920750"/>
          <p14:tracePt t="12261" x="3333750" y="914400"/>
          <p14:tracePt t="12278" x="3359150" y="914400"/>
          <p14:tracePt t="12295" x="3365500" y="914400"/>
          <p14:tracePt t="12311" x="3422650" y="901700"/>
          <p14:tracePt t="12328" x="3454400" y="901700"/>
          <p14:tracePt t="12345" x="3486150" y="901700"/>
          <p14:tracePt t="12361" x="3543300" y="895350"/>
          <p14:tracePt t="12378" x="3594100" y="895350"/>
          <p14:tracePt t="12395" x="3600450" y="895350"/>
          <p14:tracePt t="12411" x="3651250" y="895350"/>
          <p14:tracePt t="12429" x="3752850" y="895350"/>
          <p14:tracePt t="12445" x="3829050" y="889000"/>
          <p14:tracePt t="12462" x="3892550" y="895350"/>
          <p14:tracePt t="12478" x="3898900" y="895350"/>
          <p14:tracePt t="12495" x="3924300" y="901700"/>
          <p14:tracePt t="12512" x="3930650" y="901700"/>
          <p14:tracePt t="12528" x="3949700" y="914400"/>
          <p14:tracePt t="12545" x="3956050" y="914400"/>
          <p14:tracePt t="12561" x="3975100" y="927100"/>
          <p14:tracePt t="12594" x="3987800" y="933450"/>
          <p14:tracePt t="12628" x="4000500" y="939800"/>
          <p14:tracePt t="12645" x="4000500" y="946150"/>
          <p14:tracePt t="12661" x="4025900" y="952500"/>
          <p14:tracePt t="12695" x="4038600" y="952500"/>
          <p14:tracePt t="12712" x="4051300" y="958850"/>
          <p14:tracePt t="12728" x="4051300" y="965200"/>
          <p14:tracePt t="12745" x="4064000" y="965200"/>
          <p14:tracePt t="12761" x="4076700" y="971550"/>
          <p14:tracePt t="12778" x="4083050" y="971550"/>
          <p14:tracePt t="12795" x="4114800" y="971550"/>
          <p14:tracePt t="12811" x="4121150" y="971550"/>
          <p14:tracePt t="12828" x="4146550" y="984250"/>
          <p14:tracePt t="12845" x="4171950" y="996950"/>
          <p14:tracePt t="12861" x="4216400" y="1009650"/>
          <p14:tracePt t="12878" x="4241800" y="1028700"/>
          <p14:tracePt t="12895" x="4248150" y="1035050"/>
          <p14:tracePt t="12912" x="4273550" y="1066800"/>
          <p14:tracePt t="12929" x="4286250" y="1079500"/>
          <p14:tracePt t="12945" x="4305300" y="1117600"/>
          <p14:tracePt t="12962" x="4324350" y="1162050"/>
          <p14:tracePt t="12978" x="4324350" y="1174750"/>
          <p14:tracePt t="12995" x="4324350" y="1193800"/>
          <p14:tracePt t="13012" x="4324350" y="1212850"/>
          <p14:tracePt t="13028" x="4337050" y="1219200"/>
          <p14:tracePt t="13045" x="4305300" y="1263650"/>
          <p14:tracePt t="13061" x="4298950" y="1276350"/>
          <p14:tracePt t="13078" x="4260850" y="1301750"/>
          <p14:tracePt t="13095" x="4254500" y="1301750"/>
          <p14:tracePt t="13742" x="4254500" y="1320800"/>
          <p14:tracePt t="13757" x="4260850" y="1320800"/>
          <p14:tracePt t="13766" x="4267200" y="1333500"/>
          <p14:tracePt t="13778" x="4273550" y="1333500"/>
          <p14:tracePt t="13795" x="4286250" y="1346200"/>
          <p14:tracePt t="13811" x="4305300" y="1358900"/>
          <p14:tracePt t="13828" x="4318000" y="1371600"/>
          <p14:tracePt t="13845" x="4349750" y="1377950"/>
          <p14:tracePt t="13861" x="4375150" y="1384300"/>
          <p14:tracePt t="13878" x="4419600" y="1403350"/>
          <p14:tracePt t="13895" x="4476750" y="1416050"/>
          <p14:tracePt t="13912" x="4540250" y="1435100"/>
          <p14:tracePt t="13928" x="4705350" y="1460500"/>
          <p14:tracePt t="13945" x="4756150" y="1473200"/>
          <p14:tracePt t="13962" x="4857750" y="1485900"/>
          <p14:tracePt t="13978" x="4972050" y="1511300"/>
          <p14:tracePt t="13995" x="5156200" y="1517650"/>
          <p14:tracePt t="14012" x="5340350" y="1524000"/>
          <p14:tracePt t="14045" x="5594350" y="1524000"/>
          <p14:tracePt t="14061" x="5657850" y="1517650"/>
          <p14:tracePt t="14078" x="5740400" y="1517650"/>
          <p14:tracePt t="14095" x="5778500" y="1517650"/>
          <p14:tracePt t="14111" x="5784850" y="1517650"/>
          <p14:tracePt t="14128" x="5797550" y="1517650"/>
          <p14:tracePt t="14145" x="5816600" y="1517650"/>
          <p14:tracePt t="14161" x="5829300" y="1517650"/>
          <p14:tracePt t="14195" x="5842000" y="1524000"/>
          <p14:tracePt t="14212" x="5842000" y="1530350"/>
          <p14:tracePt t="14228" x="5848350" y="1536700"/>
          <p14:tracePt t="14245" x="5854700" y="1543050"/>
          <p14:tracePt t="14261" x="5854700" y="1555750"/>
          <p14:tracePt t="14278" x="5867400" y="1574800"/>
          <p14:tracePt t="14295" x="5880100" y="1574800"/>
          <p14:tracePt t="14311" x="5880100" y="1600200"/>
          <p14:tracePt t="14345" x="5886450" y="1600200"/>
          <p14:tracePt t="14361" x="5886450" y="1606550"/>
          <p14:tracePt t="14381" x="5886450" y="1612900"/>
          <p14:tracePt t="14395" x="5886450" y="1619250"/>
          <p14:tracePt t="14411" x="5765800" y="1670050"/>
          <p14:tracePt t="14429" x="5575300" y="1752600"/>
          <p14:tracePt t="14445" x="5422900" y="1816100"/>
          <p14:tracePt t="14525" x="5403850" y="1816100"/>
          <p14:tracePt t="14533" x="5372100" y="1816100"/>
          <p14:tracePt t="14545" x="5314950" y="1797050"/>
          <p14:tracePt t="14561" x="5187950" y="1790700"/>
          <p14:tracePt t="14578" x="4845050" y="1752600"/>
          <p14:tracePt t="14582" x="4343400" y="1714500"/>
          <p14:tracePt t="14595" x="4184650" y="1701800"/>
          <p14:tracePt t="14611" x="3937000" y="1676400"/>
          <p14:tracePt t="14628" x="3676650" y="1619250"/>
          <p14:tracePt t="14644" x="3594100" y="1581150"/>
          <p14:tracePt t="14661" x="3530600" y="1524000"/>
          <p14:tracePt t="14678" x="3517900" y="1517650"/>
          <p14:tracePt t="14695" x="3511550" y="1504950"/>
          <p14:tracePt t="14712" x="3505200" y="1504950"/>
          <p14:tracePt t="14745" x="3498850" y="1498600"/>
          <p14:tracePt t="15029" x="3498850" y="1492250"/>
          <p14:tracePt t="15037" x="3498850" y="1454150"/>
          <p14:tracePt t="15045" x="3524250" y="1428750"/>
          <p14:tracePt t="15061" x="3581400" y="1384300"/>
          <p14:tracePt t="15078" x="3663950" y="1352550"/>
          <p14:tracePt t="15095" x="3721100" y="1327150"/>
          <p14:tracePt t="15111" x="3759200" y="1320800"/>
          <p14:tracePt t="15128" x="3905250" y="1308100"/>
          <p14:tracePt t="15145" x="3981450" y="1308100"/>
          <p14:tracePt t="15161" x="4064000" y="1320800"/>
          <p14:tracePt t="15178" x="4114800" y="1333500"/>
          <p14:tracePt t="15195" x="4140200" y="1346200"/>
          <p14:tracePt t="15211" x="4165600" y="1365250"/>
          <p14:tracePt t="15228" x="4210050" y="1390650"/>
          <p14:tracePt t="15244" x="4356100" y="1466850"/>
          <p14:tracePt t="15261" x="4375150" y="1485900"/>
          <p14:tracePt t="15278" x="4400550" y="1504950"/>
          <p14:tracePt t="15295" x="4413250" y="1524000"/>
          <p14:tracePt t="15311" x="4425950" y="1562100"/>
          <p14:tracePt t="15328" x="4476750" y="1600200"/>
          <p14:tracePt t="15345" x="4521200" y="1644650"/>
          <p14:tracePt t="15361" x="4552950" y="1720850"/>
          <p14:tracePt t="15378" x="4559300" y="1746250"/>
          <p14:tracePt t="15395" x="4559300" y="1778000"/>
          <p14:tracePt t="15411" x="4565650" y="1816100"/>
          <p14:tracePt t="15428" x="4552950" y="1885950"/>
          <p14:tracePt t="15445" x="4552950" y="1943100"/>
          <p14:tracePt t="15462" x="4546600" y="1955800"/>
          <p14:tracePt t="15478" x="4533900" y="1987550"/>
          <p14:tracePt t="15495" x="4533900" y="2012950"/>
          <p14:tracePt t="15511" x="4476750" y="2120900"/>
          <p14:tracePt t="15528" x="4445000" y="2171700"/>
          <p14:tracePt t="15545" x="4419600" y="2203450"/>
          <p14:tracePt t="15561" x="4311650" y="2400300"/>
          <p14:tracePt t="15578" x="4267200" y="2476500"/>
          <p14:tracePt t="15580" x="4248150" y="2495550"/>
          <p14:tracePt t="15594" x="4216400" y="2559050"/>
          <p14:tracePt t="15611" x="4203700" y="2590800"/>
          <p14:tracePt t="15628" x="4203700" y="2597150"/>
          <p14:tracePt t="15644" x="4191000" y="2616200"/>
          <p14:tracePt t="15661" x="4191000" y="2622550"/>
          <p14:tracePt t="15710" x="4203700" y="2628900"/>
          <p14:tracePt t="15718" x="4210050" y="2628900"/>
          <p14:tracePt t="15728" x="4235450" y="2635250"/>
          <p14:tracePt t="15745" x="4254500" y="2635250"/>
          <p14:tracePt t="15761" x="4318000" y="2654300"/>
          <p14:tracePt t="15778" x="4406900" y="2686050"/>
          <p14:tracePt t="15795" x="4457700" y="2692400"/>
          <p14:tracePt t="15811" x="4508500" y="2711450"/>
          <p14:tracePt t="15828" x="4514850" y="2711450"/>
          <p14:tracePt t="15845" x="4483100" y="2749550"/>
          <p14:tracePt t="15861" x="4216400" y="2806700"/>
          <p14:tracePt t="15878" x="4057650" y="2851150"/>
          <p14:tracePt t="15895" x="3924300" y="2908300"/>
          <p14:tracePt t="15911" x="3822700" y="2927350"/>
          <p14:tracePt t="15928" x="3784600" y="2908300"/>
          <p14:tracePt t="15945" x="3613150" y="2844800"/>
          <p14:tracePt t="15961" x="3587750" y="2794000"/>
          <p14:tracePt t="15978" x="3587750" y="2755900"/>
          <p14:tracePt t="15995" x="3587750" y="2711450"/>
          <p14:tracePt t="16011" x="3562350" y="2679700"/>
          <p14:tracePt t="16028" x="3505200" y="2660650"/>
          <p14:tracePt t="16045" x="3155950" y="2660650"/>
          <p14:tracePt t="16061" x="2946400" y="2711450"/>
          <p14:tracePt t="16078" x="2552700" y="2800350"/>
          <p14:tracePt t="16095" x="2216150" y="2914650"/>
          <p14:tracePt t="16112" x="1924050" y="3009900"/>
          <p14:tracePt t="16128" x="1524000" y="3143250"/>
          <p14:tracePt t="16145" x="1422400" y="3175000"/>
          <p14:tracePt t="16161" x="1397000" y="3187700"/>
          <p14:tracePt t="16178" x="1384300" y="3194050"/>
          <p14:tracePt t="16195" x="1377950" y="3200400"/>
          <p14:tracePt t="16212" x="1371600" y="3206750"/>
          <p14:tracePt t="16349" x="1371600" y="3194050"/>
          <p14:tracePt t="16357" x="1371600" y="3187700"/>
          <p14:tracePt t="16366" x="1377950" y="3181350"/>
          <p14:tracePt t="16378" x="1390650" y="3181350"/>
          <p14:tracePt t="16395" x="1428750" y="3155950"/>
          <p14:tracePt t="16411" x="1492250" y="3124200"/>
          <p14:tracePt t="16429" x="1511300" y="3117850"/>
          <p14:tracePt t="16445" x="1530350" y="3105150"/>
          <p14:tracePt t="16462" x="1536700" y="3098800"/>
          <p14:tracePt t="16478" x="1543050" y="3092450"/>
          <p14:tracePt t="16495" x="1555750" y="3086100"/>
          <p14:tracePt t="16512" x="1562100" y="3079750"/>
          <p14:tracePt t="16693" x="1581150" y="3067050"/>
          <p14:tracePt t="16701" x="1600200" y="3060700"/>
          <p14:tracePt t="16712" x="1625600" y="3054350"/>
          <p14:tracePt t="16728" x="1714500" y="3028950"/>
          <p14:tracePt t="16745" x="1974850" y="2978150"/>
          <p14:tracePt t="16762" x="2159000" y="2959100"/>
          <p14:tracePt t="16778" x="2241550" y="2946400"/>
          <p14:tracePt t="16795" x="2438400" y="2933700"/>
          <p14:tracePt t="16811" x="2800350" y="2921000"/>
          <p14:tracePt t="16828" x="2946400" y="2927350"/>
          <p14:tracePt t="16845" x="3257550" y="2971800"/>
          <p14:tracePt t="16861" x="3302000" y="2978150"/>
          <p14:tracePt t="16878" x="3435350" y="2997200"/>
          <p14:tracePt t="16895" x="3613150" y="3022600"/>
          <p14:tracePt t="16911" x="3708400" y="3022600"/>
          <p14:tracePt t="16928" x="3765550" y="3022600"/>
          <p14:tracePt t="16945" x="3848100" y="3022600"/>
          <p14:tracePt t="16962" x="3854450" y="3022600"/>
          <p14:tracePt t="16978" x="3873500" y="3022600"/>
          <p14:tracePt t="17045" x="3879850" y="3022600"/>
          <p14:tracePt t="17141" x="3886200" y="3022600"/>
          <p14:tracePt t="17149" x="3898900" y="3009900"/>
          <p14:tracePt t="17161" x="3905250" y="3009900"/>
          <p14:tracePt t="17178" x="3924300" y="3003550"/>
          <p14:tracePt t="17195" x="3949700" y="2990850"/>
          <p14:tracePt t="17212" x="3981450" y="2984500"/>
          <p14:tracePt t="17229" x="4025900" y="2971800"/>
          <p14:tracePt t="17245" x="4095750" y="2959100"/>
          <p14:tracePt t="17261" x="4171950" y="2952750"/>
          <p14:tracePt t="17278" x="4248150" y="2940050"/>
          <p14:tracePt t="17295" x="4267200" y="2940050"/>
          <p14:tracePt t="17311" x="4318000" y="2933700"/>
          <p14:tracePt t="17328" x="4394200" y="2933700"/>
          <p14:tracePt t="17345" x="4432300" y="2933700"/>
          <p14:tracePt t="17361" x="4470400" y="2933700"/>
          <p14:tracePt t="17378" x="4546600" y="2933700"/>
          <p14:tracePt t="17395" x="4565650" y="2933700"/>
          <p14:tracePt t="17411" x="4616450" y="2933700"/>
          <p14:tracePt t="17429" x="4673600" y="2927350"/>
          <p14:tracePt t="17445" x="4711700" y="2927350"/>
          <p14:tracePt t="17461" x="4730750" y="2927350"/>
          <p14:tracePt t="17478" x="4749800" y="2914650"/>
          <p14:tracePt t="17495" x="4762500" y="2914650"/>
          <p14:tracePt t="17621" x="4730750" y="2914650"/>
          <p14:tracePt t="17630" x="4718050" y="2914650"/>
          <p14:tracePt t="17645" x="4699000" y="2921000"/>
          <p14:tracePt t="17653" x="4686300" y="2921000"/>
          <p14:tracePt t="17661" x="4660900" y="2933700"/>
          <p14:tracePt t="17678" x="4584700" y="2946400"/>
          <p14:tracePt t="17695" x="4552950" y="2952750"/>
          <p14:tracePt t="17712" x="4464050" y="2971800"/>
          <p14:tracePt t="17728" x="4451350" y="2971800"/>
          <p14:tracePt t="17745" x="4400550" y="2990850"/>
          <p14:tracePt t="17761" x="4387850" y="2990850"/>
          <p14:tracePt t="17778" x="4368800" y="3003550"/>
          <p14:tracePt t="17877" x="4356100" y="3003550"/>
          <p14:tracePt t="18613" x="4349750" y="3003550"/>
          <p14:tracePt t="18630" x="4318000" y="3009900"/>
          <p14:tracePt t="18637" x="4279900" y="3009900"/>
          <p14:tracePt t="18646" x="4248150" y="3016250"/>
          <p14:tracePt t="18661" x="4070350" y="3035300"/>
          <p14:tracePt t="18678" x="3975100" y="3035300"/>
          <p14:tracePt t="18694" x="3860800" y="3035300"/>
          <p14:tracePt t="18711" x="3740150" y="3035300"/>
          <p14:tracePt t="18728" x="3632200" y="3022600"/>
          <p14:tracePt t="18745" x="3492500" y="3009900"/>
          <p14:tracePt t="18761" x="3232150" y="2971800"/>
          <p14:tracePt t="18778" x="3086100" y="2952750"/>
          <p14:tracePt t="18795" x="3028950" y="2952750"/>
          <p14:tracePt t="18812" x="2819400" y="2921000"/>
          <p14:tracePt t="18828" x="2743200" y="2908300"/>
          <p14:tracePt t="18845" x="2540000" y="2908300"/>
          <p14:tracePt t="18861" x="2419350" y="2908300"/>
          <p14:tracePt t="18878" x="2324100" y="2921000"/>
          <p14:tracePt t="18895" x="2063750" y="2952750"/>
          <p14:tracePt t="18911" x="1955800" y="2971800"/>
          <p14:tracePt t="18928" x="1847850" y="2984500"/>
          <p14:tracePt t="18945" x="1733550" y="3003550"/>
          <p14:tracePt t="18962" x="1714500" y="3016250"/>
          <p14:tracePt t="18978" x="1676400" y="3022600"/>
          <p14:tracePt t="18995" x="1644650" y="3022600"/>
          <p14:tracePt t="19011" x="1619250" y="3028950"/>
          <p14:tracePt t="19028" x="1587500" y="3028950"/>
          <p14:tracePt t="19045" x="1517650" y="3028950"/>
          <p14:tracePt t="19061" x="1435100" y="3028950"/>
          <p14:tracePt t="19078" x="1377950" y="3028950"/>
          <p14:tracePt t="19095" x="1320800" y="3028950"/>
          <p14:tracePt t="19111" x="1231900" y="3035300"/>
          <p14:tracePt t="19128" x="1206500" y="3035300"/>
          <p14:tracePt t="19145" x="1181100" y="3035300"/>
          <p14:tracePt t="19161" x="1143000" y="3028950"/>
          <p14:tracePt t="19178" x="1104900" y="3028950"/>
          <p14:tracePt t="19195" x="1098550" y="3028950"/>
          <p14:tracePt t="19211" x="1079500" y="3028950"/>
          <p14:tracePt t="19229" x="1073150" y="3022600"/>
          <p14:tracePt t="19245" x="1041400" y="3022600"/>
          <p14:tracePt t="19261" x="1035050" y="3022600"/>
          <p14:tracePt t="19278" x="1028700" y="3022600"/>
          <p14:tracePt t="19295" x="1016000" y="3022600"/>
          <p14:tracePt t="19311" x="990600" y="3022600"/>
          <p14:tracePt t="19328" x="984250" y="3022600"/>
          <p14:tracePt t="19345" x="939800" y="3022600"/>
          <p14:tracePt t="19361" x="933450" y="3022600"/>
          <p14:tracePt t="19378" x="889000" y="3016250"/>
          <p14:tracePt t="19394" x="876300" y="3016250"/>
          <p14:tracePt t="19411" x="863600" y="3016250"/>
          <p14:tracePt t="19428" x="857250" y="3016250"/>
          <p14:tracePt t="19445" x="838200" y="3016250"/>
          <p14:tracePt t="19461" x="831850" y="3016250"/>
          <p14:tracePt t="19478" x="825500" y="3016250"/>
          <p14:tracePt t="19495" x="819150" y="3009900"/>
          <p14:tracePt t="19511" x="812800" y="3009900"/>
          <p14:tracePt t="20181" x="850900" y="3009900"/>
          <p14:tracePt t="20189" x="863600" y="3009900"/>
          <p14:tracePt t="20197" x="914400" y="3009900"/>
          <p14:tracePt t="20211" x="971550" y="3003550"/>
          <p14:tracePt t="20228" x="1035050" y="2997200"/>
          <p14:tracePt t="20245" x="1397000" y="2984500"/>
          <p14:tracePt t="20261" x="1631950" y="2984500"/>
          <p14:tracePt t="20278" x="2032000" y="2984500"/>
          <p14:tracePt t="20295" x="2216150" y="2990850"/>
          <p14:tracePt t="20311" x="2324100" y="2997200"/>
          <p14:tracePt t="20328" x="2578100" y="3022600"/>
          <p14:tracePt t="20345" x="2749550" y="3048000"/>
          <p14:tracePt t="20361" x="2819400" y="3054350"/>
          <p14:tracePt t="20378" x="2997200" y="3079750"/>
          <p14:tracePt t="20395" x="3022600" y="3079750"/>
          <p14:tracePt t="20411" x="3054350" y="3086100"/>
          <p14:tracePt t="20428" x="3067050" y="3086100"/>
          <p14:tracePt t="20446" x="3073400" y="3086100"/>
          <p14:tracePt t="20510" x="3067050" y="3086100"/>
          <p14:tracePt t="20533" x="3060700" y="3086100"/>
          <p14:tracePt t="20541" x="3054350" y="3079750"/>
          <p14:tracePt t="20549" x="3041650" y="3073400"/>
          <p14:tracePt t="20561" x="3016250" y="3073400"/>
          <p14:tracePt t="20578" x="2908300" y="3086100"/>
          <p14:tracePt t="20581" x="2870200" y="3086100"/>
          <p14:tracePt t="20595" x="2781300" y="3092450"/>
          <p14:tracePt t="20611" x="2762250" y="3098800"/>
          <p14:tracePt t="20628" x="2533650" y="3124200"/>
          <p14:tracePt t="20645" x="2374900" y="3143250"/>
          <p14:tracePt t="20661" x="2241550" y="3149600"/>
          <p14:tracePt t="20678" x="2171700" y="3149600"/>
          <p14:tracePt t="20695" x="2120900" y="3155950"/>
          <p14:tracePt t="20711" x="2038350" y="3168650"/>
          <p14:tracePt t="20728" x="1981200" y="3175000"/>
          <p14:tracePt t="20745" x="1962150" y="3175000"/>
          <p14:tracePt t="20762" x="1905000" y="3181350"/>
          <p14:tracePt t="20778" x="1892300" y="3181350"/>
          <p14:tracePt t="20795" x="1854200" y="3187700"/>
          <p14:tracePt t="20811" x="1841500" y="3187700"/>
          <p14:tracePt t="20828" x="1822450" y="3187700"/>
          <p14:tracePt t="20845" x="1778000" y="3187700"/>
          <p14:tracePt t="20861" x="1720850" y="3187700"/>
          <p14:tracePt t="20878" x="1663700" y="3187700"/>
          <p14:tracePt t="20895" x="1517650" y="3194050"/>
          <p14:tracePt t="20911" x="1447800" y="3200400"/>
          <p14:tracePt t="20928" x="1397000" y="3200400"/>
          <p14:tracePt t="20945" x="1250950" y="3213100"/>
          <p14:tracePt t="20962" x="1181100" y="3225800"/>
          <p14:tracePt t="20978" x="1117600" y="3238500"/>
          <p14:tracePt t="20995" x="1111250" y="3238500"/>
          <p14:tracePt t="21677" x="1111250" y="3244850"/>
          <p14:tracePt t="21685" x="1111250" y="3251200"/>
          <p14:tracePt t="22501" x="1117600" y="3238500"/>
          <p14:tracePt t="22509" x="1130300" y="3238500"/>
          <p14:tracePt t="22517" x="1130300" y="3232150"/>
          <p14:tracePt t="22533" x="1143000" y="3225800"/>
          <p14:tracePt t="22545" x="1143000" y="3213100"/>
          <p14:tracePt t="22561" x="1174750" y="3200400"/>
          <p14:tracePt t="22578" x="1238250" y="3155950"/>
          <p14:tracePt t="22581" x="1263650" y="3149600"/>
          <p14:tracePt t="22594" x="1289050" y="3136900"/>
          <p14:tracePt t="22611" x="1352550" y="3117850"/>
          <p14:tracePt t="22628" x="1397000" y="3105150"/>
          <p14:tracePt t="22644" x="1663700" y="3073400"/>
          <p14:tracePt t="22661" x="1816100" y="3073400"/>
          <p14:tracePt t="22678" x="1974850" y="3079750"/>
          <p14:tracePt t="22694" x="2057400" y="3086100"/>
          <p14:tracePt t="22712" x="2076450" y="3086100"/>
          <p14:tracePt t="22728" x="2101850" y="3086100"/>
          <p14:tracePt t="22745" x="2114550" y="3086100"/>
          <p14:tracePt t="22761" x="2127250" y="3086100"/>
          <p14:tracePt t="22778" x="2133600" y="3092450"/>
          <p14:tracePt t="22794" x="2165350" y="3092450"/>
          <p14:tracePt t="22811" x="2190750" y="3092450"/>
          <p14:tracePt t="22828" x="2203450" y="3092450"/>
          <p14:tracePt t="22845" x="2286000" y="3067050"/>
          <p14:tracePt t="22861" x="2317750" y="3060700"/>
          <p14:tracePt t="22878" x="2362200" y="3048000"/>
          <p14:tracePt t="22895" x="2432050" y="3028950"/>
          <p14:tracePt t="22911" x="2482850" y="3016250"/>
          <p14:tracePt t="22928" x="2597150" y="2997200"/>
          <p14:tracePt t="22945" x="2692400" y="2984500"/>
          <p14:tracePt t="22962" x="2832100" y="2952750"/>
          <p14:tracePt t="22978" x="2933700" y="2933700"/>
          <p14:tracePt t="22995" x="2965450" y="2933700"/>
          <p14:tracePt t="23011" x="3092450" y="2908300"/>
          <p14:tracePt t="23028" x="3187700" y="2889250"/>
          <p14:tracePt t="23045" x="3263900" y="2889250"/>
          <p14:tracePt t="23061" x="3327400" y="2889250"/>
          <p14:tracePt t="23078" x="3346450" y="2889250"/>
          <p14:tracePt t="23095" x="3365500" y="2889250"/>
          <p14:tracePt t="23112" x="3384550" y="2889250"/>
          <p14:tracePt t="23128" x="3403600" y="2895600"/>
          <p14:tracePt t="23245" x="3403600" y="2901950"/>
          <p14:tracePt t="23261" x="3390900" y="2908300"/>
          <p14:tracePt t="23277" x="3384550" y="2908300"/>
          <p14:tracePt t="23301" x="3365500" y="2914650"/>
          <p14:tracePt t="23317" x="3359150" y="2914650"/>
          <p14:tracePt t="23325" x="3352800" y="2921000"/>
          <p14:tracePt t="23333" x="3346450" y="2921000"/>
          <p14:tracePt t="23345" x="3333750" y="2927350"/>
          <p14:tracePt t="23361" x="3314700" y="2940050"/>
          <p14:tracePt t="23378" x="3308350" y="2940050"/>
          <p14:tracePt t="23395" x="3302000" y="2940050"/>
          <p14:tracePt t="23413" x="3289300" y="2946400"/>
          <p14:tracePt t="23437" x="3276600" y="2946400"/>
          <p14:tracePt t="23446" x="3270250" y="2952750"/>
          <p14:tracePt t="23461" x="3257550" y="2952750"/>
          <p14:tracePt t="23478" x="3225800" y="2952750"/>
          <p14:tracePt t="23495" x="3187700" y="2959100"/>
          <p14:tracePt t="23511" x="3130550" y="2971800"/>
          <p14:tracePt t="23528" x="3105150" y="2978150"/>
          <p14:tracePt t="23545" x="3054350" y="2984500"/>
          <p14:tracePt t="23561" x="3048000" y="2984500"/>
          <p14:tracePt t="23578" x="3035300" y="2984500"/>
          <p14:tracePt t="23594" x="3028950" y="2984500"/>
          <p14:tracePt t="23797" x="3022600" y="2984500"/>
          <p14:tracePt t="24093" x="3022600" y="2971800"/>
          <p14:tracePt t="24133" x="3035300" y="2971800"/>
          <p14:tracePt t="24165" x="3035300" y="2959100"/>
          <p14:tracePt t="24173" x="3048000" y="2952750"/>
          <p14:tracePt t="24198" x="3048000" y="2946400"/>
          <p14:tracePt t="24205" x="3048000" y="2940050"/>
          <p14:tracePt t="24245" x="3054350" y="2933700"/>
          <p14:tracePt t="24389" x="3060700" y="2927350"/>
          <p14:tracePt t="24749" x="3067050" y="2933700"/>
          <p14:tracePt t="24757" x="3079750" y="2933700"/>
          <p14:tracePt t="24765" x="3092450" y="2933700"/>
          <p14:tracePt t="24778" x="3124200" y="2933700"/>
          <p14:tracePt t="24794" x="3136900" y="2933700"/>
          <p14:tracePt t="24811" x="3162300" y="2933700"/>
          <p14:tracePt t="24828" x="3187700" y="2940050"/>
          <p14:tracePt t="24844" x="3219450" y="2940050"/>
          <p14:tracePt t="24861" x="3238500" y="2940050"/>
          <p14:tracePt t="24878" x="3276600" y="2940050"/>
          <p14:tracePt t="24894" x="3282950" y="2940050"/>
          <p14:tracePt t="24911" x="3295650" y="2940050"/>
          <p14:tracePt t="24944" x="3302000" y="2946400"/>
          <p14:tracePt t="24962" x="3308350" y="2946400"/>
          <p14:tracePt t="24997" x="3314700" y="2946400"/>
          <p14:tracePt t="25021" x="3321050" y="2946400"/>
          <p14:tracePt t="25070" x="3327400" y="2946400"/>
          <p14:tracePt t="25093" x="3333750" y="2946400"/>
          <p14:tracePt t="25101" x="3340100" y="2946400"/>
          <p14:tracePt t="25111" x="3346450" y="2946400"/>
          <p14:tracePt t="25128" x="3365500" y="2952750"/>
          <p14:tracePt t="25145" x="3397250" y="2952750"/>
          <p14:tracePt t="25162" x="3422650" y="2959100"/>
          <p14:tracePt t="25178" x="3473450" y="2959100"/>
          <p14:tracePt t="25195" x="3511550" y="2959100"/>
          <p14:tracePt t="25211" x="3606800" y="2959100"/>
          <p14:tracePt t="25228" x="3663950" y="2959100"/>
          <p14:tracePt t="25245" x="3702050" y="2959100"/>
          <p14:tracePt t="25261" x="3810000" y="2959100"/>
          <p14:tracePt t="25278" x="3873500" y="2959100"/>
          <p14:tracePt t="25295" x="3937000" y="2959100"/>
          <p14:tracePt t="25311" x="3981450" y="2959100"/>
          <p14:tracePt t="25328" x="4127500" y="2959100"/>
          <p14:tracePt t="25345" x="4165600" y="2959100"/>
          <p14:tracePt t="25361" x="4210050" y="2965450"/>
          <p14:tracePt t="25378" x="4305300" y="2971800"/>
          <p14:tracePt t="25395" x="4343400" y="2978150"/>
          <p14:tracePt t="25411" x="4381500" y="2978150"/>
          <p14:tracePt t="25428" x="4394200" y="2978150"/>
          <p14:tracePt t="25445" x="4445000" y="2978150"/>
          <p14:tracePt t="25461" x="4470400" y="2978150"/>
          <p14:tracePt t="25478" x="4508500" y="2978150"/>
          <p14:tracePt t="25494" x="4514850" y="2978150"/>
          <p14:tracePt t="25511" x="4533900" y="2978150"/>
          <p14:tracePt t="25528" x="4540250" y="2978150"/>
          <p14:tracePt t="25544" x="4552950" y="2978150"/>
          <p14:tracePt t="25561" x="4565650" y="2978150"/>
          <p14:tracePt t="25578" x="4584700" y="2978150"/>
          <p14:tracePt t="25581" x="4597400" y="2978150"/>
          <p14:tracePt t="25594" x="4610100" y="2978150"/>
          <p14:tracePt t="25611" x="4616450" y="2971800"/>
          <p14:tracePt t="25628" x="4629150" y="2971800"/>
          <p14:tracePt t="25645" x="4641850" y="2971800"/>
          <p14:tracePt t="25661" x="4654550" y="2971800"/>
          <p14:tracePt t="25678" x="4660900" y="2971800"/>
          <p14:tracePt t="25695" x="4679950" y="2971800"/>
          <p14:tracePt t="25729" x="4692650" y="2971800"/>
          <p14:tracePt t="25761" x="4699000" y="2971800"/>
          <p14:tracePt t="25781" x="4705350" y="2971800"/>
          <p14:tracePt t="25957" x="4711700" y="2971800"/>
          <p14:tracePt t="25965" x="4724400" y="2971800"/>
          <p14:tracePt t="26253" x="4730750" y="2971800"/>
          <p14:tracePt t="26301" x="4737100" y="2971800"/>
          <p14:tracePt t="27597" x="4730750" y="2971800"/>
          <p14:tracePt t="27621" x="4724400" y="2971800"/>
          <p14:tracePt t="27637" x="4724400" y="2965450"/>
          <p14:tracePt t="27661" x="4718050" y="2965450"/>
          <p14:tracePt t="27693" x="4711700" y="2965450"/>
          <p14:tracePt t="27741" x="4724400" y="2959100"/>
          <p14:tracePt t="27749" x="4749800" y="2952750"/>
          <p14:tracePt t="27761" x="4762500" y="2940050"/>
          <p14:tracePt t="27778" x="4781550" y="2940050"/>
          <p14:tracePt t="27821" x="4781550" y="2933700"/>
          <p14:tracePt t="27845" x="4794250" y="2933700"/>
          <p14:tracePt t="27853" x="4800600" y="2933700"/>
          <p14:tracePt t="27861" x="4813300" y="2933700"/>
          <p14:tracePt t="27878" x="4826000" y="2933700"/>
          <p14:tracePt t="27909" x="4826000" y="2940050"/>
          <p14:tracePt t="28205" x="4826000" y="2933700"/>
          <p14:tracePt t="28213" x="4819650" y="2933700"/>
          <p14:tracePt t="28221" x="4819650" y="2914650"/>
          <p14:tracePt t="28237" x="4819650" y="2908300"/>
          <p14:tracePt t="28245" x="4806950" y="2901950"/>
          <p14:tracePt t="28261" x="4794250" y="2895600"/>
          <p14:tracePt t="28278" x="4794250" y="2889250"/>
          <p14:tracePt t="28294" x="4781550" y="2882900"/>
          <p14:tracePt t="28311" x="4730750" y="2882900"/>
          <p14:tracePt t="28328" x="4622800" y="2882900"/>
          <p14:tracePt t="28345" x="4546600" y="2895600"/>
          <p14:tracePt t="28361" x="4514850" y="2901950"/>
          <p14:tracePt t="28378" x="4394200" y="2933700"/>
          <p14:tracePt t="28395" x="4343400" y="2940050"/>
          <p14:tracePt t="28411" x="4311650" y="2940050"/>
          <p14:tracePt t="28428" x="4267200" y="2952750"/>
          <p14:tracePt t="28445" x="4254500" y="2959100"/>
          <p14:tracePt t="28462" x="4241800" y="2965450"/>
          <p14:tracePt t="28478" x="4229100" y="2971800"/>
          <p14:tracePt t="28511" x="4222750" y="2971800"/>
          <p14:tracePt t="28528" x="4203700" y="2978150"/>
          <p14:tracePt t="29325" x="4203700" y="2984500"/>
          <p14:tracePt t="29332" x="4203700" y="2990850"/>
          <p14:tracePt t="29340" x="4203700" y="2997200"/>
          <p14:tracePt t="29356" x="4203700" y="3003550"/>
          <p14:tracePt t="29373" x="4203700" y="3009900"/>
          <p14:tracePt t="29381" x="4203700" y="3016250"/>
          <p14:tracePt t="29394" x="4203700" y="3035300"/>
          <p14:tracePt t="29411" x="4203700" y="3048000"/>
          <p14:tracePt t="29428" x="4203700" y="3060700"/>
          <p14:tracePt t="29445" x="4203700" y="3073400"/>
          <p14:tracePt t="29461" x="4203700" y="3079750"/>
          <p14:tracePt t="29478" x="4203700" y="3086100"/>
          <p14:tracePt t="29512" x="4197350" y="3105150"/>
          <p14:tracePt t="29528" x="4191000" y="3111500"/>
          <p14:tracePt t="29545" x="4184650" y="3117850"/>
          <p14:tracePt t="29561" x="4159250" y="3136900"/>
          <p14:tracePt t="29578" x="4140200" y="3155950"/>
          <p14:tracePt t="29595" x="4083050" y="3206750"/>
          <p14:tracePt t="29611" x="4076700" y="3219450"/>
          <p14:tracePt t="29628" x="4032250" y="3257550"/>
          <p14:tracePt t="29644" x="3892550" y="3340100"/>
          <p14:tracePt t="29661" x="3778250" y="3390900"/>
          <p14:tracePt t="29678" x="3727450" y="3409950"/>
          <p14:tracePt t="29695" x="3644900" y="3448050"/>
          <p14:tracePt t="29712" x="3536950" y="3498850"/>
          <p14:tracePt t="29728" x="3479800" y="3511550"/>
          <p14:tracePt t="29745" x="3429000" y="3543300"/>
          <p14:tracePt t="29762" x="3365500" y="3568700"/>
          <p14:tracePt t="29778" x="3327400" y="3587750"/>
          <p14:tracePt t="29795" x="3308350" y="3594100"/>
          <p14:tracePt t="29811" x="3282950" y="3600450"/>
          <p14:tracePt t="29828" x="3263900" y="3600450"/>
          <p14:tracePt t="29845" x="3244850" y="3606800"/>
          <p14:tracePt t="29861" x="3225800" y="3606800"/>
          <p14:tracePt t="29878" x="3200400" y="3619500"/>
          <p14:tracePt t="29895" x="3168650" y="3619500"/>
          <p14:tracePt t="29911" x="3149600" y="3619500"/>
          <p14:tracePt t="29928" x="3111500" y="3625850"/>
          <p14:tracePt t="29945" x="3067050" y="3638550"/>
          <p14:tracePt t="29962" x="3054350" y="3644900"/>
          <p14:tracePt t="29978" x="3035300" y="3644900"/>
          <p14:tracePt t="29995" x="3028950" y="3644900"/>
          <p14:tracePt t="30011" x="3016250" y="3644900"/>
          <p14:tracePt t="30028" x="3009900" y="3651250"/>
          <p14:tracePt t="30045" x="2952750" y="3663950"/>
          <p14:tracePt t="30061" x="2933700" y="3663950"/>
          <p14:tracePt t="30078" x="2914650" y="3670300"/>
          <p14:tracePt t="30095" x="2901950" y="3670300"/>
          <p14:tracePt t="30111" x="2895600" y="3670300"/>
          <p14:tracePt t="30141" x="2889250" y="3670300"/>
          <p14:tracePt t="30166" x="2882900" y="3670300"/>
          <p14:tracePt t="30973" x="2895600" y="3663950"/>
          <p14:tracePt t="30981" x="2914650" y="3657600"/>
          <p14:tracePt t="30989" x="2959100" y="3651250"/>
          <p14:tracePt t="30997" x="3003550" y="3651250"/>
          <p14:tracePt t="31011" x="3054350" y="3632200"/>
          <p14:tracePt t="31028" x="3359150" y="3632200"/>
          <p14:tracePt t="31045" x="3625850" y="3644900"/>
          <p14:tracePt t="31061" x="3962400" y="3663950"/>
          <p14:tracePt t="31078" x="4591050" y="3727450"/>
          <p14:tracePt t="31095" x="4838700" y="3759200"/>
          <p14:tracePt t="31111" x="5137150" y="3803650"/>
          <p14:tracePt t="31128" x="5467350" y="3867150"/>
          <p14:tracePt t="31145" x="5524500" y="3879850"/>
          <p14:tracePt t="31161" x="5664200" y="3911600"/>
          <p14:tracePt t="31178" x="5886450" y="3962400"/>
          <p14:tracePt t="31195" x="6057900" y="3987800"/>
          <p14:tracePt t="31212" x="6216650" y="4013200"/>
          <p14:tracePt t="31228" x="6235700" y="4019550"/>
          <p14:tracePt t="31245" x="6305550" y="4025900"/>
          <p14:tracePt t="31261" x="6356350" y="4025900"/>
          <p14:tracePt t="31278" x="6388100" y="4025900"/>
          <p14:tracePt t="31295" x="6432550" y="4006850"/>
          <p14:tracePt t="31311" x="6477000" y="3994150"/>
          <p14:tracePt t="31328" x="6515100" y="3962400"/>
          <p14:tracePt t="31345" x="6540500" y="3949700"/>
          <p14:tracePt t="31361" x="6546850" y="3943350"/>
          <p14:tracePt t="31378" x="6546850" y="3930650"/>
          <p14:tracePt t="31411" x="6546850" y="3911600"/>
          <p14:tracePt t="31428" x="6546850" y="3898900"/>
          <p14:tracePt t="31445" x="6477000" y="3816350"/>
          <p14:tracePt t="31462" x="6426200" y="3790950"/>
          <p14:tracePt t="31478" x="6292850" y="3721100"/>
          <p14:tracePt t="31495" x="6178550" y="3683000"/>
          <p14:tracePt t="31511" x="6108700" y="3670300"/>
          <p14:tracePt t="31528" x="6000750" y="3651250"/>
          <p14:tracePt t="31545" x="5956300" y="3651250"/>
          <p14:tracePt t="31561" x="5943600" y="3651250"/>
          <p14:tracePt t="31578" x="5905500" y="3651250"/>
          <p14:tracePt t="31595" x="5886450" y="3644900"/>
          <p14:tracePt t="31598" x="5880100" y="3644900"/>
          <p14:tracePt t="31612" x="5873750" y="3644900"/>
          <p14:tracePt t="31628" x="5848350" y="3644900"/>
          <p14:tracePt t="31645" x="5842000" y="3644900"/>
          <p14:tracePt t="31662" x="5822950" y="3644900"/>
          <p14:tracePt t="31678" x="5810250" y="3638550"/>
          <p14:tracePt t="31694" x="5797550" y="3632200"/>
          <p14:tracePt t="31712" x="5759450" y="3619500"/>
          <p14:tracePt t="31728" x="5721350" y="3613150"/>
          <p14:tracePt t="31745" x="5689600" y="3600450"/>
          <p14:tracePt t="31778" x="5683250" y="3594100"/>
          <p14:tracePt t="31877" x="5683250" y="3587750"/>
          <p14:tracePt t="31893" x="5683250" y="3581400"/>
          <p14:tracePt t="31901" x="5689600" y="3581400"/>
          <p14:tracePt t="31911" x="5727700" y="3575050"/>
          <p14:tracePt t="31928" x="5797550" y="3549650"/>
          <p14:tracePt t="31945" x="5867400" y="3536950"/>
          <p14:tracePt t="31962" x="5911850" y="3536950"/>
          <p14:tracePt t="31978" x="6057900" y="3536950"/>
          <p14:tracePt t="31995" x="6127750" y="3536950"/>
          <p14:tracePt t="32011" x="6235700" y="3549650"/>
          <p14:tracePt t="32028" x="6343650" y="3568700"/>
          <p14:tracePt t="32044" x="6432550" y="3600450"/>
          <p14:tracePt t="32061" x="6445250" y="3606800"/>
          <p14:tracePt t="32078" x="6521450" y="3632200"/>
          <p14:tracePt t="32094" x="6553200" y="3638550"/>
          <p14:tracePt t="32111" x="6572250" y="3651250"/>
          <p14:tracePt t="32128" x="6604000" y="3657600"/>
          <p14:tracePt t="32145" x="6610350" y="3657600"/>
          <p14:tracePt t="32161" x="6629400" y="3663950"/>
          <p14:tracePt t="32261" x="6623050" y="3663950"/>
          <p14:tracePt t="32269" x="6591300" y="3651250"/>
          <p14:tracePt t="32278" x="6534150" y="3651250"/>
          <p14:tracePt t="32295" x="6483350" y="3651250"/>
          <p14:tracePt t="32311" x="6146800" y="3663950"/>
          <p14:tracePt t="32328" x="5861050" y="3670300"/>
          <p14:tracePt t="32345" x="5632450" y="3689350"/>
          <p14:tracePt t="32361" x="5086350" y="3708400"/>
          <p14:tracePt t="32378" x="4838700" y="3714750"/>
          <p14:tracePt t="32395" x="4737100" y="3714750"/>
          <p14:tracePt t="32411" x="4375150" y="3733800"/>
          <p14:tracePt t="32428" x="4235450" y="3733800"/>
          <p14:tracePt t="32445" x="3987800" y="3740150"/>
          <p14:tracePt t="32461" x="3968750" y="3740150"/>
          <p14:tracePt t="32478" x="3860800" y="3740150"/>
          <p14:tracePt t="32495" x="3670300" y="3740150"/>
          <p14:tracePt t="32511" x="3575050" y="3733800"/>
          <p14:tracePt t="32528" x="3460750" y="3733800"/>
          <p14:tracePt t="32545" x="3282950" y="3733800"/>
          <p14:tracePt t="32561" x="3200400" y="3733800"/>
          <p14:tracePt t="32578" x="3060700" y="3733800"/>
          <p14:tracePt t="32594" x="2647950" y="3746500"/>
          <p14:tracePt t="32597" x="2508250" y="3746500"/>
          <p14:tracePt t="32611" x="2330450" y="3752850"/>
          <p14:tracePt t="32628" x="2012950" y="3765550"/>
          <p14:tracePt t="32644" x="1562100" y="3765550"/>
          <p14:tracePt t="32661" x="1416050" y="3765550"/>
          <p14:tracePt t="32678" x="1206500" y="3765550"/>
          <p14:tracePt t="32695" x="1085850" y="3765550"/>
          <p14:tracePt t="32711" x="1009650" y="3765550"/>
          <p14:tracePt t="32728" x="863600" y="3765550"/>
          <p14:tracePt t="32745" x="838200" y="3765550"/>
          <p14:tracePt t="32761" x="800100" y="3759200"/>
          <p14:tracePt t="32778" x="685800" y="3752850"/>
          <p14:tracePt t="32795" x="641350" y="3746500"/>
          <p14:tracePt t="32812" x="622300" y="3746500"/>
          <p14:tracePt t="32828" x="590550" y="3746500"/>
          <p14:tracePt t="32845" x="482600" y="3746500"/>
          <p14:tracePt t="32861" x="450850" y="3746500"/>
          <p14:tracePt t="32878" x="349250" y="3746500"/>
          <p14:tracePt t="32895" x="330200" y="3746500"/>
          <p14:tracePt t="32911" x="311150" y="3746500"/>
          <p14:tracePt t="32945" x="304800" y="3746500"/>
          <p14:tracePt t="32997" x="304800" y="3733800"/>
          <p14:tracePt t="33014" x="304800" y="3727450"/>
          <p14:tracePt t="33029" x="304800" y="3702050"/>
          <p14:tracePt t="33053" x="304800" y="3695700"/>
          <p14:tracePt t="33061" x="304800" y="3683000"/>
          <p14:tracePt t="33069" x="323850" y="3670300"/>
          <p14:tracePt t="33078" x="330200" y="3663950"/>
          <p14:tracePt t="33095" x="355600" y="3644900"/>
          <p14:tracePt t="33111" x="361950" y="3638550"/>
          <p14:tracePt t="33145" x="374650" y="3625850"/>
          <p14:tracePt t="33165" x="387350" y="3625850"/>
          <p14:tracePt t="33178" x="393700" y="3625850"/>
          <p14:tracePt t="33195" x="419100" y="3625850"/>
          <p14:tracePt t="33211" x="438150" y="3625850"/>
          <p14:tracePt t="33228" x="495300" y="3625850"/>
          <p14:tracePt t="33245" x="577850" y="3632200"/>
          <p14:tracePt t="33261" x="654050" y="3638550"/>
          <p14:tracePt t="33278" x="806450" y="3657600"/>
          <p14:tracePt t="33294" x="889000" y="3676650"/>
          <p14:tracePt t="33311" x="971550" y="3689350"/>
          <p14:tracePt t="33328" x="1016000" y="3695700"/>
          <p14:tracePt t="33345" x="1187450" y="3721100"/>
          <p14:tracePt t="33361" x="1320800" y="3740150"/>
          <p14:tracePt t="33378" x="1422400" y="3759200"/>
          <p14:tracePt t="33395" x="1568450" y="3771900"/>
          <p14:tracePt t="33411" x="1593850" y="3778250"/>
          <p14:tracePt t="33428" x="1663700" y="3790950"/>
          <p14:tracePt t="33445" x="1809750" y="3816350"/>
          <p14:tracePt t="33461" x="1854200" y="3816350"/>
          <p14:tracePt t="33478" x="1898650" y="3829050"/>
          <p14:tracePt t="33495" x="1974850" y="3841750"/>
          <p14:tracePt t="33511" x="2044700" y="3848100"/>
          <p14:tracePt t="33528" x="2120900" y="3860800"/>
          <p14:tracePt t="33545" x="2228850" y="3860800"/>
          <p14:tracePt t="33561" x="2298700" y="3854450"/>
          <p14:tracePt t="33578" x="2349500" y="3848100"/>
          <p14:tracePt t="33595" x="2374900" y="3848100"/>
          <p14:tracePt t="33598" x="2413000" y="3841750"/>
          <p14:tracePt t="33611" x="2444750" y="3829050"/>
          <p14:tracePt t="33628" x="2463800" y="3829050"/>
          <p14:tracePt t="33645" x="2501900" y="3810000"/>
          <p14:tracePt t="33661" x="2520950" y="3810000"/>
          <p14:tracePt t="33678" x="2540000" y="3784600"/>
          <p14:tracePt t="33695" x="2559050" y="3778250"/>
          <p14:tracePt t="33711" x="2578100" y="3765550"/>
          <p14:tracePt t="33728" x="2590800" y="3752850"/>
          <p14:tracePt t="33744" x="2616200" y="3746500"/>
          <p14:tracePt t="33761" x="2647950" y="3714750"/>
          <p14:tracePt t="33778" x="2686050" y="3689350"/>
          <p14:tracePt t="33795" x="2717800" y="3676650"/>
          <p14:tracePt t="33811" x="2762250" y="3657600"/>
          <p14:tracePt t="33828" x="2794000" y="3644900"/>
          <p14:tracePt t="33845" x="2838450" y="3619500"/>
          <p14:tracePt t="33861" x="2851150" y="3613150"/>
          <p14:tracePt t="33878" x="2876550" y="3606800"/>
          <p14:tracePt t="33895" x="2889250" y="3600450"/>
          <p14:tracePt t="33911" x="2908300" y="3594100"/>
          <p14:tracePt t="33928" x="2971800" y="3594100"/>
          <p14:tracePt t="33945" x="2997200" y="3594100"/>
          <p14:tracePt t="33962" x="3035300" y="3594100"/>
          <p14:tracePt t="33978" x="3079750" y="3587750"/>
          <p14:tracePt t="33995" x="3092450" y="3587750"/>
          <p14:tracePt t="34011" x="3098800" y="3587750"/>
          <p14:tracePt t="34109" x="3098800" y="3581400"/>
          <p14:tracePt t="34133" x="3086100" y="3581400"/>
          <p14:tracePt t="34141" x="3073400" y="3575050"/>
          <p14:tracePt t="34149" x="3054350" y="3575050"/>
          <p14:tracePt t="34161" x="3035300" y="3575050"/>
          <p14:tracePt t="34178" x="2965450" y="3587750"/>
          <p14:tracePt t="34195" x="2927350" y="3587750"/>
          <p14:tracePt t="34211" x="2857500" y="3587750"/>
          <p14:tracePt t="34228" x="2794000" y="3587750"/>
          <p14:tracePt t="34245" x="2768600" y="3581400"/>
          <p14:tracePt t="34261" x="2762250" y="3581400"/>
          <p14:tracePt t="34278" x="2749550" y="3581400"/>
          <p14:tracePt t="34294" x="2736850" y="3575050"/>
          <p14:tracePt t="34311" x="2730500" y="3575050"/>
          <p14:tracePt t="34345" x="2717800" y="3575050"/>
          <p14:tracePt t="34361" x="2711450" y="3575050"/>
          <p14:tracePt t="34378" x="2698750" y="3568700"/>
          <p14:tracePt t="34395" x="2686050" y="3568700"/>
          <p14:tracePt t="34411" x="2679700" y="3568700"/>
          <p14:tracePt t="34429" x="2660650" y="3562350"/>
          <p14:tracePt t="34445" x="2622550" y="3562350"/>
          <p14:tracePt t="34462" x="2584450" y="3562350"/>
          <p14:tracePt t="34478" x="2559050" y="3562350"/>
          <p14:tracePt t="34495" x="2546350" y="3562350"/>
          <p14:tracePt t="34693" x="2546350" y="3556000"/>
          <p14:tracePt t="34757" x="2546350" y="3549650"/>
          <p14:tracePt t="34797" x="2546350" y="3543300"/>
          <p14:tracePt t="34829" x="2559050" y="3543300"/>
          <p14:tracePt t="34886" x="2571750" y="3543300"/>
          <p14:tracePt t="34893" x="2578100" y="3536950"/>
          <p14:tracePt t="34901" x="2584450" y="3536950"/>
          <p14:tracePt t="34933" x="2597150" y="3524250"/>
          <p14:tracePt t="34957" x="2609850" y="3524250"/>
          <p14:tracePt t="34973" x="2616200" y="3524250"/>
          <p14:tracePt t="34997" x="2622550" y="3524250"/>
          <p14:tracePt t="35005" x="2628900" y="3524250"/>
          <p14:tracePt t="35013" x="2635250" y="3524250"/>
          <p14:tracePt t="35028" x="2641600" y="3524250"/>
          <p14:tracePt t="35045" x="2667000" y="3524250"/>
          <p14:tracePt t="35061" x="2679700" y="3524250"/>
          <p14:tracePt t="35078" x="2717800" y="3524250"/>
          <p14:tracePt t="35095" x="2794000" y="3549650"/>
          <p14:tracePt t="35111" x="2857500" y="3556000"/>
          <p14:tracePt t="35128" x="2876550" y="3556000"/>
          <p14:tracePt t="35145" x="2940050" y="3581400"/>
          <p14:tracePt t="35161" x="3117850" y="3606800"/>
          <p14:tracePt t="35178" x="3251200" y="3638550"/>
          <p14:tracePt t="35195" x="3479800" y="3683000"/>
          <p14:tracePt t="35211" x="3651250" y="3695700"/>
          <p14:tracePt t="35228" x="3708400" y="3708400"/>
          <p14:tracePt t="35245" x="4000500" y="3727450"/>
          <p14:tracePt t="35261" x="4076700" y="3727450"/>
          <p14:tracePt t="35278" x="4146550" y="3727450"/>
          <p14:tracePt t="35295" x="4210050" y="3727450"/>
          <p14:tracePt t="35311" x="4216400" y="3727450"/>
          <p14:tracePt t="35328" x="4229100" y="3727450"/>
          <p14:tracePt t="35345" x="4241800" y="3727450"/>
          <p14:tracePt t="35361" x="4254500" y="3727450"/>
          <p14:tracePt t="35395" x="4260850" y="3727450"/>
          <p14:tracePt t="35413" x="4273550" y="3727450"/>
          <p14:tracePt t="35429" x="4292600" y="3714750"/>
          <p14:tracePt t="35453" x="4298950" y="3714750"/>
          <p14:tracePt t="35476" x="4305300" y="3702050"/>
          <p14:tracePt t="35510" x="4311650" y="3695700"/>
          <p14:tracePt t="35517" x="4330700" y="3683000"/>
          <p14:tracePt t="35549" x="4337050" y="3676650"/>
          <p14:tracePt t="35565" x="4343400" y="3670300"/>
          <p14:tracePt t="35573" x="4356100" y="3663950"/>
          <p14:tracePt t="35581" x="4362450" y="3663950"/>
          <p14:tracePt t="35605" x="4362450" y="3657600"/>
          <p14:tracePt t="35629" x="4362450" y="3651250"/>
          <p14:tracePt t="35661" x="4362450" y="3644900"/>
          <p14:tracePt t="35677" x="4368800" y="3644900"/>
          <p14:tracePt t="35693" x="4375150" y="3638550"/>
          <p14:tracePt t="35701" x="4381500" y="3625850"/>
          <p14:tracePt t="35741" x="4387850" y="3619500"/>
          <p14:tracePt t="35789" x="4387850" y="3613150"/>
          <p14:tracePt t="35813" x="4387850" y="3606800"/>
          <p14:tracePt t="35821" x="4394200" y="3606800"/>
          <p14:tracePt t="35853" x="4394200" y="3594100"/>
          <p14:tracePt t="36157" x="4413250" y="3594100"/>
          <p14:tracePt t="36166" x="4419600" y="3587750"/>
          <p14:tracePt t="36221" x="4419600" y="3581400"/>
          <p14:tracePt t="36277" x="4425950" y="3581400"/>
          <p14:tracePt t="36285" x="4432300" y="3568700"/>
          <p14:tracePt t="36309" x="4445000" y="3562350"/>
          <p14:tracePt t="36341" x="4451350" y="3556000"/>
          <p14:tracePt t="36357" x="4457700" y="3556000"/>
          <p14:tracePt t="37597" x="4457700" y="3549650"/>
          <p14:tracePt t="38125" x="4457700" y="3543300"/>
          <p14:tracePt t="38133" x="4451350" y="3543300"/>
          <p14:tracePt t="38149" x="4445000" y="3543300"/>
          <p14:tracePt t="38161" x="4438650" y="3530600"/>
          <p14:tracePt t="38178" x="4425950" y="3511550"/>
          <p14:tracePt t="38194" x="4406900" y="3492500"/>
          <p14:tracePt t="38211" x="4400550" y="3473450"/>
          <p14:tracePt t="38228" x="4400550" y="3467100"/>
          <p14:tracePt t="38244" x="4394200" y="3448050"/>
          <p14:tracePt t="38261" x="4387850" y="3441700"/>
          <p14:tracePt t="38278" x="4394200" y="3416300"/>
          <p14:tracePt t="38295" x="4394200" y="3409950"/>
          <p14:tracePt t="38311" x="4406900" y="3397250"/>
          <p14:tracePt t="38328" x="4445000" y="3371850"/>
          <p14:tracePt t="38345" x="4546600" y="3321050"/>
          <p14:tracePt t="38361" x="4616450" y="3282950"/>
          <p14:tracePt t="38378" x="4819650" y="3219450"/>
          <p14:tracePt t="38395" x="4876800" y="3213100"/>
          <p14:tracePt t="38411" x="4978400" y="3200400"/>
          <p14:tracePt t="38428" x="5067300" y="3181350"/>
          <p14:tracePt t="38445" x="5213350" y="3175000"/>
          <p14:tracePt t="38461" x="5257800" y="3175000"/>
          <p14:tracePt t="38478" x="5283200" y="3175000"/>
          <p14:tracePt t="38495" x="5378450" y="3194050"/>
          <p14:tracePt t="38511" x="5416550" y="3206750"/>
          <p14:tracePt t="38528" x="5454650" y="3213100"/>
          <p14:tracePt t="38545" x="5543550" y="3238500"/>
          <p14:tracePt t="38561" x="5562600" y="3238500"/>
          <p14:tracePt t="38578" x="5581650" y="3238500"/>
          <p14:tracePt t="38595" x="5638800" y="3225800"/>
          <p14:tracePt t="38598" x="5651500" y="3225800"/>
          <p14:tracePt t="38611" x="5670550" y="3219450"/>
          <p14:tracePt t="38628" x="5683250" y="3213100"/>
          <p14:tracePt t="38645" x="5702300" y="3200400"/>
          <p14:tracePt t="38797" x="5708650" y="3200400"/>
          <p14:tracePt t="38853" x="5715000" y="3200400"/>
          <p14:tracePt t="38901" x="5721350" y="3200400"/>
          <p14:tracePt t="38932" x="5721350" y="3213100"/>
          <p14:tracePt t="38956" x="5727700" y="3213100"/>
          <p14:tracePt t="38981" x="5734050" y="3219450"/>
          <p14:tracePt t="38988" x="5734050" y="3225800"/>
          <p14:tracePt t="39004" x="5740400" y="3225800"/>
          <p14:tracePt t="39037" x="5753100" y="3232150"/>
          <p14:tracePt t="39045" x="5759450" y="3232150"/>
          <p14:tracePt t="39085" x="5765800" y="3232150"/>
          <p14:tracePt t="39453" x="5759450" y="3232150"/>
          <p14:tracePt t="39461" x="5734050" y="3238500"/>
          <p14:tracePt t="39477" x="5721350" y="3238500"/>
          <p14:tracePt t="39485" x="5715000" y="3238500"/>
          <p14:tracePt t="39494" x="5708650" y="3238500"/>
          <p14:tracePt t="39511" x="5689600" y="3238500"/>
          <p14:tracePt t="39528" x="5676900" y="3244850"/>
          <p14:tracePt t="39545" x="5657850" y="3251200"/>
          <p14:tracePt t="39578" x="5645150" y="3251200"/>
          <p14:tracePt t="39595" x="5632450" y="3251200"/>
          <p14:tracePt t="39611" x="5626100" y="3251200"/>
          <p14:tracePt t="39885" x="5626100" y="3257550"/>
          <p14:tracePt t="39901" x="5632450" y="3257550"/>
          <p14:tracePt t="39909" x="5645150" y="3257550"/>
          <p14:tracePt t="39925" x="5651500" y="3257550"/>
          <p14:tracePt t="39934" x="5664200" y="3257550"/>
          <p14:tracePt t="39945" x="5676900" y="3257550"/>
          <p14:tracePt t="39965" x="5689600" y="3257550"/>
          <p14:tracePt t="39981" x="5695950" y="3257550"/>
          <p14:tracePt t="40077" x="5670550" y="3257550"/>
          <p14:tracePt t="40086" x="5632450" y="3263900"/>
          <p14:tracePt t="40094" x="5613400" y="3270250"/>
          <p14:tracePt t="40111" x="5543550" y="3276600"/>
          <p14:tracePt t="40128" x="5429250" y="3276600"/>
          <p14:tracePt t="40145" x="5302250" y="3282950"/>
          <p14:tracePt t="40161" x="5168900" y="3295650"/>
          <p14:tracePt t="40178" x="4972050" y="3295650"/>
          <p14:tracePt t="40195" x="4832350" y="3295650"/>
          <p14:tracePt t="40211" x="4730750" y="3295650"/>
          <p14:tracePt t="40228" x="4616450" y="3295650"/>
          <p14:tracePt t="40245" x="4552950" y="3295650"/>
          <p14:tracePt t="40261" x="4495800" y="3295650"/>
          <p14:tracePt t="40278" x="4457700" y="3302000"/>
          <p14:tracePt t="40295" x="4432300" y="3302000"/>
          <p14:tracePt t="40311" x="4419600" y="3302000"/>
          <p14:tracePt t="40345" x="4406900" y="3308350"/>
          <p14:tracePt t="40965" x="4394200" y="3308350"/>
          <p14:tracePt t="40973" x="4368800" y="3308350"/>
          <p14:tracePt t="40981" x="4318000" y="3308350"/>
          <p14:tracePt t="40995" x="4254500" y="3308350"/>
          <p14:tracePt t="41011" x="4095750" y="3314700"/>
          <p14:tracePt t="41028" x="3917950" y="3314700"/>
          <p14:tracePt t="41044" x="3867150" y="3314700"/>
          <p14:tracePt t="41061" x="3822700" y="3314700"/>
          <p14:tracePt t="41108" x="3810000" y="3314700"/>
          <p14:tracePt t="41221" x="3803650" y="3308350"/>
          <p14:tracePt t="41541" x="3797300" y="3308350"/>
          <p14:tracePt t="41557" x="3784600" y="3308350"/>
          <p14:tracePt t="41565" x="3740150" y="3308350"/>
          <p14:tracePt t="41578" x="3702050" y="3308350"/>
          <p14:tracePt t="41594" x="3587750" y="3302000"/>
          <p14:tracePt t="41597" x="3397250" y="3302000"/>
          <p14:tracePt t="41611" x="3321050" y="3295650"/>
          <p14:tracePt t="41628" x="3238500" y="3295650"/>
          <p14:tracePt t="41644" x="3016250" y="3282950"/>
          <p14:tracePt t="41661" x="2971800" y="3270250"/>
          <p14:tracePt t="41678" x="2946400" y="3263900"/>
          <p14:tracePt t="41695" x="2908300" y="3263900"/>
          <p14:tracePt t="41711" x="2889250" y="3251200"/>
          <p14:tracePt t="41728" x="2870200" y="3251200"/>
          <p14:tracePt t="41761" x="2863850" y="3244850"/>
          <p14:tracePt t="41861" x="2857500" y="3244850"/>
          <p14:tracePt t="41900" x="2844800" y="3244850"/>
          <p14:tracePt t="41925" x="2832100" y="3244850"/>
          <p14:tracePt t="41941" x="2825750" y="3244850"/>
          <p14:tracePt t="41965" x="2819400" y="3238500"/>
          <p14:tracePt t="41989" x="2813050" y="3238500"/>
          <p14:tracePt t="42005" x="2806700" y="3238500"/>
          <p14:tracePt t="42925" x="2806700" y="3232150"/>
          <p14:tracePt t="42949" x="2819400" y="3225800"/>
          <p14:tracePt t="42965" x="2825750" y="3225800"/>
          <p14:tracePt t="42973" x="2838450" y="3219450"/>
          <p14:tracePt t="42981" x="2844800" y="3219450"/>
          <p14:tracePt t="43005" x="2851150" y="3219450"/>
          <p14:tracePt t="43013" x="2857500" y="3213100"/>
          <p14:tracePt t="43037" x="2863850" y="3213100"/>
          <p14:tracePt t="43045" x="2870200" y="3213100"/>
          <p14:tracePt t="43061" x="2876550" y="3213100"/>
          <p14:tracePt t="43078" x="2882900" y="3213100"/>
          <p14:tracePt t="43094" x="2895600" y="3213100"/>
          <p14:tracePt t="43125" x="2901950" y="3213100"/>
          <p14:tracePt t="43133" x="2914650" y="3219450"/>
          <p14:tracePt t="43144" x="2921000" y="3219450"/>
          <p14:tracePt t="43161" x="2933700" y="3219450"/>
          <p14:tracePt t="43178" x="2940050" y="3219450"/>
          <p14:tracePt t="43195" x="2959100" y="3219450"/>
          <p14:tracePt t="43211" x="2990850" y="3219450"/>
          <p14:tracePt t="43228" x="3035300" y="3219450"/>
          <p14:tracePt t="43245" x="3124200" y="3219450"/>
          <p14:tracePt t="43261" x="3149600" y="3219450"/>
          <p14:tracePt t="43278" x="3162300" y="3225800"/>
          <p14:tracePt t="43295" x="3206750" y="3225800"/>
          <p14:tracePt t="43311" x="3263900" y="3225800"/>
          <p14:tracePt t="43328" x="3289300" y="3225800"/>
          <p14:tracePt t="43345" x="3308350" y="3232150"/>
          <p14:tracePt t="43361" x="3314700" y="3232150"/>
          <p14:tracePt t="43378" x="3321050" y="3232150"/>
          <p14:tracePt t="43395" x="3333750" y="3232150"/>
          <p14:tracePt t="43411" x="3340100" y="3232150"/>
          <p14:tracePt t="43428" x="3346450" y="3232150"/>
          <p14:tracePt t="43445" x="3352800" y="3232150"/>
          <p14:tracePt t="43478" x="3365500" y="3238500"/>
          <p14:tracePt t="43512" x="3371850" y="3238500"/>
          <p14:tracePt t="43528" x="3390900" y="3238500"/>
          <p14:tracePt t="43545" x="3403600" y="3244850"/>
          <p14:tracePt t="43578" x="3441700" y="3244850"/>
          <p14:tracePt t="43611" x="3467100" y="3244850"/>
          <p14:tracePt t="43628" x="3473450" y="3244850"/>
          <p14:tracePt t="43644" x="3505200" y="3238500"/>
          <p14:tracePt t="43661" x="3517900" y="3238500"/>
          <p14:tracePt t="43678" x="3543300" y="3232150"/>
          <p14:tracePt t="43805" x="3556000" y="3225800"/>
          <p14:tracePt t="43829" x="3556000" y="3219450"/>
          <p14:tracePt t="43861" x="3556000" y="3206750"/>
          <p14:tracePt t="43886" x="3549650" y="3206750"/>
          <p14:tracePt t="43893" x="3549650" y="3200400"/>
          <p14:tracePt t="43901" x="3536950" y="3187700"/>
          <p14:tracePt t="43911" x="3536950" y="3181350"/>
          <p14:tracePt t="43928" x="3530600" y="3181350"/>
          <p14:tracePt t="43944" x="3530600" y="3162300"/>
          <p14:tracePt t="43961" x="3517900" y="3155950"/>
          <p14:tracePt t="43978" x="3492500" y="3130550"/>
          <p14:tracePt t="43995" x="3473450" y="3124200"/>
          <p14:tracePt t="44011" x="3460750" y="3105150"/>
          <p14:tracePt t="44028" x="3409950" y="3092450"/>
          <p14:tracePt t="44045" x="3384550" y="3079750"/>
          <p14:tracePt t="44061" x="3308350" y="3086100"/>
          <p14:tracePt t="44078" x="3270250" y="3092450"/>
          <p14:tracePt t="44094" x="3219450" y="3092450"/>
          <p14:tracePt t="44111" x="3175000" y="3092450"/>
          <p14:tracePt t="44128" x="3155950" y="3092450"/>
          <p14:tracePt t="44144" x="3149600" y="3092450"/>
          <p14:tracePt t="44161" x="3130550" y="3092450"/>
          <p14:tracePt t="44178" x="3124200" y="3098800"/>
          <p14:tracePt t="44195" x="3111500" y="3105150"/>
          <p14:tracePt t="44212" x="3098800" y="3111500"/>
          <p14:tracePt t="44228" x="3079750" y="3130550"/>
          <p14:tracePt t="44245" x="3054350" y="3143250"/>
          <p14:tracePt t="44262" x="3048000" y="3149600"/>
          <p14:tracePt t="44278" x="3035300" y="3155950"/>
          <p14:tracePt t="44294" x="3022600" y="3175000"/>
          <p14:tracePt t="44311" x="3016250" y="3181350"/>
          <p14:tracePt t="44413" x="3016250" y="3194050"/>
          <p14:tracePt t="44445" x="3022600" y="3194050"/>
          <p14:tracePt t="44453" x="3028950" y="3194050"/>
          <p14:tracePt t="44469" x="3028950" y="3200400"/>
          <p14:tracePt t="44485" x="3028950" y="3206750"/>
          <p14:tracePt t="44494" x="3041650" y="3213100"/>
          <p14:tracePt t="44511" x="3073400" y="3232150"/>
          <p14:tracePt t="44528" x="3092450" y="3244850"/>
          <p14:tracePt t="44545" x="3111500" y="3257550"/>
          <p14:tracePt t="44562" x="3143250" y="3270250"/>
          <p14:tracePt t="44578" x="3194050" y="3289300"/>
          <p14:tracePt t="44595" x="3225800" y="3295650"/>
          <p14:tracePt t="44598" x="3244850" y="3295650"/>
          <p14:tracePt t="44611" x="3282950" y="3308350"/>
          <p14:tracePt t="44628" x="3321050" y="3314700"/>
          <p14:tracePt t="44644" x="3352800" y="3321050"/>
          <p14:tracePt t="44661" x="3397250" y="3327400"/>
          <p14:tracePt t="44678" x="3409950" y="3327400"/>
          <p14:tracePt t="44694" x="3460750" y="3327400"/>
          <p14:tracePt t="44711" x="3517900" y="3327400"/>
          <p14:tracePt t="44728" x="3562350" y="3333750"/>
          <p14:tracePt t="44744" x="3581400" y="3333750"/>
          <p14:tracePt t="44762" x="3613150" y="3333750"/>
          <p14:tracePt t="44778" x="3683000" y="3340100"/>
          <p14:tracePt t="44795" x="3740150" y="3340100"/>
          <p14:tracePt t="44811" x="3759200" y="3340100"/>
          <p14:tracePt t="44828" x="3803650" y="3340100"/>
          <p14:tracePt t="44845" x="3841750" y="3340100"/>
          <p14:tracePt t="44861" x="3860800" y="3340100"/>
          <p14:tracePt t="44878" x="3892550" y="3340100"/>
          <p14:tracePt t="44895" x="3905250" y="3340100"/>
          <p14:tracePt t="44911" x="3937000" y="3340100"/>
          <p14:tracePt t="44928" x="3949700" y="3340100"/>
          <p14:tracePt t="44945" x="3962400" y="3333750"/>
          <p14:tracePt t="44961" x="3987800" y="3333750"/>
          <p14:tracePt t="44978" x="4000500" y="3333750"/>
          <p14:tracePt t="44995" x="4038600" y="3327400"/>
          <p14:tracePt t="45011" x="4044950" y="3327400"/>
          <p14:tracePt t="45028" x="4057650" y="3321050"/>
          <p14:tracePt t="45045" x="4121150" y="3314700"/>
          <p14:tracePt t="45061" x="4159250" y="3308350"/>
          <p14:tracePt t="45078" x="4197350" y="3302000"/>
          <p14:tracePt t="45094" x="4235450" y="3302000"/>
          <p14:tracePt t="45111" x="4267200" y="3295650"/>
          <p14:tracePt t="45128" x="4279900" y="3295650"/>
          <p14:tracePt t="45144" x="4324350" y="3289300"/>
          <p14:tracePt t="45161" x="4343400" y="3289300"/>
          <p14:tracePt t="45178" x="4381500" y="3282950"/>
          <p14:tracePt t="45195" x="4400550" y="3282950"/>
          <p14:tracePt t="45211" x="4445000" y="3282950"/>
          <p14:tracePt t="45228" x="4476750" y="3282950"/>
          <p14:tracePt t="45244" x="4514850" y="3282950"/>
          <p14:tracePt t="45261" x="4533900" y="3282950"/>
          <p14:tracePt t="45278" x="4546600" y="3282950"/>
          <p14:tracePt t="45295" x="4552950" y="3282950"/>
          <p14:tracePt t="45311" x="4565650" y="3282950"/>
          <p14:tracePt t="45389" x="4572000" y="3282950"/>
          <p14:tracePt t="45413" x="4584700" y="3282950"/>
          <p14:tracePt t="45445" x="4591050" y="3282950"/>
          <p14:tracePt t="45453" x="4597400" y="3282950"/>
          <p14:tracePt t="45462" x="4603750" y="3282950"/>
          <p14:tracePt t="45485" x="4610100" y="3282950"/>
          <p14:tracePt t="45605" x="4616450" y="3282950"/>
          <p14:tracePt t="45669" x="4622800" y="3282950"/>
          <p14:tracePt t="45725" x="4622800" y="3289300"/>
          <p14:tracePt t="45773" x="4629150" y="3295650"/>
          <p14:tracePt t="45797" x="4629150" y="3302000"/>
          <p14:tracePt t="45845" x="4629150" y="3308350"/>
          <p14:tracePt t="46197" x="4635500" y="3302000"/>
          <p14:tracePt t="46205" x="4641850" y="3289300"/>
          <p14:tracePt t="46213" x="4641850" y="3282950"/>
          <p14:tracePt t="46229" x="4641850" y="3270250"/>
          <p14:tracePt t="46244" x="4667250" y="3219450"/>
          <p14:tracePt t="46261" x="4673600" y="3194050"/>
          <p14:tracePt t="46278" x="4679950" y="3175000"/>
          <p14:tracePt t="46294" x="4686300" y="3136900"/>
          <p14:tracePt t="46328" x="4686300" y="3124200"/>
          <p14:tracePt t="46344" x="4686300" y="3117850"/>
          <p14:tracePt t="46398" x="4679950" y="3117850"/>
          <p14:tracePt t="46493" x="4679950" y="3124200"/>
          <p14:tracePt t="46989" x="4679950" y="3130550"/>
          <p14:tracePt t="46997" x="4660900" y="3168650"/>
          <p14:tracePt t="47005" x="4660900" y="3175000"/>
          <p14:tracePt t="47013" x="4660900" y="3181350"/>
          <p14:tracePt t="47028" x="4648200" y="3200400"/>
          <p14:tracePt t="47044" x="4648200" y="3206750"/>
          <p14:tracePt t="47061" x="4635500" y="3213100"/>
          <p14:tracePt t="47078" x="4641850" y="3225800"/>
          <p14:tracePt t="47772" x="4635500" y="3225800"/>
          <p14:tracePt t="47796" x="4635500" y="3206750"/>
          <p14:tracePt t="47804" x="4635500" y="3200400"/>
          <p14:tracePt t="47813" x="4635500" y="3194050"/>
          <p14:tracePt t="47829" x="4641850" y="3187700"/>
          <p14:tracePt t="47893" x="4648200" y="3181350"/>
          <p14:tracePt t="48973" x="4654550" y="3175000"/>
          <p14:tracePt t="48981" x="4654550" y="3168650"/>
          <p14:tracePt t="49005" x="4660900" y="3149600"/>
          <p14:tracePt t="49404" x="4673600" y="3149600"/>
          <p14:tracePt t="49485" x="4679950" y="3149600"/>
          <p14:tracePt t="49493" x="4686300" y="3149600"/>
          <p14:tracePt t="49501" x="4692650" y="3143250"/>
          <p14:tracePt t="49511" x="4705350" y="3136900"/>
          <p14:tracePt t="49528" x="4711700" y="3130550"/>
          <p14:tracePt t="49544" x="4724400" y="3117850"/>
          <p14:tracePt t="49561" x="4730750" y="3098800"/>
          <p14:tracePt t="49578" x="4737100" y="3086100"/>
          <p14:tracePt t="49594" x="4705350" y="3079750"/>
          <p14:tracePt t="49615" x="4692650" y="3079750"/>
          <p14:tracePt t="49630" x="4692650" y="3073400"/>
          <p14:tracePt t="49685" x="4686300" y="3073400"/>
          <p14:tracePt t="49709" x="4686300" y="3079750"/>
          <p14:tracePt t="49717" x="4686300" y="3086100"/>
          <p14:tracePt t="49728" x="4673600" y="3092450"/>
          <p14:tracePt t="49744" x="4667250" y="3111500"/>
          <p14:tracePt t="49761" x="4648200" y="3143250"/>
          <p14:tracePt t="49778" x="4622800" y="3187700"/>
          <p14:tracePt t="49794" x="4610100" y="3219450"/>
          <p14:tracePt t="49811" x="4584700" y="3263900"/>
          <p14:tracePt t="49828" x="4572000" y="3276600"/>
          <p14:tracePt t="49845" x="4552950" y="3289300"/>
          <p14:tracePt t="49878" x="4540250" y="3289300"/>
          <p14:tracePt t="49901" x="4533900" y="3289300"/>
          <p14:tracePt t="49911" x="4527550" y="3282950"/>
          <p14:tracePt t="50261" x="4527550" y="3289300"/>
          <p14:tracePt t="50269" x="4527550" y="3295650"/>
          <p14:tracePt t="50278" x="4527550" y="3302000"/>
          <p14:tracePt t="50294" x="4521200" y="3321050"/>
          <p14:tracePt t="50311" x="4495800" y="3346450"/>
          <p14:tracePt t="50328" x="4470400" y="3359150"/>
          <p14:tracePt t="50344" x="4445000" y="3384550"/>
          <p14:tracePt t="50361" x="4419600" y="3397250"/>
          <p14:tracePt t="50378" x="4356100" y="3441700"/>
          <p14:tracePt t="50395" x="4254500" y="3473450"/>
          <p14:tracePt t="50411" x="4241800" y="3479800"/>
          <p14:tracePt t="50428" x="4165600" y="3511550"/>
          <p14:tracePt t="50445" x="3987800" y="3568700"/>
          <p14:tracePt t="50461" x="3905250" y="3594100"/>
          <p14:tracePt t="50478" x="3765550" y="3625850"/>
          <p14:tracePt t="50494" x="3702050" y="3644900"/>
          <p14:tracePt t="50511" x="3644900" y="3676650"/>
          <p14:tracePt t="50528" x="3498850" y="3733800"/>
          <p14:tracePt t="50544" x="3441700" y="3759200"/>
          <p14:tracePt t="50561" x="3251200" y="3829050"/>
          <p14:tracePt t="50578" x="3213100" y="3848100"/>
          <p14:tracePt t="50594" x="3060700" y="3905250"/>
          <p14:tracePt t="50597" x="3048000" y="3917950"/>
          <p14:tracePt t="50611" x="3009900" y="3937000"/>
          <p14:tracePt t="50628" x="2908300" y="3968750"/>
          <p14:tracePt t="50644" x="2794000" y="4000500"/>
          <p14:tracePt t="50661" x="2717800" y="4032250"/>
          <p14:tracePt t="50678" x="2590800" y="4076700"/>
          <p14:tracePt t="50695" x="2495550" y="4095750"/>
          <p14:tracePt t="50711" x="2432050" y="4127500"/>
          <p14:tracePt t="50728" x="2292350" y="4171950"/>
          <p14:tracePt t="50745" x="2273300" y="4184650"/>
          <p14:tracePt t="50761" x="2216150" y="4210050"/>
          <p14:tracePt t="50778" x="2190750" y="4222750"/>
          <p14:tracePt t="50794" x="2171700" y="4229100"/>
          <p14:tracePt t="50811" x="2152650" y="4241800"/>
          <p14:tracePt t="50828" x="2108200" y="4292600"/>
          <p14:tracePt t="50844" x="2095500" y="4324350"/>
          <p14:tracePt t="50861" x="2095500" y="4330700"/>
          <p14:tracePt t="50878" x="2101850" y="4349750"/>
          <p14:tracePt t="50894" x="2101850" y="4362450"/>
          <p14:tracePt t="50911" x="2114550" y="4368800"/>
          <p14:tracePt t="50944" x="2127250" y="4381500"/>
          <p14:tracePt t="50961" x="2178050" y="4400550"/>
          <p14:tracePt t="50978" x="2362200" y="4432300"/>
          <p14:tracePt t="50995" x="2444750" y="4445000"/>
          <p14:tracePt t="51012" x="2673350" y="4476750"/>
          <p14:tracePt t="51028" x="2997200" y="4502150"/>
          <p14:tracePt t="51044" x="3352800" y="4502150"/>
          <p14:tracePt t="51061" x="3600450" y="4502150"/>
          <p14:tracePt t="51078" x="3854450" y="4502150"/>
          <p14:tracePt t="51095" x="4000500" y="4502150"/>
          <p14:tracePt t="51111" x="4114800" y="4483100"/>
          <p14:tracePt t="51128" x="4305300" y="4451350"/>
          <p14:tracePt t="51144" x="4394200" y="4432300"/>
          <p14:tracePt t="51161" x="4438650" y="4425950"/>
          <p14:tracePt t="51178" x="4572000" y="4400550"/>
          <p14:tracePt t="51195" x="4768850" y="4362450"/>
          <p14:tracePt t="51211" x="4851400" y="4362450"/>
          <p14:tracePt t="51228" x="4965700" y="4362450"/>
          <p14:tracePt t="51245" x="5092700" y="4362450"/>
          <p14:tracePt t="51261" x="5213350" y="4368800"/>
          <p14:tracePt t="51278" x="5391150" y="4400550"/>
          <p14:tracePt t="51294" x="5492750" y="4413250"/>
          <p14:tracePt t="51311" x="5556250" y="4413250"/>
          <p14:tracePt t="51328" x="5600700" y="4413250"/>
          <p14:tracePt t="51344" x="5670550" y="4394200"/>
          <p14:tracePt t="51361" x="5715000" y="4387850"/>
          <p14:tracePt t="51378" x="5753100" y="4387850"/>
          <p14:tracePt t="51394" x="5810250" y="4368800"/>
          <p14:tracePt t="51411" x="5835650" y="4362450"/>
          <p14:tracePt t="51428" x="5873750" y="4356100"/>
          <p14:tracePt t="51445" x="5886450" y="4343400"/>
          <p14:tracePt t="51461" x="5905500" y="4337050"/>
          <p14:tracePt t="51478" x="5924550" y="4330700"/>
          <p14:tracePt t="51495" x="5956300" y="4318000"/>
          <p14:tracePt t="51511" x="5975350" y="4318000"/>
          <p14:tracePt t="51528" x="5988050" y="4311650"/>
          <p14:tracePt t="51561" x="5994400" y="4311650"/>
          <p14:tracePt t="51578" x="6007100" y="4311650"/>
          <p14:tracePt t="51621" x="6013450" y="4311650"/>
          <p14:tracePt t="51845" x="6013450" y="4305300"/>
          <p14:tracePt t="51869" x="6019800" y="4298950"/>
          <p14:tracePt t="52021" x="6026150" y="4311650"/>
          <p14:tracePt t="52029" x="6026150" y="4324350"/>
          <p14:tracePt t="52037" x="6026150" y="4337050"/>
          <p14:tracePt t="52045" x="6032500" y="4343400"/>
          <p14:tracePt t="52061" x="6045200" y="4381500"/>
          <p14:tracePt t="52078" x="6045200" y="4394200"/>
          <p14:tracePt t="52094" x="6051550" y="4406900"/>
          <p14:tracePt t="52111" x="6051550" y="4413250"/>
          <p14:tracePt t="52133" x="6057900" y="4419600"/>
          <p14:tracePt t="52148" x="6064250" y="4432300"/>
          <p14:tracePt t="52165" x="6070600" y="4489450"/>
          <p14:tracePt t="52178" x="6089650" y="4533900"/>
          <p14:tracePt t="52195" x="6127750" y="4673600"/>
          <p14:tracePt t="52211" x="6165850" y="4794250"/>
          <p14:tracePt t="52228" x="6165850" y="4819650"/>
          <p14:tracePt t="52245" x="6140450" y="4838700"/>
          <p14:tracePt t="52557" x="6134100" y="4838700"/>
          <p14:tracePt t="52565" x="6134100" y="4832350"/>
          <p14:tracePt t="52578" x="6134100" y="4826000"/>
          <p14:tracePt t="52594" x="6127750" y="4794250"/>
          <p14:tracePt t="52637" x="6121400" y="4794250"/>
          <p14:tracePt t="52645" x="6108700" y="4794250"/>
          <p14:tracePt t="52669" x="6102350" y="4800600"/>
          <p14:tracePt t="52677" x="6096000" y="4800600"/>
          <p14:tracePt t="52685" x="6096000" y="4806950"/>
          <p14:tracePt t="52694" x="6096000" y="4813300"/>
          <p14:tracePt t="52711" x="6083300" y="4864100"/>
          <p14:tracePt t="52728" x="6076950" y="4883150"/>
          <p14:tracePt t="52744" x="6057900" y="4914900"/>
          <p14:tracePt t="52761" x="6051550" y="4940300"/>
          <p14:tracePt t="52778" x="6051550" y="4984750"/>
          <p14:tracePt t="52794" x="6051550" y="5003800"/>
          <p14:tracePt t="52811" x="6051550" y="5060950"/>
          <p14:tracePt t="52828" x="6051550" y="5073650"/>
          <p14:tracePt t="52844" x="6051550" y="5092700"/>
          <p14:tracePt t="52861" x="6057900" y="5099050"/>
          <p14:tracePt t="52878" x="6057900" y="5111750"/>
          <p14:tracePt t="52894" x="6057900" y="5124450"/>
          <p14:tracePt t="52911" x="6064250" y="5124450"/>
          <p14:tracePt t="52928" x="6064250" y="5130800"/>
          <p14:tracePt t="52945" x="6076950" y="5137150"/>
          <p14:tracePt t="52961" x="6089650" y="5137150"/>
          <p14:tracePt t="52978" x="6096000" y="5143500"/>
          <p14:tracePt t="52995" x="6102350" y="5149850"/>
          <p14:tracePt t="53011" x="6127750" y="5168900"/>
          <p14:tracePt t="53028" x="6159500" y="5175250"/>
          <p14:tracePt t="53044" x="6203950" y="5194300"/>
          <p14:tracePt t="53061" x="6254750" y="5213350"/>
          <p14:tracePt t="53078" x="6286500" y="5232400"/>
          <p14:tracePt t="53095" x="6305550" y="5251450"/>
          <p14:tracePt t="53111" x="6343650" y="5283200"/>
          <p14:tracePt t="53128" x="6362700" y="5302250"/>
          <p14:tracePt t="53144" x="6375400" y="5314950"/>
          <p14:tracePt t="53161" x="6394450" y="5353050"/>
          <p14:tracePt t="53178" x="6407150" y="5359400"/>
          <p14:tracePt t="53195" x="6413500" y="5378450"/>
          <p14:tracePt t="53211" x="6419850" y="5391150"/>
          <p14:tracePt t="53228" x="6419850" y="5403850"/>
          <p14:tracePt t="53244" x="6419850" y="5410200"/>
          <p14:tracePt t="53269" x="6419850" y="5416550"/>
          <p14:tracePt t="53293" x="6419850" y="5429250"/>
          <p14:tracePt t="53309" x="6407150" y="5435600"/>
          <p14:tracePt t="53325" x="6400800" y="5435600"/>
          <p14:tracePt t="53341" x="6394450" y="5441950"/>
          <p14:tracePt t="53365" x="6381750" y="5448300"/>
          <p14:tracePt t="53389" x="6375400" y="5448300"/>
          <p14:tracePt t="53405" x="6350000" y="5454650"/>
          <p14:tracePt t="53413" x="6343650" y="5454650"/>
          <p14:tracePt t="53421" x="6330950" y="5454650"/>
          <p14:tracePt t="53429" x="6318250" y="5454650"/>
          <p14:tracePt t="53445" x="6299200" y="5448300"/>
          <p14:tracePt t="53461" x="6254750" y="5435600"/>
          <p14:tracePt t="53478" x="6242050" y="5422900"/>
          <p14:tracePt t="53494" x="6235700" y="5397500"/>
          <p14:tracePt t="53511" x="6235700" y="5384800"/>
          <p14:tracePt t="53528" x="6235700" y="5372100"/>
          <p14:tracePt t="53544" x="6235700" y="5346700"/>
          <p14:tracePt t="53561" x="6235700" y="5334000"/>
          <p14:tracePt t="53578" x="6235700" y="5321300"/>
          <p14:tracePt t="53594" x="6235700" y="5308600"/>
          <p14:tracePt t="53645" x="6235700" y="5302250"/>
          <p14:tracePt t="53677" x="6229350" y="5302250"/>
          <p14:tracePt t="53685" x="6229350" y="5289550"/>
          <p14:tracePt t="53709" x="6223000" y="5289550"/>
          <p14:tracePt t="53717" x="6203950" y="5276850"/>
          <p14:tracePt t="53728" x="6184900" y="5270500"/>
          <p14:tracePt t="53744" x="6102350" y="5251450"/>
          <p14:tracePt t="53761" x="5956300" y="5238750"/>
          <p14:tracePt t="53778" x="5822950" y="5232400"/>
          <p14:tracePt t="53794" x="5778500" y="5226050"/>
          <p14:tracePt t="53811" x="5740400" y="5226050"/>
          <p14:tracePt t="53828" x="5664200" y="5226050"/>
          <p14:tracePt t="53845" x="5600700" y="5226050"/>
          <p14:tracePt t="53861" x="5518150" y="5251450"/>
          <p14:tracePt t="53878" x="5492750" y="5251450"/>
          <p14:tracePt t="53894" x="5454650" y="5257800"/>
          <p14:tracePt t="53911" x="5422900" y="5264150"/>
          <p14:tracePt t="53928" x="5365750" y="5264150"/>
          <p14:tracePt t="53944" x="5302250" y="5251450"/>
          <p14:tracePt t="53961" x="5264150" y="5245100"/>
          <p14:tracePt t="53977" x="5111750" y="5219700"/>
          <p14:tracePt t="53994" x="4991100" y="5200650"/>
          <p14:tracePt t="54011" x="4864100" y="5181600"/>
          <p14:tracePt t="54028" x="4648200" y="5143500"/>
          <p14:tracePt t="54044" x="4521200" y="5130800"/>
          <p14:tracePt t="54061" x="4337050" y="5105400"/>
          <p14:tracePt t="54077" x="4216400" y="5086350"/>
          <p14:tracePt t="54094" x="4076700" y="5080000"/>
          <p14:tracePt t="54111" x="3937000" y="5073650"/>
          <p14:tracePt t="54128" x="3829050" y="5073650"/>
          <p14:tracePt t="54144" x="3797300" y="5073650"/>
          <p14:tracePt t="54161" x="3644900" y="5073650"/>
          <p14:tracePt t="54177" x="3568700" y="5080000"/>
          <p14:tracePt t="54194" x="3517900" y="5080000"/>
          <p14:tracePt t="54211" x="3416300" y="5086350"/>
          <p14:tracePt t="54228" x="3403600" y="5086350"/>
          <p14:tracePt t="54244" x="3302000" y="5099050"/>
          <p14:tracePt t="54261" x="3206750" y="5118100"/>
          <p14:tracePt t="54277" x="3162300" y="5118100"/>
          <p14:tracePt t="54295" x="3098800" y="5124450"/>
          <p14:tracePt t="54311" x="3073400" y="5124450"/>
          <p14:tracePt t="54328" x="3028950" y="5124450"/>
          <p14:tracePt t="54344" x="2978150" y="5124450"/>
          <p14:tracePt t="54361" x="2851150" y="5124450"/>
          <p14:tracePt t="54378" x="2768600" y="5130800"/>
          <p14:tracePt t="54394" x="2673350" y="5143500"/>
          <p14:tracePt t="54411" x="2641600" y="5149850"/>
          <p14:tracePt t="54428" x="2584450" y="5156200"/>
          <p14:tracePt t="54444" x="2425700" y="5181600"/>
          <p14:tracePt t="54461" x="2374900" y="5194300"/>
          <p14:tracePt t="54478" x="2324100" y="5207000"/>
          <p14:tracePt t="54494" x="2235200" y="5251450"/>
          <p14:tracePt t="54511" x="2165350" y="5283200"/>
          <p14:tracePt t="54528" x="2082800" y="5334000"/>
          <p14:tracePt t="54544" x="2019300" y="5372100"/>
          <p14:tracePt t="54561" x="1987550" y="5397500"/>
          <p14:tracePt t="54578" x="1943100" y="5429250"/>
          <p14:tracePt t="54594" x="1898650" y="5461000"/>
          <p14:tracePt t="54597" x="1885950" y="5461000"/>
          <p14:tracePt t="54611" x="1803400" y="5480050"/>
          <p14:tracePt t="54628" x="1746250" y="5499100"/>
          <p14:tracePt t="54644" x="1701800" y="5511800"/>
          <p14:tracePt t="54661" x="1612900" y="5524500"/>
          <p14:tracePt t="54678" x="1581150" y="5530850"/>
          <p14:tracePt t="54695" x="1536700" y="5543550"/>
          <p14:tracePt t="54711" x="1435100" y="5562600"/>
          <p14:tracePt t="54728" x="1428750" y="5562600"/>
          <p14:tracePt t="54745" x="1371600" y="5568950"/>
          <p14:tracePt t="54761" x="1358900" y="5568950"/>
          <p14:tracePt t="54794" x="1346200" y="5568950"/>
          <p14:tracePt t="54973" x="1352550" y="5568950"/>
          <p14:tracePt t="54997" x="1365250" y="5562600"/>
          <p14:tracePt t="55005" x="1371600" y="5562600"/>
          <p14:tracePt t="55013" x="1377950" y="5562600"/>
          <p14:tracePt t="55037" x="1384300" y="5562600"/>
          <p14:tracePt t="55045" x="1397000" y="5562600"/>
          <p14:tracePt t="55061" x="1416050" y="5562600"/>
          <p14:tracePt t="55078" x="1428750" y="5562600"/>
          <p14:tracePt t="55094" x="1441450" y="5562600"/>
          <p14:tracePt t="55111" x="1479550" y="5568950"/>
          <p14:tracePt t="55128" x="1492250" y="5575300"/>
          <p14:tracePt t="55144" x="1511300" y="5575300"/>
          <p14:tracePt t="55161" x="1549400" y="5594350"/>
          <p14:tracePt t="55178" x="1562100" y="5607050"/>
          <p14:tracePt t="55195" x="1587500" y="5619750"/>
          <p14:tracePt t="55211" x="1619250" y="5626100"/>
          <p14:tracePt t="55228" x="1651000" y="5632450"/>
          <p14:tracePt t="55245" x="1714500" y="5651500"/>
          <p14:tracePt t="55261" x="1727200" y="5657850"/>
          <p14:tracePt t="55277" x="1752600" y="5657850"/>
          <p14:tracePt t="55294" x="1771650" y="5657850"/>
          <p14:tracePt t="55311" x="1828800" y="5664200"/>
          <p14:tracePt t="55328" x="1854200" y="5664200"/>
          <p14:tracePt t="55344" x="1866900" y="5664200"/>
          <p14:tracePt t="55361" x="1924050" y="5676900"/>
          <p14:tracePt t="55378" x="1962150" y="5683250"/>
          <p14:tracePt t="55395" x="1987550" y="5683250"/>
          <p14:tracePt t="55411" x="2012950" y="5683250"/>
          <p14:tracePt t="55428" x="2032000" y="5689600"/>
          <p14:tracePt t="55445" x="2070100" y="5695950"/>
          <p14:tracePt t="55461" x="2095500" y="5695950"/>
          <p14:tracePt t="55478" x="2139950" y="5702300"/>
          <p14:tracePt t="55495" x="2165350" y="5702300"/>
          <p14:tracePt t="55528" x="2216150" y="5702300"/>
          <p14:tracePt t="55545" x="2260600" y="5702300"/>
          <p14:tracePt t="55561" x="2292350" y="5689600"/>
          <p14:tracePt t="55578" x="2349500" y="5676900"/>
          <p14:tracePt t="55594" x="2381250" y="5676900"/>
          <p14:tracePt t="55597" x="2387600" y="5676900"/>
          <p14:tracePt t="55611" x="2425700" y="5664200"/>
          <p14:tracePt t="55628" x="2451100" y="5657850"/>
          <p14:tracePt t="55644" x="2520950" y="5645150"/>
          <p14:tracePt t="55661" x="2641600" y="5626100"/>
          <p14:tracePt t="55678" x="2673350" y="5626100"/>
          <p14:tracePt t="55694" x="2749550" y="5607050"/>
          <p14:tracePt t="55711" x="2876550" y="5594350"/>
          <p14:tracePt t="55728" x="2952750" y="5594350"/>
          <p14:tracePt t="55744" x="3035300" y="5588000"/>
          <p14:tracePt t="55761" x="3175000" y="5588000"/>
          <p14:tracePt t="55778" x="3200400" y="5588000"/>
          <p14:tracePt t="55794" x="3263900" y="5588000"/>
          <p14:tracePt t="55811" x="3308350" y="5594350"/>
          <p14:tracePt t="55828" x="3378200" y="5600700"/>
          <p14:tracePt t="55844" x="3422650" y="5619750"/>
          <p14:tracePt t="55861" x="3460750" y="5632450"/>
          <p14:tracePt t="55878" x="3511550" y="5651500"/>
          <p14:tracePt t="55894" x="3549650" y="5664200"/>
          <p14:tracePt t="55911" x="3644900" y="5676900"/>
          <p14:tracePt t="55928" x="3733800" y="5689600"/>
          <p14:tracePt t="55944" x="3829050" y="5689600"/>
          <p14:tracePt t="55961" x="3873500" y="5689600"/>
          <p14:tracePt t="55978" x="4064000" y="5676900"/>
          <p14:tracePt t="55994" x="4203700" y="5657850"/>
          <p14:tracePt t="56011" x="4337050" y="5632450"/>
          <p14:tracePt t="56028" x="4591050" y="5594350"/>
          <p14:tracePt t="56045" x="4730750" y="5568950"/>
          <p14:tracePt t="56061" x="4832350" y="5562600"/>
          <p14:tracePt t="56078" x="5029200" y="5556250"/>
          <p14:tracePt t="56094" x="5130800" y="5556250"/>
          <p14:tracePt t="56111" x="5378450" y="5549900"/>
          <p14:tracePt t="56128" x="5429250" y="5549900"/>
          <p14:tracePt t="56144" x="5524500" y="5549900"/>
          <p14:tracePt t="56161" x="5613400" y="5549900"/>
          <p14:tracePt t="56178" x="5778500" y="5537200"/>
          <p14:tracePt t="56195" x="5854700" y="5537200"/>
          <p14:tracePt t="56211" x="5949950" y="5530850"/>
          <p14:tracePt t="56227" x="6000750" y="5530850"/>
          <p14:tracePt t="56245" x="6197600" y="5505450"/>
          <p14:tracePt t="56261" x="6261100" y="5505450"/>
          <p14:tracePt t="56277" x="6362700" y="5486400"/>
          <p14:tracePt t="56294" x="6407150" y="5480050"/>
          <p14:tracePt t="56311" x="6419850" y="5480050"/>
          <p14:tracePt t="56328" x="6457950" y="5473700"/>
          <p14:tracePt t="56344" x="6477000" y="5473700"/>
          <p14:tracePt t="56361" x="6527800" y="5461000"/>
          <p14:tracePt t="56378" x="6565900" y="5461000"/>
          <p14:tracePt t="56394" x="6610350" y="5461000"/>
          <p14:tracePt t="56411" x="6616700" y="5461000"/>
          <p14:tracePt t="56428" x="6642100" y="5454650"/>
          <p14:tracePt t="56445" x="6661150" y="5454650"/>
          <p14:tracePt t="56461" x="6673850" y="5454650"/>
          <p14:tracePt t="56478" x="6686550" y="5454650"/>
          <p14:tracePt t="56495" x="6724650" y="5441950"/>
          <p14:tracePt t="56511" x="6743700" y="5435600"/>
          <p14:tracePt t="56645" x="6743700" y="5429250"/>
          <p14:tracePt t="56669" x="6711950" y="5422900"/>
          <p14:tracePt t="56677" x="6692900" y="5422900"/>
          <p14:tracePt t="56685" x="6623050" y="5410200"/>
          <p14:tracePt t="56694" x="6572250" y="5410200"/>
          <p14:tracePt t="56711" x="6438900" y="5410200"/>
          <p14:tracePt t="56728" x="6375400" y="5410200"/>
          <p14:tracePt t="56745" x="6184900" y="5403850"/>
          <p14:tracePt t="56761" x="6127750" y="5403850"/>
          <p14:tracePt t="56778" x="6083300" y="5403850"/>
          <p14:tracePt t="56795" x="6026150" y="5403850"/>
          <p14:tracePt t="56811" x="6000750" y="5403850"/>
          <p14:tracePt t="56828" x="5981700" y="5403850"/>
          <p14:tracePt t="56844" x="5854700" y="5403850"/>
          <p14:tracePt t="56861" x="5784850" y="5410200"/>
          <p14:tracePt t="56878" x="5702300" y="5416550"/>
          <p14:tracePt t="56894" x="5613400" y="5435600"/>
          <p14:tracePt t="56911" x="5594350" y="5441950"/>
          <p14:tracePt t="56928" x="5568950" y="5448300"/>
          <p14:tracePt t="56945" x="5518150" y="5454650"/>
          <p14:tracePt t="56961" x="5461000" y="5467350"/>
          <p14:tracePt t="56977" x="5391150" y="5467350"/>
          <p14:tracePt t="56995" x="5238750" y="5467350"/>
          <p14:tracePt t="57011" x="4991100" y="5467350"/>
          <p14:tracePt t="57028" x="4673600" y="5448300"/>
          <p14:tracePt t="57044" x="3873500" y="5410200"/>
          <p14:tracePt t="57061" x="3562350" y="5410200"/>
          <p14:tracePt t="57077" x="3467100" y="5403850"/>
          <p14:tracePt t="57094" x="3136900" y="5397500"/>
          <p14:tracePt t="57111" x="3054350" y="5384800"/>
          <p14:tracePt t="57128" x="2940050" y="5384800"/>
          <p14:tracePt t="57144" x="2825750" y="5365750"/>
          <p14:tracePt t="57161" x="2755900" y="5365750"/>
          <p14:tracePt t="57178" x="2647950" y="5359400"/>
          <p14:tracePt t="57195" x="2425700" y="5365750"/>
          <p14:tracePt t="57211" x="2273300" y="5384800"/>
          <p14:tracePt t="57228" x="2025650" y="5435600"/>
          <p14:tracePt t="57245" x="1911350" y="5454650"/>
          <p14:tracePt t="57261" x="1733550" y="5486400"/>
          <p14:tracePt t="57278" x="1619250" y="5505450"/>
          <p14:tracePt t="57294" x="1536700" y="5518150"/>
          <p14:tracePt t="57311" x="1428750" y="5530850"/>
          <p14:tracePt t="57327" x="1390650" y="5530850"/>
          <p14:tracePt t="57344" x="1339850" y="5530850"/>
          <p14:tracePt t="57361" x="1308100" y="5530850"/>
          <p14:tracePt t="57377" x="1282700" y="5530850"/>
          <p14:tracePt t="57394" x="1276350" y="5530850"/>
          <p14:tracePt t="57411" x="1270000" y="5530850"/>
          <p14:tracePt t="57428" x="1257300" y="5530850"/>
          <p14:tracePt t="57461" x="1250950" y="5543550"/>
          <p14:tracePt t="57478" x="1238250" y="5543550"/>
          <p14:tracePt t="57495" x="1231900" y="5543550"/>
          <p14:tracePt t="57528" x="1200150" y="5543550"/>
          <p14:tracePt t="57545" x="1193800" y="5543550"/>
          <p14:tracePt t="57685" x="1206500" y="5549900"/>
          <p14:tracePt t="57709" x="1206500" y="5556250"/>
          <p14:tracePt t="57725" x="1212850" y="5556250"/>
          <p14:tracePt t="57749" x="1219200" y="5562600"/>
          <p14:tracePt t="57757" x="1231900" y="5568950"/>
          <p14:tracePt t="57765" x="1250950" y="5568950"/>
          <p14:tracePt t="57778" x="1257300" y="5575300"/>
          <p14:tracePt t="57794" x="1314450" y="5594350"/>
          <p14:tracePt t="57811" x="1435100" y="5613400"/>
          <p14:tracePt t="57828" x="1479550" y="5619750"/>
          <p14:tracePt t="57844" x="1758950" y="5664200"/>
          <p14:tracePt t="57861" x="1879600" y="5676900"/>
          <p14:tracePt t="57878" x="1974850" y="5695950"/>
          <p14:tracePt t="57894" x="2114550" y="5715000"/>
          <p14:tracePt t="57911" x="2178050" y="5715000"/>
          <p14:tracePt t="57928" x="2197100" y="5715000"/>
          <p14:tracePt t="57944" x="2235200" y="5715000"/>
          <p14:tracePt t="57961" x="2324100" y="5708650"/>
          <p14:tracePt t="57978" x="2374900" y="5702300"/>
          <p14:tracePt t="57995" x="2432050" y="5689600"/>
          <p14:tracePt t="58011" x="2489200" y="5670550"/>
          <p14:tracePt t="58028" x="2540000" y="5651500"/>
          <p14:tracePt t="58044" x="2628900" y="5613400"/>
          <p14:tracePt t="58061" x="2686050" y="5588000"/>
          <p14:tracePt t="58078" x="2724150" y="5562600"/>
          <p14:tracePt t="58094" x="2749550" y="5549900"/>
          <p14:tracePt t="58111" x="2813050" y="5518150"/>
          <p14:tracePt t="58128" x="2825750" y="5505450"/>
          <p14:tracePt t="58144" x="2832100" y="5505450"/>
          <p14:tracePt t="58161" x="2832100" y="5499100"/>
          <p14:tracePt t="58178" x="2838450" y="5486400"/>
          <p14:tracePt t="58195" x="2838450" y="5473700"/>
          <p14:tracePt t="58211" x="2825750" y="5454650"/>
          <p14:tracePt t="58228" x="2806700" y="5429250"/>
          <p14:tracePt t="58245" x="2724150" y="5372100"/>
          <p14:tracePt t="58261" x="2647950" y="5334000"/>
          <p14:tracePt t="58278" x="2476500" y="5276850"/>
          <p14:tracePt t="58294" x="2387600" y="5251450"/>
          <p14:tracePt t="58311" x="2298700" y="5238750"/>
          <p14:tracePt t="58327" x="2139950" y="5213350"/>
          <p14:tracePt t="58344" x="2025650" y="5200650"/>
          <p14:tracePt t="58361" x="1924050" y="5200650"/>
          <p14:tracePt t="58378" x="1708150" y="5207000"/>
          <p14:tracePt t="58394" x="1612900" y="5226050"/>
          <p14:tracePt t="58411" x="1568450" y="5238750"/>
          <p14:tracePt t="58428" x="1428750" y="5257800"/>
          <p14:tracePt t="58444" x="1289050" y="5276850"/>
          <p14:tracePt t="58461" x="1149350" y="5302250"/>
          <p14:tracePt t="58478" x="1104900" y="5302250"/>
          <p14:tracePt t="58495" x="1085850" y="5308600"/>
          <p14:tracePt t="58511" x="996950" y="5327650"/>
          <p14:tracePt t="58528" x="946150" y="5346700"/>
          <p14:tracePt t="58544" x="927100" y="5359400"/>
          <p14:tracePt t="58561" x="882650" y="5384800"/>
          <p14:tracePt t="58578" x="869950" y="5391150"/>
          <p14:tracePt t="58594" x="850900" y="5403850"/>
          <p14:tracePt t="58598" x="812800" y="5416550"/>
          <p14:tracePt t="58611" x="800100" y="5422900"/>
          <p14:tracePt t="58628" x="781050" y="5441950"/>
          <p14:tracePt t="58644" x="749300" y="5486400"/>
          <p14:tracePt t="58661" x="749300" y="5492750"/>
          <p14:tracePt t="58678" x="736600" y="5524500"/>
          <p14:tracePt t="58695" x="730250" y="5543550"/>
          <p14:tracePt t="58711" x="717550" y="5594350"/>
          <p14:tracePt t="58728" x="717550" y="5657850"/>
          <p14:tracePt t="58744" x="717550" y="5683250"/>
          <p14:tracePt t="58761" x="723900" y="5734050"/>
          <p14:tracePt t="58778" x="730250" y="5772150"/>
          <p14:tracePt t="58794" x="762000" y="5816600"/>
          <p14:tracePt t="58811" x="800100" y="5848350"/>
          <p14:tracePt t="58828" x="812800" y="5854700"/>
          <p14:tracePt t="58844" x="933450" y="5886450"/>
          <p14:tracePt t="58861" x="1022350" y="5892800"/>
          <p14:tracePt t="58878" x="1130300" y="5892800"/>
          <p14:tracePt t="58894" x="1238250" y="5892800"/>
          <p14:tracePt t="58911" x="1377950" y="5892800"/>
          <p14:tracePt t="58928" x="1530350" y="5892800"/>
          <p14:tracePt t="58945" x="1657350" y="5892800"/>
          <p14:tracePt t="58961" x="1816100" y="5892800"/>
          <p14:tracePt t="58978" x="2063750" y="5873750"/>
          <p14:tracePt t="58995" x="2184400" y="5861050"/>
          <p14:tracePt t="59012" x="2330450" y="5835650"/>
          <p14:tracePt t="59028" x="2374900" y="5810250"/>
          <p14:tracePt t="59044" x="2571750" y="5734050"/>
          <p14:tracePt t="59061" x="2673350" y="5676900"/>
          <p14:tracePt t="59078" x="2736850" y="5619750"/>
          <p14:tracePt t="59094" x="2806700" y="5588000"/>
          <p14:tracePt t="59111" x="2863850" y="5530850"/>
          <p14:tracePt t="59128" x="2908300" y="5403850"/>
          <p14:tracePt t="59145" x="2889250" y="5302250"/>
          <p14:tracePt t="59161" x="2825750" y="5175250"/>
          <p14:tracePt t="59178" x="2679700" y="4972050"/>
          <p14:tracePt t="59194" x="2635250" y="4927600"/>
          <p14:tracePt t="59211" x="2540000" y="4876800"/>
          <p14:tracePt t="59228" x="2355850" y="4787900"/>
          <p14:tracePt t="59244" x="2209800" y="4756150"/>
          <p14:tracePt t="59261" x="2032000" y="4756150"/>
          <p14:tracePt t="59278" x="1962150" y="4756150"/>
          <p14:tracePt t="59295" x="1841500" y="4768850"/>
          <p14:tracePt t="59311" x="1625600" y="4813300"/>
          <p14:tracePt t="59328" x="1485900" y="4845050"/>
          <p14:tracePt t="59344" x="1435100" y="4864100"/>
          <p14:tracePt t="59361" x="1295400" y="4889500"/>
          <p14:tracePt t="59378" x="1200150" y="4921250"/>
          <p14:tracePt t="59394" x="1073150" y="4991100"/>
          <p14:tracePt t="59411" x="996950" y="5029200"/>
          <p14:tracePt t="59428" x="958850" y="5060950"/>
          <p14:tracePt t="59445" x="908050" y="5099050"/>
          <p14:tracePt t="59461" x="876300" y="5124450"/>
          <p14:tracePt t="59478" x="850900" y="5162550"/>
          <p14:tracePt t="59494" x="838200" y="5187950"/>
          <p14:tracePt t="59511" x="831850" y="5207000"/>
          <p14:tracePt t="59528" x="831850" y="5276850"/>
          <p14:tracePt t="59544" x="838200" y="5327650"/>
          <p14:tracePt t="59561" x="844550" y="5384800"/>
          <p14:tracePt t="59578" x="914400" y="5518150"/>
          <p14:tracePt t="59594" x="946150" y="5562600"/>
          <p14:tracePt t="59611" x="958850" y="5588000"/>
          <p14:tracePt t="59628" x="1028700" y="5670550"/>
          <p14:tracePt t="59644" x="1098550" y="5734050"/>
          <p14:tracePt t="59661" x="1174750" y="5784850"/>
          <p14:tracePt t="59678" x="1231900" y="5810250"/>
          <p14:tracePt t="59695" x="1250950" y="5829300"/>
          <p14:tracePt t="59711" x="1339850" y="5854700"/>
          <p14:tracePt t="59728" x="1377950" y="5854700"/>
          <p14:tracePt t="59745" x="1428750" y="5861050"/>
          <p14:tracePt t="59761" x="1492250" y="5867400"/>
          <p14:tracePt t="59778" x="1536700" y="5867400"/>
          <p14:tracePt t="59794" x="1549400" y="5867400"/>
          <p14:tracePt t="59811" x="1593850" y="5861050"/>
          <p14:tracePt t="59828" x="1625600" y="5854700"/>
          <p14:tracePt t="59844" x="1670050" y="5848350"/>
          <p14:tracePt t="59861" x="1682750" y="5848350"/>
          <p14:tracePt t="59878" x="1720850" y="5835650"/>
          <p14:tracePt t="59894" x="1790700" y="5829300"/>
          <p14:tracePt t="59911" x="1860550" y="5822950"/>
          <p14:tracePt t="59928" x="1898650" y="5816600"/>
          <p14:tracePt t="59945" x="1974850" y="5803900"/>
          <p14:tracePt t="59961" x="2000250" y="5803900"/>
          <p14:tracePt t="59978" x="2095500" y="5778500"/>
          <p14:tracePt t="59995" x="2209800" y="5759450"/>
          <p14:tracePt t="60011" x="2330450" y="5708650"/>
          <p14:tracePt t="60028" x="2451100" y="5676900"/>
          <p14:tracePt t="60045" x="2609850" y="5619750"/>
          <p14:tracePt t="60061" x="2660650" y="5594350"/>
          <p14:tracePt t="60078" x="2800350" y="5549900"/>
          <p14:tracePt t="60094" x="3009900" y="5486400"/>
          <p14:tracePt t="60111" x="3067050" y="5467350"/>
          <p14:tracePt t="60127" x="3073400" y="5461000"/>
          <p14:tracePt t="60144" x="3155950" y="5435600"/>
          <p14:tracePt t="60161" x="3187700" y="5422900"/>
          <p14:tracePt t="60178" x="3232150" y="5403850"/>
          <p14:tracePt t="60194" x="3238500" y="5397500"/>
          <p14:tracePt t="60211" x="3263900" y="5391150"/>
          <p14:tracePt t="60228" x="3276600" y="5391150"/>
          <p14:tracePt t="60244" x="3321050" y="5378450"/>
          <p14:tracePt t="60262" x="3346450" y="5378450"/>
          <p14:tracePt t="60278" x="3365500" y="5372100"/>
          <p14:tracePt t="60294" x="3384550" y="5372100"/>
          <p14:tracePt t="60311" x="3390900" y="5372100"/>
          <p14:tracePt t="60327" x="3422650" y="5372100"/>
          <p14:tracePt t="60344" x="3441700" y="5378450"/>
          <p14:tracePt t="60361" x="3479800" y="5391150"/>
          <p14:tracePt t="60377" x="3530600" y="5403850"/>
          <p14:tracePt t="60394" x="3581400" y="5416550"/>
          <p14:tracePt t="60411" x="3625850" y="5435600"/>
          <p14:tracePt t="60428" x="3657600" y="5435600"/>
          <p14:tracePt t="60445" x="3689350" y="5435600"/>
          <p14:tracePt t="60597" x="3670300" y="5422900"/>
          <p14:tracePt t="60605" x="3657600" y="5422900"/>
          <p14:tracePt t="60613" x="3638550" y="5416550"/>
          <p14:tracePt t="60628" x="3613150" y="5416550"/>
          <p14:tracePt t="60645" x="3390900" y="5378450"/>
          <p14:tracePt t="60661" x="3340100" y="5372100"/>
          <p14:tracePt t="60678" x="3213100" y="5353050"/>
          <p14:tracePt t="60694" x="3016250" y="5321300"/>
          <p14:tracePt t="60711" x="2914650" y="5302250"/>
          <p14:tracePt t="60728" x="2825750" y="5289550"/>
          <p14:tracePt t="60744" x="2667000" y="5276850"/>
          <p14:tracePt t="60761" x="2628900" y="5276850"/>
          <p14:tracePt t="60778" x="2590800" y="5270500"/>
          <p14:tracePt t="60794" x="2559050" y="5264150"/>
          <p14:tracePt t="60811" x="2489200" y="5264150"/>
          <p14:tracePt t="60828" x="2457450" y="5264150"/>
          <p14:tracePt t="60844" x="2400300" y="5289550"/>
          <p14:tracePt t="60861" x="2362200" y="5308600"/>
          <p14:tracePt t="60878" x="2355850" y="5321300"/>
          <p14:tracePt t="60894" x="2343150" y="5340350"/>
          <p14:tracePt t="60927" x="2343150" y="5346700"/>
          <p14:tracePt t="60944" x="2336800" y="5353050"/>
          <p14:tracePt t="60961" x="2336800" y="5359400"/>
          <p14:tracePt t="60981" x="2324100" y="5372100"/>
          <p14:tracePt t="61005" x="2324100" y="5378450"/>
          <p14:tracePt t="61013" x="2324100" y="5384800"/>
          <p14:tracePt t="61028" x="2324100" y="5391150"/>
          <p14:tracePt t="61044" x="2324100" y="5397500"/>
          <p14:tracePt t="61061" x="2324100" y="5403850"/>
          <p14:tracePt t="61078" x="2324100" y="5416550"/>
          <p14:tracePt t="61094" x="2324100" y="5422900"/>
          <p14:tracePt t="61111" x="2324100" y="5429250"/>
          <p14:tracePt t="61128" x="2336800" y="5441950"/>
          <p14:tracePt t="61144" x="2343150" y="5454650"/>
          <p14:tracePt t="61161" x="2349500" y="5473700"/>
          <p14:tracePt t="61178" x="2368550" y="5505450"/>
          <p14:tracePt t="61194" x="2413000" y="5556250"/>
          <p14:tracePt t="61211" x="2451100" y="5588000"/>
          <p14:tracePt t="61228" x="2470150" y="5607050"/>
          <p14:tracePt t="61245" x="2552700" y="5683250"/>
          <p14:tracePt t="61261" x="2603500" y="5695950"/>
          <p14:tracePt t="61278" x="2647950" y="5721350"/>
          <p14:tracePt t="61294" x="2667000" y="5727700"/>
          <p14:tracePt t="61311" x="2730500" y="5734050"/>
          <p14:tracePt t="61328" x="2806700" y="5753100"/>
          <p14:tracePt t="61344" x="2940050" y="5765800"/>
          <p14:tracePt t="61361" x="3003550" y="5778500"/>
          <p14:tracePt t="61377" x="3175000" y="5784850"/>
          <p14:tracePt t="61394" x="3219450" y="5784850"/>
          <p14:tracePt t="61411" x="3321050" y="5784850"/>
          <p14:tracePt t="61428" x="3416300" y="5784850"/>
          <p14:tracePt t="61445" x="3625850" y="5784850"/>
          <p14:tracePt t="61461" x="3752850" y="5759450"/>
          <p14:tracePt t="61478" x="3790950" y="5753100"/>
          <p14:tracePt t="61494" x="3879850" y="5734050"/>
          <p14:tracePt t="61511" x="3968750" y="5715000"/>
          <p14:tracePt t="61528" x="4025900" y="5702300"/>
          <p14:tracePt t="61544" x="4108450" y="5683250"/>
          <p14:tracePt t="61561" x="4171950" y="5670550"/>
          <p14:tracePt t="61578" x="4191000" y="5664200"/>
          <p14:tracePt t="61594" x="4279900" y="5651500"/>
          <p14:tracePt t="61597" x="4305300" y="5645150"/>
          <p14:tracePt t="61611" x="4324350" y="5645150"/>
          <p14:tracePt t="61628" x="4368800" y="5638800"/>
          <p14:tracePt t="61644" x="4432300" y="5619750"/>
          <p14:tracePt t="61661" x="4457700" y="5619750"/>
          <p14:tracePt t="61678" x="4476750" y="5613400"/>
          <p14:tracePt t="61695" x="4514850" y="5607050"/>
          <p14:tracePt t="61728" x="4527550" y="5607050"/>
          <p14:tracePt t="61744" x="4527550" y="5594350"/>
          <p14:tracePt t="61789" x="4533900" y="5588000"/>
          <p14:tracePt t="61806" x="4527550" y="5581650"/>
          <p14:tracePt t="61813" x="4514850" y="5568950"/>
          <p14:tracePt t="61821" x="4508500" y="5562600"/>
          <p14:tracePt t="61830" x="4483100" y="5556250"/>
          <p14:tracePt t="61844" x="4445000" y="5549900"/>
          <p14:tracePt t="61861" x="4387850" y="5549900"/>
          <p14:tracePt t="61878" x="4318000" y="5549900"/>
          <p14:tracePt t="61894" x="4235450" y="5549900"/>
          <p14:tracePt t="61911" x="4133850" y="5556250"/>
          <p14:tracePt t="61928" x="4032250" y="5562600"/>
          <p14:tracePt t="61944" x="4013200" y="5568950"/>
          <p14:tracePt t="61961" x="3886200" y="5575300"/>
          <p14:tracePt t="61978" x="3765550" y="5588000"/>
          <p14:tracePt t="61994" x="3657600" y="5607050"/>
          <p14:tracePt t="62011" x="3524250" y="5626100"/>
          <p14:tracePt t="62028" x="3479800" y="5632450"/>
          <p14:tracePt t="62045" x="3162300" y="5683250"/>
          <p14:tracePt t="62061" x="3009900" y="5715000"/>
          <p14:tracePt t="62078" x="2806700" y="5746750"/>
          <p14:tracePt t="62094" x="2679700" y="5772150"/>
          <p14:tracePt t="62111" x="2628900" y="5784850"/>
          <p14:tracePt t="62128" x="2520950" y="5803900"/>
          <p14:tracePt t="62144" x="2501900" y="5803900"/>
          <p14:tracePt t="62161" x="2476500" y="5810250"/>
          <p14:tracePt t="62178" x="2419350" y="5822950"/>
          <p14:tracePt t="62195" x="2381250" y="5829300"/>
          <p14:tracePt t="62211" x="2343150" y="5829300"/>
          <p14:tracePt t="62228" x="2317750" y="5842000"/>
          <p14:tracePt t="62245" x="2311400" y="5842000"/>
          <p14:tracePt t="62301" x="2317750" y="5842000"/>
          <p14:tracePt t="62309" x="2324100" y="5842000"/>
          <p14:tracePt t="62317" x="2349500" y="5835650"/>
          <p14:tracePt t="62328" x="2368550" y="5835650"/>
          <p14:tracePt t="62345" x="2425700" y="5803900"/>
          <p14:tracePt t="62361" x="2482850" y="5772150"/>
          <p14:tracePt t="62377" x="2533650" y="5746750"/>
          <p14:tracePt t="62394" x="2667000" y="5670550"/>
          <p14:tracePt t="62411" x="2787650" y="5619750"/>
          <p14:tracePt t="62427" x="2863850" y="5594350"/>
          <p14:tracePt t="62444" x="3162300" y="5505450"/>
          <p14:tracePt t="62461" x="3333750" y="5467350"/>
          <p14:tracePt t="62477" x="3575050" y="5416550"/>
          <p14:tracePt t="62495" x="3670300" y="5403850"/>
          <p14:tracePt t="62511" x="3714750" y="5397500"/>
          <p14:tracePt t="62528" x="3759200" y="5391150"/>
          <p14:tracePt t="62544" x="3816350" y="5384800"/>
          <p14:tracePt t="62561" x="3835400" y="5384800"/>
          <p14:tracePt t="62578" x="3879850" y="5384800"/>
          <p14:tracePt t="62594" x="3905250" y="5384800"/>
          <p14:tracePt t="62597" x="3917950" y="5391150"/>
          <p14:tracePt t="62614" x="3937000" y="5397500"/>
          <p14:tracePt t="62628" x="3949700" y="5403850"/>
          <p14:tracePt t="62644" x="3975100" y="5403850"/>
          <p14:tracePt t="62678" x="3981450" y="5403850"/>
          <p14:tracePt t="62909" x="3981450" y="5410200"/>
          <p14:tracePt t="62925" x="3981450" y="5416550"/>
          <p14:tracePt t="62933" x="3962400" y="5429250"/>
          <p14:tracePt t="62944" x="3943350" y="5454650"/>
          <p14:tracePt t="62961" x="3854450" y="5524500"/>
          <p14:tracePt t="62978" x="3790950" y="5575300"/>
          <p14:tracePt t="63381" x="3790950" y="5568950"/>
          <p14:tracePt t="63389" x="3797300" y="5568950"/>
          <p14:tracePt t="63397" x="3810000" y="5549900"/>
          <p14:tracePt t="63411" x="3822700" y="5530850"/>
          <p14:tracePt t="63469" x="3822700" y="5524500"/>
          <p14:tracePt t="63485" x="3835400" y="5524500"/>
          <p14:tracePt t="63541" x="3841750" y="5524500"/>
          <p14:tracePt t="63565" x="3848100" y="5524500"/>
          <p14:tracePt t="63573" x="3854450" y="5524500"/>
          <p14:tracePt t="63605" x="3860800" y="5524500"/>
          <p14:tracePt t="63629" x="3867150" y="5524500"/>
          <p14:tracePt t="63645" x="3879850" y="5524500"/>
          <p14:tracePt t="63764" x="3886200" y="5524500"/>
          <p14:tracePt t="63901" x="3898900" y="5524500"/>
          <p14:tracePt t="63932" x="3898900" y="5530850"/>
          <p14:tracePt t="63980" x="3898900" y="5524500"/>
          <p14:tracePt t="64829" x="3892550" y="5524500"/>
          <p14:tracePt t="64877" x="3879850" y="5524500"/>
          <p14:tracePt t="64893" x="3873500" y="5530850"/>
          <p14:tracePt t="64909" x="3860800" y="5530850"/>
          <p14:tracePt t="64933" x="3860800" y="5543550"/>
          <p14:tracePt t="64965" x="3854450" y="5549900"/>
          <p14:tracePt t="65085" x="3848100" y="5549900"/>
          <p14:tracePt t="66645" x="3860800" y="5549900"/>
          <p14:tracePt t="66669" x="3867150" y="5537200"/>
          <p14:tracePt t="66685" x="3873500" y="5524500"/>
          <p14:tracePt t="66701" x="3879850" y="5518150"/>
          <p14:tracePt t="66709" x="3879850" y="5505450"/>
          <p14:tracePt t="66725" x="3879850" y="5486400"/>
          <p14:tracePt t="66733" x="3867150" y="5441950"/>
          <p14:tracePt t="66745" x="3848100" y="5397500"/>
          <p14:tracePt t="66761" x="3790950" y="5295900"/>
          <p14:tracePt t="66778" x="3638550" y="4991100"/>
          <p14:tracePt t="66794" x="3460750" y="4673600"/>
          <p14:tracePt t="66811" x="3378200" y="4521200"/>
          <p14:tracePt t="66828" x="3117850" y="4032250"/>
          <p14:tracePt t="66844" x="2838450" y="3587750"/>
          <p14:tracePt t="66861" x="2603500" y="3270250"/>
          <p14:tracePt t="66878" x="2159000" y="2870200"/>
          <p14:tracePt t="66894" x="2101850" y="2813050"/>
          <p14:tracePt t="66911" x="2000250" y="2730500"/>
          <p14:tracePt t="66928" x="1873250" y="2622550"/>
          <p14:tracePt t="66944" x="1822450" y="2571750"/>
          <p14:tracePt t="66961" x="1784350" y="2540000"/>
          <p14:tracePt t="66978" x="1784350" y="2533650"/>
          <p14:tracePt t="66994" x="1771650" y="2514600"/>
          <p14:tracePt t="67011" x="1765300" y="2508250"/>
          <p14:tracePt t="67053" x="1765300" y="2495550"/>
          <p14:tracePt t="67061" x="1758950" y="2495550"/>
          <p14:tracePt t="67157" x="1765300" y="2482850"/>
          <p14:tracePt t="67173" x="1771650" y="2476500"/>
          <p14:tracePt t="67181" x="1778000" y="2463800"/>
          <p14:tracePt t="67194" x="1803400" y="2432050"/>
          <p14:tracePt t="67211" x="1835150" y="2305050"/>
          <p14:tracePt t="67228" x="1854200" y="2203450"/>
          <p14:tracePt t="67245" x="1917700" y="2044700"/>
          <p14:tracePt t="67261" x="1930400" y="1949450"/>
          <p14:tracePt t="67277" x="1949450" y="1860550"/>
          <p14:tracePt t="67294" x="1955800" y="1790700"/>
          <p14:tracePt t="67311" x="1955800" y="1695450"/>
          <p14:tracePt t="67328" x="1955800" y="1651000"/>
          <p14:tracePt t="67344" x="1955800" y="1638300"/>
          <p14:tracePt t="67421" x="1968500" y="1695450"/>
          <p14:tracePt t="67429" x="2012950" y="1784350"/>
          <p14:tracePt t="67437" x="2070100" y="1911350"/>
          <p14:tracePt t="67445" x="2139950" y="2063750"/>
          <p14:tracePt t="67461" x="2216150" y="2197100"/>
          <p14:tracePt t="67477" x="2470150" y="2622550"/>
          <p14:tracePt t="67494" x="2565400" y="2813050"/>
          <p14:tracePt t="67511" x="2711450" y="3155950"/>
          <p14:tracePt t="67527" x="2755900" y="3346450"/>
          <p14:tracePt t="67544" x="2781300" y="3505200"/>
          <p14:tracePt t="67561" x="2794000" y="3714750"/>
          <p14:tracePt t="67577" x="2800350" y="3841750"/>
          <p14:tracePt t="67594" x="2794000" y="3924300"/>
          <p14:tracePt t="67596" x="2762250" y="4083050"/>
          <p14:tracePt t="67611" x="2755900" y="4146550"/>
          <p14:tracePt t="67627" x="2736850" y="4298950"/>
          <p14:tracePt t="67644" x="2654300" y="4584700"/>
          <p14:tracePt t="67661" x="2565400" y="4813300"/>
          <p14:tracePt t="67677" x="2343150" y="5257800"/>
          <p14:tracePt t="67694" x="2241550" y="5403850"/>
          <p14:tracePt t="67711" x="2184400" y="5467350"/>
          <p14:tracePt t="67727" x="2032000" y="5638800"/>
          <p14:tracePt t="67744" x="1949450" y="5715000"/>
          <p14:tracePt t="67761" x="1898650" y="5759450"/>
          <p14:tracePt t="67778" x="1885950" y="5765800"/>
          <p14:tracePt t="67811" x="1873250" y="5765800"/>
          <p14:tracePt t="67828" x="1835150" y="5765800"/>
          <p14:tracePt t="67844" x="1790700" y="5765800"/>
          <p14:tracePt t="67861" x="1714500" y="5746750"/>
          <p14:tracePt t="67878" x="1657350" y="5746750"/>
          <p14:tracePt t="67894" x="1619250" y="5740400"/>
          <p14:tracePt t="67911" x="1524000" y="5727700"/>
          <p14:tracePt t="67928" x="1492250" y="5727700"/>
          <p14:tracePt t="67945" x="1422400" y="5740400"/>
          <p14:tracePt t="67961" x="1263650" y="5797550"/>
          <p14:tracePt t="67978" x="1162050" y="5842000"/>
          <p14:tracePt t="67995" x="977900" y="5949950"/>
          <p14:tracePt t="68011" x="946150" y="5981700"/>
          <p14:tracePt t="68028" x="863600" y="6038850"/>
          <p14:tracePt t="68044" x="736600" y="6127750"/>
          <p14:tracePt t="68061" x="692150" y="6146800"/>
          <p14:tracePt t="68078" x="635000" y="6172200"/>
          <p14:tracePt t="68094" x="546100" y="6197600"/>
          <p14:tracePt t="68111" x="501650" y="6210300"/>
          <p14:tracePt t="68128" x="482600" y="6216650"/>
          <p14:tracePt t="68145" x="469900" y="6216650"/>
          <p14:tracePt t="68161" x="463550" y="6223000"/>
          <p14:tracePt t="68178" x="450850" y="6223000"/>
          <p14:tracePt t="68194" x="406400" y="6242050"/>
          <p14:tracePt t="68211" x="381000" y="6248400"/>
          <p14:tracePt t="68228" x="349250" y="6261100"/>
          <p14:tracePt t="68245" x="342900" y="6261100"/>
          <p14:tracePt t="68261" x="330200" y="6261100"/>
          <p14:tracePt t="68278" x="330200" y="6267450"/>
          <p14:tracePt t="68637" x="330200" y="6273800"/>
          <p14:tracePt t="68685" x="330200" y="6280150"/>
          <p14:tracePt t="68701" x="330200" y="6286500"/>
          <p14:tracePt t="68724" x="317500" y="6286500"/>
          <p14:tracePt t="68748" x="323850" y="6292850"/>
          <p14:tracePt t="68757" x="323850" y="6299200"/>
          <p14:tracePt t="68837" x="323850" y="6311900"/>
          <p14:tracePt t="68853" x="323850" y="6318250"/>
          <p14:tracePt t="68981" x="317500" y="6318250"/>
          <p14:tracePt t="68988" x="323850" y="6318250"/>
          <p14:tracePt t="102308" x="330200" y="6311900"/>
          <p14:tracePt t="102324" x="311150" y="6311900"/>
          <p14:tracePt t="102332" x="317500" y="6311900"/>
          <p14:tracePt t="102356" x="323850" y="6311900"/>
          <p14:tracePt t="102364" x="330200" y="6311900"/>
          <p14:tracePt t="102412" x="342900" y="6305550"/>
          <p14:tracePt t="102429" x="349250" y="6305550"/>
          <p14:tracePt t="102525" x="355600" y="6299200"/>
          <p14:tracePt t="102532" x="355600" y="6292850"/>
          <p14:tracePt t="102805" x="361950" y="6292850"/>
          <p14:tracePt t="102829" x="355600" y="6292850"/>
          <p14:tracePt t="102925" x="374650" y="6292850"/>
          <p14:tracePt t="102949" x="381000" y="6292850"/>
          <p14:tracePt t="102957" x="393700" y="6292850"/>
          <p14:tracePt t="102965" x="419100" y="6292850"/>
          <p14:tracePt t="102977" x="469900" y="6273800"/>
          <p14:tracePt t="102994" x="565150" y="6242050"/>
          <p14:tracePt t="103011" x="711200" y="6172200"/>
          <p14:tracePt t="103027" x="1079500" y="5962650"/>
          <p14:tracePt t="103044" x="1339850" y="5765800"/>
          <p14:tracePt t="103061" x="2070100" y="5194300"/>
          <p14:tracePt t="103081" x="2527300" y="4711700"/>
          <p14:tracePt t="103094" x="3035300" y="4178300"/>
          <p14:tracePt t="103110" x="3994150" y="2851150"/>
          <p14:tracePt t="103127" x="4140200" y="2616200"/>
          <p14:tracePt t="103144" x="4616450" y="1828800"/>
          <p14:tracePt t="103160" x="4959350" y="1079500"/>
          <p14:tracePt t="103177" x="5308600" y="0"/>
          <p14:tracePt t="103194" x="5391150" y="0"/>
          <p14:tracePt t="103227" x="5410200" y="0"/>
          <p14:tracePt t="103244" x="5334000" y="0"/>
          <p14:tracePt t="103261" x="5270500" y="0"/>
          <p14:tracePt t="103277" x="5149850" y="0"/>
          <p14:tracePt t="103294" x="5073650" y="0"/>
          <p14:tracePt t="103311" x="5010150" y="0"/>
          <p14:tracePt t="103327" x="4965700" y="0"/>
          <p14:tracePt t="103365" x="4959350" y="0"/>
          <p14:tracePt t="103404" x="4959350" y="6350"/>
          <p14:tracePt t="103429" x="4959350" y="12700"/>
          <p14:tracePt t="103436" x="4965700" y="19050"/>
          <p14:tracePt t="103445" x="4997450" y="107950"/>
          <p14:tracePt t="103461" x="5041900" y="285750"/>
          <p14:tracePt t="103477" x="5092700" y="508000"/>
          <p14:tracePt t="103494" x="5200650" y="933450"/>
          <p14:tracePt t="103511" x="5264150" y="1238250"/>
          <p14:tracePt t="103527" x="5327650" y="1606550"/>
          <p14:tracePt t="103544" x="5359400" y="2032000"/>
          <p14:tracePt t="103561" x="5353050" y="2927350"/>
          <p14:tracePt t="103577" x="5334000" y="3143250"/>
          <p14:tracePt t="103594" x="5321300" y="3695700"/>
          <p14:tracePt t="103597" x="5289550" y="4298950"/>
          <p14:tracePt t="103611" x="5308600" y="4527550"/>
          <p14:tracePt t="103628" x="5257800" y="4959350"/>
          <p14:tracePt t="103644" x="5226050" y="5708650"/>
          <p14:tracePt t="103661" x="5226050" y="5784850"/>
          <p14:tracePt t="103677" x="5219700" y="5905500"/>
          <p14:tracePt t="103694" x="5207000" y="6076950"/>
          <p14:tracePt t="103711" x="5200650" y="6121400"/>
          <p14:tracePt t="103727" x="5175250" y="6178550"/>
          <p14:tracePt t="103744" x="5168900" y="6191250"/>
          <p14:tracePt t="103761" x="5149850" y="6254750"/>
          <p14:tracePt t="103777" x="5118100" y="6375400"/>
          <p14:tracePt t="103794" x="5086350" y="6464300"/>
          <p14:tracePt t="103811" x="5060950" y="6521450"/>
          <p14:tracePt t="103827" x="5029200" y="6591300"/>
          <p14:tracePt t="103844" x="5016500" y="6635750"/>
          <p14:tracePt t="103861" x="5003800" y="6680200"/>
          <p14:tracePt t="103877" x="4997450" y="6705600"/>
          <p14:tracePt t="103894" x="4991100" y="6718300"/>
          <p14:tracePt t="103911" x="4984750" y="6737350"/>
          <p14:tracePt t="103972" x="4984750" y="6731000"/>
          <p14:tracePt t="103980" x="4991100" y="6731000"/>
          <p14:tracePt t="103996" x="4997450" y="6718300"/>
          <p14:tracePt t="104012" x="5003800" y="6711950"/>
          <p14:tracePt t="104028" x="5003800" y="6705600"/>
          <p14:tracePt t="104036" x="5016500" y="6699250"/>
          <p14:tracePt t="104044" x="5016500" y="6692900"/>
          <p14:tracePt t="104061" x="5048250" y="6661150"/>
          <p14:tracePt t="104077" x="5054600" y="6661150"/>
          <p14:tracePt t="104094" x="5124450" y="6610350"/>
          <p14:tracePt t="104110" x="5308600" y="6521450"/>
          <p14:tracePt t="104127" x="5410200" y="6483350"/>
          <p14:tracePt t="104144" x="5562600" y="6438900"/>
          <p14:tracePt t="104161" x="5797550" y="6400800"/>
          <p14:tracePt t="104177" x="5937250" y="6362700"/>
          <p14:tracePt t="104194" x="6064250" y="6343650"/>
          <p14:tracePt t="104211" x="6267450" y="6311900"/>
          <p14:tracePt t="104228" x="6375400" y="6299200"/>
          <p14:tracePt t="104244" x="6457950" y="6280150"/>
          <p14:tracePt t="104261" x="6521450" y="6267450"/>
          <p14:tracePt t="104277" x="6553200" y="6261100"/>
          <p14:tracePt t="104294" x="6559550" y="6261100"/>
          <p14:tracePt t="104311" x="6572250" y="6248400"/>
          <p14:tracePt t="107133" x="6578600" y="6248400"/>
          <p14:tracePt t="107220" x="6578600" y="6242050"/>
          <p14:tracePt t="107229" x="6572250" y="6242050"/>
          <p14:tracePt t="107541" x="6572250" y="6235700"/>
          <p14:tracePt t="107548" x="6572250" y="6229350"/>
          <p14:tracePt t="107557" x="6572250" y="6203950"/>
          <p14:tracePt t="107565" x="6572250" y="6172200"/>
          <p14:tracePt t="107577" x="6584950" y="6102350"/>
          <p14:tracePt t="107594" x="6597650" y="5778500"/>
          <p14:tracePt t="107610" x="6604000" y="5619750"/>
          <p14:tracePt t="107627" x="6604000" y="5334000"/>
          <p14:tracePt t="107644" x="6546850" y="4679950"/>
          <p14:tracePt t="107660" x="6489700" y="4521200"/>
          <p14:tracePt t="107677" x="6426200" y="4178300"/>
          <p14:tracePt t="107694" x="6419850" y="4102100"/>
          <p14:tracePt t="107711" x="6394450" y="3968750"/>
          <p14:tracePt t="107727" x="6356350" y="3886200"/>
          <p14:tracePt t="107744" x="6292850" y="3790950"/>
          <p14:tracePt t="107761" x="6286500" y="3771900"/>
          <p14:tracePt t="107778" x="6280150" y="3765550"/>
          <p14:tracePt t="108493" x="6280150" y="3771900"/>
          <p14:tracePt t="108500" x="6286500" y="3778250"/>
          <p14:tracePt t="108510" x="6286500" y="3790950"/>
          <p14:tracePt t="108527" x="6318250" y="3829050"/>
          <p14:tracePt t="108544" x="6381750" y="3956050"/>
          <p14:tracePt t="108561" x="6413500" y="4051300"/>
          <p14:tracePt t="108577" x="6419850" y="4089400"/>
          <p14:tracePt t="108594" x="6457950" y="4210050"/>
          <p14:tracePt t="108597" x="6464300" y="4216400"/>
          <p14:tracePt t="108610" x="6464300" y="4235450"/>
          <p14:tracePt t="108627" x="6470650" y="4292600"/>
          <p14:tracePt t="108644" x="6477000" y="4406900"/>
          <p14:tracePt t="108660" x="6477000" y="4438650"/>
          <p14:tracePt t="108677" x="6464300" y="4502150"/>
          <p14:tracePt t="108694" x="6426200" y="4603750"/>
          <p14:tracePt t="108711" x="6394450" y="4635500"/>
          <p14:tracePt t="108728" x="6362700" y="4679950"/>
          <p14:tracePt t="108744" x="6356350" y="4686300"/>
          <p14:tracePt t="108761" x="6330950" y="4705350"/>
          <p14:tracePt t="108777" x="6299200" y="4730750"/>
          <p14:tracePt t="108794" x="6273800" y="4743450"/>
          <p14:tracePt t="108810" x="6248400" y="4756150"/>
          <p14:tracePt t="108827" x="6235700" y="4756150"/>
          <p14:tracePt t="108844" x="6178550" y="4775200"/>
          <p14:tracePt t="108861" x="6127750" y="4794250"/>
          <p14:tracePt t="108877" x="6096000" y="4806950"/>
          <p14:tracePt t="108894" x="6064250" y="4826000"/>
          <p14:tracePt t="108911" x="6000750" y="4838700"/>
          <p14:tracePt t="108928" x="5943600" y="4864100"/>
          <p14:tracePt t="108944" x="5905500" y="4876800"/>
          <p14:tracePt t="108961" x="5861050" y="4895850"/>
          <p14:tracePt t="108977" x="5829300" y="4914900"/>
          <p14:tracePt t="108994" x="5816600" y="4921250"/>
          <p14:tracePt t="109011" x="5746750" y="4946650"/>
          <p14:tracePt t="109027" x="5721350" y="4959350"/>
          <p14:tracePt t="109044" x="5575300" y="5010150"/>
          <p14:tracePt t="109060" x="5505450" y="5035550"/>
          <p14:tracePt t="109077" x="5473700" y="5041900"/>
          <p14:tracePt t="109094" x="5334000" y="5099050"/>
          <p14:tracePt t="109110" x="5251450" y="5137150"/>
          <p14:tracePt t="109128" x="5124450" y="5181600"/>
          <p14:tracePt t="109144" x="5080000" y="5200650"/>
          <p14:tracePt t="109161" x="5054600" y="5213350"/>
          <p14:tracePt t="109177" x="5016500" y="5226050"/>
          <p14:tracePt t="109860" x="5022850" y="5226050"/>
          <p14:tracePt t="109900" x="5022850" y="5232400"/>
          <p14:tracePt t="109908" x="5035550" y="5232400"/>
          <p14:tracePt t="109916" x="5041900" y="5245100"/>
          <p14:tracePt t="109927" x="5067300" y="5270500"/>
          <p14:tracePt t="109944" x="5118100" y="5289550"/>
          <p14:tracePt t="109961" x="5130800" y="5302250"/>
          <p14:tracePt t="109977" x="5143500" y="5314950"/>
          <p14:tracePt t="109994" x="5156200" y="5327650"/>
          <p14:tracePt t="110011" x="5162550" y="5334000"/>
          <p14:tracePt t="110028" x="5168900" y="5340350"/>
          <p14:tracePt t="110044" x="5168900" y="5346700"/>
          <p14:tracePt t="110060" x="5175250" y="5346700"/>
          <p14:tracePt t="110140" x="5175250" y="5353050"/>
          <p14:tracePt t="110156" x="5181600" y="5359400"/>
          <p14:tracePt t="110172" x="5187950" y="5372100"/>
          <p14:tracePt t="110188" x="5187950" y="5378450"/>
          <p14:tracePt t="110196" x="5187950" y="5397500"/>
          <p14:tracePt t="110211" x="5187950" y="5410200"/>
          <p14:tracePt t="110228" x="5194300" y="5429250"/>
          <p14:tracePt t="110244" x="5194300" y="5467350"/>
          <p14:tracePt t="110261" x="5194300" y="5486400"/>
          <p14:tracePt t="110277" x="5194300" y="5492750"/>
          <p14:tracePt t="110294" x="5181600" y="5537200"/>
          <p14:tracePt t="110311" x="5181600" y="5562600"/>
          <p14:tracePt t="110327" x="5168900" y="5581650"/>
          <p14:tracePt t="110344" x="5156200" y="5626100"/>
          <p14:tracePt t="110361" x="5143500" y="5638800"/>
          <p14:tracePt t="110377" x="5149850" y="5651500"/>
          <p14:tracePt t="110394" x="5149850" y="5689600"/>
          <p14:tracePt t="110410" x="5137150" y="5702300"/>
          <p14:tracePt t="110428" x="5130800" y="5708650"/>
          <p14:tracePt t="110444" x="5124450" y="5721350"/>
          <p14:tracePt t="110461" x="5111750" y="5727700"/>
          <p14:tracePt t="110478" x="5105400" y="5740400"/>
          <p14:tracePt t="110494" x="5092700" y="5746750"/>
          <p14:tracePt t="110511" x="5086350" y="5772150"/>
          <p14:tracePt t="110527" x="5067300" y="5797550"/>
          <p14:tracePt t="110544" x="5041900" y="5822950"/>
          <p14:tracePt t="110561" x="5022850" y="5848350"/>
          <p14:tracePt t="110577" x="5003800" y="5873750"/>
          <p14:tracePt t="110594" x="4991100" y="5873750"/>
          <p14:tracePt t="110597" x="4984750" y="5886450"/>
          <p14:tracePt t="110611" x="4978400" y="5886450"/>
          <p14:tracePt t="110627" x="4972050" y="5899150"/>
          <p14:tracePt t="110644" x="4959350" y="5911850"/>
          <p14:tracePt t="110660" x="4940300" y="5918200"/>
          <p14:tracePt t="110677" x="4940300" y="5924550"/>
          <p14:tracePt t="110694" x="4927600" y="5930900"/>
          <p14:tracePt t="110711" x="4914900" y="5943600"/>
          <p14:tracePt t="110727" x="4908550" y="5943600"/>
          <p14:tracePt t="110744" x="4895850" y="5949950"/>
          <p14:tracePt t="110761" x="4889500" y="5949950"/>
          <p14:tracePt t="110777" x="4883150" y="5962650"/>
          <p14:tracePt t="110844" x="4857750" y="5975350"/>
          <p14:tracePt t="110860" x="4838700" y="5975350"/>
          <p14:tracePt t="110885" x="4845050" y="5981700"/>
          <p14:tracePt t="110892" x="4851400" y="5981700"/>
          <p14:tracePt t="110948" x="4851400" y="5988050"/>
          <p14:tracePt t="112660" x="4851400" y="5981700"/>
          <p14:tracePt t="112685" x="4857750" y="5969000"/>
          <p14:tracePt t="112700" x="4857750" y="5962650"/>
          <p14:tracePt t="112828" x="4870450" y="5956300"/>
          <p14:tracePt t="112844" x="4876800" y="5956300"/>
          <p14:tracePt t="112853" x="4883150" y="5956300"/>
          <p14:tracePt t="112868" x="4889500" y="5956300"/>
          <p14:tracePt t="112877" x="4895850" y="5956300"/>
          <p14:tracePt t="112894" x="4914900" y="5962650"/>
          <p14:tracePt t="112910" x="4946650" y="5969000"/>
          <p14:tracePt t="112927" x="4946650" y="5975350"/>
          <p14:tracePt t="112944" x="4959350" y="5988050"/>
          <p14:tracePt t="112960" x="4972050" y="5988050"/>
          <p14:tracePt t="112977" x="5010150" y="6032500"/>
          <p14:tracePt t="112994" x="5035550" y="6045200"/>
          <p14:tracePt t="113010" x="5048250" y="6045200"/>
          <p14:tracePt t="113027" x="5092700" y="6070600"/>
          <p14:tracePt t="113044" x="5111750" y="6089650"/>
          <p14:tracePt t="113061" x="5124450" y="6102350"/>
          <p14:tracePt t="113077" x="5137150" y="6115050"/>
          <p14:tracePt t="113111" x="5143500" y="6121400"/>
          <p14:tracePt t="113204" x="5156200" y="6115050"/>
          <p14:tracePt t="113212" x="5168900" y="6102350"/>
          <p14:tracePt t="113219" x="5207000" y="6076950"/>
          <p14:tracePt t="113236" x="5213350" y="6064250"/>
          <p14:tracePt t="113245" x="5251450" y="6045200"/>
          <p14:tracePt t="113261" x="5365750" y="5969000"/>
          <p14:tracePt t="113277" x="5467350" y="5918200"/>
          <p14:tracePt t="113294" x="5588000" y="5867400"/>
          <p14:tracePt t="113311" x="5803900" y="5829300"/>
          <p14:tracePt t="113327" x="5892800" y="5822950"/>
          <p14:tracePt t="113344" x="6026150" y="5797550"/>
          <p14:tracePt t="113361" x="6229350" y="5797550"/>
          <p14:tracePt t="113377" x="6330950" y="5797550"/>
          <p14:tracePt t="113394" x="6400800" y="5797550"/>
          <p14:tracePt t="113411" x="6451600" y="5810250"/>
          <p14:tracePt t="113428" x="6489700" y="5810250"/>
          <p14:tracePt t="113444" x="6546850" y="5822950"/>
          <p14:tracePt t="113461" x="6565900" y="5829300"/>
          <p14:tracePt t="113477" x="6572250" y="5842000"/>
          <p14:tracePt t="113516" x="6572250" y="5848350"/>
          <p14:tracePt t="113533" x="6565900" y="5854700"/>
          <p14:tracePt t="113548" x="6565900" y="5861050"/>
          <p14:tracePt t="113560" x="6565900" y="5867400"/>
          <p14:tracePt t="113577" x="6559550" y="5873750"/>
          <p14:tracePt t="113594" x="6534150" y="5892800"/>
          <p14:tracePt t="113610" x="6521450" y="5905500"/>
          <p14:tracePt t="113628" x="6496050" y="5905500"/>
          <p14:tracePt t="113644" x="6464300" y="5918200"/>
          <p14:tracePt t="113692" x="6457950" y="5918200"/>
          <p14:tracePt t="113788" x="6451600" y="5918200"/>
          <p14:tracePt t="113924" x="6445250" y="5918200"/>
          <p14:tracePt t="113932" x="6445250" y="5905500"/>
          <p14:tracePt t="113944" x="6432550" y="5905500"/>
          <p14:tracePt t="113961" x="6413500" y="5899150"/>
          <p14:tracePt t="113977" x="6394450" y="5899150"/>
          <p14:tracePt t="113994" x="6350000" y="5911850"/>
          <p14:tracePt t="114011" x="6254750" y="5956300"/>
          <p14:tracePt t="114027" x="6210300" y="5975350"/>
          <p14:tracePt t="114044" x="6140450" y="6013450"/>
          <p14:tracePt t="114060" x="6108700" y="6019800"/>
          <p14:tracePt t="114077" x="6096000" y="6032500"/>
          <p14:tracePt t="114094" x="6057900" y="6045200"/>
          <p14:tracePt t="114110" x="6038850" y="6051550"/>
          <p14:tracePt t="114127" x="6032500" y="6051550"/>
          <p14:tracePt t="114160" x="6026150" y="6051550"/>
          <p14:tracePt t="114228" x="6019800" y="6057900"/>
          <p14:tracePt t="114292" x="6026150" y="6057900"/>
          <p14:tracePt t="114373" x="6019800" y="6057900"/>
          <p14:tracePt t="114508" x="6019800" y="6051550"/>
          <p14:tracePt t="114524" x="6019800" y="6045200"/>
          <p14:tracePt t="114532" x="6032500" y="6032500"/>
          <p14:tracePt t="114548" x="6032500" y="6026150"/>
          <p14:tracePt t="115020" x="6032500" y="6013450"/>
          <p14:tracePt t="115028" x="6038850" y="6007100"/>
          <p14:tracePt t="115044" x="6038850" y="6000750"/>
          <p14:tracePt t="115060" x="6038850" y="5994400"/>
          <p14:tracePt t="115069" x="6038850" y="5988050"/>
          <p14:tracePt t="115077" x="6051550" y="5988050"/>
          <p14:tracePt t="115094" x="6051550" y="5975350"/>
          <p14:tracePt t="115110" x="6051550" y="5969000"/>
          <p14:tracePt t="115127" x="6064250" y="5943600"/>
          <p14:tracePt t="115144" x="6070600" y="5911850"/>
          <p14:tracePt t="115161" x="6083300" y="5873750"/>
          <p14:tracePt t="115177" x="6140450" y="5715000"/>
          <p14:tracePt t="115194" x="6140450" y="5632450"/>
          <p14:tracePt t="115210" x="6153150" y="5562600"/>
          <p14:tracePt t="115228" x="6159500" y="5543550"/>
          <p14:tracePt t="115244" x="6197600" y="5429250"/>
          <p14:tracePt t="115260" x="6210300" y="5397500"/>
          <p14:tracePt t="115277" x="6223000" y="5353050"/>
          <p14:tracePt t="115294" x="6235700" y="5327650"/>
          <p14:tracePt t="115310" x="6242050" y="5308600"/>
          <p14:tracePt t="115327" x="6242050" y="5302250"/>
          <p14:tracePt t="115388" x="6248400" y="5302250"/>
          <p14:tracePt t="115812" x="6254750" y="5302250"/>
          <p14:tracePt t="115844" x="6254750" y="5308600"/>
          <p14:tracePt t="115868" x="6267450" y="5314950"/>
          <p14:tracePt t="115876" x="6267450" y="5327650"/>
          <p14:tracePt t="115884" x="6273800" y="5334000"/>
          <p14:tracePt t="115894" x="6292850" y="5359400"/>
          <p14:tracePt t="115910" x="6299200" y="5384800"/>
          <p14:tracePt t="115927" x="6311900" y="5410200"/>
          <p14:tracePt t="115961" x="6311900" y="5448300"/>
          <p14:tracePt t="115977" x="6299200" y="5467350"/>
          <p14:tracePt t="115994" x="6292850" y="5492750"/>
          <p14:tracePt t="116010" x="6280150" y="5511800"/>
          <p14:tracePt t="116027" x="6254750" y="5530850"/>
          <p14:tracePt t="116044" x="6203950" y="5575300"/>
          <p14:tracePt t="116060" x="6153150" y="5600700"/>
          <p14:tracePt t="116077" x="5994400" y="5632450"/>
          <p14:tracePt t="116094" x="5861050" y="5632450"/>
          <p14:tracePt t="116111" x="5778500" y="5619750"/>
          <p14:tracePt t="116127" x="5435600" y="5537200"/>
          <p14:tracePt t="116144" x="5270500" y="5473700"/>
          <p14:tracePt t="116160" x="4959350" y="5378450"/>
          <p14:tracePt t="116177" x="4838700" y="5340350"/>
          <p14:tracePt t="116194" x="4826000" y="5334000"/>
          <p14:tracePt t="116211" x="4737100" y="5283200"/>
          <p14:tracePt t="116227" x="4711700" y="5257800"/>
          <p14:tracePt t="116244" x="4679950" y="5238750"/>
          <p14:tracePt t="116260" x="4673600" y="5226050"/>
          <p14:tracePt t="116277" x="4673600" y="5219700"/>
          <p14:tracePt t="116294" x="4673600" y="5213350"/>
          <p14:tracePt t="116493" x="4667250" y="5219700"/>
          <p14:tracePt t="116557" x="4667250" y="5226050"/>
          <p14:tracePt t="116596" x="4660900" y="5226050"/>
          <p14:tracePt t="116621" x="4654550" y="5226050"/>
          <p14:tracePt t="116708" x="4648200" y="5226050"/>
          <p14:tracePt t="116756" x="4635500" y="5226050"/>
          <p14:tracePt t="116788" x="4616450" y="5238750"/>
          <p14:tracePt t="116820" x="4610100" y="5238750"/>
          <p14:tracePt t="116852" x="4597400" y="5251450"/>
          <p14:tracePt t="116876" x="4597400" y="5257800"/>
          <p14:tracePt t="116884" x="4591050" y="5257800"/>
          <p14:tracePt t="116900" x="4584700" y="5257800"/>
          <p14:tracePt t="116910" x="4572000" y="5264150"/>
          <p14:tracePt t="116940" x="4559300" y="5270500"/>
          <p14:tracePt t="116956" x="4559300" y="5276850"/>
          <p14:tracePt t="116981" x="4546600" y="5276850"/>
          <p14:tracePt t="116988" x="4533900" y="5283200"/>
          <p14:tracePt t="117004" x="4521200" y="5289550"/>
          <p14:tracePt t="117036" x="4508500" y="5289550"/>
          <p14:tracePt t="117324" x="4508500" y="5302250"/>
          <p14:tracePt t="117332" x="4508500" y="5321300"/>
          <p14:tracePt t="117349" x="4508500" y="5340350"/>
          <p14:tracePt t="117360" x="4508500" y="5353050"/>
          <p14:tracePt t="117377" x="4508500" y="5365750"/>
          <p14:tracePt t="117394" x="4508500" y="5416550"/>
          <p14:tracePt t="117410" x="4508500" y="5448300"/>
          <p14:tracePt t="117427" x="4508500" y="5492750"/>
          <p14:tracePt t="117444" x="4508500" y="5581650"/>
          <p14:tracePt t="117461" x="4521200" y="5588000"/>
          <p14:tracePt t="117477" x="4565650" y="5613400"/>
          <p14:tracePt t="117494" x="4572000" y="5651500"/>
          <p14:tracePt t="117510" x="4572000" y="5676900"/>
          <p14:tracePt t="117527" x="4572000" y="5689600"/>
          <p14:tracePt t="117561" x="4572000" y="5702300"/>
          <p14:tracePt t="117577" x="4572000" y="5708650"/>
          <p14:tracePt t="117594" x="4572000" y="5715000"/>
          <p14:tracePt t="117611" x="4565650" y="5721350"/>
          <p14:tracePt t="117627" x="4565650" y="5727700"/>
          <p14:tracePt t="117644" x="4565650" y="5734050"/>
          <p14:tracePt t="117764" x="4552950" y="5740400"/>
          <p14:tracePt t="117806" x="4552950" y="5753100"/>
          <p14:tracePt t="117860" x="4546600" y="5759450"/>
          <p14:tracePt t="117868" x="4533900" y="5765800"/>
          <p14:tracePt t="117892" x="4527550" y="5778500"/>
          <p14:tracePt t="117901" x="4527550" y="5784850"/>
          <p14:tracePt t="117910" x="4514850" y="5791200"/>
          <p14:tracePt t="117927" x="4514850" y="5803900"/>
          <p14:tracePt t="117944" x="4495800" y="5810250"/>
          <p14:tracePt t="117960" x="4489450" y="5829300"/>
          <p14:tracePt t="117977" x="4476750" y="5842000"/>
          <p14:tracePt t="117994" x="4451350" y="5861050"/>
          <p14:tracePt t="118011" x="4445000" y="5861050"/>
          <p14:tracePt t="118027" x="4425950" y="5880100"/>
          <p14:tracePt t="118044" x="4400550" y="5892800"/>
          <p14:tracePt t="118061" x="4394200" y="5892800"/>
          <p14:tracePt t="118236" x="4387850" y="5892800"/>
          <p14:tracePt t="120636" x="4387850" y="5886450"/>
          <p14:tracePt t="120652" x="4394200" y="5886450"/>
          <p14:tracePt t="120748" x="4394200" y="5880100"/>
          <p14:tracePt t="120756" x="4394200" y="5873750"/>
          <p14:tracePt t="120765" x="4394200" y="5867400"/>
          <p14:tracePt t="120788" x="4394200" y="5861050"/>
          <p14:tracePt t="120820" x="4400550" y="5854700"/>
          <p14:tracePt t="120860" x="4406900" y="5854700"/>
          <p14:tracePt t="120885" x="4425950" y="5835650"/>
          <p14:tracePt t="120908" x="4438650" y="5835650"/>
          <p14:tracePt t="120916" x="4445000" y="5829300"/>
          <p14:tracePt t="120927" x="4457700" y="5822950"/>
          <p14:tracePt t="120944" x="4489450" y="5822950"/>
          <p14:tracePt t="120961" x="4514850" y="5816600"/>
          <p14:tracePt t="120977" x="4521200" y="5816600"/>
          <p14:tracePt t="120994" x="4540250" y="5816600"/>
          <p14:tracePt t="121010" x="4552950" y="5816600"/>
          <p14:tracePt t="122060" x="4552950" y="5810250"/>
          <p14:tracePt t="122556" x="4565650" y="5810250"/>
          <p14:tracePt t="122588" x="4578350" y="5810250"/>
          <p14:tracePt t="122596" x="4597400" y="5810250"/>
          <p14:tracePt t="122620" x="4616450" y="5816600"/>
          <p14:tracePt t="122636" x="4635500" y="5816600"/>
          <p14:tracePt t="122644" x="4641850" y="5816600"/>
          <p14:tracePt t="122652" x="4660900" y="5822950"/>
          <p14:tracePt t="122660" x="4667250" y="5822950"/>
          <p14:tracePt t="122677" x="4686300" y="5822950"/>
          <p14:tracePt t="122711" x="4692650" y="5829300"/>
          <p14:tracePt t="122820" x="4692650" y="5835650"/>
          <p14:tracePt t="123372" x="4705350" y="5842000"/>
          <p14:tracePt t="123381" x="4705350" y="5848350"/>
          <p14:tracePt t="123404" x="4705350" y="5854700"/>
          <p14:tracePt t="123412" x="4718050" y="5854700"/>
          <p14:tracePt t="123420" x="4718050" y="5861050"/>
          <p14:tracePt t="123429" x="4718050" y="5867400"/>
          <p14:tracePt t="123444" x="4724400" y="5886450"/>
          <p14:tracePt t="123460" x="4730750" y="5924550"/>
          <p14:tracePt t="123477" x="4730750" y="5937250"/>
          <p14:tracePt t="123494" x="4743450" y="5975350"/>
          <p14:tracePt t="123511" x="4762500" y="5988050"/>
          <p14:tracePt t="123527" x="4800600" y="6019800"/>
          <p14:tracePt t="123544" x="4806950" y="6032500"/>
          <p14:tracePt t="123560" x="4806950" y="6038850"/>
          <p14:tracePt t="123577" x="4806950" y="6051550"/>
          <p14:tracePt t="123594" x="4806950" y="6057900"/>
          <p14:tracePt t="123700" x="4806950" y="6045200"/>
          <p14:tracePt t="123724" x="4800600" y="6045200"/>
          <p14:tracePt t="123732" x="4800600" y="6038850"/>
          <p14:tracePt t="123740" x="4800600" y="6032500"/>
          <p14:tracePt t="123757" x="4794250" y="6019800"/>
          <p14:tracePt t="123780" x="4787900" y="6013450"/>
          <p14:tracePt t="123932" x="4781550" y="6013450"/>
          <p14:tracePt t="124364" x="4781550" y="6007100"/>
          <p14:tracePt t="124636" x="4768850" y="5994400"/>
          <p14:tracePt t="124652" x="4756150" y="5981700"/>
          <p14:tracePt t="124660" x="4730750" y="5975350"/>
          <p14:tracePt t="124668" x="4724400" y="5975350"/>
          <p14:tracePt t="124677" x="4705350" y="5975350"/>
          <p14:tracePt t="124694" x="4610100" y="5956300"/>
          <p14:tracePt t="124711" x="4584700" y="5956300"/>
          <p14:tracePt t="124727" x="4508500" y="5956300"/>
          <p14:tracePt t="124761" x="4502150" y="5956300"/>
          <p14:tracePt t="124781" x="4495800" y="5956300"/>
          <p14:tracePt t="124812" x="4495800" y="5962650"/>
          <p14:tracePt t="124932" x="4489450" y="5962650"/>
          <p14:tracePt t="125124" x="4495800" y="5975350"/>
          <p14:tracePt t="125140" x="4495800" y="5981700"/>
          <p14:tracePt t="125156" x="4495800" y="5988050"/>
          <p14:tracePt t="125181" x="4495800" y="5994400"/>
          <p14:tracePt t="125196" x="4495800" y="6007100"/>
          <p14:tracePt t="125204" x="4489450" y="6007100"/>
          <p14:tracePt t="125212" x="4489450" y="6013450"/>
          <p14:tracePt t="125236" x="4476750" y="6019800"/>
          <p14:tracePt t="125245" x="4464050" y="6026150"/>
          <p14:tracePt t="125260" x="4451350" y="6032500"/>
          <p14:tracePt t="125294" x="4413250" y="6038850"/>
          <p14:tracePt t="125310" x="4368800" y="6051550"/>
          <p14:tracePt t="125327" x="4349750" y="6051550"/>
          <p14:tracePt t="125344" x="4343400" y="6051550"/>
          <p14:tracePt t="125360" x="4318000" y="6051550"/>
          <p14:tracePt t="125377" x="4305300" y="6051550"/>
          <p14:tracePt t="125394" x="4298950" y="6051550"/>
          <p14:tracePt t="126236" x="4292600" y="6051550"/>
          <p14:tracePt t="128996" x="4298950" y="6045200"/>
          <p14:tracePt t="129020" x="4305300" y="6045200"/>
          <p14:tracePt t="129044" x="4305300" y="6038850"/>
          <p14:tracePt t="129068" x="4318000" y="6032500"/>
          <p14:tracePt t="129076" x="4324350" y="6032500"/>
          <p14:tracePt t="129085" x="4330700" y="6026150"/>
          <p14:tracePt t="129108" x="4337050" y="6013450"/>
          <p14:tracePt t="129116" x="4343400" y="6013450"/>
          <p14:tracePt t="129127" x="4349750" y="6007100"/>
          <p14:tracePt t="129144" x="4375150" y="5981700"/>
          <p14:tracePt t="129160" x="4394200" y="5962650"/>
          <p14:tracePt t="129177" x="4406900" y="5956300"/>
          <p14:tracePt t="129194" x="4432300" y="5937250"/>
          <p14:tracePt t="129211" x="4451350" y="5924550"/>
          <p14:tracePt t="129227" x="4464050" y="5911850"/>
          <p14:tracePt t="129244" x="4489450" y="5892800"/>
          <p14:tracePt t="129260" x="4546600" y="5873750"/>
          <p14:tracePt t="129277" x="4546600" y="5867400"/>
          <p14:tracePt t="129294" x="4603750" y="5848350"/>
          <p14:tracePt t="129310" x="4775200" y="5816600"/>
          <p14:tracePt t="129327" x="4902200" y="5791200"/>
          <p14:tracePt t="129344" x="5010150" y="5778500"/>
          <p14:tracePt t="129361" x="5048250" y="5778500"/>
          <p14:tracePt t="129377" x="5143500" y="5778500"/>
          <p14:tracePt t="129394" x="5187950" y="5778500"/>
          <p14:tracePt t="129411" x="5226050" y="5778500"/>
          <p14:tracePt t="129427" x="5308600" y="5778500"/>
          <p14:tracePt t="129444" x="5346700" y="5784850"/>
          <p14:tracePt t="129461" x="5365750" y="5791200"/>
          <p14:tracePt t="129477" x="5378450" y="5803900"/>
          <p14:tracePt t="129494" x="5391150" y="5816600"/>
          <p14:tracePt t="129510" x="5397500" y="5829300"/>
          <p14:tracePt t="129527" x="5403850" y="5854700"/>
          <p14:tracePt t="129560" x="5403850" y="5873750"/>
          <p14:tracePt t="129577" x="5403850" y="5880100"/>
          <p14:tracePt t="129594" x="5403850" y="5886450"/>
          <p14:tracePt t="129610" x="5403850" y="5892800"/>
          <p14:tracePt t="129644" x="5403850" y="5899150"/>
          <p14:tracePt t="129852" x="5397500" y="5899150"/>
          <p14:tracePt t="129876" x="5391150" y="5899150"/>
          <p14:tracePt t="129900" x="5391150" y="5892800"/>
          <p14:tracePt t="130605" x="5384800" y="5892800"/>
          <p14:tracePt t="130620" x="5384800" y="5880100"/>
          <p14:tracePt t="131100" x="5384800" y="5873750"/>
          <p14:tracePt t="131108" x="5378450" y="5873750"/>
          <p14:tracePt t="131116" x="5378450" y="5867400"/>
          <p14:tracePt t="131127" x="5378450" y="5861050"/>
          <p14:tracePt t="131144" x="5365750" y="5842000"/>
          <p14:tracePt t="131160" x="5372100" y="5797550"/>
          <p14:tracePt t="131177" x="5372100" y="5721350"/>
          <p14:tracePt t="131193" x="5327650" y="5594350"/>
          <p14:tracePt t="131210" x="5232400" y="5384800"/>
          <p14:tracePt t="131227" x="5130800" y="5194300"/>
          <p14:tracePt t="131244" x="4832350" y="4667250"/>
          <p14:tracePt t="131261" x="4591050" y="4337050"/>
          <p14:tracePt t="131277" x="4343400" y="4000500"/>
          <p14:tracePt t="131294" x="3886200" y="3314700"/>
          <p14:tracePt t="131310" x="3575050" y="2870200"/>
          <p14:tracePt t="131327" x="3403600" y="2654300"/>
          <p14:tracePt t="131344" x="2654300" y="1771650"/>
          <p14:tracePt t="131360" x="2362200" y="1384300"/>
          <p14:tracePt t="131377" x="1828800" y="914400"/>
          <p14:tracePt t="131394" x="927100" y="311150"/>
          <p14:tracePt t="131412" x="679450" y="139700"/>
          <p14:tracePt t="131427" x="292100" y="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5|3.8|28.3|27.1|1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17.6|43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1|9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178.1|5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7|15.3|16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|30.6|4.1|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7.8|9.9|29.5|2.7|1|1.5|1|1.1|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7|4.5|1.1|1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14.6|9.4|1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8|22.1|40.7|2.7|8.7|6.8|29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10878</TotalTime>
  <Words>807</Words>
  <Application>Microsoft Office PowerPoint</Application>
  <PresentationFormat>화면 슬라이드 쇼(4:3)</PresentationFormat>
  <Paragraphs>191</Paragraphs>
  <Slides>29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3" baseType="lpstr">
      <vt:lpstr>HY각헤드라인M</vt:lpstr>
      <vt:lpstr>HY목판L</vt:lpstr>
      <vt:lpstr>HY헤드라인M</vt:lpstr>
      <vt:lpstr>Times-Roman</vt:lpstr>
      <vt:lpstr>굴림</vt:lpstr>
      <vt:lpstr>돋움</vt:lpstr>
      <vt:lpstr>Arial</vt:lpstr>
      <vt:lpstr>Arial Black</vt:lpstr>
      <vt:lpstr>Microsoft Sans Serif</vt:lpstr>
      <vt:lpstr>Times</vt:lpstr>
      <vt:lpstr>Times New Roman</vt:lpstr>
      <vt:lpstr>Verdana</vt:lpstr>
      <vt:lpstr>Wingdings 2</vt:lpstr>
      <vt:lpstr>기본 디자인</vt:lpstr>
      <vt:lpstr>Chapter  1  Introduction</vt:lpstr>
      <vt:lpstr>Ch. 1:  Outline</vt:lpstr>
      <vt:lpstr>1.1   DATA COMMUNICATIONS</vt:lpstr>
      <vt:lpstr>1.1   DATA COMMUNICATIONS</vt:lpstr>
      <vt:lpstr>1.1   DATA COMMUNICATIONS</vt:lpstr>
      <vt:lpstr>1.1   DATA COMMUNICATIONS</vt:lpstr>
      <vt:lpstr>1.2   NETWORKS</vt:lpstr>
      <vt:lpstr>1.2   NETWORKS</vt:lpstr>
      <vt:lpstr>1.2   NETWORKS</vt:lpstr>
      <vt:lpstr>1.2   NETWORKS</vt:lpstr>
      <vt:lpstr>1.2   NETWORKS</vt:lpstr>
      <vt:lpstr>1.2   NETWORKS</vt:lpstr>
      <vt:lpstr>1.2   NETWORKS</vt:lpstr>
      <vt:lpstr>1.3   NETWORKS TYPES</vt:lpstr>
      <vt:lpstr>1.3   NETWORKS TYPES</vt:lpstr>
      <vt:lpstr>1.3   NETWORKS TYPES</vt:lpstr>
      <vt:lpstr>1.3   NETWORKS TYPES</vt:lpstr>
      <vt:lpstr>1.3   NETWORKS TYPES</vt:lpstr>
      <vt:lpstr>1.3   NETWORKS TYPES</vt:lpstr>
      <vt:lpstr>1.3   NETWORKS TYPES</vt:lpstr>
      <vt:lpstr>1.4  INTERNET HISTORY</vt:lpstr>
      <vt:lpstr>1.4  INTERNET HISTORY</vt:lpstr>
      <vt:lpstr>1.4  INTERNET HISTORY</vt:lpstr>
      <vt:lpstr>1.5 STANDARDS AND ADMINISTRATION</vt:lpstr>
      <vt:lpstr>1.5 STANDARDS AND ADMINISTRATION</vt:lpstr>
      <vt:lpstr>1.5 STANDARDS AND ADMINISTRATION</vt:lpstr>
      <vt:lpstr>Homework</vt:lpstr>
      <vt:lpstr>HISTORY</vt:lpstr>
      <vt:lpstr>PowerPoint 프레젠테이션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user</cp:lastModifiedBy>
  <cp:revision>937</cp:revision>
  <cp:lastPrinted>1998-01-20T18:41:17Z</cp:lastPrinted>
  <dcterms:created xsi:type="dcterms:W3CDTF">1997-04-13T14:24:48Z</dcterms:created>
  <dcterms:modified xsi:type="dcterms:W3CDTF">2020-03-19T02:02:14Z</dcterms:modified>
</cp:coreProperties>
</file>