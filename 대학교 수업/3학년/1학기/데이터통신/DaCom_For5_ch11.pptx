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8" r:id="rId1"/>
  </p:sldMasterIdLst>
  <p:notesMasterIdLst>
    <p:notesMasterId r:id="rId37"/>
  </p:notesMasterIdLst>
  <p:handoutMasterIdLst>
    <p:handoutMasterId r:id="rId38"/>
  </p:handoutMasterIdLst>
  <p:sldIdLst>
    <p:sldId id="256" r:id="rId2"/>
    <p:sldId id="429" r:id="rId3"/>
    <p:sldId id="448" r:id="rId4"/>
    <p:sldId id="449" r:id="rId5"/>
    <p:sldId id="593" r:id="rId6"/>
    <p:sldId id="594" r:id="rId7"/>
    <p:sldId id="595" r:id="rId8"/>
    <p:sldId id="596" r:id="rId9"/>
    <p:sldId id="554" r:id="rId10"/>
    <p:sldId id="597" r:id="rId11"/>
    <p:sldId id="598" r:id="rId12"/>
    <p:sldId id="599" r:id="rId13"/>
    <p:sldId id="600" r:id="rId14"/>
    <p:sldId id="601" r:id="rId15"/>
    <p:sldId id="602" r:id="rId16"/>
    <p:sldId id="603" r:id="rId17"/>
    <p:sldId id="604" r:id="rId18"/>
    <p:sldId id="605" r:id="rId19"/>
    <p:sldId id="606" r:id="rId20"/>
    <p:sldId id="607" r:id="rId21"/>
    <p:sldId id="608" r:id="rId22"/>
    <p:sldId id="609" r:id="rId23"/>
    <p:sldId id="610" r:id="rId24"/>
    <p:sldId id="611" r:id="rId25"/>
    <p:sldId id="612" r:id="rId26"/>
    <p:sldId id="613" r:id="rId27"/>
    <p:sldId id="614" r:id="rId28"/>
    <p:sldId id="615" r:id="rId29"/>
    <p:sldId id="616" r:id="rId30"/>
    <p:sldId id="617" r:id="rId31"/>
    <p:sldId id="618" r:id="rId32"/>
    <p:sldId id="619" r:id="rId33"/>
    <p:sldId id="620" r:id="rId34"/>
    <p:sldId id="621" r:id="rId35"/>
    <p:sldId id="550" r:id="rId36"/>
  </p:sldIdLst>
  <p:sldSz cx="9144000" cy="6858000" type="screen4x3"/>
  <p:notesSz cx="7099300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5pPr>
    <a:lvl6pPr marL="2286000" algn="l" defTabSz="914400" rtl="0" eaLnBrk="1" latinLnBrk="1" hangingPunct="1"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6pPr>
    <a:lvl7pPr marL="2743200" algn="l" defTabSz="914400" rtl="0" eaLnBrk="1" latinLnBrk="1" hangingPunct="1"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7pPr>
    <a:lvl8pPr marL="3200400" algn="l" defTabSz="914400" rtl="0" eaLnBrk="1" latinLnBrk="1" hangingPunct="1"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8pPr>
    <a:lvl9pPr marL="3657600" algn="l" defTabSz="914400" rtl="0" eaLnBrk="1" latinLnBrk="1" hangingPunct="1"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99"/>
    <a:srgbClr val="7E0000"/>
    <a:srgbClr val="7B84C6"/>
    <a:srgbClr val="FF8C3C"/>
    <a:srgbClr val="C66B5A"/>
    <a:srgbClr val="315263"/>
    <a:srgbClr val="001E4A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018" autoAdjust="0"/>
    <p:restoredTop sz="94591" autoAdjust="0"/>
  </p:normalViewPr>
  <p:slideViewPr>
    <p:cSldViewPr snapToGrid="0">
      <p:cViewPr>
        <p:scale>
          <a:sx n="100" d="100"/>
          <a:sy n="100" d="100"/>
        </p:scale>
        <p:origin x="24" y="-204"/>
      </p:cViewPr>
      <p:guideLst>
        <p:guide orient="horz" pos="1536"/>
        <p:guide pos="397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11500" cy="508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t" anchorCtr="0" compatLnSpc="1">
            <a:prstTxWarp prst="textNoShape">
              <a:avLst/>
            </a:prstTxWarp>
          </a:bodyPr>
          <a:lstStyle>
            <a:lvl1pPr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r>
              <a:rPr lang="ko-KR" altLang="en-US"/>
              <a:t>EE141</a:t>
            </a:r>
            <a:endParaRPr lang="en-US" altLang="ko-KR"/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51300" y="0"/>
            <a:ext cx="3035300" cy="508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t" anchorCtr="0" compatLnSpc="1">
            <a:prstTxWarp prst="textNoShape">
              <a:avLst/>
            </a:prstTxWarp>
          </a:bodyPr>
          <a:lstStyle>
            <a:lvl1pPr algn="r"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50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12325"/>
            <a:ext cx="3111500" cy="5095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b" anchorCtr="0" compatLnSpc="1">
            <a:prstTxWarp prst="textNoShape">
              <a:avLst/>
            </a:prstTxWarp>
          </a:bodyPr>
          <a:lstStyle>
            <a:lvl1pPr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50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51300" y="9712325"/>
            <a:ext cx="3035300" cy="5095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b" anchorCtr="0" compatLnSpc="1">
            <a:prstTxWarp prst="textNoShape">
              <a:avLst/>
            </a:prstTxWarp>
          </a:bodyPr>
          <a:lstStyle>
            <a:lvl1pPr algn="r"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fld id="{3CCB1160-95BA-43F5-8A38-970867445629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955342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11500" cy="508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t" anchorCtr="0" compatLnSpc="1">
            <a:prstTxWarp prst="textNoShape">
              <a:avLst/>
            </a:prstTxWarp>
          </a:bodyPr>
          <a:lstStyle>
            <a:lvl1pPr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r>
              <a:rPr lang="ko-KR" altLang="en-US"/>
              <a:t>EE141</a:t>
            </a:r>
            <a:endParaRPr lang="en-US" altLang="ko-KR"/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51300" y="0"/>
            <a:ext cx="3035300" cy="508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t" anchorCtr="0" compatLnSpc="1">
            <a:prstTxWarp prst="textNoShape">
              <a:avLst/>
            </a:prstTxWarp>
          </a:bodyPr>
          <a:lstStyle>
            <a:lvl1pPr algn="r"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71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54088" y="760413"/>
            <a:ext cx="5181600" cy="38862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6625" y="4899025"/>
            <a:ext cx="5214938" cy="45608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 smtClean="0"/>
              <a:t>Click to edit Master text styles</a:t>
            </a:r>
          </a:p>
          <a:p>
            <a:pPr lvl="1"/>
            <a:r>
              <a:rPr lang="en-US" altLang="ko-KR" noProof="0" smtClean="0"/>
              <a:t>Second level</a:t>
            </a:r>
          </a:p>
          <a:p>
            <a:pPr lvl="2"/>
            <a:r>
              <a:rPr lang="en-US" altLang="ko-KR" noProof="0" smtClean="0"/>
              <a:t>Third level</a:t>
            </a:r>
          </a:p>
          <a:p>
            <a:pPr lvl="3"/>
            <a:r>
              <a:rPr lang="en-US" altLang="ko-KR" noProof="0" smtClean="0"/>
              <a:t>Fourth level</a:t>
            </a:r>
          </a:p>
          <a:p>
            <a:pPr lvl="4"/>
            <a:r>
              <a:rPr lang="en-US" altLang="ko-KR" noProof="0" smtClean="0"/>
              <a:t>Fifth level</a:t>
            </a:r>
          </a:p>
        </p:txBody>
      </p:sp>
      <p:sp>
        <p:nvSpPr>
          <p:cNvPr id="440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12325"/>
            <a:ext cx="3111500" cy="5095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b" anchorCtr="0" compatLnSpc="1">
            <a:prstTxWarp prst="textNoShape">
              <a:avLst/>
            </a:prstTxWarp>
          </a:bodyPr>
          <a:lstStyle>
            <a:lvl1pPr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40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51300" y="9712325"/>
            <a:ext cx="3035300" cy="5095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b" anchorCtr="0" compatLnSpc="1">
            <a:prstTxWarp prst="textNoShape">
              <a:avLst/>
            </a:prstTxWarp>
          </a:bodyPr>
          <a:lstStyle>
            <a:lvl1pPr algn="r"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fld id="{403C42A9-E316-4AA1-B844-5021B4B92E18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14334970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r>
              <a:rPr lang="ko-KR" altLang="en-US" sz="1400" i="0" smtClean="0">
                <a:latin typeface="Times New Roman" pitchFamily="18" charset="0"/>
              </a:rPr>
              <a:t>EE141</a:t>
            </a:r>
            <a:endParaRPr lang="en-US" altLang="ko-KR" sz="1400" i="0" smtClean="0">
              <a:latin typeface="Times New Roman" pitchFamily="18" charset="0"/>
            </a:endParaRPr>
          </a:p>
        </p:txBody>
      </p:sp>
      <p:sp>
        <p:nvSpPr>
          <p:cNvPr id="4813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fld id="{0DD09AAB-6945-4B2F-AFC4-B1FD614E8BDE}" type="slidenum">
              <a:rPr lang="ko-KR" altLang="en-US" sz="1400" i="0" smtClean="0">
                <a:latin typeface="Times New Roman" pitchFamily="18" charset="0"/>
              </a:rPr>
              <a:pPr/>
              <a:t>1</a:t>
            </a:fld>
            <a:endParaRPr lang="en-US" altLang="ko-KR" sz="1400" i="0" smtClean="0">
              <a:latin typeface="Times New Roman" pitchFamily="18" charset="0"/>
            </a:endParaRPr>
          </a:p>
        </p:txBody>
      </p:sp>
      <p:sp>
        <p:nvSpPr>
          <p:cNvPr id="4813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ChangeArrowheads="1"/>
          </p:cNvSpPr>
          <p:nvPr/>
        </p:nvSpPr>
        <p:spPr bwMode="ltGray">
          <a:xfrm>
            <a:off x="0" y="6597650"/>
            <a:ext cx="9144000" cy="260350"/>
          </a:xfrm>
          <a:prstGeom prst="rect">
            <a:avLst/>
          </a:prstGeom>
          <a:solidFill>
            <a:srgbClr val="2929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latinLnBrk="1" hangingPunct="1"/>
            <a:endParaRPr kumimoji="1" lang="ko-KR" altLang="en-US" sz="1800" b="1" i="0">
              <a:solidFill>
                <a:schemeClr val="bg1"/>
              </a:solidFill>
              <a:ea typeface="HY헤드라인M" pitchFamily="18" charset="-127"/>
              <a:sym typeface="Wingdings 2" pitchFamily="18" charset="2"/>
            </a:endParaRPr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ltGray">
          <a:xfrm>
            <a:off x="0" y="6742113"/>
            <a:ext cx="9144000" cy="0"/>
          </a:xfrm>
          <a:prstGeom prst="line">
            <a:avLst/>
          </a:prstGeom>
          <a:noFill/>
          <a:ln w="38100">
            <a:solidFill>
              <a:srgbClr val="777777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" name="Line 6"/>
          <p:cNvSpPr>
            <a:spLocks noChangeShapeType="1"/>
          </p:cNvSpPr>
          <p:nvPr/>
        </p:nvSpPr>
        <p:spPr bwMode="auto">
          <a:xfrm>
            <a:off x="2020888" y="1352550"/>
            <a:ext cx="0" cy="6350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" name="Line 7"/>
          <p:cNvSpPr>
            <a:spLocks noChangeShapeType="1"/>
          </p:cNvSpPr>
          <p:nvPr/>
        </p:nvSpPr>
        <p:spPr bwMode="auto">
          <a:xfrm>
            <a:off x="2020888" y="1700213"/>
            <a:ext cx="5645150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8" name="Line 8"/>
          <p:cNvSpPr>
            <a:spLocks noChangeShapeType="1"/>
          </p:cNvSpPr>
          <p:nvPr/>
        </p:nvSpPr>
        <p:spPr bwMode="auto">
          <a:xfrm>
            <a:off x="7666038" y="1352550"/>
            <a:ext cx="0" cy="6350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9" name="Rectangle 9"/>
          <p:cNvSpPr>
            <a:spLocks noChangeArrowheads="1"/>
          </p:cNvSpPr>
          <p:nvPr/>
        </p:nvSpPr>
        <p:spPr bwMode="ltGray">
          <a:xfrm>
            <a:off x="22225" y="0"/>
            <a:ext cx="9144000" cy="534988"/>
          </a:xfrm>
          <a:prstGeom prst="rect">
            <a:avLst/>
          </a:prstGeom>
          <a:solidFill>
            <a:srgbClr val="2929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r" eaLnBrk="1" latinLnBrk="1" hangingPunct="1"/>
            <a:r>
              <a:rPr kumimoji="1" lang="en-US" altLang="ko-KR" sz="1600" b="1">
                <a:solidFill>
                  <a:schemeClr val="bg1"/>
                </a:solidFill>
                <a:ea typeface="돋움" pitchFamily="50" charset="-127"/>
              </a:rPr>
              <a:t>Pusan National University </a:t>
            </a:r>
            <a:endParaRPr kumimoji="1" lang="en-US" altLang="ko-KR" sz="1000" b="1" i="0">
              <a:solidFill>
                <a:schemeClr val="bg1"/>
              </a:solidFill>
              <a:ea typeface="돋움" pitchFamily="50" charset="-127"/>
            </a:endParaRPr>
          </a:p>
        </p:txBody>
      </p:sp>
      <p:grpSp>
        <p:nvGrpSpPr>
          <p:cNvPr id="10" name="Group 10"/>
          <p:cNvGrpSpPr>
            <a:grpSpLocks/>
          </p:cNvGrpSpPr>
          <p:nvPr/>
        </p:nvGrpSpPr>
        <p:grpSpPr bwMode="auto">
          <a:xfrm>
            <a:off x="0" y="84138"/>
            <a:ext cx="6565900" cy="357187"/>
            <a:chOff x="0" y="53"/>
            <a:chExt cx="5569" cy="225"/>
          </a:xfrm>
        </p:grpSpPr>
        <p:sp>
          <p:nvSpPr>
            <p:cNvPr id="11" name="Line 11"/>
            <p:cNvSpPr>
              <a:spLocks noChangeShapeType="1"/>
            </p:cNvSpPr>
            <p:nvPr userDrawn="1"/>
          </p:nvSpPr>
          <p:spPr bwMode="ltGray">
            <a:xfrm>
              <a:off x="0" y="278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Line 12"/>
            <p:cNvSpPr>
              <a:spLocks noChangeShapeType="1"/>
            </p:cNvSpPr>
            <p:nvPr userDrawn="1"/>
          </p:nvSpPr>
          <p:spPr bwMode="ltGray">
            <a:xfrm>
              <a:off x="0" y="233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Line 13"/>
            <p:cNvSpPr>
              <a:spLocks noChangeShapeType="1"/>
            </p:cNvSpPr>
            <p:nvPr userDrawn="1"/>
          </p:nvSpPr>
          <p:spPr bwMode="ltGray">
            <a:xfrm>
              <a:off x="0" y="188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Line 14"/>
            <p:cNvSpPr>
              <a:spLocks noChangeShapeType="1"/>
            </p:cNvSpPr>
            <p:nvPr userDrawn="1"/>
          </p:nvSpPr>
          <p:spPr bwMode="ltGray">
            <a:xfrm>
              <a:off x="0" y="143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Line 15"/>
            <p:cNvSpPr>
              <a:spLocks noChangeShapeType="1"/>
            </p:cNvSpPr>
            <p:nvPr userDrawn="1"/>
          </p:nvSpPr>
          <p:spPr bwMode="ltGray">
            <a:xfrm>
              <a:off x="0" y="98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" name="Line 16"/>
            <p:cNvSpPr>
              <a:spLocks noChangeShapeType="1"/>
            </p:cNvSpPr>
            <p:nvPr userDrawn="1"/>
          </p:nvSpPr>
          <p:spPr bwMode="ltGray">
            <a:xfrm>
              <a:off x="0" y="53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7" name="Rectangle 17"/>
          <p:cNvSpPr>
            <a:spLocks noChangeArrowheads="1"/>
          </p:cNvSpPr>
          <p:nvPr/>
        </p:nvSpPr>
        <p:spPr bwMode="auto">
          <a:xfrm>
            <a:off x="2066925" y="1700213"/>
            <a:ext cx="2657475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latinLnBrk="1" hangingPunct="1"/>
            <a:endParaRPr kumimoji="1" lang="ko-KR" altLang="en-US" sz="1600" b="1">
              <a:solidFill>
                <a:srgbClr val="777777"/>
              </a:solidFill>
              <a:ea typeface="돋움" pitchFamily="50" charset="-127"/>
            </a:endParaRPr>
          </a:p>
        </p:txBody>
      </p:sp>
      <p:pic>
        <p:nvPicPr>
          <p:cNvPr id="18" name="Picture 18" descr="sub06_img1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363" y="1036638"/>
            <a:ext cx="885825" cy="167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ext Box 19"/>
          <p:cNvSpPr txBox="1">
            <a:spLocks noChangeArrowheads="1"/>
          </p:cNvSpPr>
          <p:nvPr/>
        </p:nvSpPr>
        <p:spPr bwMode="auto">
          <a:xfrm>
            <a:off x="2076450" y="1092200"/>
            <a:ext cx="5816600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eaLnBrk="1" latinLnBrk="1" hangingPunct="1">
              <a:defRPr/>
            </a:pPr>
            <a:r>
              <a:rPr kumimoji="1" lang="en-US" altLang="ko-KR" sz="3400" b="1" smtClean="0">
                <a:solidFill>
                  <a:srgbClr val="C00000"/>
                </a:solidFill>
                <a:latin typeface="Arial Black" pitchFamily="34" charset="0"/>
                <a:ea typeface="돋움" pitchFamily="50" charset="-127"/>
              </a:rPr>
              <a:t>Data Communications</a:t>
            </a:r>
          </a:p>
        </p:txBody>
      </p:sp>
      <p:sp>
        <p:nvSpPr>
          <p:cNvPr id="481282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2066303" y="1916084"/>
            <a:ext cx="5599113" cy="661988"/>
          </a:xfrm>
        </p:spPr>
        <p:txBody>
          <a:bodyPr rIns="90000"/>
          <a:lstStyle>
            <a:lvl1pPr algn="l">
              <a:defRPr sz="2400">
                <a:solidFill>
                  <a:schemeClr val="tx1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48128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 b="1"/>
            </a:lvl1pPr>
          </a:lstStyle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0014929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1800"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Microsoft Sans Serif" pitchFamily="34" charset="0"/>
                <a:cs typeface="Microsoft Sans Serif" pitchFamily="34" charset="0"/>
              </a:defRPr>
            </a:lvl1pPr>
            <a:lvl2pPr>
              <a:defRPr>
                <a:latin typeface="Microsoft Sans Serif" pitchFamily="34" charset="0"/>
                <a:cs typeface="Microsoft Sans Serif" pitchFamily="34" charset="0"/>
              </a:defRPr>
            </a:lvl2pPr>
            <a:lvl3pPr>
              <a:defRPr>
                <a:latin typeface="Microsoft Sans Serif" pitchFamily="34" charset="0"/>
                <a:cs typeface="Microsoft Sans Serif" pitchFamily="34" charset="0"/>
              </a:defRPr>
            </a:lvl3pPr>
            <a:lvl4pPr>
              <a:defRPr>
                <a:latin typeface="Microsoft Sans Serif" pitchFamily="34" charset="0"/>
                <a:cs typeface="Microsoft Sans Serif" pitchFamily="34" charset="0"/>
              </a:defRPr>
            </a:lvl4pPr>
            <a:lvl5pPr>
              <a:defRPr>
                <a:latin typeface="Microsoft Sans Serif" pitchFamily="34" charset="0"/>
                <a:cs typeface="Microsoft Sans Serif" pitchFamily="34" charset="0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45214218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170049434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1800"/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384175" y="765175"/>
            <a:ext cx="4202113" cy="56165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38688" y="765175"/>
            <a:ext cx="4202112" cy="56165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6478766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2948103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7132967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2014162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690032066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507126227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4049930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58000" y="-11113"/>
            <a:ext cx="2286000" cy="6392863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0" y="-11113"/>
            <a:ext cx="6705600" cy="6392863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7855759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-11113"/>
            <a:ext cx="9144000" cy="549276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384175" y="765175"/>
            <a:ext cx="4202113" cy="5616575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38688" y="765175"/>
            <a:ext cx="4202112" cy="5616575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6361672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제목, 내용 및 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-11113"/>
            <a:ext cx="9144000" cy="549276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384175" y="765175"/>
            <a:ext cx="4202113" cy="5616575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4738688" y="765175"/>
            <a:ext cx="4202112" cy="27320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4738688" y="3649663"/>
            <a:ext cx="4202112" cy="2732087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6668472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0" y="0"/>
            <a:ext cx="9144000" cy="549275"/>
          </a:xfrm>
          <a:prstGeom prst="rect">
            <a:avLst/>
          </a:prstGeom>
          <a:solidFill>
            <a:srgbClr val="2929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eaLnBrk="1" latinLnBrk="1" hangingPunct="1"/>
            <a:endParaRPr kumimoji="1" lang="ko-KR" altLang="en-US" sz="1800" b="1" i="0">
              <a:solidFill>
                <a:schemeClr val="bg1"/>
              </a:solidFill>
              <a:ea typeface="돋움" pitchFamily="50" charset="-127"/>
            </a:endParaRP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ltGray">
          <a:xfrm>
            <a:off x="0" y="-11113"/>
            <a:ext cx="9144000" cy="549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36000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smtClean="0"/>
              <a:t>Master</a:t>
            </a:r>
            <a:endParaRPr lang="ko-KR" altLang="en-US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4175" y="765175"/>
            <a:ext cx="8556625" cy="561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smtClean="0"/>
              <a:t>First</a:t>
            </a:r>
            <a:endParaRPr lang="ko-KR" altLang="en-US" smtClean="0"/>
          </a:p>
          <a:p>
            <a:pPr lvl="1"/>
            <a:r>
              <a:rPr lang="en-US" altLang="ko-KR" smtClean="0"/>
              <a:t>Second</a:t>
            </a:r>
            <a:endParaRPr lang="ko-KR" altLang="en-US" smtClean="0"/>
          </a:p>
          <a:p>
            <a:pPr lvl="2"/>
            <a:r>
              <a:rPr lang="en-US" altLang="ko-KR" smtClean="0"/>
              <a:t>Third</a:t>
            </a:r>
            <a:endParaRPr lang="ko-KR" altLang="en-US" smtClean="0"/>
          </a:p>
          <a:p>
            <a:pPr lvl="3"/>
            <a:r>
              <a:rPr lang="en-US" altLang="ko-KR" smtClean="0"/>
              <a:t>Fourth</a:t>
            </a:r>
            <a:endParaRPr lang="ko-KR" altLang="en-US" smtClean="0"/>
          </a:p>
          <a:p>
            <a:pPr lvl="4"/>
            <a:r>
              <a:rPr lang="en-US" altLang="ko-KR" smtClean="0"/>
              <a:t>Fifth</a:t>
            </a:r>
            <a:endParaRPr lang="ko-KR" altLang="en-US" smtClean="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0" y="6624638"/>
            <a:ext cx="9144000" cy="260350"/>
          </a:xfrm>
          <a:prstGeom prst="rect">
            <a:avLst/>
          </a:prstGeom>
          <a:solidFill>
            <a:srgbClr val="2929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latinLnBrk="1" hangingPunct="1"/>
            <a:r>
              <a:rPr kumimoji="1" lang="ko-KR" altLang="en-US" sz="1200" b="1" i="0">
                <a:solidFill>
                  <a:schemeClr val="bg1"/>
                </a:solidFill>
                <a:latin typeface="HY목판L" pitchFamily="18" charset="-127"/>
                <a:ea typeface="HY목판L" pitchFamily="18" charset="-127"/>
              </a:rPr>
              <a:t>     </a:t>
            </a:r>
            <a:r>
              <a:rPr kumimoji="1" lang="en-US" altLang="ko-KR" sz="1200" b="1" i="0">
                <a:solidFill>
                  <a:schemeClr val="bg1"/>
                </a:solidFill>
                <a:latin typeface="HY목판L" pitchFamily="18" charset="-127"/>
                <a:ea typeface="HY목판L" pitchFamily="18" charset="-127"/>
              </a:rPr>
              <a:t>Advanced Broadcasting &amp; Communications  Lab.</a:t>
            </a:r>
            <a:endParaRPr kumimoji="1" lang="en-US" altLang="ko-KR" sz="1800" b="1" i="0">
              <a:solidFill>
                <a:schemeClr val="bg1"/>
              </a:solidFill>
              <a:latin typeface="HY목판L" pitchFamily="18" charset="-127"/>
              <a:ea typeface="HY목판L" pitchFamily="18" charset="-127"/>
              <a:sym typeface="Wingdings 2" pitchFamily="18" charset="2"/>
            </a:endParaRPr>
          </a:p>
        </p:txBody>
      </p:sp>
      <p:sp>
        <p:nvSpPr>
          <p:cNvPr id="1030" name="Oval 6"/>
          <p:cNvSpPr>
            <a:spLocks noChangeArrowheads="1"/>
          </p:cNvSpPr>
          <p:nvPr/>
        </p:nvSpPr>
        <p:spPr bwMode="ltGray">
          <a:xfrm>
            <a:off x="8228013" y="6616700"/>
            <a:ext cx="431800" cy="219075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r" eaLnBrk="1" latinLnBrk="1" hangingPunct="1"/>
            <a:fld id="{CEE226F8-AF74-4623-8521-365EFC50DC76}" type="slidenum">
              <a:rPr kumimoji="1" lang="ko-KR" altLang="en-US" sz="1200" b="1" i="0">
                <a:solidFill>
                  <a:schemeClr val="bg1"/>
                </a:solidFill>
                <a:latin typeface="Verdana" pitchFamily="34" charset="0"/>
                <a:ea typeface="HY각헤드라인M" pitchFamily="18" charset="-127"/>
              </a:rPr>
              <a:pPr algn="r" eaLnBrk="1" latinLnBrk="1" hangingPunct="1"/>
              <a:t>‹#›</a:t>
            </a:fld>
            <a:endParaRPr kumimoji="1" lang="en-US" altLang="ko-KR" sz="1200" b="1" i="0">
              <a:solidFill>
                <a:schemeClr val="bg1"/>
              </a:solidFill>
              <a:latin typeface="Verdana" pitchFamily="34" charset="0"/>
              <a:ea typeface="HY각헤드라인M" pitchFamily="18" charset="-127"/>
            </a:endParaRPr>
          </a:p>
        </p:txBody>
      </p:sp>
      <p:sp>
        <p:nvSpPr>
          <p:cNvPr id="1031" name="Line 7"/>
          <p:cNvSpPr>
            <a:spLocks noChangeShapeType="1"/>
          </p:cNvSpPr>
          <p:nvPr/>
        </p:nvSpPr>
        <p:spPr bwMode="ltGray">
          <a:xfrm>
            <a:off x="4238625" y="6742113"/>
            <a:ext cx="3806825" cy="0"/>
          </a:xfrm>
          <a:prstGeom prst="line">
            <a:avLst/>
          </a:prstGeom>
          <a:noFill/>
          <a:ln w="38100">
            <a:solidFill>
              <a:srgbClr val="777777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1032" name="Group 8"/>
          <p:cNvGrpSpPr>
            <a:grpSpLocks/>
          </p:cNvGrpSpPr>
          <p:nvPr/>
        </p:nvGrpSpPr>
        <p:grpSpPr bwMode="auto">
          <a:xfrm>
            <a:off x="0" y="84138"/>
            <a:ext cx="5969000" cy="357187"/>
            <a:chOff x="0" y="53"/>
            <a:chExt cx="5569" cy="225"/>
          </a:xfrm>
        </p:grpSpPr>
        <p:sp>
          <p:nvSpPr>
            <p:cNvPr id="1037" name="Line 9"/>
            <p:cNvSpPr>
              <a:spLocks noChangeShapeType="1"/>
            </p:cNvSpPr>
            <p:nvPr userDrawn="1"/>
          </p:nvSpPr>
          <p:spPr bwMode="ltGray">
            <a:xfrm>
              <a:off x="0" y="278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38" name="Line 10"/>
            <p:cNvSpPr>
              <a:spLocks noChangeShapeType="1"/>
            </p:cNvSpPr>
            <p:nvPr userDrawn="1"/>
          </p:nvSpPr>
          <p:spPr bwMode="ltGray">
            <a:xfrm>
              <a:off x="0" y="233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39" name="Line 11"/>
            <p:cNvSpPr>
              <a:spLocks noChangeShapeType="1"/>
            </p:cNvSpPr>
            <p:nvPr userDrawn="1"/>
          </p:nvSpPr>
          <p:spPr bwMode="ltGray">
            <a:xfrm>
              <a:off x="0" y="188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40" name="Line 12"/>
            <p:cNvSpPr>
              <a:spLocks noChangeShapeType="1"/>
            </p:cNvSpPr>
            <p:nvPr userDrawn="1"/>
          </p:nvSpPr>
          <p:spPr bwMode="ltGray">
            <a:xfrm>
              <a:off x="0" y="143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41" name="Line 13"/>
            <p:cNvSpPr>
              <a:spLocks noChangeShapeType="1"/>
            </p:cNvSpPr>
            <p:nvPr userDrawn="1"/>
          </p:nvSpPr>
          <p:spPr bwMode="ltGray">
            <a:xfrm>
              <a:off x="0" y="98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42" name="Line 14"/>
            <p:cNvSpPr>
              <a:spLocks noChangeShapeType="1"/>
            </p:cNvSpPr>
            <p:nvPr userDrawn="1"/>
          </p:nvSpPr>
          <p:spPr bwMode="ltGray">
            <a:xfrm>
              <a:off x="0" y="53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033" name="Group 15"/>
          <p:cNvGrpSpPr>
            <a:grpSpLocks/>
          </p:cNvGrpSpPr>
          <p:nvPr/>
        </p:nvGrpSpPr>
        <p:grpSpPr bwMode="auto">
          <a:xfrm>
            <a:off x="166688" y="84138"/>
            <a:ext cx="1776412" cy="427037"/>
            <a:chOff x="135" y="621"/>
            <a:chExt cx="1035" cy="269"/>
          </a:xfrm>
        </p:grpSpPr>
        <p:sp>
          <p:nvSpPr>
            <p:cNvPr id="1034" name="Text Box 16"/>
            <p:cNvSpPr txBox="1">
              <a:spLocks noChangeArrowheads="1"/>
            </p:cNvSpPr>
            <p:nvPr userDrawn="1"/>
          </p:nvSpPr>
          <p:spPr bwMode="auto">
            <a:xfrm>
              <a:off x="135" y="656"/>
              <a:ext cx="56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9pPr>
            </a:lstStyle>
            <a:p>
              <a:pPr eaLnBrk="1" latinLnBrk="1" hangingPunct="1">
                <a:defRPr/>
              </a:pPr>
              <a:r>
                <a:rPr kumimoji="1" lang="en-US" altLang="ko-KR" sz="1600" b="1" smtClean="0">
                  <a:solidFill>
                    <a:srgbClr val="99CC00"/>
                  </a:solidFill>
                  <a:latin typeface="Arial Black" pitchFamily="34" charset="0"/>
                  <a:ea typeface="돋움" pitchFamily="50" charset="-127"/>
                </a:rPr>
                <a:t>power</a:t>
              </a:r>
            </a:p>
          </p:txBody>
        </p:sp>
        <p:sp>
          <p:nvSpPr>
            <p:cNvPr id="1035" name="Text Box 17"/>
            <p:cNvSpPr txBox="1">
              <a:spLocks noChangeArrowheads="1"/>
            </p:cNvSpPr>
            <p:nvPr userDrawn="1"/>
          </p:nvSpPr>
          <p:spPr bwMode="auto">
            <a:xfrm>
              <a:off x="632" y="621"/>
              <a:ext cx="53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9pPr>
            </a:lstStyle>
            <a:p>
              <a:pPr eaLnBrk="1" latinLnBrk="1" hangingPunct="1">
                <a:defRPr/>
              </a:pPr>
              <a:r>
                <a:rPr kumimoji="1" lang="en-US" altLang="ko-KR" sz="2200" b="1" smtClean="0">
                  <a:solidFill>
                    <a:schemeClr val="bg1"/>
                  </a:solidFill>
                  <a:latin typeface="Arial Black" pitchFamily="34" charset="0"/>
                  <a:ea typeface="돋움" pitchFamily="50" charset="-127"/>
                </a:rPr>
                <a:t>PNU</a:t>
              </a:r>
            </a:p>
          </p:txBody>
        </p:sp>
        <p:sp>
          <p:nvSpPr>
            <p:cNvPr id="1036" name="Text Box 18"/>
            <p:cNvSpPr txBox="1">
              <a:spLocks noChangeArrowheads="1"/>
            </p:cNvSpPr>
            <p:nvPr userDrawn="1"/>
          </p:nvSpPr>
          <p:spPr bwMode="auto">
            <a:xfrm>
              <a:off x="152" y="623"/>
              <a:ext cx="622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9pPr>
            </a:lstStyle>
            <a:p>
              <a:pPr eaLnBrk="1" latinLnBrk="1" hangingPunct="1">
                <a:defRPr/>
              </a:pPr>
              <a:r>
                <a:rPr kumimoji="1" lang="ko-KR" altLang="en-US" sz="900" b="1" smtClean="0">
                  <a:solidFill>
                    <a:schemeClr val="bg1"/>
                  </a:solidFill>
                  <a:latin typeface="Arial Black" pitchFamily="34" charset="0"/>
                  <a:ea typeface="돋움" pitchFamily="50" charset="-127"/>
                </a:rPr>
                <a:t>세계로</a:t>
              </a:r>
              <a:r>
                <a:rPr kumimoji="1" lang="ko-KR" altLang="en-US" sz="900" b="1" smtClean="0">
                  <a:solidFill>
                    <a:schemeClr val="bg2"/>
                  </a:solidFill>
                  <a:latin typeface="Arial Black" pitchFamily="34" charset="0"/>
                  <a:ea typeface="돋움" pitchFamily="50" charset="-127"/>
                </a:rPr>
                <a:t> </a:t>
              </a:r>
              <a:r>
                <a:rPr kumimoji="1" lang="ko-KR" altLang="en-US" sz="900" b="1" smtClean="0">
                  <a:solidFill>
                    <a:schemeClr val="bg1"/>
                  </a:solidFill>
                  <a:latin typeface="Arial Black" pitchFamily="34" charset="0"/>
                  <a:ea typeface="돋움" pitchFamily="50" charset="-127"/>
                </a:rPr>
                <a:t>미래로</a:t>
              </a: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1" r:id="rId1"/>
    <p:sldLayoutId id="2147483882" r:id="rId2"/>
    <p:sldLayoutId id="2147483883" r:id="rId3"/>
    <p:sldLayoutId id="2147483884" r:id="rId4"/>
    <p:sldLayoutId id="2147483885" r:id="rId5"/>
    <p:sldLayoutId id="2147483886" r:id="rId6"/>
    <p:sldLayoutId id="2147483887" r:id="rId7"/>
    <p:sldLayoutId id="2147483888" r:id="rId8"/>
    <p:sldLayoutId id="2147483889" r:id="rId9"/>
    <p:sldLayoutId id="2147483890" r:id="rId10"/>
    <p:sldLayoutId id="2147483891" r:id="rId11"/>
    <p:sldLayoutId id="2147483892" r:id="rId12"/>
    <p:sldLayoutId id="2147483893" r:id="rId13"/>
  </p:sldLayoutIdLst>
  <p:transition spd="med"/>
  <p:txStyles>
    <p:titleStyle>
      <a:lvl1pPr algn="r" rtl="0" eaLnBrk="0" fontAlgn="base" latinLnBrk="1" hangingPunct="0">
        <a:spcBef>
          <a:spcPct val="0"/>
        </a:spcBef>
        <a:spcAft>
          <a:spcPct val="0"/>
        </a:spcAft>
        <a:defRPr kumimoji="1" sz="4400" b="1">
          <a:solidFill>
            <a:schemeClr val="bg1"/>
          </a:solidFill>
          <a:latin typeface="Microsoft Sans Serif" pitchFamily="34" charset="0"/>
          <a:ea typeface="+mj-ea"/>
          <a:cs typeface="Microsoft Sans Serif" pitchFamily="34" charset="0"/>
        </a:defRPr>
      </a:lvl1pPr>
      <a:lvl2pPr algn="r" rtl="0" eaLnBrk="0" fontAlgn="base" latinLnBrk="1" hangingPunct="0">
        <a:spcBef>
          <a:spcPct val="0"/>
        </a:spcBef>
        <a:spcAft>
          <a:spcPct val="0"/>
        </a:spcAft>
        <a:defRPr kumimoji="1" sz="4400" b="1">
          <a:solidFill>
            <a:schemeClr val="bg1"/>
          </a:solidFill>
          <a:latin typeface="Microsoft Sans Serif" pitchFamily="34" charset="0"/>
          <a:ea typeface="굴림" pitchFamily="50" charset="-127"/>
          <a:cs typeface="Microsoft Sans Serif" pitchFamily="34" charset="0"/>
        </a:defRPr>
      </a:lvl2pPr>
      <a:lvl3pPr algn="r" rtl="0" eaLnBrk="0" fontAlgn="base" latinLnBrk="1" hangingPunct="0">
        <a:spcBef>
          <a:spcPct val="0"/>
        </a:spcBef>
        <a:spcAft>
          <a:spcPct val="0"/>
        </a:spcAft>
        <a:defRPr kumimoji="1" sz="4400" b="1">
          <a:solidFill>
            <a:schemeClr val="bg1"/>
          </a:solidFill>
          <a:latin typeface="Microsoft Sans Serif" pitchFamily="34" charset="0"/>
          <a:ea typeface="굴림" pitchFamily="50" charset="-127"/>
          <a:cs typeface="Microsoft Sans Serif" pitchFamily="34" charset="0"/>
        </a:defRPr>
      </a:lvl3pPr>
      <a:lvl4pPr algn="r" rtl="0" eaLnBrk="0" fontAlgn="base" latinLnBrk="1" hangingPunct="0">
        <a:spcBef>
          <a:spcPct val="0"/>
        </a:spcBef>
        <a:spcAft>
          <a:spcPct val="0"/>
        </a:spcAft>
        <a:defRPr kumimoji="1" sz="4400" b="1">
          <a:solidFill>
            <a:schemeClr val="bg1"/>
          </a:solidFill>
          <a:latin typeface="Microsoft Sans Serif" pitchFamily="34" charset="0"/>
          <a:ea typeface="굴림" pitchFamily="50" charset="-127"/>
          <a:cs typeface="Microsoft Sans Serif" pitchFamily="34" charset="0"/>
        </a:defRPr>
      </a:lvl4pPr>
      <a:lvl5pPr algn="r" rtl="0" eaLnBrk="0" fontAlgn="base" latinLnBrk="1" hangingPunct="0">
        <a:spcBef>
          <a:spcPct val="0"/>
        </a:spcBef>
        <a:spcAft>
          <a:spcPct val="0"/>
        </a:spcAft>
        <a:defRPr kumimoji="1" sz="4400" b="1">
          <a:solidFill>
            <a:schemeClr val="bg1"/>
          </a:solidFill>
          <a:latin typeface="Microsoft Sans Serif" pitchFamily="34" charset="0"/>
          <a:ea typeface="굴림" pitchFamily="50" charset="-127"/>
          <a:cs typeface="Microsoft Sans Serif" pitchFamily="34" charset="0"/>
        </a:defRPr>
      </a:lvl5pPr>
      <a:lvl6pPr marL="457200" algn="r" rtl="0" fontAlgn="base" latinLnBrk="1">
        <a:spcBef>
          <a:spcPct val="0"/>
        </a:spcBef>
        <a:spcAft>
          <a:spcPct val="0"/>
        </a:spcAft>
        <a:defRPr kumimoji="1" b="1">
          <a:solidFill>
            <a:schemeClr val="bg1"/>
          </a:solidFill>
          <a:latin typeface="Times New Roman" pitchFamily="18" charset="0"/>
          <a:ea typeface="굴림" pitchFamily="50" charset="-127"/>
        </a:defRPr>
      </a:lvl6pPr>
      <a:lvl7pPr marL="914400" algn="r" rtl="0" fontAlgn="base" latinLnBrk="1">
        <a:spcBef>
          <a:spcPct val="0"/>
        </a:spcBef>
        <a:spcAft>
          <a:spcPct val="0"/>
        </a:spcAft>
        <a:defRPr kumimoji="1" b="1">
          <a:solidFill>
            <a:schemeClr val="bg1"/>
          </a:solidFill>
          <a:latin typeface="Times New Roman" pitchFamily="18" charset="0"/>
          <a:ea typeface="굴림" pitchFamily="50" charset="-127"/>
        </a:defRPr>
      </a:lvl7pPr>
      <a:lvl8pPr marL="1371600" algn="r" rtl="0" fontAlgn="base" latinLnBrk="1">
        <a:spcBef>
          <a:spcPct val="0"/>
        </a:spcBef>
        <a:spcAft>
          <a:spcPct val="0"/>
        </a:spcAft>
        <a:defRPr kumimoji="1" b="1">
          <a:solidFill>
            <a:schemeClr val="bg1"/>
          </a:solidFill>
          <a:latin typeface="Times New Roman" pitchFamily="18" charset="0"/>
          <a:ea typeface="굴림" pitchFamily="50" charset="-127"/>
        </a:defRPr>
      </a:lvl8pPr>
      <a:lvl9pPr marL="1828800" algn="r" rtl="0" fontAlgn="base" latinLnBrk="1">
        <a:spcBef>
          <a:spcPct val="0"/>
        </a:spcBef>
        <a:spcAft>
          <a:spcPct val="0"/>
        </a:spcAft>
        <a:defRPr kumimoji="1" b="1">
          <a:solidFill>
            <a:schemeClr val="bg1"/>
          </a:solidFill>
          <a:latin typeface="Times New Roman" pitchFamily="18" charset="0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Blip>
          <a:blip r:embed="rId15"/>
        </a:buBlip>
        <a:defRPr kumimoji="1" sz="2400">
          <a:solidFill>
            <a:schemeClr val="tx1"/>
          </a:solidFill>
          <a:latin typeface="Microsoft Sans Serif" pitchFamily="34" charset="0"/>
          <a:ea typeface="+mn-ea"/>
          <a:cs typeface="Microsoft Sans Serif" pitchFamily="34" charset="0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Blip>
          <a:blip r:embed="rId16"/>
        </a:buBlip>
        <a:defRPr kumimoji="1" sz="2000">
          <a:solidFill>
            <a:schemeClr val="tx1"/>
          </a:solidFill>
          <a:latin typeface="Microsoft Sans Serif" pitchFamily="34" charset="0"/>
          <a:ea typeface="+mn-ea"/>
          <a:cs typeface="Microsoft Sans Serif" pitchFamily="34" charset="0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>
          <a:solidFill>
            <a:schemeClr val="tx1"/>
          </a:solidFill>
          <a:latin typeface="Microsoft Sans Serif" pitchFamily="34" charset="0"/>
          <a:ea typeface="+mn-ea"/>
          <a:cs typeface="Microsoft Sans Serif" pitchFamily="34" charset="0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600">
          <a:solidFill>
            <a:schemeClr val="tx1"/>
          </a:solidFill>
          <a:latin typeface="Microsoft Sans Serif" pitchFamily="34" charset="0"/>
          <a:ea typeface="+mn-ea"/>
          <a:cs typeface="Microsoft Sans Serif" pitchFamily="34" charset="0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Microsoft Sans Serif" pitchFamily="34" charset="0"/>
          <a:ea typeface="+mn-ea"/>
          <a:cs typeface="Microsoft Sans Serif" pitchFamily="34" charset="0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10" Type="http://schemas.openxmlformats.org/officeDocument/2006/relationships/image" Target="../media/image54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5"/>
          <p:cNvSpPr>
            <a:spLocks noGrp="1" noChangeArrowheads="1"/>
          </p:cNvSpPr>
          <p:nvPr>
            <p:ph type="subTitle" idx="1"/>
          </p:nvPr>
        </p:nvSpPr>
        <p:spPr>
          <a:xfrm>
            <a:off x="795338" y="5151438"/>
            <a:ext cx="4111625" cy="1298575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ko-KR" sz="1600" smtClean="0">
                <a:latin typeface="Times New Roman" pitchFamily="18" charset="0"/>
              </a:rPr>
              <a:t>School of Computer Science and Engineering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1600" smtClean="0">
                <a:latin typeface="Times New Roman" pitchFamily="18" charset="0"/>
              </a:rPr>
              <a:t>Pusan National University</a:t>
            </a:r>
          </a:p>
          <a:p>
            <a:pPr eaLnBrk="1" hangingPunct="1">
              <a:lnSpc>
                <a:spcPct val="90000"/>
              </a:lnSpc>
            </a:pPr>
            <a:endParaRPr lang="en-US" altLang="ko-KR" sz="1600" smtClean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ko-KR" sz="1600" smtClean="0">
                <a:latin typeface="Times New Roman" pitchFamily="18" charset="0"/>
              </a:rPr>
              <a:t>Jeong Goo Kim</a:t>
            </a:r>
          </a:p>
          <a:p>
            <a:pPr eaLnBrk="1" hangingPunct="1">
              <a:lnSpc>
                <a:spcPct val="90000"/>
              </a:lnSpc>
            </a:pPr>
            <a:endParaRPr lang="ko-KR" altLang="en-US" smtClean="0">
              <a:latin typeface="Times New Roman" pitchFamily="18" charset="0"/>
            </a:endParaRPr>
          </a:p>
        </p:txBody>
      </p:sp>
      <p:sp>
        <p:nvSpPr>
          <p:cNvPr id="18435" name="Rectangle 16"/>
          <p:cNvSpPr>
            <a:spLocks noGrp="1" noChangeArrowheads="1"/>
          </p:cNvSpPr>
          <p:nvPr>
            <p:ph type="ctrTitle"/>
          </p:nvPr>
        </p:nvSpPr>
        <p:spPr>
          <a:xfrm>
            <a:off x="357188" y="2743201"/>
            <a:ext cx="4630737" cy="2333624"/>
          </a:xfrm>
        </p:spPr>
        <p:txBody>
          <a:bodyPr/>
          <a:lstStyle/>
          <a:p>
            <a:pPr algn="ctr" eaLnBrk="1" hangingPunct="1"/>
            <a:r>
              <a:rPr lang="en-US" altLang="ko-KR" sz="4000" i="1" smtClean="0">
                <a:latin typeface="+mj-lt"/>
              </a:rPr>
              <a:t>Chapter  11</a:t>
            </a:r>
            <a:r>
              <a:rPr lang="en-US" altLang="ko-KR" sz="4000" b="0" smtClean="0"/>
              <a:t> </a:t>
            </a:r>
            <a:br>
              <a:rPr lang="en-US" altLang="ko-KR" sz="4000" b="0" smtClean="0"/>
            </a:br>
            <a:r>
              <a:rPr lang="en-US" altLang="ko-KR" sz="4000" b="0" smtClean="0">
                <a:solidFill>
                  <a:srgbClr val="C00000"/>
                </a:solidFill>
                <a:latin typeface="+mj-lt"/>
              </a:rPr>
              <a:t/>
            </a:r>
            <a:br>
              <a:rPr lang="en-US" altLang="ko-KR" sz="4000" b="0" smtClean="0">
                <a:solidFill>
                  <a:srgbClr val="C00000"/>
                </a:solidFill>
                <a:latin typeface="+mj-lt"/>
              </a:rPr>
            </a:br>
            <a:r>
              <a:rPr lang="en-US" altLang="ko-KR" sz="4000" i="1" smtClean="0">
                <a:solidFill>
                  <a:srgbClr val="C00000"/>
                </a:solidFill>
                <a:latin typeface="+mj-lt"/>
              </a:rPr>
              <a:t>Data Link Control</a:t>
            </a:r>
            <a:br>
              <a:rPr lang="en-US" altLang="ko-KR" sz="4000" i="1" smtClean="0">
                <a:solidFill>
                  <a:srgbClr val="C00000"/>
                </a:solidFill>
                <a:latin typeface="+mj-lt"/>
              </a:rPr>
            </a:br>
            <a:r>
              <a:rPr lang="en-US" altLang="ko-KR" sz="4000" i="1" smtClean="0">
                <a:solidFill>
                  <a:srgbClr val="C00000"/>
                </a:solidFill>
                <a:latin typeface="+mj-lt"/>
              </a:rPr>
              <a:t>(DLC)</a:t>
            </a:r>
            <a:endParaRPr lang="en-US" altLang="ko-KR" sz="4000" i="1">
              <a:solidFill>
                <a:srgbClr val="C00000"/>
              </a:solidFill>
              <a:latin typeface="+mj-lt"/>
              <a:cs typeface="Arial" pitchFamily="34" charset="0"/>
            </a:endParaRPr>
          </a:p>
        </p:txBody>
      </p:sp>
      <p:pic>
        <p:nvPicPr>
          <p:cNvPr id="15364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3350" y="2165350"/>
            <a:ext cx="3494088" cy="438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ko-KR" sz="20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itchFamily="18" charset="0"/>
                <a:cs typeface="Times" pitchFamily="18" charset="0"/>
              </a:rPr>
              <a:t>Ch. 11  Outline</a:t>
            </a:r>
            <a:endParaRPr lang="ko-KR" altLang="en-US" sz="200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" pitchFamily="18" charset="0"/>
              <a:cs typeface="Times" pitchFamily="18" charset="0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2" indent="0" algn="just">
              <a:spcBef>
                <a:spcPts val="0"/>
              </a:spcBef>
              <a:buFontTx/>
              <a:buNone/>
              <a:defRPr/>
            </a:pPr>
            <a:r>
              <a:rPr lang="en-US" altLang="ko-KR" sz="3200" b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Outline</a:t>
            </a:r>
            <a:endParaRPr lang="en-US" altLang="ko-KR" sz="3200" b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spcBef>
                <a:spcPts val="0"/>
              </a:spcBef>
              <a:buFontTx/>
              <a:buNone/>
              <a:defRPr/>
            </a:pPr>
            <a:endParaRPr lang="en-US" altLang="ko-KR" sz="360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"/>
            </a:endParaRPr>
          </a:p>
          <a:p>
            <a:pPr marL="0" indent="0" algn="just">
              <a:spcBef>
                <a:spcPts val="0"/>
              </a:spcBef>
              <a:buNone/>
              <a:defRPr/>
            </a:pPr>
            <a:r>
              <a:rPr lang="en-US" altLang="ko-KR" sz="2800" b="1" i="1" smtClean="0">
                <a:solidFill>
                  <a:srgbClr val="C00000"/>
                </a:solidFill>
                <a:latin typeface="Times"/>
              </a:rPr>
              <a:t>11.1   </a:t>
            </a:r>
            <a:r>
              <a:rPr lang="en-US" altLang="ko-KR" sz="2800" b="1" i="1" smtClean="0">
                <a:latin typeface="Times"/>
              </a:rPr>
              <a:t>DLC Services</a:t>
            </a:r>
            <a:endParaRPr lang="en-US" altLang="ko-KR" sz="2800" b="1" i="1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spcBef>
                <a:spcPts val="0"/>
              </a:spcBef>
              <a:buFontTx/>
              <a:buNone/>
              <a:defRPr/>
            </a:pPr>
            <a:endParaRPr lang="en-US" altLang="ko-KR" sz="2800" b="1" i="1" smtClean="0">
              <a:solidFill>
                <a:srgbClr val="C00000"/>
              </a:solidFill>
              <a:latin typeface="Times"/>
            </a:endParaRPr>
          </a:p>
          <a:p>
            <a:pPr marL="0" indent="0" algn="just">
              <a:spcBef>
                <a:spcPts val="0"/>
              </a:spcBef>
              <a:buNone/>
              <a:defRPr/>
            </a:pPr>
            <a:r>
              <a:rPr lang="en-US" altLang="ko-KR" sz="2800" b="1" i="1" smtClean="0">
                <a:solidFill>
                  <a:srgbClr val="C00000"/>
                </a:solidFill>
                <a:latin typeface="Times"/>
              </a:rPr>
              <a:t>11.2  </a:t>
            </a:r>
            <a:r>
              <a:rPr lang="en-US" altLang="ko-KR" sz="2800" b="1" i="1" smtClean="0">
                <a:latin typeface="Times"/>
              </a:rPr>
              <a:t>Data-Link Layer Protocols</a:t>
            </a:r>
          </a:p>
          <a:p>
            <a:pPr marL="0" indent="0" algn="just">
              <a:spcBef>
                <a:spcPts val="0"/>
              </a:spcBef>
              <a:buNone/>
              <a:defRPr/>
            </a:pPr>
            <a:endParaRPr lang="en-US" altLang="ko-KR" sz="2800" b="1" i="1">
              <a:solidFill>
                <a:srgbClr val="C00000"/>
              </a:solidFill>
              <a:latin typeface="Times"/>
            </a:endParaRPr>
          </a:p>
          <a:p>
            <a:pPr marL="0" indent="0" algn="just">
              <a:spcBef>
                <a:spcPts val="0"/>
              </a:spcBef>
              <a:buNone/>
              <a:defRPr/>
            </a:pPr>
            <a:r>
              <a:rPr lang="en-US" altLang="ko-KR" sz="2800" b="1" i="1" smtClean="0">
                <a:solidFill>
                  <a:srgbClr val="C00000"/>
                </a:solidFill>
                <a:latin typeface="Times"/>
              </a:rPr>
              <a:t>11.3  </a:t>
            </a:r>
            <a:r>
              <a:rPr lang="en-US" altLang="ko-KR" sz="2800" b="1" i="1" smtClean="0">
                <a:latin typeface="Times"/>
              </a:rPr>
              <a:t>HDLC</a:t>
            </a:r>
            <a:endParaRPr lang="en-US" altLang="ko-KR" sz="2800" b="1" i="1">
              <a:latin typeface="Times"/>
            </a:endParaRPr>
          </a:p>
          <a:p>
            <a:pPr marL="0" indent="0" algn="just">
              <a:spcBef>
                <a:spcPts val="0"/>
              </a:spcBef>
              <a:buFontTx/>
              <a:buNone/>
              <a:defRPr/>
            </a:pPr>
            <a:endParaRPr lang="en-US" altLang="ko-KR" sz="2800" b="1" i="1" smtClean="0">
              <a:solidFill>
                <a:srgbClr val="C00000"/>
              </a:solidFill>
              <a:latin typeface="Times"/>
            </a:endParaRPr>
          </a:p>
          <a:p>
            <a:pPr marL="0" indent="0" algn="just">
              <a:spcBef>
                <a:spcPts val="0"/>
              </a:spcBef>
              <a:buNone/>
              <a:defRPr/>
            </a:pPr>
            <a:r>
              <a:rPr lang="en-US" altLang="ko-KR" sz="2800" b="1" i="1" smtClean="0">
                <a:solidFill>
                  <a:srgbClr val="C00000"/>
                </a:solidFill>
                <a:latin typeface="Times"/>
              </a:rPr>
              <a:t>11.4  </a:t>
            </a:r>
            <a:r>
              <a:rPr lang="en-US" altLang="ko-KR" sz="2800" b="1" i="1" smtClean="0">
                <a:latin typeface="Times"/>
              </a:rPr>
              <a:t>PPP</a:t>
            </a:r>
            <a:endParaRPr lang="en-US" altLang="ko-KR" sz="2800" b="1" i="1">
              <a:latin typeface="Times"/>
            </a:endParaRPr>
          </a:p>
          <a:p>
            <a:pPr marL="0" indent="0" algn="just">
              <a:spcBef>
                <a:spcPts val="0"/>
              </a:spcBef>
              <a:buFontTx/>
              <a:buNone/>
              <a:defRPr/>
            </a:pPr>
            <a:endParaRPr lang="en-US" altLang="ko-KR" sz="2800" b="1" i="1" smtClean="0">
              <a:solidFill>
                <a:srgbClr val="C00000"/>
              </a:solidFill>
              <a:latin typeface="Times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2">
              <a:defRPr/>
            </a:pPr>
            <a:r>
              <a:rPr lang="en-US" altLang="ko-KR" sz="2000" smtClean="0">
                <a:latin typeface="Times" pitchFamily="18" charset="0"/>
              </a:rPr>
              <a:t>Ch. 11 Objective</a:t>
            </a:r>
            <a:endParaRPr lang="en-US" altLang="ko-KR" sz="2000">
              <a:latin typeface="Times" pitchFamily="18" charset="0"/>
            </a:endParaRPr>
          </a:p>
        </p:txBody>
      </p:sp>
      <p:sp>
        <p:nvSpPr>
          <p:cNvPr id="17411" name="내용 개체 틀 2"/>
          <p:cNvSpPr>
            <a:spLocks noGrp="1"/>
          </p:cNvSpPr>
          <p:nvPr>
            <p:ph idx="1"/>
          </p:nvPr>
        </p:nvSpPr>
        <p:spPr>
          <a:xfrm>
            <a:off x="344488" y="685799"/>
            <a:ext cx="8429625" cy="5902325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</a:pPr>
            <a:r>
              <a:rPr lang="en-US" altLang="ko-KR" sz="3600" b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Objective</a:t>
            </a:r>
          </a:p>
          <a:p>
            <a:pPr>
              <a:spcAft>
                <a:spcPts val="600"/>
              </a:spcAft>
            </a:pPr>
            <a:r>
              <a:rPr lang="en-US" altLang="ko-KR">
                <a:latin typeface="Times New Roman" pitchFamily="18" charset="0"/>
              </a:rPr>
              <a:t>The first section discusses the </a:t>
            </a:r>
            <a:r>
              <a:rPr lang="en-US" altLang="ko-KR" b="1" i="1">
                <a:solidFill>
                  <a:srgbClr val="C00000"/>
                </a:solidFill>
                <a:latin typeface="Times New Roman" pitchFamily="18" charset="0"/>
              </a:rPr>
              <a:t>general services </a:t>
            </a:r>
            <a:r>
              <a:rPr lang="en-US" altLang="ko-KR">
                <a:latin typeface="Times New Roman" pitchFamily="18" charset="0"/>
              </a:rPr>
              <a:t>provided by the </a:t>
            </a:r>
            <a:r>
              <a:rPr lang="en-US" altLang="ko-KR" b="1" i="1">
                <a:solidFill>
                  <a:srgbClr val="C00000"/>
                </a:solidFill>
                <a:latin typeface="Times New Roman" pitchFamily="18" charset="0"/>
              </a:rPr>
              <a:t>DLC</a:t>
            </a:r>
            <a:r>
              <a:rPr lang="en-US" altLang="ko-KR">
                <a:latin typeface="Times New Roman" pitchFamily="18" charset="0"/>
              </a:rPr>
              <a:t> </a:t>
            </a:r>
            <a:r>
              <a:rPr lang="en-US" altLang="ko-KR" err="1">
                <a:latin typeface="Times New Roman" pitchFamily="18" charset="0"/>
              </a:rPr>
              <a:t>sublayer</a:t>
            </a:r>
            <a:r>
              <a:rPr lang="en-US" altLang="ko-KR" smtClean="0">
                <a:latin typeface="Times New Roman" pitchFamily="18" charset="0"/>
              </a:rPr>
              <a:t>.</a:t>
            </a:r>
            <a:endParaRPr lang="en-US" altLang="ko-KR" b="1" i="1" smtClean="0">
              <a:latin typeface="Times New Roman" pitchFamily="18" charset="0"/>
            </a:endParaRPr>
          </a:p>
          <a:p>
            <a:pPr>
              <a:spcAft>
                <a:spcPts val="600"/>
              </a:spcAft>
            </a:pPr>
            <a:r>
              <a:rPr lang="en-US" altLang="ko-KR">
                <a:latin typeface="Times New Roman" pitchFamily="18" charset="0"/>
              </a:rPr>
              <a:t>The second section discusses some simple and common </a:t>
            </a:r>
            <a:r>
              <a:rPr lang="en-US" altLang="ko-KR" b="1" i="1">
                <a:solidFill>
                  <a:srgbClr val="C00000"/>
                </a:solidFill>
                <a:latin typeface="Times New Roman" pitchFamily="18" charset="0"/>
              </a:rPr>
              <a:t>data-link protocols</a:t>
            </a:r>
            <a:r>
              <a:rPr lang="en-US" altLang="ko-KR" b="1" i="1">
                <a:latin typeface="Times New Roman" pitchFamily="18" charset="0"/>
              </a:rPr>
              <a:t> </a:t>
            </a:r>
            <a:r>
              <a:rPr lang="en-US" altLang="ko-KR">
                <a:latin typeface="Times New Roman" pitchFamily="18" charset="0"/>
              </a:rPr>
              <a:t>that are implemented at the </a:t>
            </a:r>
            <a:r>
              <a:rPr lang="en-US" altLang="ko-KR" b="1" i="1">
                <a:solidFill>
                  <a:srgbClr val="C00000"/>
                </a:solidFill>
                <a:latin typeface="Times New Roman" pitchFamily="18" charset="0"/>
              </a:rPr>
              <a:t>DLC</a:t>
            </a:r>
            <a:r>
              <a:rPr lang="en-US" altLang="ko-KR">
                <a:latin typeface="Times New Roman" pitchFamily="18" charset="0"/>
              </a:rPr>
              <a:t> </a:t>
            </a:r>
            <a:r>
              <a:rPr lang="en-US" altLang="ko-KR" err="1">
                <a:latin typeface="Times New Roman" pitchFamily="18" charset="0"/>
              </a:rPr>
              <a:t>sublayer</a:t>
            </a:r>
            <a:r>
              <a:rPr lang="en-US" altLang="ko-KR" smtClean="0">
                <a:latin typeface="Times New Roman" pitchFamily="18" charset="0"/>
              </a:rPr>
              <a:t>.</a:t>
            </a:r>
          </a:p>
          <a:p>
            <a:pPr>
              <a:spcAft>
                <a:spcPts val="600"/>
              </a:spcAft>
            </a:pPr>
            <a:r>
              <a:rPr lang="en-US" altLang="ko-KR">
                <a:latin typeface="Times New Roman" pitchFamily="18" charset="0"/>
              </a:rPr>
              <a:t>The third section introduces </a:t>
            </a:r>
            <a:r>
              <a:rPr lang="en-US" altLang="ko-KR" b="1" i="1">
                <a:solidFill>
                  <a:srgbClr val="C00000"/>
                </a:solidFill>
                <a:latin typeface="Times New Roman" pitchFamily="18" charset="0"/>
              </a:rPr>
              <a:t>HDLC</a:t>
            </a:r>
            <a:r>
              <a:rPr lang="en-US" altLang="ko-KR">
                <a:latin typeface="Times New Roman" pitchFamily="18" charset="0"/>
              </a:rPr>
              <a:t>, a protocol that is the basis of all common data-link protocols in use today such as </a:t>
            </a:r>
            <a:r>
              <a:rPr lang="en-US" altLang="ko-KR" b="1" i="1">
                <a:solidFill>
                  <a:srgbClr val="C00000"/>
                </a:solidFill>
                <a:latin typeface="Times New Roman" pitchFamily="18" charset="0"/>
              </a:rPr>
              <a:t>PPP</a:t>
            </a:r>
            <a:r>
              <a:rPr lang="en-US" altLang="ko-KR">
                <a:solidFill>
                  <a:srgbClr val="C00000"/>
                </a:solidFill>
                <a:latin typeface="Times New Roman" pitchFamily="18" charset="0"/>
              </a:rPr>
              <a:t> </a:t>
            </a:r>
            <a:r>
              <a:rPr lang="en-US" altLang="ko-KR">
                <a:latin typeface="Times New Roman" pitchFamily="18" charset="0"/>
              </a:rPr>
              <a:t>and </a:t>
            </a:r>
            <a:r>
              <a:rPr lang="en-US" altLang="ko-KR" b="1" i="1">
                <a:solidFill>
                  <a:srgbClr val="C00000"/>
                </a:solidFill>
                <a:latin typeface="Times New Roman" pitchFamily="18" charset="0"/>
              </a:rPr>
              <a:t>Ethernet</a:t>
            </a:r>
            <a:r>
              <a:rPr lang="en-US" altLang="ko-KR" smtClean="0">
                <a:latin typeface="Times New Roman" pitchFamily="18" charset="0"/>
              </a:rPr>
              <a:t>.</a:t>
            </a:r>
          </a:p>
          <a:p>
            <a:pPr>
              <a:spcAft>
                <a:spcPts val="600"/>
              </a:spcAft>
            </a:pPr>
            <a:r>
              <a:rPr lang="en-US" altLang="ko-KR">
                <a:latin typeface="Times New Roman" pitchFamily="18" charset="0"/>
              </a:rPr>
              <a:t>The fourth section discusses </a:t>
            </a:r>
            <a:r>
              <a:rPr lang="en-US" altLang="ko-KR" b="1" i="1">
                <a:solidFill>
                  <a:srgbClr val="C00000"/>
                </a:solidFill>
                <a:latin typeface="Times New Roman" pitchFamily="18" charset="0"/>
              </a:rPr>
              <a:t>PPP</a:t>
            </a:r>
            <a:r>
              <a:rPr lang="en-US" altLang="ko-KR">
                <a:latin typeface="Times New Roman" pitchFamily="18" charset="0"/>
              </a:rPr>
              <a:t>, a very common protocol for </a:t>
            </a:r>
            <a:r>
              <a:rPr lang="en-US" altLang="ko-KR" b="1" i="1">
                <a:solidFill>
                  <a:srgbClr val="C00000"/>
                </a:solidFill>
                <a:latin typeface="Times New Roman" pitchFamily="18" charset="0"/>
              </a:rPr>
              <a:t>point-to-point </a:t>
            </a:r>
            <a:r>
              <a:rPr lang="en-US" altLang="ko-KR" b="1" i="1" smtClean="0">
                <a:solidFill>
                  <a:srgbClr val="C00000"/>
                </a:solidFill>
                <a:latin typeface="Times New Roman" pitchFamily="18" charset="0"/>
              </a:rPr>
              <a:t>access</a:t>
            </a:r>
            <a:r>
              <a:rPr lang="en-US" altLang="ko-KR" b="1" i="1" smtClean="0">
                <a:latin typeface="Times New Roman" pitchFamily="18" charset="0"/>
              </a:rPr>
              <a:t>.</a:t>
            </a:r>
            <a:endParaRPr lang="en-US" altLang="ko-KR" b="1" i="1" smtClean="0">
              <a:latin typeface="Times New Roman" pitchFamily="18" charset="0"/>
            </a:endParaRPr>
          </a:p>
          <a:p>
            <a:pPr marL="0" indent="0">
              <a:spcAft>
                <a:spcPts val="600"/>
              </a:spcAft>
              <a:buNone/>
            </a:pPr>
            <a:endParaRPr lang="en-US" altLang="ko-KR">
              <a:latin typeface="Times New Roman" pitchFamily="18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11.1  DLC Services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574675"/>
            <a:ext cx="8429625" cy="6007100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800" b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11.1 DLC Services </a:t>
            </a:r>
          </a:p>
          <a:p>
            <a:pPr algn="just"/>
            <a:r>
              <a:rPr lang="en-US" altLang="ko-KR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communication between </a:t>
            </a:r>
            <a:r>
              <a:rPr lang="en-US" altLang="ko-KR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two adjacent </a:t>
            </a:r>
            <a:r>
              <a:rPr lang="en-US" altLang="ko-KR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nodes</a:t>
            </a:r>
            <a:r>
              <a:rPr lang="en-US" altLang="ko-KR" smtClean="0">
                <a:latin typeface="Times New Roman" pitchFamily="18" charset="0"/>
              </a:rPr>
              <a:t>.</a:t>
            </a:r>
          </a:p>
          <a:p>
            <a:pPr algn="just"/>
            <a:r>
              <a:rPr lang="en-US" altLang="ko-KR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framing, flow control, </a:t>
            </a:r>
            <a:r>
              <a:rPr lang="en-US" altLang="ko-KR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altLang="ko-KR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error control</a:t>
            </a:r>
            <a:r>
              <a:rPr lang="en-US" altLang="ko-KR" smtClean="0">
                <a:solidFill>
                  <a:srgbClr val="000000"/>
                </a:solidFill>
                <a:latin typeface="Times-Roman"/>
              </a:rPr>
              <a:t>.</a:t>
            </a:r>
          </a:p>
          <a:p>
            <a:pPr algn="just"/>
            <a:endParaRPr lang="en-US" altLang="ko-KR">
              <a:latin typeface="Times New Roman" pitchFamily="18" charset="0"/>
            </a:endParaRPr>
          </a:p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i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1.1.1 Framing</a:t>
            </a:r>
          </a:p>
          <a:p>
            <a:pPr algn="just">
              <a:defRPr/>
            </a:pPr>
            <a:r>
              <a:rPr lang="en-US" altLang="ko-KR" smtClean="0">
                <a:latin typeface="Times New Roman" pitchFamily="18" charset="0"/>
              </a:rPr>
              <a:t>Frame Size</a:t>
            </a:r>
          </a:p>
          <a:p>
            <a:pPr lvl="1" algn="just">
              <a:defRPr/>
            </a:pPr>
            <a:r>
              <a:rPr lang="en-US" altLang="ko-KR">
                <a:latin typeface="Times New Roman" pitchFamily="18" charset="0"/>
              </a:rPr>
              <a:t>Fixed-size and variable-size</a:t>
            </a:r>
            <a:endParaRPr lang="en-US" altLang="ko-KR" smtClean="0">
              <a:latin typeface="Times New Roman" pitchFamily="18" charset="0"/>
            </a:endParaRPr>
          </a:p>
          <a:p>
            <a:pPr lvl="1" algn="just">
              <a:defRPr/>
            </a:pPr>
            <a:r>
              <a:rPr lang="en-US" altLang="ko-KR" smtClean="0">
                <a:latin typeface="Times New Roman" pitchFamily="18" charset="0"/>
              </a:rPr>
              <a:t>Character-Oriented Framing</a:t>
            </a:r>
          </a:p>
          <a:p>
            <a:pPr marL="457200" lvl="1" indent="0" algn="just">
              <a:buNone/>
              <a:defRPr/>
            </a:pPr>
            <a:endParaRPr lang="en-US" altLang="ko-KR" smtClean="0"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0303" y="4492818"/>
            <a:ext cx="7351713" cy="10074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11.1  DLC Services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574675"/>
            <a:ext cx="8429625" cy="6007100"/>
          </a:xfrm>
        </p:spPr>
        <p:txBody>
          <a:bodyPr/>
          <a:lstStyle/>
          <a:p>
            <a:pPr lvl="1" algn="just">
              <a:defRPr/>
            </a:pPr>
            <a:endParaRPr lang="en-US" altLang="ko-KR" smtClean="0">
              <a:latin typeface="Times New Roman" pitchFamily="18" charset="0"/>
            </a:endParaRPr>
          </a:p>
          <a:p>
            <a:pPr lvl="1" algn="just">
              <a:defRPr/>
            </a:pPr>
            <a:r>
              <a:rPr lang="en-US" altLang="ko-KR" smtClean="0">
                <a:latin typeface="Times New Roman" pitchFamily="18" charset="0"/>
              </a:rPr>
              <a:t>Transparent communication (byte stuffing)</a:t>
            </a:r>
          </a:p>
          <a:p>
            <a:pPr lvl="1" algn="just">
              <a:defRPr/>
            </a:pPr>
            <a:endParaRPr lang="en-US" altLang="ko-KR">
              <a:latin typeface="Times New Roman" pitchFamily="18" charset="0"/>
            </a:endParaRPr>
          </a:p>
          <a:p>
            <a:pPr lvl="1" algn="just">
              <a:defRPr/>
            </a:pPr>
            <a:endParaRPr lang="en-US" altLang="ko-KR" smtClean="0">
              <a:latin typeface="Times New Roman" pitchFamily="18" charset="0"/>
            </a:endParaRPr>
          </a:p>
          <a:p>
            <a:pPr lvl="1" algn="just">
              <a:defRPr/>
            </a:pPr>
            <a:endParaRPr lang="en-US" altLang="ko-KR">
              <a:latin typeface="Times New Roman" pitchFamily="18" charset="0"/>
            </a:endParaRPr>
          </a:p>
          <a:p>
            <a:pPr lvl="1" algn="just">
              <a:defRPr/>
            </a:pPr>
            <a:endParaRPr lang="en-US" altLang="ko-KR" smtClean="0">
              <a:latin typeface="Times New Roman" pitchFamily="18" charset="0"/>
            </a:endParaRPr>
          </a:p>
          <a:p>
            <a:pPr lvl="1" algn="just">
              <a:defRPr/>
            </a:pPr>
            <a:endParaRPr lang="en-US" altLang="ko-KR">
              <a:latin typeface="Times New Roman" pitchFamily="18" charset="0"/>
            </a:endParaRPr>
          </a:p>
          <a:p>
            <a:pPr lvl="1" algn="just">
              <a:defRPr/>
            </a:pPr>
            <a:endParaRPr lang="en-US" altLang="ko-KR" smtClean="0">
              <a:latin typeface="Times New Roman" pitchFamily="18" charset="0"/>
            </a:endParaRPr>
          </a:p>
          <a:p>
            <a:pPr lvl="1" algn="just">
              <a:defRPr/>
            </a:pPr>
            <a:endParaRPr lang="en-US" altLang="ko-KR">
              <a:latin typeface="Times New Roman" pitchFamily="18" charset="0"/>
            </a:endParaRPr>
          </a:p>
          <a:p>
            <a:pPr lvl="1" algn="just">
              <a:defRPr/>
            </a:pPr>
            <a:endParaRPr lang="en-US" altLang="ko-KR" smtClean="0">
              <a:latin typeface="Times New Roman" pitchFamily="18" charset="0"/>
            </a:endParaRPr>
          </a:p>
          <a:p>
            <a:pPr lvl="1" algn="just">
              <a:defRPr/>
            </a:pPr>
            <a:endParaRPr lang="en-US" altLang="ko-KR">
              <a:latin typeface="Times New Roman" pitchFamily="18" charset="0"/>
            </a:endParaRPr>
          </a:p>
          <a:p>
            <a:pPr lvl="1" algn="just">
              <a:defRPr/>
            </a:pPr>
            <a:endParaRPr lang="en-US" altLang="ko-KR" smtClean="0">
              <a:latin typeface="Times New Roman" pitchFamily="18" charset="0"/>
            </a:endParaRPr>
          </a:p>
          <a:p>
            <a:pPr lvl="1" algn="just">
              <a:defRPr/>
            </a:pPr>
            <a:endParaRPr lang="en-US" altLang="ko-KR" smtClean="0">
              <a:latin typeface="Times New Roman" pitchFamily="18" charset="0"/>
            </a:endParaRPr>
          </a:p>
          <a:p>
            <a:pPr marL="457200" lvl="1" indent="0" algn="just">
              <a:buNone/>
              <a:defRPr/>
            </a:pPr>
            <a:endParaRPr lang="en-US" altLang="ko-KR" smtClean="0"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949" y="2513012"/>
            <a:ext cx="8366125" cy="2009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9612" y="1674812"/>
            <a:ext cx="3441700" cy="996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9612" y="4570412"/>
            <a:ext cx="3446462" cy="565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7906364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11.1  DLC Services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574675"/>
            <a:ext cx="8429625" cy="6007100"/>
          </a:xfrm>
        </p:spPr>
        <p:txBody>
          <a:bodyPr/>
          <a:lstStyle/>
          <a:p>
            <a:pPr lvl="1" algn="just">
              <a:defRPr/>
            </a:pPr>
            <a:endParaRPr lang="en-US" altLang="ko-KR" smtClean="0">
              <a:latin typeface="Times New Roman" pitchFamily="18" charset="0"/>
            </a:endParaRPr>
          </a:p>
          <a:p>
            <a:pPr lvl="1" algn="just">
              <a:defRPr/>
            </a:pPr>
            <a:r>
              <a:rPr lang="en-US" altLang="ko-KR" smtClean="0">
                <a:latin typeface="Times New Roman" pitchFamily="18" charset="0"/>
              </a:rPr>
              <a:t>Bit-oriented protocol (bit stuffing)</a:t>
            </a:r>
          </a:p>
          <a:p>
            <a:pPr lvl="1" algn="just">
              <a:defRPr/>
            </a:pPr>
            <a:endParaRPr lang="en-US" altLang="ko-KR">
              <a:latin typeface="Times New Roman" pitchFamily="18" charset="0"/>
            </a:endParaRPr>
          </a:p>
          <a:p>
            <a:pPr lvl="1" algn="just">
              <a:defRPr/>
            </a:pPr>
            <a:endParaRPr lang="en-US" altLang="ko-KR" smtClean="0">
              <a:latin typeface="Times New Roman" pitchFamily="18" charset="0"/>
            </a:endParaRPr>
          </a:p>
          <a:p>
            <a:pPr lvl="1" algn="just">
              <a:defRPr/>
            </a:pPr>
            <a:endParaRPr lang="en-US" altLang="ko-KR">
              <a:latin typeface="Times New Roman" pitchFamily="18" charset="0"/>
            </a:endParaRPr>
          </a:p>
          <a:p>
            <a:pPr lvl="1" algn="just">
              <a:defRPr/>
            </a:pPr>
            <a:endParaRPr lang="en-US" altLang="ko-KR" smtClean="0">
              <a:latin typeface="Times New Roman" pitchFamily="18" charset="0"/>
            </a:endParaRPr>
          </a:p>
          <a:p>
            <a:pPr lvl="1" algn="just">
              <a:defRPr/>
            </a:pPr>
            <a:endParaRPr lang="en-US" altLang="ko-KR">
              <a:latin typeface="Times New Roman" pitchFamily="18" charset="0"/>
            </a:endParaRPr>
          </a:p>
          <a:p>
            <a:pPr lvl="1" algn="just">
              <a:defRPr/>
            </a:pPr>
            <a:endParaRPr lang="en-US" altLang="ko-KR" smtClean="0">
              <a:latin typeface="Times New Roman" pitchFamily="18" charset="0"/>
            </a:endParaRPr>
          </a:p>
          <a:p>
            <a:pPr lvl="1" algn="just">
              <a:defRPr/>
            </a:pPr>
            <a:endParaRPr lang="en-US" altLang="ko-KR">
              <a:latin typeface="Times New Roman" pitchFamily="18" charset="0"/>
            </a:endParaRPr>
          </a:p>
          <a:p>
            <a:pPr lvl="1" algn="just">
              <a:defRPr/>
            </a:pPr>
            <a:endParaRPr lang="en-US" altLang="ko-KR" smtClean="0">
              <a:latin typeface="Times New Roman" pitchFamily="18" charset="0"/>
            </a:endParaRPr>
          </a:p>
          <a:p>
            <a:pPr lvl="1" algn="just">
              <a:defRPr/>
            </a:pPr>
            <a:endParaRPr lang="en-US" altLang="ko-KR">
              <a:latin typeface="Times New Roman" pitchFamily="18" charset="0"/>
            </a:endParaRPr>
          </a:p>
          <a:p>
            <a:pPr lvl="1" algn="just">
              <a:defRPr/>
            </a:pPr>
            <a:endParaRPr lang="en-US" altLang="ko-KR" smtClean="0">
              <a:latin typeface="Times New Roman" pitchFamily="18" charset="0"/>
            </a:endParaRPr>
          </a:p>
          <a:p>
            <a:pPr lvl="1" algn="just">
              <a:defRPr/>
            </a:pPr>
            <a:endParaRPr lang="en-US" altLang="ko-KR" smtClean="0">
              <a:latin typeface="Times New Roman" pitchFamily="18" charset="0"/>
            </a:endParaRPr>
          </a:p>
          <a:p>
            <a:pPr marL="457200" lvl="1" indent="0" algn="just">
              <a:buNone/>
              <a:defRPr/>
            </a:pPr>
            <a:endParaRPr lang="en-US" altLang="ko-KR" smtClean="0"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1350" y="1676400"/>
            <a:ext cx="3219450" cy="760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6138" y="4978400"/>
            <a:ext cx="2862262" cy="66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438400"/>
            <a:ext cx="7543800" cy="251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6132070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>
                <a:latin typeface="Times New Roman" pitchFamily="18" charset="0"/>
                <a:cs typeface="Times New Roman" pitchFamily="18" charset="0"/>
              </a:rPr>
              <a:t>11.1  DLC Services</a:t>
            </a: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574675"/>
            <a:ext cx="8429625" cy="6007100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i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11.1.2 Flow and Error Control </a:t>
            </a:r>
          </a:p>
          <a:p>
            <a:pPr algn="just"/>
            <a:r>
              <a:rPr lang="en-US" altLang="ko-KR" sz="200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Flow control</a:t>
            </a:r>
          </a:p>
          <a:p>
            <a:pPr algn="just"/>
            <a:endParaRPr lang="en-US" altLang="ko-KR" sz="200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altLang="ko-KR" sz="200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altLang="ko-KR" sz="200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altLang="ko-KR" sz="200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altLang="ko-KR" sz="200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 algn="just"/>
            <a:r>
              <a:rPr lang="en-US" altLang="ko-KR" sz="180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Buffers</a:t>
            </a:r>
          </a:p>
          <a:p>
            <a:pPr lvl="1" algn="just"/>
            <a:r>
              <a:rPr lang="en-US" altLang="ko-KR" sz="180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Ex. 11.1</a:t>
            </a:r>
          </a:p>
          <a:p>
            <a:pPr algn="just"/>
            <a:r>
              <a:rPr lang="en-US" altLang="ko-KR" sz="200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Error control</a:t>
            </a:r>
          </a:p>
          <a:p>
            <a:pPr lvl="1" algn="just"/>
            <a:r>
              <a:rPr lang="en-US" altLang="ko-KR" sz="180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very simple : CRC is used</a:t>
            </a:r>
          </a:p>
          <a:p>
            <a:pPr lvl="1" algn="just"/>
            <a:r>
              <a:rPr lang="en-US" altLang="ko-KR" sz="180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deliver data to network layer</a:t>
            </a:r>
          </a:p>
          <a:p>
            <a:pPr lvl="1" algn="just"/>
            <a:r>
              <a:rPr lang="en-US" altLang="ko-KR" sz="180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ACK</a:t>
            </a:r>
          </a:p>
          <a:p>
            <a:pPr algn="just"/>
            <a:r>
              <a:rPr lang="en-US" altLang="ko-KR" sz="200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Combination of Flow and Error Control</a:t>
            </a:r>
          </a:p>
          <a:p>
            <a:pPr lvl="1" algn="just"/>
            <a:endParaRPr lang="en-US" altLang="ko-KR" sz="1800" smtClean="0">
              <a:latin typeface="Times New Roman" pitchFamily="18" charset="0"/>
            </a:endParaRPr>
          </a:p>
          <a:p>
            <a:pPr marL="457200" lvl="1" indent="0" algn="just">
              <a:buNone/>
              <a:defRPr/>
            </a:pPr>
            <a:endParaRPr lang="en-US" altLang="ko-KR" smtClean="0"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126" y="1666875"/>
            <a:ext cx="7792374" cy="8692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7954" y="1895475"/>
            <a:ext cx="3404746" cy="3410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1700" y="2581275"/>
            <a:ext cx="4894069" cy="647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6269531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>
                <a:latin typeface="Times New Roman" pitchFamily="18" charset="0"/>
                <a:cs typeface="Times New Roman" pitchFamily="18" charset="0"/>
              </a:rPr>
              <a:t>11.1  DLC Services</a:t>
            </a: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574675"/>
            <a:ext cx="8429625" cy="6007100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i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11.3 Connectionless and Connection-Oriented </a:t>
            </a:r>
          </a:p>
          <a:p>
            <a:pPr algn="just"/>
            <a:r>
              <a:rPr lang="en-US" altLang="ko-KR" sz="200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Connectionless Protocol</a:t>
            </a:r>
          </a:p>
          <a:p>
            <a:pPr lvl="1" algn="just"/>
            <a:r>
              <a:rPr lang="en-US" altLang="ko-KR" sz="180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no connections between frames</a:t>
            </a:r>
          </a:p>
          <a:p>
            <a:pPr algn="just"/>
            <a:r>
              <a:rPr lang="en-US" altLang="ko-KR" sz="200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Connection-Oriented Protocol</a:t>
            </a:r>
          </a:p>
          <a:p>
            <a:pPr lvl="1" algn="just"/>
            <a:r>
              <a:rPr lang="en-US" altLang="ko-KR" sz="180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logical connection should first be established between the two nodes </a:t>
            </a:r>
          </a:p>
          <a:p>
            <a:pPr lvl="1" algn="just"/>
            <a:r>
              <a:rPr lang="en-US" altLang="ko-KR" sz="180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rare in wired network</a:t>
            </a:r>
            <a:endParaRPr lang="en-US" altLang="ko-KR" sz="180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848835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11.2  DLC Protocol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384175"/>
            <a:ext cx="8429625" cy="6045200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800" b="1" i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11.2 DLC Protocol</a:t>
            </a:r>
          </a:p>
          <a:p>
            <a:pPr algn="just">
              <a:defRPr/>
            </a:pPr>
            <a:r>
              <a:rPr lang="en-US" altLang="ko-KR" sz="20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Simple, </a:t>
            </a:r>
            <a:endParaRPr lang="en-US" altLang="ko-KR" sz="200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defRPr/>
            </a:pPr>
            <a:r>
              <a:rPr lang="en-US" altLang="ko-KR" sz="200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Stop-and-Wait</a:t>
            </a:r>
            <a:r>
              <a:rPr lang="en-US" altLang="ko-KR" sz="20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endParaRPr lang="en-US" altLang="ko-KR" sz="200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defRPr/>
            </a:pPr>
            <a:r>
              <a:rPr lang="en-US" altLang="ko-KR" sz="200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Go-Back-N</a:t>
            </a:r>
            <a:r>
              <a:rPr lang="en-US" altLang="ko-KR" sz="20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ko-KR" sz="200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(disappeared)</a:t>
            </a:r>
          </a:p>
          <a:p>
            <a:pPr algn="just">
              <a:defRPr/>
            </a:pPr>
            <a:r>
              <a:rPr lang="en-US" altLang="ko-KR" sz="200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altLang="ko-KR" sz="20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Selective-Repeat</a:t>
            </a:r>
            <a:r>
              <a:rPr lang="en-US" altLang="ko-KR" sz="200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altLang="ko-KR" sz="20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(disappeared</a:t>
            </a:r>
            <a:r>
              <a:rPr lang="en-US" altLang="ko-KR" sz="200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algn="just">
              <a:defRPr/>
            </a:pPr>
            <a:endParaRPr lang="en-US" altLang="ko-KR" sz="200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defRPr/>
            </a:pPr>
            <a:endParaRPr lang="en-US" altLang="ko-KR" sz="200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defRPr/>
            </a:pPr>
            <a:endParaRPr lang="en-US" altLang="ko-KR" sz="200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lnSpc>
                <a:spcPct val="150000"/>
              </a:lnSpc>
              <a:buNone/>
              <a:defRPr/>
            </a:pPr>
            <a:endParaRPr lang="en-US" altLang="ko-KR" b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lnSpc>
                <a:spcPct val="150000"/>
              </a:lnSpc>
              <a:buNone/>
              <a:defRPr/>
            </a:pPr>
            <a:endParaRPr lang="en-US" altLang="ko-KR" b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lnSpc>
                <a:spcPct val="150000"/>
              </a:lnSpc>
              <a:buNone/>
              <a:defRPr/>
            </a:pPr>
            <a:endParaRPr lang="en-US" altLang="ko-KR" b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altLang="ko-KR" b="1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Fig. 11.6</a:t>
            </a:r>
            <a:r>
              <a:rPr lang="en-US" altLang="ko-KR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 </a:t>
            </a:r>
            <a:r>
              <a:rPr lang="en-US" altLang="ko-KR" smtClean="0">
                <a:latin typeface="+mj-lt"/>
              </a:rPr>
              <a:t>FSMs</a:t>
            </a:r>
            <a:endParaRPr lang="en-US" altLang="ko-KR">
              <a:latin typeface="+mj-lt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425" y="2839978"/>
            <a:ext cx="7211652" cy="25931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9274975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11.2  DLC Protocol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384175"/>
            <a:ext cx="8429625" cy="6045200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i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11.2.1 Simple Protocol</a:t>
            </a:r>
          </a:p>
          <a:p>
            <a:pPr algn="just">
              <a:defRPr/>
            </a:pPr>
            <a:r>
              <a:rPr lang="en-US" altLang="ko-KR" sz="200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neither flow nor error control.</a:t>
            </a:r>
          </a:p>
          <a:p>
            <a:pPr algn="just">
              <a:defRPr/>
            </a:pPr>
            <a:endParaRPr lang="en-US" altLang="ko-KR" sz="200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defRPr/>
            </a:pPr>
            <a:endParaRPr lang="en-US" altLang="ko-KR" sz="2000" b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lnSpc>
                <a:spcPct val="150000"/>
              </a:lnSpc>
              <a:buNone/>
              <a:defRPr/>
            </a:pPr>
            <a:endParaRPr lang="en-US" altLang="ko-KR" sz="2000" b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lnSpc>
                <a:spcPct val="150000"/>
              </a:lnSpc>
              <a:buNone/>
              <a:defRPr/>
            </a:pPr>
            <a:endParaRPr lang="en-US" altLang="ko-KR" sz="2000" b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altLang="ko-KR" sz="2000" b="1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Fig. 11.7</a:t>
            </a:r>
            <a:r>
              <a:rPr lang="en-US" altLang="ko-KR" sz="200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 </a:t>
            </a:r>
            <a:r>
              <a:rPr lang="en-US" altLang="ko-KR" sz="2000" smtClean="0">
                <a:latin typeface="+mj-lt"/>
              </a:rPr>
              <a:t>Simple protocol</a:t>
            </a:r>
          </a:p>
          <a:p>
            <a:pPr marL="0" indent="0" algn="ctr">
              <a:buNone/>
            </a:pPr>
            <a:endParaRPr lang="en-US" altLang="ko-KR" sz="2000">
              <a:latin typeface="+mj-lt"/>
            </a:endParaRPr>
          </a:p>
          <a:p>
            <a:pPr marL="0" indent="0" algn="ctr">
              <a:buNone/>
            </a:pPr>
            <a:endParaRPr lang="en-US" altLang="ko-KR" sz="2000" smtClean="0">
              <a:latin typeface="+mj-lt"/>
            </a:endParaRPr>
          </a:p>
          <a:p>
            <a:pPr marL="0" indent="0" algn="ctr">
              <a:buNone/>
            </a:pPr>
            <a:endParaRPr lang="en-US" altLang="ko-KR" sz="2000">
              <a:latin typeface="+mj-lt"/>
            </a:endParaRPr>
          </a:p>
          <a:p>
            <a:pPr marL="0" indent="0" algn="ctr">
              <a:buNone/>
            </a:pPr>
            <a:endParaRPr lang="en-US" altLang="ko-KR" sz="2000" smtClean="0">
              <a:latin typeface="+mj-lt"/>
            </a:endParaRPr>
          </a:p>
          <a:p>
            <a:pPr marL="0" indent="0" algn="ctr">
              <a:buNone/>
            </a:pPr>
            <a:endParaRPr lang="en-US" altLang="ko-KR" sz="2000">
              <a:latin typeface="+mj-lt"/>
            </a:endParaRPr>
          </a:p>
          <a:p>
            <a:pPr marL="0" indent="0" algn="ctr">
              <a:buNone/>
            </a:pPr>
            <a:endParaRPr lang="en-US" altLang="ko-KR" sz="2000" smtClean="0">
              <a:latin typeface="+mj-lt"/>
            </a:endParaRPr>
          </a:p>
          <a:p>
            <a:pPr marL="0" indent="0" algn="ctr">
              <a:buNone/>
            </a:pPr>
            <a:endParaRPr lang="en-US" altLang="ko-KR" sz="2000">
              <a:latin typeface="+mj-lt"/>
            </a:endParaRPr>
          </a:p>
          <a:p>
            <a:pPr marL="0" indent="0" algn="ctr">
              <a:buNone/>
            </a:pPr>
            <a:r>
              <a:rPr lang="en-US" altLang="ko-KR" sz="2000" b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Fig. </a:t>
            </a:r>
            <a:r>
              <a:rPr lang="en-US" altLang="ko-KR" sz="2000" b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11.8</a:t>
            </a:r>
            <a:r>
              <a:rPr lang="en-US" altLang="ko-KR" sz="200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2000" smtClean="0">
                <a:latin typeface="Times New Roman" pitchFamily="18" charset="0"/>
                <a:cs typeface="Times New Roman" pitchFamily="18" charset="0"/>
              </a:rPr>
              <a:t>FSMs Simple </a:t>
            </a:r>
            <a:r>
              <a:rPr lang="en-US" altLang="ko-KR" sz="2000">
                <a:latin typeface="Times New Roman" pitchFamily="18" charset="0"/>
                <a:cs typeface="Times New Roman" pitchFamily="18" charset="0"/>
              </a:rPr>
              <a:t>protocol</a:t>
            </a:r>
          </a:p>
          <a:p>
            <a:pPr marL="0" indent="0" algn="ctr">
              <a:buNone/>
            </a:pPr>
            <a:endParaRPr lang="en-US" altLang="ko-KR" sz="200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943" y="1567875"/>
            <a:ext cx="8040255" cy="13831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945" y="3863115"/>
            <a:ext cx="3452241" cy="21693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3540" y="3863114"/>
            <a:ext cx="3464660" cy="21693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0064589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11.2  DLC Protocol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384175"/>
            <a:ext cx="8429625" cy="6045200"/>
          </a:xfrm>
        </p:spPr>
        <p:txBody>
          <a:bodyPr/>
          <a:lstStyle/>
          <a:p>
            <a:pPr marL="0" indent="0" algn="ctr">
              <a:buNone/>
            </a:pPr>
            <a:endParaRPr lang="en-US" altLang="ko-KR" sz="2000" smtClean="0">
              <a:latin typeface="+mj-lt"/>
            </a:endParaRPr>
          </a:p>
          <a:p>
            <a:pPr marL="0" indent="0" algn="ctr">
              <a:buNone/>
            </a:pPr>
            <a:endParaRPr lang="en-US" altLang="ko-KR" sz="2000">
              <a:latin typeface="+mj-lt"/>
            </a:endParaRPr>
          </a:p>
          <a:p>
            <a:pPr marL="0" indent="0" algn="ctr">
              <a:buNone/>
            </a:pPr>
            <a:endParaRPr lang="en-US" altLang="ko-KR" sz="2000" b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sz="2000" b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sz="2000" b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sz="2000" b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sz="2000" b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sz="2000" b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sz="2000" b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sz="2000" b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sz="2000" b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sz="2000" b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sz="2000" b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sz="2000" b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altLang="ko-KR" sz="2000" b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Fig</a:t>
            </a:r>
            <a:r>
              <a:rPr lang="en-US" altLang="ko-KR" sz="2000" b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altLang="ko-KR" sz="2000" b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11.9</a:t>
            </a:r>
            <a:r>
              <a:rPr lang="en-US" altLang="ko-KR" sz="200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2000" smtClean="0">
                <a:latin typeface="Times New Roman" pitchFamily="18" charset="0"/>
                <a:cs typeface="Times New Roman" pitchFamily="18" charset="0"/>
              </a:rPr>
              <a:t>Flow diagram for Ex. 11.2</a:t>
            </a:r>
            <a:endParaRPr lang="en-US" altLang="ko-KR" sz="200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sz="200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628408"/>
            <a:ext cx="7341103" cy="33817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0688" y="3014732"/>
            <a:ext cx="1137712" cy="3045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0688" y="3710768"/>
            <a:ext cx="1137712" cy="3045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3105150"/>
            <a:ext cx="3503535" cy="5202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7152" y="3842129"/>
            <a:ext cx="3503535" cy="5202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8473" y="3369574"/>
            <a:ext cx="1137712" cy="3045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8473" y="4079258"/>
            <a:ext cx="1137712" cy="3045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4369206"/>
            <a:ext cx="95205" cy="488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0964186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11.2  DLC Protocol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552449"/>
            <a:ext cx="8429625" cy="5876925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i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11.2.2 Stop-and-Wait Protocol</a:t>
            </a:r>
          </a:p>
          <a:p>
            <a:pPr algn="just">
              <a:defRPr/>
            </a:pPr>
            <a:endParaRPr lang="en-US" altLang="ko-KR" sz="200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defRPr/>
            </a:pPr>
            <a:endParaRPr lang="en-US" altLang="ko-KR" sz="2000" b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lnSpc>
                <a:spcPct val="150000"/>
              </a:lnSpc>
              <a:buNone/>
              <a:defRPr/>
            </a:pPr>
            <a:endParaRPr lang="en-US" altLang="ko-KR" sz="2000" b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lnSpc>
                <a:spcPct val="150000"/>
              </a:lnSpc>
              <a:buNone/>
              <a:defRPr/>
            </a:pPr>
            <a:endParaRPr lang="en-US" altLang="ko-KR" sz="2000" b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sz="2000" b="1" smtClean="0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sz="2000" b="1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sz="2000" b="1" smtClean="0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altLang="ko-KR" sz="2000" b="1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Fig. 11.10</a:t>
            </a:r>
            <a:r>
              <a:rPr lang="en-US" altLang="ko-KR" sz="200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 </a:t>
            </a:r>
            <a:r>
              <a:rPr lang="en-US" altLang="ko-KR" sz="2000" smtClean="0">
                <a:latin typeface="+mj-lt"/>
              </a:rPr>
              <a:t>Stop-and-Wait  protocol</a:t>
            </a:r>
          </a:p>
          <a:p>
            <a:pPr marL="0" indent="0" algn="ctr">
              <a:buNone/>
            </a:pPr>
            <a:endParaRPr lang="en-US" altLang="ko-KR" sz="2000">
              <a:latin typeface="+mj-lt"/>
            </a:endParaRPr>
          </a:p>
          <a:p>
            <a:pPr marL="0" indent="0" algn="ctr">
              <a:buNone/>
            </a:pPr>
            <a:endParaRPr lang="en-US" altLang="ko-KR" sz="2000" smtClean="0">
              <a:latin typeface="+mj-lt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150" y="1830349"/>
            <a:ext cx="8230933" cy="18653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9768403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11.2  DLC Protocol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552449"/>
            <a:ext cx="8429625" cy="5876925"/>
          </a:xfrm>
        </p:spPr>
        <p:txBody>
          <a:bodyPr/>
          <a:lstStyle/>
          <a:p>
            <a:pPr algn="just">
              <a:defRPr/>
            </a:pPr>
            <a:endParaRPr lang="en-US" altLang="ko-KR" sz="200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defRPr/>
            </a:pPr>
            <a:endParaRPr lang="en-US" altLang="ko-KR" sz="200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defRPr/>
            </a:pPr>
            <a:endParaRPr lang="en-US" altLang="ko-KR" sz="200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defRPr/>
            </a:pPr>
            <a:endParaRPr lang="en-US" altLang="ko-KR" sz="200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defRPr/>
            </a:pPr>
            <a:endParaRPr lang="en-US" altLang="ko-KR" sz="200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defRPr/>
            </a:pPr>
            <a:endParaRPr lang="en-US" altLang="ko-KR" sz="200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defRPr/>
            </a:pPr>
            <a:endParaRPr lang="en-US" altLang="ko-KR" sz="200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defRPr/>
            </a:pPr>
            <a:endParaRPr lang="en-US" altLang="ko-KR" sz="200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defRPr/>
            </a:pPr>
            <a:endParaRPr lang="en-US" altLang="ko-KR" sz="2000" b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lnSpc>
                <a:spcPct val="150000"/>
              </a:lnSpc>
              <a:buNone/>
              <a:defRPr/>
            </a:pPr>
            <a:endParaRPr lang="en-US" altLang="ko-KR" sz="2000" b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lnSpc>
                <a:spcPct val="150000"/>
              </a:lnSpc>
              <a:buNone/>
              <a:defRPr/>
            </a:pPr>
            <a:endParaRPr lang="en-US" altLang="ko-KR" sz="2000" b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sz="2000" b="1" smtClean="0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sz="2000" b="1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sz="2000" b="1" smtClean="0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altLang="ko-KR" sz="2000" b="1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Fig. 11.11</a:t>
            </a:r>
            <a:r>
              <a:rPr lang="en-US" altLang="ko-KR" sz="200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 </a:t>
            </a:r>
            <a:r>
              <a:rPr lang="en-US" altLang="ko-KR" sz="2000" smtClean="0">
                <a:latin typeface="+mj-lt"/>
              </a:rPr>
              <a:t>FSM for Stop-and-Wait  protocol</a:t>
            </a:r>
          </a:p>
          <a:p>
            <a:pPr marL="0" indent="0" algn="ctr">
              <a:buNone/>
            </a:pPr>
            <a:endParaRPr lang="en-US" altLang="ko-KR" sz="2000" smtClean="0">
              <a:latin typeface="+mj-lt"/>
            </a:endParaRPr>
          </a:p>
          <a:p>
            <a:pPr marL="0" indent="0" algn="ctr">
              <a:buNone/>
            </a:pPr>
            <a:endParaRPr lang="en-US" altLang="ko-KR" sz="2000" smtClean="0">
              <a:latin typeface="+mj-lt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453" y="707569"/>
            <a:ext cx="8256357" cy="3273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454" y="4240000"/>
            <a:ext cx="8256357" cy="1655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3740916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11.2  DLC Protocol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552449"/>
            <a:ext cx="8429625" cy="5876925"/>
          </a:xfrm>
        </p:spPr>
        <p:txBody>
          <a:bodyPr/>
          <a:lstStyle/>
          <a:p>
            <a:pPr algn="just">
              <a:defRPr/>
            </a:pPr>
            <a:endParaRPr lang="en-US" altLang="ko-KR" sz="200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defRPr/>
            </a:pPr>
            <a:endParaRPr lang="en-US" altLang="ko-KR" sz="200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defRPr/>
            </a:pPr>
            <a:endParaRPr lang="en-US" altLang="ko-KR" sz="200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defRPr/>
            </a:pPr>
            <a:endParaRPr lang="en-US" altLang="ko-KR" sz="200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defRPr/>
            </a:pPr>
            <a:endParaRPr lang="en-US" altLang="ko-KR" sz="200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defRPr/>
            </a:pPr>
            <a:endParaRPr lang="en-US" altLang="ko-KR" sz="200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defRPr/>
            </a:pPr>
            <a:endParaRPr lang="en-US" altLang="ko-KR" sz="200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defRPr/>
            </a:pPr>
            <a:endParaRPr lang="en-US" altLang="ko-KR" sz="200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defRPr/>
            </a:pPr>
            <a:endParaRPr lang="en-US" altLang="ko-KR" sz="2000" b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lnSpc>
                <a:spcPct val="150000"/>
              </a:lnSpc>
              <a:buNone/>
              <a:defRPr/>
            </a:pPr>
            <a:endParaRPr lang="en-US" altLang="ko-KR" sz="2000" b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lnSpc>
                <a:spcPct val="150000"/>
              </a:lnSpc>
              <a:buNone/>
              <a:defRPr/>
            </a:pPr>
            <a:endParaRPr lang="en-US" altLang="ko-KR" sz="2000" b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sz="2000" b="1" smtClean="0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sz="2000" b="1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sz="2000" b="1" smtClean="0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altLang="ko-KR" sz="2000" b="1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Fig. 11.12</a:t>
            </a:r>
            <a:r>
              <a:rPr lang="en-US" altLang="ko-KR" sz="200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 </a:t>
            </a:r>
            <a:r>
              <a:rPr lang="en-US" altLang="ko-KR" sz="2000" smtClean="0">
                <a:latin typeface="+mj-lt"/>
              </a:rPr>
              <a:t>Flow diagram for Ex. 11.3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0627" y="646361"/>
            <a:ext cx="4850848" cy="526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839" y="1114425"/>
            <a:ext cx="2064407" cy="1370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382" y="3280693"/>
            <a:ext cx="2059322" cy="12372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6996411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11.2  DLC Protocol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552449"/>
            <a:ext cx="8429625" cy="5876925"/>
          </a:xfrm>
        </p:spPr>
        <p:txBody>
          <a:bodyPr/>
          <a:lstStyle/>
          <a:p>
            <a:pPr algn="just">
              <a:defRPr/>
            </a:pPr>
            <a:endParaRPr lang="en-US" altLang="ko-KR" sz="200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defRPr/>
            </a:pPr>
            <a:endParaRPr lang="en-US" altLang="ko-KR" sz="200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defRPr/>
            </a:pPr>
            <a:endParaRPr lang="en-US" altLang="ko-KR" sz="200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defRPr/>
            </a:pPr>
            <a:endParaRPr lang="en-US" altLang="ko-KR" sz="200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defRPr/>
            </a:pPr>
            <a:endParaRPr lang="en-US" altLang="ko-KR" sz="200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defRPr/>
            </a:pPr>
            <a:endParaRPr lang="en-US" altLang="ko-KR" sz="200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defRPr/>
            </a:pPr>
            <a:endParaRPr lang="en-US" altLang="ko-KR" sz="200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defRPr/>
            </a:pPr>
            <a:endParaRPr lang="en-US" altLang="ko-KR" sz="200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defRPr/>
            </a:pPr>
            <a:endParaRPr lang="en-US" altLang="ko-KR" sz="2000" b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lnSpc>
                <a:spcPct val="150000"/>
              </a:lnSpc>
              <a:buNone/>
              <a:defRPr/>
            </a:pPr>
            <a:endParaRPr lang="en-US" altLang="ko-KR" sz="2000" b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lnSpc>
                <a:spcPct val="150000"/>
              </a:lnSpc>
              <a:buNone/>
              <a:defRPr/>
            </a:pPr>
            <a:endParaRPr lang="en-US" altLang="ko-KR" sz="2000" b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sz="2000" b="1" smtClean="0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sz="2000" b="1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sz="2000" b="1" smtClean="0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altLang="ko-KR" sz="2000" b="1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Fig. 11.13</a:t>
            </a:r>
            <a:r>
              <a:rPr lang="en-US" altLang="ko-KR" sz="200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 </a:t>
            </a:r>
            <a:r>
              <a:rPr lang="en-US" altLang="ko-KR" sz="2000" smtClean="0">
                <a:latin typeface="+mj-lt"/>
              </a:rPr>
              <a:t>Flow diagram for Ex. 11.4</a:t>
            </a: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2325" y="600075"/>
            <a:ext cx="4850848" cy="52788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525" y="981075"/>
            <a:ext cx="2064407" cy="1370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062" y="2620871"/>
            <a:ext cx="2129238" cy="12372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062" y="4257675"/>
            <a:ext cx="1798729" cy="11357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4707483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11.3  HDLC 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384175"/>
            <a:ext cx="8429625" cy="6045200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i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11.2.3 Piggybacking</a:t>
            </a:r>
          </a:p>
          <a:p>
            <a:pPr algn="just">
              <a:defRPr/>
            </a:pPr>
            <a:r>
              <a:rPr lang="en-US" altLang="ko-KR" sz="2000">
                <a:latin typeface="Times New Roman" pitchFamily="18" charset="0"/>
              </a:rPr>
              <a:t>to make the communication more efficient, the data in one direction is piggybacked with the acknowledgment in the other direction.</a:t>
            </a:r>
          </a:p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endParaRPr lang="en-US" altLang="ko-KR" sz="2800" b="1" i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800" b="1" i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11.3 HDLC </a:t>
            </a:r>
          </a:p>
          <a:p>
            <a:pPr>
              <a:defRPr/>
            </a:pPr>
            <a:r>
              <a:rPr lang="en-US" altLang="ko-KR" sz="2000">
                <a:solidFill>
                  <a:srgbClr val="000000"/>
                </a:solidFill>
                <a:latin typeface="+mj-lt"/>
              </a:rPr>
              <a:t>is a </a:t>
            </a:r>
            <a:r>
              <a:rPr lang="en-US" altLang="ko-KR" sz="2000" smtClean="0">
                <a:solidFill>
                  <a:srgbClr val="000000"/>
                </a:solidFill>
                <a:latin typeface="+mj-lt"/>
              </a:rPr>
              <a:t>bit-oriented </a:t>
            </a:r>
            <a:r>
              <a:rPr lang="en-US" altLang="ko-KR" sz="2000">
                <a:solidFill>
                  <a:srgbClr val="000000"/>
                </a:solidFill>
                <a:latin typeface="+mj-lt"/>
              </a:rPr>
              <a:t>protocol for communication over point-to-point and multipoint links </a:t>
            </a:r>
            <a:endParaRPr lang="en-US" altLang="ko-KR" sz="2000" smtClean="0">
              <a:solidFill>
                <a:srgbClr val="000000"/>
              </a:solidFill>
              <a:latin typeface="+mj-lt"/>
            </a:endParaRPr>
          </a:p>
          <a:p>
            <a:pPr algn="just">
              <a:defRPr/>
            </a:pPr>
            <a:r>
              <a:rPr lang="en-US" altLang="ko-KR" sz="2000" smtClean="0">
                <a:solidFill>
                  <a:srgbClr val="000000"/>
                </a:solidFill>
                <a:latin typeface="+mj-lt"/>
                <a:cs typeface="Times New Roman" pitchFamily="18" charset="0"/>
              </a:rPr>
              <a:t>Stop-and-Wait </a:t>
            </a:r>
          </a:p>
          <a:p>
            <a:pPr algn="just"/>
            <a:r>
              <a:rPr lang="en-US" altLang="ko-KR" sz="2000">
                <a:solidFill>
                  <a:srgbClr val="000000"/>
                </a:solidFill>
                <a:latin typeface="+mj-lt"/>
              </a:rPr>
              <a:t>is the basis for other practical protocols such </a:t>
            </a:r>
            <a:r>
              <a:rPr lang="en-US" altLang="ko-KR" sz="2000" smtClean="0">
                <a:solidFill>
                  <a:srgbClr val="000000"/>
                </a:solidFill>
                <a:latin typeface="+mj-lt"/>
              </a:rPr>
              <a:t>as PPP</a:t>
            </a:r>
            <a:r>
              <a:rPr lang="en-US" altLang="ko-KR" sz="2000">
                <a:solidFill>
                  <a:srgbClr val="000000"/>
                </a:solidFill>
                <a:latin typeface="+mj-lt"/>
              </a:rPr>
              <a:t>, Ethernet, or wireless </a:t>
            </a:r>
            <a:r>
              <a:rPr lang="en-US" altLang="ko-KR" sz="2000" smtClean="0">
                <a:solidFill>
                  <a:srgbClr val="000000"/>
                </a:solidFill>
                <a:latin typeface="+mj-lt"/>
              </a:rPr>
              <a:t>LANs</a:t>
            </a:r>
          </a:p>
          <a:p>
            <a:pPr algn="just"/>
            <a:endParaRPr lang="en-US" altLang="ko-KR" sz="2000">
              <a:solidFill>
                <a:srgbClr val="000000"/>
              </a:solidFill>
              <a:latin typeface="+mj-lt"/>
              <a:cs typeface="Times New Roman" pitchFamily="18" charset="0"/>
            </a:endParaRPr>
          </a:p>
          <a:p>
            <a:pPr marL="0" lvl="2" indent="0" algn="just">
              <a:buNone/>
            </a:pPr>
            <a:r>
              <a:rPr lang="en-US" altLang="ko-KR" sz="2400" b="1" i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11.3.1 Transfer Mode</a:t>
            </a:r>
            <a:endParaRPr lang="en-US" altLang="ko-KR" sz="2000">
              <a:solidFill>
                <a:srgbClr val="000000"/>
              </a:solidFill>
              <a:latin typeface="+mj-lt"/>
              <a:cs typeface="Times New Roman" pitchFamily="18" charset="0"/>
            </a:endParaRPr>
          </a:p>
          <a:p>
            <a:pPr algn="just"/>
            <a:r>
              <a:rPr lang="en-US" altLang="ko-KR" sz="2000">
                <a:latin typeface="Times New Roman" pitchFamily="18" charset="0"/>
              </a:rPr>
              <a:t>normal response mode (NRM) </a:t>
            </a:r>
            <a:endParaRPr lang="en-US" altLang="ko-KR" sz="2000" smtClean="0">
              <a:latin typeface="Times New Roman" pitchFamily="18" charset="0"/>
            </a:endParaRPr>
          </a:p>
          <a:p>
            <a:pPr algn="just"/>
            <a:r>
              <a:rPr lang="en-US" altLang="ko-KR" sz="2000" smtClean="0">
                <a:latin typeface="Times New Roman" pitchFamily="18" charset="0"/>
              </a:rPr>
              <a:t>asynchronous </a:t>
            </a:r>
            <a:r>
              <a:rPr lang="en-US" altLang="ko-KR" sz="2000">
                <a:latin typeface="Times New Roman" pitchFamily="18" charset="0"/>
              </a:rPr>
              <a:t>balanced mode (ABM). </a:t>
            </a:r>
          </a:p>
          <a:p>
            <a:pPr algn="just"/>
            <a:endParaRPr lang="en-US" altLang="ko-KR" sz="2000">
              <a:solidFill>
                <a:srgbClr val="000000"/>
              </a:solidFill>
              <a:latin typeface="+mj-lt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553267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11.3  HDLC 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384175"/>
            <a:ext cx="8429625" cy="6045200"/>
          </a:xfrm>
        </p:spPr>
        <p:txBody>
          <a:bodyPr/>
          <a:lstStyle/>
          <a:p>
            <a:pPr algn="just"/>
            <a:endParaRPr lang="en-US" altLang="ko-KR" sz="2000">
              <a:solidFill>
                <a:srgbClr val="000000"/>
              </a:solidFill>
              <a:latin typeface="+mj-lt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b="1" smtClean="0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b="1" smtClean="0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b="1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b="1" smtClean="0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b="1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b="1" smtClean="0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b="1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b="1" smtClean="0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b="1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b="1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b="1" smtClean="0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altLang="ko-KR" b="1" i="1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Fig. 11.14</a:t>
            </a:r>
            <a:r>
              <a:rPr lang="en-US" altLang="ko-KR" i="1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 </a:t>
            </a:r>
            <a:r>
              <a:rPr lang="en-US" altLang="ko-KR">
                <a:latin typeface="Times New Roman" pitchFamily="18" charset="0"/>
                <a:cs typeface="Times New Roman" pitchFamily="18" charset="0"/>
              </a:rPr>
              <a:t>Normal response mode</a:t>
            </a:r>
          </a:p>
          <a:p>
            <a:pPr marL="0" indent="0" algn="ctr">
              <a:buNone/>
            </a:pPr>
            <a:endParaRPr lang="en-US" altLang="ko-KR">
              <a:latin typeface="+mj-lt"/>
            </a:endParaRP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562" y="1725614"/>
            <a:ext cx="8097837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563" y="3630614"/>
            <a:ext cx="8174037" cy="1382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5900" y="1939926"/>
            <a:ext cx="160020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3708401"/>
            <a:ext cx="160020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7050" y="4537076"/>
            <a:ext cx="156210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9088" y="4508501"/>
            <a:ext cx="1560512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9088" y="2551114"/>
            <a:ext cx="1560512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3208192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11.3  HDLC 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77579" y="364355"/>
            <a:ext cx="8429625" cy="6045200"/>
          </a:xfrm>
        </p:spPr>
        <p:txBody>
          <a:bodyPr/>
          <a:lstStyle/>
          <a:p>
            <a:pPr algn="just"/>
            <a:endParaRPr lang="en-US" altLang="ko-KR" sz="2000">
              <a:solidFill>
                <a:srgbClr val="000000"/>
              </a:solidFill>
              <a:latin typeface="+mj-lt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b="1" smtClean="0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b="1" smtClean="0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b="1" smtClean="0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sz="2000" b="1" i="1" smtClean="0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altLang="ko-KR" sz="2000" b="1" i="1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Fig. 11.15</a:t>
            </a:r>
            <a:r>
              <a:rPr lang="en-US" altLang="ko-KR" sz="2000" i="1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 </a:t>
            </a:r>
            <a:r>
              <a:rPr lang="en-US" altLang="ko-KR" sz="2000">
                <a:latin typeface="Times New Roman" pitchFamily="18" charset="0"/>
                <a:cs typeface="Times New Roman" pitchFamily="18" charset="0"/>
              </a:rPr>
              <a:t>Asynchronous balanced </a:t>
            </a:r>
            <a:r>
              <a:rPr lang="en-US" altLang="ko-KR" sz="2000" smtClean="0">
                <a:latin typeface="Times New Roman" pitchFamily="18" charset="0"/>
                <a:cs typeface="Times New Roman" pitchFamily="18" charset="0"/>
              </a:rPr>
              <a:t>mode</a:t>
            </a:r>
          </a:p>
          <a:p>
            <a:pPr marL="0" lvl="2" indent="0" algn="just">
              <a:buNone/>
            </a:pPr>
            <a:endParaRPr lang="en-US" altLang="ko-KR" sz="2400" b="1" i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lvl="2" indent="0" algn="just">
              <a:buNone/>
            </a:pPr>
            <a:r>
              <a:rPr lang="en-US" altLang="ko-KR" sz="2400" b="1" i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11.3.2 Framing</a:t>
            </a:r>
            <a:endParaRPr lang="en-US" altLang="ko-KR" sz="2000">
              <a:solidFill>
                <a:srgbClr val="000000"/>
              </a:solidFill>
              <a:cs typeface="Times New Roman" pitchFamily="18" charset="0"/>
            </a:endParaRPr>
          </a:p>
          <a:p>
            <a:pPr algn="just"/>
            <a:r>
              <a:rPr lang="en-US" altLang="ko-KR" sz="2000">
                <a:latin typeface="Times New Roman" pitchFamily="18" charset="0"/>
              </a:rPr>
              <a:t>information frames (I-frames), </a:t>
            </a:r>
            <a:endParaRPr lang="en-US" altLang="ko-KR" sz="2000" smtClean="0">
              <a:latin typeface="Times New Roman" pitchFamily="18" charset="0"/>
            </a:endParaRPr>
          </a:p>
          <a:p>
            <a:pPr algn="just"/>
            <a:r>
              <a:rPr lang="en-US" altLang="ko-KR" sz="2000" smtClean="0">
                <a:latin typeface="Times New Roman" pitchFamily="18" charset="0"/>
              </a:rPr>
              <a:t>supervisory </a:t>
            </a:r>
            <a:r>
              <a:rPr lang="en-US" altLang="ko-KR" sz="2000">
                <a:latin typeface="Times New Roman" pitchFamily="18" charset="0"/>
              </a:rPr>
              <a:t>frames (S-frames), </a:t>
            </a:r>
            <a:endParaRPr lang="en-US" altLang="ko-KR" sz="2000" smtClean="0">
              <a:latin typeface="Times New Roman" pitchFamily="18" charset="0"/>
            </a:endParaRPr>
          </a:p>
          <a:p>
            <a:pPr algn="just"/>
            <a:r>
              <a:rPr lang="en-US" altLang="ko-KR" sz="2000" smtClean="0">
                <a:latin typeface="Times New Roman" pitchFamily="18" charset="0"/>
              </a:rPr>
              <a:t>and </a:t>
            </a:r>
            <a:r>
              <a:rPr lang="en-US" altLang="ko-KR" sz="2000">
                <a:latin typeface="Times New Roman" pitchFamily="18" charset="0"/>
              </a:rPr>
              <a:t>unnumbered frames (U-frames</a:t>
            </a:r>
            <a:r>
              <a:rPr lang="en-US" altLang="ko-KR" sz="2000" smtClean="0">
                <a:latin typeface="Times New Roman" pitchFamily="18" charset="0"/>
              </a:rPr>
              <a:t>)</a:t>
            </a:r>
          </a:p>
          <a:p>
            <a:pPr marL="0" indent="0" algn="just">
              <a:buNone/>
            </a:pPr>
            <a:endParaRPr lang="en-US" altLang="ko-KR" sz="2000">
              <a:solidFill>
                <a:srgbClr val="000000"/>
              </a:solidFill>
              <a:cs typeface="Times New Roman" pitchFamily="18" charset="0"/>
            </a:endParaRPr>
          </a:p>
          <a:p>
            <a:pPr marL="0" indent="0">
              <a:buNone/>
            </a:pPr>
            <a:endParaRPr lang="en-US" altLang="ko-KR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1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775" y="832508"/>
            <a:ext cx="7673975" cy="10042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8435" y="1334623"/>
            <a:ext cx="2073131" cy="3367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5083" y="2050757"/>
            <a:ext cx="2022292" cy="3352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7934" y="4839518"/>
            <a:ext cx="6400800" cy="497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7934" y="5466581"/>
            <a:ext cx="4595764" cy="497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7934" y="6103168"/>
            <a:ext cx="6448916" cy="497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4227885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11.3  HDLC 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77579" y="364355"/>
            <a:ext cx="8429625" cy="6045200"/>
          </a:xfrm>
        </p:spPr>
        <p:txBody>
          <a:bodyPr/>
          <a:lstStyle/>
          <a:p>
            <a:pPr algn="just"/>
            <a:endParaRPr lang="en-US" altLang="ko-KR" sz="2000">
              <a:solidFill>
                <a:srgbClr val="000000"/>
              </a:solidFill>
              <a:latin typeface="+mj-lt"/>
              <a:cs typeface="Times New Roman" pitchFamily="18" charset="0"/>
            </a:endParaRPr>
          </a:p>
          <a:p>
            <a:pPr algn="just"/>
            <a:r>
              <a:rPr lang="en-US" altLang="ko-KR" sz="2000" b="1" i="1" smtClean="0">
                <a:latin typeface="Times New Roman" pitchFamily="18" charset="0"/>
              </a:rPr>
              <a:t>Flag field</a:t>
            </a:r>
            <a:r>
              <a:rPr lang="en-US" altLang="ko-KR" sz="2000" smtClean="0">
                <a:latin typeface="Times New Roman" pitchFamily="18" charset="0"/>
              </a:rPr>
              <a:t> contains synchronizstion pattern 01111110</a:t>
            </a:r>
          </a:p>
          <a:p>
            <a:pPr algn="just"/>
            <a:r>
              <a:rPr lang="en-US" altLang="ko-KR" sz="2000" b="1" i="1" smtClean="0">
                <a:latin typeface="Times New Roman" pitchFamily="18" charset="0"/>
              </a:rPr>
              <a:t>Address field </a:t>
            </a:r>
            <a:r>
              <a:rPr lang="en-US" altLang="ko-KR" sz="2000" smtClean="0">
                <a:latin typeface="Times New Roman" pitchFamily="18" charset="0"/>
              </a:rPr>
              <a:t>contains the address of the secondary stationin</a:t>
            </a:r>
          </a:p>
          <a:p>
            <a:pPr algn="just"/>
            <a:r>
              <a:rPr lang="en-US" altLang="ko-KR" sz="2000" b="1" i="1" smtClean="0">
                <a:latin typeface="Times New Roman" pitchFamily="18" charset="0"/>
              </a:rPr>
              <a:t>Control field </a:t>
            </a:r>
            <a:r>
              <a:rPr lang="en-US" altLang="ko-KR" sz="2000" smtClean="0">
                <a:latin typeface="Times New Roman" pitchFamily="18" charset="0"/>
              </a:rPr>
              <a:t>is one or two bytes used for flow and error control</a:t>
            </a:r>
          </a:p>
          <a:p>
            <a:pPr algn="just"/>
            <a:r>
              <a:rPr lang="en-US" altLang="ko-KR" sz="2000" b="1" i="1" smtClean="0">
                <a:latin typeface="Times New Roman" pitchFamily="18" charset="0"/>
              </a:rPr>
              <a:t>Information field </a:t>
            </a:r>
            <a:r>
              <a:rPr lang="en-US" altLang="ko-KR" sz="2000" smtClean="0">
                <a:latin typeface="Times New Roman" pitchFamily="18" charset="0"/>
              </a:rPr>
              <a:t>contains the user’s data from the network layer or management information</a:t>
            </a:r>
          </a:p>
          <a:p>
            <a:pPr algn="just"/>
            <a:r>
              <a:rPr lang="en-US" altLang="ko-KR" sz="2000" b="1" i="1" smtClean="0">
                <a:latin typeface="Times New Roman" pitchFamily="18" charset="0"/>
              </a:rPr>
              <a:t>FCS field </a:t>
            </a:r>
            <a:r>
              <a:rPr lang="en-US" altLang="ko-KR" sz="2000" smtClean="0">
                <a:latin typeface="Times New Roman" pitchFamily="18" charset="0"/>
              </a:rPr>
              <a:t>is the HDLC error detection field. It contains 2- or 4- bytes CRC</a:t>
            </a:r>
          </a:p>
          <a:p>
            <a:pPr marL="0" indent="0" algn="just">
              <a:buNone/>
            </a:pPr>
            <a:endParaRPr lang="en-US" altLang="ko-KR" sz="2000" smtClean="0">
              <a:solidFill>
                <a:srgbClr val="000000"/>
              </a:solidFill>
              <a:cs typeface="Times New Roman" pitchFamily="18" charset="0"/>
            </a:endParaRPr>
          </a:p>
          <a:p>
            <a:pPr algn="just"/>
            <a:r>
              <a:rPr lang="en-US" altLang="ko-KR" sz="2000" b="1" i="1">
                <a:solidFill>
                  <a:srgbClr val="C00000"/>
                </a:solidFill>
                <a:latin typeface="Times New Roman" pitchFamily="18" charset="0"/>
              </a:rPr>
              <a:t>Control Field for I-Frames</a:t>
            </a:r>
          </a:p>
          <a:p>
            <a:pPr lvl="1" algn="just"/>
            <a:r>
              <a:rPr lang="en-US" altLang="ko-KR" sz="1800">
                <a:latin typeface="Times New Roman" pitchFamily="18" charset="0"/>
              </a:rPr>
              <a:t>First bit 0 means I-frame</a:t>
            </a:r>
          </a:p>
          <a:p>
            <a:pPr lvl="1" algn="just"/>
            <a:r>
              <a:rPr lang="en-US" altLang="ko-KR" sz="1800">
                <a:latin typeface="Times New Roman" pitchFamily="18" charset="0"/>
              </a:rPr>
              <a:t>Next 3 bits, </a:t>
            </a:r>
            <a:r>
              <a:rPr lang="en-US" altLang="ko-KR" sz="1800" i="1">
                <a:latin typeface="Times New Roman" pitchFamily="18" charset="0"/>
              </a:rPr>
              <a:t>N</a:t>
            </a:r>
            <a:r>
              <a:rPr lang="en-US" altLang="ko-KR" sz="1800">
                <a:latin typeface="Times New Roman" pitchFamily="18" charset="0"/>
              </a:rPr>
              <a:t>(</a:t>
            </a:r>
            <a:r>
              <a:rPr lang="en-US" altLang="ko-KR" sz="1800" i="1">
                <a:latin typeface="Times New Roman" pitchFamily="18" charset="0"/>
              </a:rPr>
              <a:t>S</a:t>
            </a:r>
            <a:r>
              <a:rPr lang="en-US" altLang="ko-KR" sz="1800">
                <a:latin typeface="Times New Roman" pitchFamily="18" charset="0"/>
              </a:rPr>
              <a:t>),  define the sequence </a:t>
            </a:r>
            <a:r>
              <a:rPr lang="en-US" altLang="ko-KR" sz="1800" smtClean="0">
                <a:latin typeface="Times New Roman" pitchFamily="18" charset="0"/>
              </a:rPr>
              <a:t>number </a:t>
            </a:r>
            <a:r>
              <a:rPr lang="en-US" altLang="ko-KR" sz="1800">
                <a:latin typeface="Times New Roman" pitchFamily="18" charset="0"/>
              </a:rPr>
              <a:t>of the frame</a:t>
            </a:r>
          </a:p>
          <a:p>
            <a:pPr lvl="1" algn="just"/>
            <a:r>
              <a:rPr lang="en-US" altLang="ko-KR" sz="1800">
                <a:latin typeface="Times New Roman" pitchFamily="18" charset="0"/>
              </a:rPr>
              <a:t>Next 1 bit, P/F (bit=1), means poll or final</a:t>
            </a:r>
          </a:p>
          <a:p>
            <a:pPr lvl="1" algn="just"/>
            <a:r>
              <a:rPr lang="en-US" altLang="ko-KR" sz="1800">
                <a:latin typeface="Times New Roman" pitchFamily="18" charset="0"/>
              </a:rPr>
              <a:t>Next 3 bits, N(R), correspond to the acknowledgment number</a:t>
            </a:r>
          </a:p>
          <a:p>
            <a:pPr marL="0" indent="0" algn="just">
              <a:buNone/>
            </a:pPr>
            <a:endParaRPr lang="en-US" altLang="ko-KR" sz="2000">
              <a:solidFill>
                <a:srgbClr val="000000"/>
              </a:solidFill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ko-KR" sz="2000" smtClean="0">
              <a:solidFill>
                <a:srgbClr val="000000"/>
              </a:solidFill>
              <a:cs typeface="Times New Roman" pitchFamily="18" charset="0"/>
            </a:endParaRPr>
          </a:p>
        </p:txBody>
      </p:sp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7475" y="5247557"/>
            <a:ext cx="2636838" cy="9974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295510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11.3  HDLC 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77579" y="364355"/>
            <a:ext cx="8429625" cy="6045200"/>
          </a:xfrm>
        </p:spPr>
        <p:txBody>
          <a:bodyPr/>
          <a:lstStyle/>
          <a:p>
            <a:pPr algn="just"/>
            <a:endParaRPr lang="en-US" altLang="ko-KR" sz="2000">
              <a:solidFill>
                <a:srgbClr val="000000"/>
              </a:solidFill>
              <a:latin typeface="+mj-lt"/>
              <a:cs typeface="Times New Roman" pitchFamily="18" charset="0"/>
            </a:endParaRPr>
          </a:p>
          <a:p>
            <a:pPr algn="just"/>
            <a:r>
              <a:rPr lang="en-US" altLang="ko-KR" sz="2000" b="1" i="1" smtClean="0">
                <a:latin typeface="Times New Roman" pitchFamily="18" charset="0"/>
              </a:rPr>
              <a:t>Control </a:t>
            </a:r>
            <a:r>
              <a:rPr lang="en-US" altLang="ko-KR" sz="2000" b="1" i="1">
                <a:latin typeface="Times New Roman" pitchFamily="18" charset="0"/>
              </a:rPr>
              <a:t>Field for </a:t>
            </a:r>
            <a:r>
              <a:rPr lang="en-US" altLang="ko-KR" sz="2000" b="1" i="1" smtClean="0">
                <a:latin typeface="Times New Roman" pitchFamily="18" charset="0"/>
              </a:rPr>
              <a:t>S-Frames</a:t>
            </a:r>
          </a:p>
          <a:p>
            <a:pPr lvl="1" algn="just"/>
            <a:r>
              <a:rPr lang="en-US" altLang="ko-KR" sz="1800" smtClean="0">
                <a:latin typeface="Times New Roman" pitchFamily="18" charset="0"/>
              </a:rPr>
              <a:t>First 2 bits 10 mean S-frame</a:t>
            </a:r>
          </a:p>
          <a:p>
            <a:pPr lvl="1" algn="just"/>
            <a:r>
              <a:rPr lang="en-US" altLang="ko-KR" sz="1800" smtClean="0">
                <a:latin typeface="Times New Roman" pitchFamily="18" charset="0"/>
              </a:rPr>
              <a:t>Receive ready (RR):  code 00</a:t>
            </a:r>
          </a:p>
          <a:p>
            <a:pPr lvl="1" algn="just"/>
            <a:r>
              <a:rPr lang="en-US" altLang="ko-KR" sz="1800" smtClean="0">
                <a:latin typeface="Times New Roman" pitchFamily="18" charset="0"/>
              </a:rPr>
              <a:t>Receive not ready (RNR): code 10</a:t>
            </a:r>
          </a:p>
          <a:p>
            <a:pPr lvl="1" algn="just"/>
            <a:r>
              <a:rPr lang="en-US" altLang="ko-KR" sz="1800" smtClean="0">
                <a:latin typeface="Times New Roman" pitchFamily="18" charset="0"/>
              </a:rPr>
              <a:t>Reject (REJ) : code 01</a:t>
            </a:r>
          </a:p>
          <a:p>
            <a:pPr lvl="1" algn="just"/>
            <a:r>
              <a:rPr lang="en-US" altLang="ko-KR" sz="1800" smtClean="0">
                <a:latin typeface="Times New Roman" pitchFamily="18" charset="0"/>
              </a:rPr>
              <a:t>Slective reject (SREJ): code 11</a:t>
            </a:r>
            <a:endParaRPr lang="en-US" altLang="ko-KR" sz="1800">
              <a:latin typeface="Times New Roman" pitchFamily="18" charset="0"/>
            </a:endParaRPr>
          </a:p>
          <a:p>
            <a:pPr marL="0" indent="0" algn="just">
              <a:buNone/>
            </a:pPr>
            <a:endParaRPr lang="en-US" altLang="ko-KR" sz="2000">
              <a:solidFill>
                <a:srgbClr val="000000"/>
              </a:solidFill>
              <a:cs typeface="Times New Roman" pitchFamily="18" charset="0"/>
            </a:endParaRPr>
          </a:p>
          <a:p>
            <a:pPr algn="just"/>
            <a:r>
              <a:rPr lang="en-US" altLang="ko-KR" sz="2000" b="1" i="1">
                <a:latin typeface="Times New Roman" pitchFamily="18" charset="0"/>
              </a:rPr>
              <a:t>Control Field for </a:t>
            </a:r>
            <a:r>
              <a:rPr lang="en-US" altLang="ko-KR" sz="2000" b="1" i="1" smtClean="0">
                <a:latin typeface="Times New Roman" pitchFamily="18" charset="0"/>
              </a:rPr>
              <a:t>U-Frames</a:t>
            </a:r>
            <a:endParaRPr lang="en-US" altLang="ko-KR" sz="2000" b="1" i="1">
              <a:latin typeface="Times New Roman" pitchFamily="18" charset="0"/>
            </a:endParaRPr>
          </a:p>
          <a:p>
            <a:pPr lvl="1" algn="just"/>
            <a:r>
              <a:rPr lang="en-US" altLang="ko-KR" sz="1800">
                <a:latin typeface="Times New Roman" pitchFamily="18" charset="0"/>
              </a:rPr>
              <a:t>First 2 bits </a:t>
            </a:r>
            <a:r>
              <a:rPr lang="en-US" altLang="ko-KR" sz="1800" smtClean="0">
                <a:latin typeface="Times New Roman" pitchFamily="18" charset="0"/>
              </a:rPr>
              <a:t>11 </a:t>
            </a:r>
            <a:r>
              <a:rPr lang="en-US" altLang="ko-KR" sz="1800">
                <a:latin typeface="Times New Roman" pitchFamily="18" charset="0"/>
              </a:rPr>
              <a:t>mean </a:t>
            </a:r>
            <a:r>
              <a:rPr lang="en-US" altLang="ko-KR" sz="1800" smtClean="0">
                <a:latin typeface="Times New Roman" pitchFamily="18" charset="0"/>
              </a:rPr>
              <a:t>U-frame</a:t>
            </a:r>
            <a:endParaRPr lang="en-US" altLang="ko-KR" sz="1800">
              <a:latin typeface="Times New Roman" pitchFamily="18" charset="0"/>
            </a:endParaRPr>
          </a:p>
          <a:p>
            <a:pPr lvl="1" algn="just"/>
            <a:r>
              <a:rPr lang="en-US" altLang="ko-KR" sz="1800" smtClean="0">
                <a:latin typeface="Times New Roman" pitchFamily="18" charset="0"/>
              </a:rPr>
              <a:t>used to create up to 32 different types of U-frames</a:t>
            </a:r>
            <a:endParaRPr lang="en-US" altLang="ko-KR" sz="1800">
              <a:latin typeface="Times New Roman" pitchFamily="18" charset="0"/>
            </a:endParaRPr>
          </a:p>
          <a:p>
            <a:pPr marL="0" indent="0" algn="just">
              <a:buNone/>
            </a:pPr>
            <a:endParaRPr lang="en-US" altLang="ko-KR" sz="2000">
              <a:solidFill>
                <a:srgbClr val="000000"/>
              </a:solidFill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ko-KR" sz="2000">
              <a:solidFill>
                <a:srgbClr val="000000"/>
              </a:solidFill>
              <a:cs typeface="Times New Roman" pitchFamily="18" charset="0"/>
            </a:endParaRPr>
          </a:p>
          <a:p>
            <a:pPr marL="0" indent="0">
              <a:buNone/>
            </a:pPr>
            <a:endParaRPr lang="en-US" altLang="ko-KR" smtClean="0">
              <a:solidFill>
                <a:srgbClr val="FF0000"/>
              </a:solidFill>
              <a:latin typeface="Times-BoldItalic"/>
            </a:endParaRPr>
          </a:p>
          <a:p>
            <a:pPr marL="0" indent="0">
              <a:buNone/>
            </a:pPr>
            <a:endParaRPr lang="en-US" altLang="ko-KR">
              <a:solidFill>
                <a:srgbClr val="FF0000"/>
              </a:solidFill>
              <a:latin typeface="Times-BoldItalic"/>
            </a:endParaRPr>
          </a:p>
          <a:p>
            <a:pPr marL="0" indent="0">
              <a:buNone/>
            </a:pPr>
            <a:endParaRPr lang="en-US" altLang="ko-KR" smtClean="0">
              <a:solidFill>
                <a:srgbClr val="FF0000"/>
              </a:solidFill>
              <a:latin typeface="Times-BoldItalic"/>
            </a:endParaRPr>
          </a:p>
        </p:txBody>
      </p:sp>
      <p:pic>
        <p:nvPicPr>
          <p:cNvPr id="1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1787" y="1313732"/>
            <a:ext cx="2636838" cy="9974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4212" y="4580806"/>
            <a:ext cx="2636838" cy="9974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8078179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11.3  HDLC 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384175"/>
            <a:ext cx="8429625" cy="6045200"/>
          </a:xfrm>
        </p:spPr>
        <p:txBody>
          <a:bodyPr/>
          <a:lstStyle/>
          <a:p>
            <a:pPr algn="just"/>
            <a:endParaRPr lang="en-US" altLang="ko-KR" sz="2000">
              <a:solidFill>
                <a:srgbClr val="000000"/>
              </a:solidFill>
              <a:latin typeface="+mj-lt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b="1" smtClean="0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b="1" smtClean="0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b="1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b="1" smtClean="0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b="1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b="1" smtClean="0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b="1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b="1" smtClean="0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b="1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b="1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b="1" smtClean="0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b="1" i="1" smtClean="0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altLang="ko-KR" b="1" i="1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Fig. 11.18</a:t>
            </a:r>
            <a:r>
              <a:rPr lang="en-US" altLang="ko-KR" i="1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 </a:t>
            </a:r>
            <a:r>
              <a:rPr lang="en-US" altLang="ko-KR">
                <a:latin typeface="+mj-lt"/>
              </a:rPr>
              <a:t>Example of connection and disconnection</a:t>
            </a:r>
          </a:p>
          <a:p>
            <a:pPr marL="0" indent="0" algn="ctr">
              <a:buNone/>
            </a:pPr>
            <a:endParaRPr lang="en-US" altLang="ko-KR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>
              <a:latin typeface="+mj-lt"/>
            </a:endParaRPr>
          </a:p>
        </p:txBody>
      </p:sp>
      <p:grpSp>
        <p:nvGrpSpPr>
          <p:cNvPr id="11" name="Group 1"/>
          <p:cNvGrpSpPr/>
          <p:nvPr/>
        </p:nvGrpSpPr>
        <p:grpSpPr>
          <a:xfrm>
            <a:off x="2247899" y="552450"/>
            <a:ext cx="4772025" cy="5581650"/>
            <a:chOff x="2051296" y="678708"/>
            <a:chExt cx="4969022" cy="5661928"/>
          </a:xfrm>
        </p:grpSpPr>
        <p:pic>
          <p:nvPicPr>
            <p:cNvPr id="12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51296" y="678708"/>
              <a:ext cx="566114" cy="56619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3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48284" y="678708"/>
              <a:ext cx="572034" cy="56619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1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1608" y="1111862"/>
            <a:ext cx="4103686" cy="888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1608" y="2265750"/>
            <a:ext cx="4103686" cy="8938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2062" y="3364759"/>
            <a:ext cx="4114672" cy="389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1608" y="3941924"/>
            <a:ext cx="4103686" cy="888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1608" y="5068778"/>
            <a:ext cx="4103686" cy="8938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" name="Picture 9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2500" y="1444229"/>
            <a:ext cx="565836" cy="1683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" name="Picture 10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5050" y="4203351"/>
            <a:ext cx="565836" cy="1683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7331558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>
          <a:xfrm>
            <a:off x="11451" y="0"/>
            <a:ext cx="9144000" cy="549276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11.3  HDLC 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384175"/>
            <a:ext cx="8429625" cy="6045200"/>
          </a:xfrm>
        </p:spPr>
        <p:txBody>
          <a:bodyPr/>
          <a:lstStyle/>
          <a:p>
            <a:pPr algn="just"/>
            <a:endParaRPr lang="en-US" altLang="ko-KR" sz="2000">
              <a:solidFill>
                <a:srgbClr val="000000"/>
              </a:solidFill>
              <a:latin typeface="+mj-lt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b="1" smtClean="0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b="1" smtClean="0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b="1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b="1" smtClean="0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b="1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b="1" smtClean="0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b="1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b="1" smtClean="0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b="1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b="1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b="1" smtClean="0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0" indent="0" algn="ctr">
              <a:lnSpc>
                <a:spcPct val="150000"/>
              </a:lnSpc>
              <a:buNone/>
            </a:pPr>
            <a:endParaRPr lang="en-US" altLang="ko-KR" b="1" i="1" smtClean="0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altLang="ko-KR" b="1" i="1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Fig. 11.19</a:t>
            </a:r>
            <a:r>
              <a:rPr lang="en-US" altLang="ko-KR" i="1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 </a:t>
            </a:r>
            <a:r>
              <a:rPr lang="en-US" altLang="ko-KR">
                <a:latin typeface="+mj-lt"/>
              </a:rPr>
              <a:t>Example of piggybacking with and without error</a:t>
            </a:r>
          </a:p>
        </p:txBody>
      </p:sp>
      <p:pic>
        <p:nvPicPr>
          <p:cNvPr id="21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596982"/>
            <a:ext cx="2590799" cy="4863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9390" y="603683"/>
            <a:ext cx="2598352" cy="55494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2988578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11.4  PPP 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384175"/>
            <a:ext cx="8429625" cy="6045200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800" b="1" i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11.4 PPP </a:t>
            </a:r>
          </a:p>
          <a:p>
            <a:pPr algn="just">
              <a:defRPr/>
            </a:pPr>
            <a:r>
              <a:rPr lang="en-US" altLang="ko-KR" sz="2000">
                <a:solidFill>
                  <a:srgbClr val="000000"/>
                </a:solidFill>
                <a:latin typeface="+mj-lt"/>
              </a:rPr>
              <a:t>is </a:t>
            </a:r>
            <a:r>
              <a:rPr lang="en-US" altLang="ko-KR" sz="2000" smtClean="0">
                <a:solidFill>
                  <a:srgbClr val="000000"/>
                </a:solidFill>
                <a:latin typeface="+mj-lt"/>
              </a:rPr>
              <a:t>one </a:t>
            </a:r>
            <a:r>
              <a:rPr lang="en-US" altLang="ko-KR" sz="2000">
                <a:solidFill>
                  <a:srgbClr val="000000"/>
                </a:solidFill>
                <a:latin typeface="+mj-lt"/>
              </a:rPr>
              <a:t>of the most common protocols for point-to-point access </a:t>
            </a:r>
            <a:endParaRPr lang="en-US" altLang="ko-KR" sz="2000" smtClean="0">
              <a:solidFill>
                <a:srgbClr val="000000"/>
              </a:solidFill>
              <a:latin typeface="+mj-lt"/>
            </a:endParaRPr>
          </a:p>
          <a:p>
            <a:pPr algn="just">
              <a:defRPr/>
            </a:pPr>
            <a:r>
              <a:rPr lang="en-US" altLang="ko-KR" sz="2000" smtClean="0">
                <a:solidFill>
                  <a:srgbClr val="000000"/>
                </a:solidFill>
                <a:latin typeface="+mj-lt"/>
              </a:rPr>
              <a:t>is used to </a:t>
            </a:r>
            <a:r>
              <a:rPr lang="en-US" altLang="ko-KR" sz="2000">
                <a:solidFill>
                  <a:srgbClr val="000000"/>
                </a:solidFill>
                <a:latin typeface="+mj-lt"/>
              </a:rPr>
              <a:t>control and manage the transfer of </a:t>
            </a:r>
            <a:r>
              <a:rPr lang="en-US" altLang="ko-KR" sz="2000" smtClean="0">
                <a:solidFill>
                  <a:srgbClr val="000000"/>
                </a:solidFill>
                <a:latin typeface="+mj-lt"/>
              </a:rPr>
              <a:t>data</a:t>
            </a:r>
          </a:p>
          <a:p>
            <a:pPr algn="just">
              <a:defRPr/>
            </a:pPr>
            <a:endParaRPr lang="en-US" altLang="ko-KR" sz="2000" b="1" i="1">
              <a:solidFill>
                <a:srgbClr val="000000"/>
              </a:solidFill>
              <a:latin typeface="Times-Roman"/>
              <a:cs typeface="Times New Roman" pitchFamily="18" charset="0"/>
            </a:endParaRPr>
          </a:p>
          <a:p>
            <a:pPr marL="0" indent="0" algn="just">
              <a:buNone/>
              <a:defRPr/>
            </a:pPr>
            <a:r>
              <a:rPr lang="en-US" altLang="ko-KR" sz="2400" b="1" i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11.4.1 </a:t>
            </a:r>
            <a:r>
              <a:rPr lang="en-US" altLang="ko-KR" b="1" i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Services</a:t>
            </a:r>
            <a:endParaRPr lang="en-US" altLang="ko-KR" sz="2000">
              <a:solidFill>
                <a:srgbClr val="000000"/>
              </a:solidFill>
              <a:latin typeface="+mj-lt"/>
              <a:cs typeface="Times New Roman" pitchFamily="18" charset="0"/>
            </a:endParaRPr>
          </a:p>
          <a:p>
            <a:pPr algn="just"/>
            <a:r>
              <a:rPr lang="en-US" altLang="ko-KR" sz="2000" smtClean="0">
                <a:latin typeface="Times New Roman" pitchFamily="18" charset="0"/>
              </a:rPr>
              <a:t>Services by PPP</a:t>
            </a:r>
          </a:p>
          <a:p>
            <a:pPr lvl="1" algn="just"/>
            <a:r>
              <a:rPr lang="en-US" altLang="ko-KR" sz="1800" smtClean="0">
                <a:latin typeface="Times New Roman" pitchFamily="18" charset="0"/>
              </a:rPr>
              <a:t>defines the format of the frame to be exchanged between devices</a:t>
            </a:r>
          </a:p>
          <a:p>
            <a:pPr lvl="1" algn="just"/>
            <a:r>
              <a:rPr lang="en-US" altLang="ko-KR" sz="1800" smtClean="0">
                <a:latin typeface="Times New Roman" pitchFamily="18" charset="0"/>
              </a:rPr>
              <a:t>defines how two devices can negotiate the </a:t>
            </a:r>
            <a:r>
              <a:rPr lang="en-US" altLang="ko-KR" sz="1800" smtClean="0">
                <a:latin typeface="Times New Roman" pitchFamily="18" charset="0"/>
              </a:rPr>
              <a:t>establishment </a:t>
            </a:r>
            <a:r>
              <a:rPr lang="en-US" altLang="ko-KR" sz="1800" smtClean="0">
                <a:latin typeface="Times New Roman" pitchFamily="18" charset="0"/>
              </a:rPr>
              <a:t>of the link and the exchange of  data</a:t>
            </a:r>
          </a:p>
          <a:p>
            <a:pPr lvl="1" algn="just"/>
            <a:r>
              <a:rPr lang="en-US" altLang="ko-KR" sz="1800" smtClean="0">
                <a:latin typeface="Times New Roman" pitchFamily="18" charset="0"/>
              </a:rPr>
              <a:t>is designed to accept payloads from several network layers</a:t>
            </a:r>
          </a:p>
          <a:p>
            <a:pPr lvl="1" algn="just"/>
            <a:r>
              <a:rPr lang="en-US" altLang="ko-KR" sz="1800" smtClean="0">
                <a:latin typeface="Times New Roman" pitchFamily="18" charset="0"/>
              </a:rPr>
              <a:t>Multilink PPP provides connections over multiple links</a:t>
            </a:r>
          </a:p>
          <a:p>
            <a:pPr lvl="1" algn="just"/>
            <a:r>
              <a:rPr lang="en-US" altLang="ko-KR" sz="1800" smtClean="0">
                <a:latin typeface="Times New Roman" pitchFamily="18" charset="0"/>
              </a:rPr>
              <a:t>network address cinfiguration</a:t>
            </a:r>
            <a:endParaRPr lang="en-US" altLang="ko-KR" sz="1600" smtClean="0">
              <a:latin typeface="Times New Roman" pitchFamily="18" charset="0"/>
            </a:endParaRPr>
          </a:p>
          <a:p>
            <a:pPr algn="just"/>
            <a:r>
              <a:rPr lang="en-US" altLang="ko-KR" sz="2000" smtClean="0">
                <a:latin typeface="Times New Roman" pitchFamily="18" charset="0"/>
              </a:rPr>
              <a:t> Sevives not probides by PPP</a:t>
            </a:r>
          </a:p>
          <a:p>
            <a:pPr lvl="1" algn="just"/>
            <a:r>
              <a:rPr lang="en-US" altLang="ko-KR" sz="1800" smtClean="0">
                <a:latin typeface="Times New Roman" pitchFamily="18" charset="0"/>
              </a:rPr>
              <a:t>does not provide flow control</a:t>
            </a:r>
          </a:p>
          <a:p>
            <a:pPr lvl="1" algn="just"/>
            <a:r>
              <a:rPr lang="en-US" altLang="ko-KR" sz="1800" smtClean="0">
                <a:latin typeface="Times New Roman" pitchFamily="18" charset="0"/>
              </a:rPr>
              <a:t>has a </a:t>
            </a:r>
            <a:r>
              <a:rPr lang="en-US" altLang="ko-KR" sz="1800" smtClean="0">
                <a:latin typeface="Times New Roman" pitchFamily="18" charset="0"/>
              </a:rPr>
              <a:t>very </a:t>
            </a:r>
            <a:r>
              <a:rPr lang="en-US" altLang="ko-KR" sz="1800" smtClean="0">
                <a:latin typeface="Times New Roman" pitchFamily="18" charset="0"/>
              </a:rPr>
              <a:t>simple mechanism for error control</a:t>
            </a:r>
          </a:p>
          <a:p>
            <a:pPr lvl="1" algn="just"/>
            <a:r>
              <a:rPr lang="en-US" altLang="ko-KR" sz="1800" smtClean="0">
                <a:latin typeface="Times New Roman" pitchFamily="18" charset="0"/>
              </a:rPr>
              <a:t>does not provide a sophisticated addressing mechanism to handle frames in a multipoint configuration</a:t>
            </a:r>
            <a:endParaRPr lang="en-US" altLang="ko-KR" sz="1800">
              <a:latin typeface="Times New Roman" pitchFamily="18" charset="0"/>
            </a:endParaRPr>
          </a:p>
          <a:p>
            <a:pPr algn="just"/>
            <a:endParaRPr lang="en-US" altLang="ko-KR" sz="2000">
              <a:solidFill>
                <a:srgbClr val="000000"/>
              </a:solidFill>
              <a:latin typeface="+mj-lt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337821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11.4  PPP 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581025"/>
            <a:ext cx="8429625" cy="5848350"/>
          </a:xfrm>
        </p:spPr>
        <p:txBody>
          <a:bodyPr/>
          <a:lstStyle/>
          <a:p>
            <a:pPr marL="0" indent="0" algn="just">
              <a:buNone/>
              <a:defRPr/>
            </a:pPr>
            <a:r>
              <a:rPr lang="en-US" altLang="ko-KR" sz="2400" b="1" i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11.4.2 Framing</a:t>
            </a:r>
            <a:endParaRPr lang="en-US" altLang="ko-KR" sz="2000">
              <a:solidFill>
                <a:srgbClr val="000000"/>
              </a:solidFill>
              <a:latin typeface="+mj-lt"/>
              <a:cs typeface="Times New Roman" pitchFamily="18" charset="0"/>
            </a:endParaRPr>
          </a:p>
          <a:p>
            <a:pPr algn="just"/>
            <a:endParaRPr lang="en-US" altLang="ko-KR" sz="2000" smtClean="0">
              <a:latin typeface="Times New Roman" pitchFamily="18" charset="0"/>
            </a:endParaRPr>
          </a:p>
          <a:p>
            <a:pPr algn="just"/>
            <a:endParaRPr lang="en-US" altLang="ko-KR" sz="2000">
              <a:latin typeface="Times New Roman" pitchFamily="18" charset="0"/>
            </a:endParaRPr>
          </a:p>
          <a:p>
            <a:pPr algn="just"/>
            <a:endParaRPr lang="en-US" altLang="ko-KR" sz="2000" smtClean="0">
              <a:latin typeface="Times New Roman" pitchFamily="18" charset="0"/>
            </a:endParaRPr>
          </a:p>
          <a:p>
            <a:pPr algn="just"/>
            <a:endParaRPr lang="en-US" altLang="ko-KR" sz="2000">
              <a:latin typeface="Times New Roman" pitchFamily="18" charset="0"/>
            </a:endParaRPr>
          </a:p>
          <a:p>
            <a:pPr algn="just"/>
            <a:endParaRPr lang="en-US" altLang="ko-KR" sz="2000" smtClean="0">
              <a:latin typeface="Times New Roman" pitchFamily="18" charset="0"/>
            </a:endParaRPr>
          </a:p>
          <a:p>
            <a:pPr algn="just"/>
            <a:r>
              <a:rPr lang="en-US" altLang="ko-KR" sz="2000" smtClean="0">
                <a:latin typeface="Times New Roman" pitchFamily="18" charset="0"/>
              </a:rPr>
              <a:t>Flag : 1-byte 01111110 </a:t>
            </a:r>
          </a:p>
          <a:p>
            <a:pPr algn="just"/>
            <a:r>
              <a:rPr lang="en-US" altLang="ko-KR" sz="2000" smtClean="0">
                <a:latin typeface="Times New Roman" pitchFamily="18" charset="0"/>
              </a:rPr>
              <a:t>Address: 1-byte constant value 11111111</a:t>
            </a:r>
          </a:p>
          <a:p>
            <a:pPr algn="just"/>
            <a:r>
              <a:rPr lang="en-US" altLang="ko-KR" sz="2000" smtClean="0">
                <a:latin typeface="Times New Roman" pitchFamily="18" charset="0"/>
              </a:rPr>
              <a:t>Control: 1-byte constant value 0000 0011</a:t>
            </a:r>
          </a:p>
          <a:p>
            <a:pPr algn="just"/>
            <a:r>
              <a:rPr lang="en-US" altLang="ko-KR" sz="2000" smtClean="0">
                <a:latin typeface="Times New Roman" pitchFamily="18" charset="0"/>
              </a:rPr>
              <a:t>Protocol: 1-2 bytes, defines either user data or other information</a:t>
            </a:r>
          </a:p>
          <a:p>
            <a:pPr algn="just"/>
            <a:r>
              <a:rPr lang="en-US" altLang="ko-KR" sz="2000">
                <a:latin typeface="Times New Roman" pitchFamily="18" charset="0"/>
              </a:rPr>
              <a:t>Payload: carrier either </a:t>
            </a:r>
            <a:r>
              <a:rPr lang="en-US" altLang="ko-KR" sz="2000" smtClean="0">
                <a:latin typeface="Times New Roman" pitchFamily="18" charset="0"/>
              </a:rPr>
              <a:t>maximum 1500 bytes user </a:t>
            </a:r>
            <a:r>
              <a:rPr lang="en-US" altLang="ko-KR" sz="2000">
                <a:latin typeface="Times New Roman" pitchFamily="18" charset="0"/>
              </a:rPr>
              <a:t>data or other information</a:t>
            </a:r>
          </a:p>
          <a:p>
            <a:pPr algn="just"/>
            <a:r>
              <a:rPr lang="en-US" altLang="ko-KR" sz="2000" smtClean="0">
                <a:latin typeface="Times New Roman" pitchFamily="18" charset="0"/>
              </a:rPr>
              <a:t>FCS: 2 or 4 bytes standard CRC</a:t>
            </a:r>
          </a:p>
          <a:p>
            <a:pPr algn="just"/>
            <a:endParaRPr lang="en-US" altLang="ko-KR" sz="2000">
              <a:latin typeface="Times New Roman" pitchFamily="18" charset="0"/>
            </a:endParaRPr>
          </a:p>
          <a:p>
            <a:pPr algn="just"/>
            <a:r>
              <a:rPr lang="en-US" altLang="ko-KR" sz="2000" b="1" i="1" smtClean="0">
                <a:solidFill>
                  <a:srgbClr val="C00000"/>
                </a:solidFill>
                <a:latin typeface="Times New Roman" pitchFamily="18" charset="0"/>
              </a:rPr>
              <a:t>Byte Stuffing </a:t>
            </a:r>
            <a:r>
              <a:rPr lang="en-US" altLang="ko-KR" sz="2000" smtClean="0">
                <a:latin typeface="Times New Roman" pitchFamily="18" charset="0"/>
              </a:rPr>
              <a:t>: 01111101</a:t>
            </a: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388" y="1400174"/>
            <a:ext cx="7212012" cy="1057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7495505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11.4  PPP 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581025"/>
            <a:ext cx="8429625" cy="5848350"/>
          </a:xfrm>
        </p:spPr>
        <p:txBody>
          <a:bodyPr/>
          <a:lstStyle/>
          <a:p>
            <a:pPr marL="0" indent="0" algn="just">
              <a:buNone/>
              <a:defRPr/>
            </a:pPr>
            <a:r>
              <a:rPr lang="en-US" altLang="ko-KR" sz="2400" b="1" i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11.4.3 Transition Phases</a:t>
            </a:r>
            <a:endParaRPr lang="en-US" altLang="ko-KR" sz="2000">
              <a:solidFill>
                <a:srgbClr val="000000"/>
              </a:solidFill>
              <a:latin typeface="+mj-lt"/>
              <a:cs typeface="Times New Roman" pitchFamily="18" charset="0"/>
            </a:endParaRPr>
          </a:p>
          <a:p>
            <a:pPr algn="just"/>
            <a:endParaRPr lang="en-US" altLang="ko-KR" sz="2000" smtClean="0">
              <a:latin typeface="Times New Roman" pitchFamily="18" charset="0"/>
            </a:endParaRPr>
          </a:p>
          <a:p>
            <a:pPr algn="just"/>
            <a:endParaRPr lang="en-US" altLang="ko-KR" sz="2000">
              <a:latin typeface="Times New Roman" pitchFamily="18" charset="0"/>
            </a:endParaRPr>
          </a:p>
          <a:p>
            <a:pPr algn="just"/>
            <a:endParaRPr lang="en-US" altLang="ko-KR" sz="2000" smtClean="0">
              <a:latin typeface="Times New Roman" pitchFamily="18" charset="0"/>
            </a:endParaRPr>
          </a:p>
          <a:p>
            <a:pPr algn="just"/>
            <a:endParaRPr lang="en-US" altLang="ko-KR" sz="2000">
              <a:latin typeface="Times New Roman" pitchFamily="18" charset="0"/>
            </a:endParaRPr>
          </a:p>
          <a:p>
            <a:pPr algn="just"/>
            <a:endParaRPr lang="en-US" altLang="ko-KR" sz="2000" smtClean="0">
              <a:latin typeface="Times New Roman" pitchFamily="18" charset="0"/>
            </a:endParaRPr>
          </a:p>
          <a:p>
            <a:pPr algn="just"/>
            <a:endParaRPr lang="en-US" altLang="ko-KR" sz="2000">
              <a:latin typeface="Times New Roman" pitchFamily="18" charset="0"/>
            </a:endParaRPr>
          </a:p>
          <a:p>
            <a:pPr algn="just"/>
            <a:endParaRPr lang="en-US" altLang="ko-KR" sz="2000" smtClean="0">
              <a:latin typeface="Times New Roman" pitchFamily="18" charset="0"/>
            </a:endParaRPr>
          </a:p>
          <a:p>
            <a:pPr algn="just"/>
            <a:endParaRPr lang="en-US" altLang="ko-KR" sz="2000">
              <a:latin typeface="Times New Roman" pitchFamily="18" charset="0"/>
            </a:endParaRPr>
          </a:p>
          <a:p>
            <a:pPr algn="just"/>
            <a:endParaRPr lang="en-US" altLang="ko-KR" sz="2000" smtClean="0">
              <a:latin typeface="Times New Roman" pitchFamily="18" charset="0"/>
            </a:endParaRPr>
          </a:p>
          <a:p>
            <a:pPr algn="just"/>
            <a:endParaRPr lang="en-US" altLang="ko-KR" sz="2000" smtClean="0">
              <a:latin typeface="Times New Roman" pitchFamily="18" charset="0"/>
            </a:endParaRPr>
          </a:p>
          <a:p>
            <a:pPr algn="just"/>
            <a:endParaRPr lang="en-US" altLang="ko-KR" sz="2000">
              <a:latin typeface="Times New Roman" pitchFamily="18" charset="0"/>
            </a:endParaRPr>
          </a:p>
          <a:p>
            <a:pPr algn="just"/>
            <a:endParaRPr lang="en-US" altLang="ko-KR" sz="2000" smtClean="0">
              <a:latin typeface="Times New Roman" pitchFamily="18" charset="0"/>
            </a:endParaRPr>
          </a:p>
          <a:p>
            <a:pPr algn="just"/>
            <a:endParaRPr lang="en-US" altLang="ko-KR" sz="2000">
              <a:latin typeface="Times New Roman" pitchFamily="18" charset="0"/>
            </a:endParaRPr>
          </a:p>
          <a:p>
            <a:pPr marL="0" indent="0" algn="ctr">
              <a:buNone/>
            </a:pPr>
            <a:r>
              <a:rPr lang="en-US" altLang="ko-KR" sz="2000" b="1" i="1" smtClean="0">
                <a:solidFill>
                  <a:srgbClr val="C00000"/>
                </a:solidFill>
                <a:latin typeface="Times New Roman" pitchFamily="18" charset="0"/>
              </a:rPr>
              <a:t>Fig. 11.21 </a:t>
            </a:r>
            <a:r>
              <a:rPr lang="en-US" altLang="ko-KR" sz="2000" smtClean="0">
                <a:latin typeface="Times New Roman" pitchFamily="18" charset="0"/>
              </a:rPr>
              <a:t> Transition Phases</a:t>
            </a: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025" y="1295400"/>
            <a:ext cx="7924800" cy="425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0122272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11.4  PPP 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581025"/>
            <a:ext cx="8429625" cy="5848350"/>
          </a:xfrm>
        </p:spPr>
        <p:txBody>
          <a:bodyPr/>
          <a:lstStyle/>
          <a:p>
            <a:pPr marL="0" indent="0" algn="just">
              <a:buNone/>
              <a:defRPr/>
            </a:pPr>
            <a:r>
              <a:rPr lang="en-US" altLang="ko-KR" sz="2400" b="1" i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11.4.4 Multiplexing</a:t>
            </a:r>
            <a:endParaRPr lang="en-US" altLang="ko-KR" sz="2000">
              <a:solidFill>
                <a:srgbClr val="000000"/>
              </a:solidFill>
              <a:latin typeface="+mj-lt"/>
              <a:cs typeface="Times New Roman" pitchFamily="18" charset="0"/>
            </a:endParaRPr>
          </a:p>
          <a:p>
            <a:pPr algn="just"/>
            <a:endParaRPr lang="en-US" altLang="ko-KR" sz="2000" smtClean="0">
              <a:latin typeface="Times New Roman" pitchFamily="18" charset="0"/>
            </a:endParaRPr>
          </a:p>
          <a:p>
            <a:pPr algn="just"/>
            <a:endParaRPr lang="en-US" altLang="ko-KR" sz="2000">
              <a:latin typeface="Times New Roman" pitchFamily="18" charset="0"/>
            </a:endParaRPr>
          </a:p>
          <a:p>
            <a:pPr algn="just"/>
            <a:endParaRPr lang="en-US" altLang="ko-KR" sz="2000" smtClean="0">
              <a:latin typeface="Times New Roman" pitchFamily="18" charset="0"/>
            </a:endParaRPr>
          </a:p>
          <a:p>
            <a:pPr algn="just"/>
            <a:endParaRPr lang="en-US" altLang="ko-KR" sz="2000">
              <a:latin typeface="Times New Roman" pitchFamily="18" charset="0"/>
            </a:endParaRPr>
          </a:p>
          <a:p>
            <a:pPr algn="just"/>
            <a:endParaRPr lang="en-US" altLang="ko-KR" sz="2000" smtClean="0">
              <a:latin typeface="Times New Roman" pitchFamily="18" charset="0"/>
            </a:endParaRPr>
          </a:p>
          <a:p>
            <a:pPr algn="just"/>
            <a:endParaRPr lang="en-US" altLang="ko-KR" sz="2000">
              <a:latin typeface="Times New Roman" pitchFamily="18" charset="0"/>
            </a:endParaRPr>
          </a:p>
          <a:p>
            <a:pPr algn="just"/>
            <a:endParaRPr lang="en-US" altLang="ko-KR" sz="2000" smtClean="0">
              <a:latin typeface="Times New Roman" pitchFamily="18" charset="0"/>
            </a:endParaRPr>
          </a:p>
          <a:p>
            <a:pPr algn="just"/>
            <a:endParaRPr lang="en-US" altLang="ko-KR" sz="2000">
              <a:latin typeface="Times New Roman" pitchFamily="18" charset="0"/>
            </a:endParaRPr>
          </a:p>
          <a:p>
            <a:pPr algn="just"/>
            <a:endParaRPr lang="en-US" altLang="ko-KR" sz="2000" smtClean="0">
              <a:latin typeface="Times New Roman" pitchFamily="18" charset="0"/>
            </a:endParaRPr>
          </a:p>
          <a:p>
            <a:pPr marL="0" indent="0" algn="ctr">
              <a:buNone/>
            </a:pPr>
            <a:r>
              <a:rPr lang="en-US" altLang="ko-KR" sz="2000" b="1" i="1" smtClean="0">
                <a:solidFill>
                  <a:srgbClr val="C00000"/>
                </a:solidFill>
                <a:latin typeface="Times New Roman" pitchFamily="18" charset="0"/>
              </a:rPr>
              <a:t>Fig. 11.22 </a:t>
            </a:r>
            <a:r>
              <a:rPr lang="en-US" altLang="ko-KR" sz="2000">
                <a:latin typeface="Times New Roman" pitchFamily="18" charset="0"/>
              </a:rPr>
              <a:t>: </a:t>
            </a:r>
            <a:r>
              <a:rPr lang="en-US" altLang="ko-KR" sz="2000" smtClean="0">
                <a:latin typeface="Times New Roman" pitchFamily="18" charset="0"/>
              </a:rPr>
              <a:t>Multiplexing in PPP</a:t>
            </a:r>
            <a:endParaRPr lang="en-US" altLang="ko-KR" sz="2000">
              <a:latin typeface="Times New Roman" pitchFamily="18" charset="0"/>
            </a:endParaRPr>
          </a:p>
          <a:p>
            <a:pPr algn="just"/>
            <a:endParaRPr lang="en-US" altLang="ko-KR" sz="2000" smtClean="0">
              <a:latin typeface="Times New Roman" pitchFamily="18" charset="0"/>
            </a:endParaRPr>
          </a:p>
          <a:p>
            <a:pPr algn="just"/>
            <a:r>
              <a:rPr lang="en-US" altLang="ko-KR" sz="2000" b="1" i="1" smtClean="0">
                <a:solidFill>
                  <a:srgbClr val="C00000"/>
                </a:solidFill>
                <a:latin typeface="Times New Roman" pitchFamily="18" charset="0"/>
              </a:rPr>
              <a:t>LCP </a:t>
            </a:r>
            <a:r>
              <a:rPr lang="en-US" altLang="ko-KR" sz="2000" smtClean="0">
                <a:latin typeface="Times New Roman" pitchFamily="18" charset="0"/>
              </a:rPr>
              <a:t>: 01111101</a:t>
            </a:r>
          </a:p>
          <a:p>
            <a:pPr lvl="1" algn="just"/>
            <a:r>
              <a:rPr lang="en-US" altLang="ko-KR" sz="1800" smtClean="0">
                <a:latin typeface="Times New Roman" pitchFamily="18" charset="0"/>
              </a:rPr>
              <a:t>is responsible for </a:t>
            </a:r>
            <a:r>
              <a:rPr lang="en-US" altLang="ko-KR" sz="1800" b="1" i="1" smtClean="0">
                <a:latin typeface="Times New Roman" pitchFamily="18" charset="0"/>
              </a:rPr>
              <a:t>establishing</a:t>
            </a:r>
            <a:r>
              <a:rPr lang="en-US" altLang="ko-KR" sz="1800" smtClean="0">
                <a:latin typeface="Times New Roman" pitchFamily="18" charset="0"/>
              </a:rPr>
              <a:t>, </a:t>
            </a:r>
            <a:r>
              <a:rPr lang="en-US" altLang="ko-KR" sz="1800" b="1" i="1" smtClean="0">
                <a:latin typeface="Times New Roman" pitchFamily="18" charset="0"/>
              </a:rPr>
              <a:t>maintaining</a:t>
            </a:r>
            <a:r>
              <a:rPr lang="en-US" altLang="ko-KR" sz="1800" smtClean="0">
                <a:latin typeface="Times New Roman" pitchFamily="18" charset="0"/>
              </a:rPr>
              <a:t>, </a:t>
            </a:r>
            <a:r>
              <a:rPr lang="en-US" altLang="ko-KR" sz="1800" b="1" i="1" smtClean="0">
                <a:latin typeface="Times New Roman" pitchFamily="18" charset="0"/>
              </a:rPr>
              <a:t>configuring</a:t>
            </a:r>
            <a:r>
              <a:rPr lang="en-US" altLang="ko-KR" sz="1800" smtClean="0">
                <a:latin typeface="Times New Roman" pitchFamily="18" charset="0"/>
              </a:rPr>
              <a:t>, and </a:t>
            </a:r>
            <a:r>
              <a:rPr lang="en-US" altLang="ko-KR" sz="1800" b="1" i="1" smtClean="0">
                <a:latin typeface="Times New Roman" pitchFamily="18" charset="0"/>
              </a:rPr>
              <a:t>terminating</a:t>
            </a:r>
            <a:r>
              <a:rPr lang="en-US" altLang="ko-KR" sz="1800" smtClean="0">
                <a:latin typeface="Times New Roman" pitchFamily="18" charset="0"/>
              </a:rPr>
              <a:t> links.</a:t>
            </a:r>
          </a:p>
          <a:p>
            <a:pPr lvl="1" algn="just"/>
            <a:r>
              <a:rPr lang="en-US" altLang="ko-KR" sz="1800" smtClean="0">
                <a:latin typeface="Times New Roman" pitchFamily="18" charset="0"/>
              </a:rPr>
              <a:t>provides </a:t>
            </a:r>
            <a:r>
              <a:rPr lang="en-US" altLang="ko-KR" sz="1800" b="1" i="1" smtClean="0">
                <a:latin typeface="Times New Roman" pitchFamily="18" charset="0"/>
              </a:rPr>
              <a:t>negotiation</a:t>
            </a:r>
            <a:r>
              <a:rPr lang="en-US" altLang="ko-KR" sz="1800" smtClean="0">
                <a:latin typeface="Times New Roman" pitchFamily="18" charset="0"/>
              </a:rPr>
              <a:t> mechanisms</a:t>
            </a: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0374" y="1469175"/>
            <a:ext cx="5942013" cy="2663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5" y="1469175"/>
            <a:ext cx="2590800" cy="2351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6083079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11.4  PPP 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581025"/>
            <a:ext cx="8429625" cy="5848350"/>
          </a:xfrm>
        </p:spPr>
        <p:txBody>
          <a:bodyPr/>
          <a:lstStyle/>
          <a:p>
            <a:pPr algn="just"/>
            <a:endParaRPr lang="en-US" altLang="ko-KR" sz="2000" smtClean="0">
              <a:latin typeface="Times New Roman" pitchFamily="18" charset="0"/>
            </a:endParaRPr>
          </a:p>
          <a:p>
            <a:pPr algn="just"/>
            <a:endParaRPr lang="en-US" altLang="ko-KR" sz="2000" smtClean="0">
              <a:latin typeface="Times New Roman" pitchFamily="18" charset="0"/>
            </a:endParaRPr>
          </a:p>
          <a:p>
            <a:pPr algn="just"/>
            <a:endParaRPr lang="en-US" altLang="ko-KR" sz="2000">
              <a:latin typeface="Times New Roman" pitchFamily="18" charset="0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altLang="ko-KR" sz="2000" b="1" i="1" smtClean="0">
                <a:solidFill>
                  <a:srgbClr val="C00000"/>
                </a:solidFill>
                <a:latin typeface="Times New Roman" pitchFamily="18" charset="0"/>
              </a:rPr>
              <a:t>Fig. 11.22 </a:t>
            </a:r>
            <a:r>
              <a:rPr lang="en-US" altLang="ko-KR" sz="2000" smtClean="0">
                <a:latin typeface="Times New Roman" pitchFamily="18" charset="0"/>
              </a:rPr>
              <a:t> Multiplexing in PPP</a:t>
            </a:r>
            <a:endParaRPr lang="en-US" altLang="ko-KR" sz="2000">
              <a:latin typeface="Times New Roman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ko-KR" sz="2000" b="1" i="1" smtClean="0">
                <a:solidFill>
                  <a:srgbClr val="C00000"/>
                </a:solidFill>
                <a:latin typeface="Times New Roman" pitchFamily="18" charset="0"/>
              </a:rPr>
              <a:t>Table 11.1 </a:t>
            </a:r>
            <a:r>
              <a:rPr lang="en-US" altLang="ko-KR" sz="2000" smtClean="0">
                <a:latin typeface="Times New Roman" pitchFamily="18" charset="0"/>
              </a:rPr>
              <a:t>: LCP packets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1274" y="601408"/>
            <a:ext cx="4276725" cy="6298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6610" y="1240734"/>
            <a:ext cx="5519286" cy="6009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1099" y="2804757"/>
            <a:ext cx="7077074" cy="37770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5378537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11.4  PPP 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581025"/>
            <a:ext cx="8429625" cy="5848350"/>
          </a:xfrm>
        </p:spPr>
        <p:txBody>
          <a:bodyPr/>
          <a:lstStyle/>
          <a:p>
            <a:pPr algn="just"/>
            <a:r>
              <a:rPr lang="en-US" altLang="ko-KR" sz="2000" b="1" i="1" smtClean="0">
                <a:solidFill>
                  <a:srgbClr val="C00000"/>
                </a:solidFill>
                <a:latin typeface="Times New Roman" pitchFamily="18" charset="0"/>
              </a:rPr>
              <a:t>Negotiation</a:t>
            </a:r>
            <a:endParaRPr lang="en-US" altLang="ko-KR" sz="2000" smtClean="0">
              <a:latin typeface="Times New Roman" pitchFamily="18" charset="0"/>
            </a:endParaRPr>
          </a:p>
          <a:p>
            <a:pPr lvl="1" algn="just"/>
            <a:endParaRPr lang="en-US" altLang="ko-KR" sz="1800" smtClean="0">
              <a:latin typeface="Times New Roman" pitchFamily="18" charset="0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450" y="1057275"/>
            <a:ext cx="7181850" cy="2552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3594805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11.4  PPP 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581025"/>
            <a:ext cx="8429625" cy="5848350"/>
          </a:xfrm>
        </p:spPr>
        <p:txBody>
          <a:bodyPr/>
          <a:lstStyle/>
          <a:p>
            <a:pPr algn="just"/>
            <a:r>
              <a:rPr lang="en-US" altLang="ko-KR" sz="2000" b="1" i="1" smtClean="0">
                <a:solidFill>
                  <a:srgbClr val="C00000"/>
                </a:solidFill>
                <a:latin typeface="Times New Roman" pitchFamily="18" charset="0"/>
              </a:rPr>
              <a:t>AP </a:t>
            </a:r>
            <a:endParaRPr lang="en-US" altLang="ko-KR" sz="2000" smtClean="0">
              <a:latin typeface="Times New Roman" pitchFamily="18" charset="0"/>
            </a:endParaRPr>
          </a:p>
          <a:p>
            <a:pPr lvl="1" algn="just"/>
            <a:r>
              <a:rPr lang="en-US" altLang="ko-KR" sz="1800" smtClean="0">
                <a:latin typeface="Times New Roman" pitchFamily="18" charset="0"/>
              </a:rPr>
              <a:t>PAP (password authentication protocol)</a:t>
            </a:r>
          </a:p>
          <a:p>
            <a:pPr lvl="1" algn="just"/>
            <a:r>
              <a:rPr lang="en-US" altLang="ko-KR" sz="1800" smtClean="0">
                <a:latin typeface="Times New Roman" pitchFamily="18" charset="0"/>
              </a:rPr>
              <a:t>CHAP (challenge Handshake authentication protocol)</a:t>
            </a:r>
          </a:p>
          <a:p>
            <a:pPr marL="457200" lvl="1" indent="0" algn="just">
              <a:buNone/>
            </a:pPr>
            <a:endParaRPr lang="en-US" altLang="ko-KR" sz="1800" smtClean="0">
              <a:latin typeface="Times New Roman" pitchFamily="18" charset="0"/>
            </a:endParaRPr>
          </a:p>
          <a:p>
            <a:pPr marL="457200" lvl="1" indent="0" algn="just">
              <a:buNone/>
            </a:pPr>
            <a:endParaRPr lang="en-US" altLang="ko-KR" sz="1800">
              <a:latin typeface="Times New Roman" pitchFamily="18" charset="0"/>
            </a:endParaRPr>
          </a:p>
          <a:p>
            <a:pPr marL="457200" lvl="1" indent="0" algn="just">
              <a:buNone/>
            </a:pPr>
            <a:endParaRPr lang="en-US" altLang="ko-KR" sz="1800" smtClean="0">
              <a:latin typeface="Times New Roman" pitchFamily="18" charset="0"/>
            </a:endParaRPr>
          </a:p>
          <a:p>
            <a:pPr marL="457200" lvl="1" indent="0" algn="just">
              <a:buNone/>
            </a:pPr>
            <a:endParaRPr lang="en-US" altLang="ko-KR" sz="1800">
              <a:latin typeface="Times New Roman" pitchFamily="18" charset="0"/>
            </a:endParaRPr>
          </a:p>
          <a:p>
            <a:pPr marL="457200" lvl="1" indent="0" algn="just">
              <a:buNone/>
            </a:pPr>
            <a:endParaRPr lang="en-US" altLang="ko-KR" sz="1800" smtClean="0">
              <a:latin typeface="Times New Roman" pitchFamily="18" charset="0"/>
            </a:endParaRPr>
          </a:p>
          <a:p>
            <a:pPr marL="457200" lvl="1" indent="0" algn="just">
              <a:buNone/>
            </a:pPr>
            <a:endParaRPr lang="en-US" altLang="ko-KR" sz="1800">
              <a:latin typeface="Times New Roman" pitchFamily="18" charset="0"/>
            </a:endParaRPr>
          </a:p>
          <a:p>
            <a:pPr marL="457200" lvl="1" indent="0" algn="just">
              <a:buNone/>
            </a:pPr>
            <a:endParaRPr lang="en-US" altLang="ko-KR" sz="1800" smtClean="0">
              <a:latin typeface="Times New Roman" pitchFamily="18" charset="0"/>
            </a:endParaRPr>
          </a:p>
          <a:p>
            <a:pPr marL="457200" lvl="1" indent="0" algn="just">
              <a:buNone/>
            </a:pPr>
            <a:endParaRPr lang="en-US" altLang="ko-KR" sz="1800">
              <a:latin typeface="Times New Roman" pitchFamily="18" charset="0"/>
            </a:endParaRPr>
          </a:p>
          <a:p>
            <a:pPr marL="457200" lvl="1" indent="0" algn="just">
              <a:buNone/>
            </a:pPr>
            <a:endParaRPr lang="en-US" altLang="ko-KR" sz="1800" smtClean="0">
              <a:latin typeface="Times New Roman" pitchFamily="18" charset="0"/>
            </a:endParaRPr>
          </a:p>
          <a:p>
            <a:pPr marL="457200" lvl="1" indent="0" algn="just">
              <a:buNone/>
            </a:pPr>
            <a:endParaRPr lang="en-US" altLang="ko-KR" sz="1800">
              <a:latin typeface="Times New Roman" pitchFamily="18" charset="0"/>
            </a:endParaRPr>
          </a:p>
          <a:p>
            <a:pPr marL="457200" lvl="1" indent="0" algn="just">
              <a:buNone/>
            </a:pPr>
            <a:endParaRPr lang="en-US" altLang="ko-KR" sz="1800" smtClean="0">
              <a:latin typeface="Times New Roman" pitchFamily="18" charset="0"/>
            </a:endParaRPr>
          </a:p>
          <a:p>
            <a:pPr marL="457200" lvl="1" indent="0" algn="just">
              <a:buNone/>
            </a:pPr>
            <a:endParaRPr lang="en-US" altLang="ko-KR" sz="1800" smtClean="0">
              <a:latin typeface="Times New Roman" pitchFamily="18" charset="0"/>
            </a:endParaRPr>
          </a:p>
          <a:p>
            <a:pPr marL="457200" lvl="1" indent="0" algn="just">
              <a:buNone/>
            </a:pPr>
            <a:endParaRPr lang="en-US" altLang="ko-KR" sz="1800" smtClean="0">
              <a:latin typeface="Times New Roman" pitchFamily="18" charset="0"/>
            </a:endParaRPr>
          </a:p>
          <a:p>
            <a:pPr marL="457200" lvl="1" indent="0" algn="just">
              <a:buNone/>
            </a:pPr>
            <a:endParaRPr lang="en-US" altLang="ko-KR" sz="1800" smtClean="0">
              <a:latin typeface="Times New Roman" pitchFamily="18" charset="0"/>
            </a:endParaRPr>
          </a:p>
          <a:p>
            <a:pPr marL="57150" indent="0" algn="ctr">
              <a:buNone/>
            </a:pPr>
            <a:r>
              <a:rPr lang="en-US" altLang="ko-KR" sz="2000" b="1" i="1" smtClean="0">
                <a:solidFill>
                  <a:srgbClr val="C00000"/>
                </a:solidFill>
                <a:latin typeface="Times New Roman" pitchFamily="18" charset="0"/>
              </a:rPr>
              <a:t>Fig</a:t>
            </a:r>
            <a:r>
              <a:rPr lang="en-US" altLang="ko-KR" sz="2000" b="1" i="1">
                <a:solidFill>
                  <a:srgbClr val="C00000"/>
                </a:solidFill>
                <a:latin typeface="Times New Roman" pitchFamily="18" charset="0"/>
              </a:rPr>
              <a:t>. </a:t>
            </a:r>
            <a:r>
              <a:rPr lang="en-US" altLang="ko-KR" sz="2000" b="1" i="1" smtClean="0">
                <a:solidFill>
                  <a:srgbClr val="C00000"/>
                </a:solidFill>
                <a:latin typeface="Times New Roman" pitchFamily="18" charset="0"/>
              </a:rPr>
              <a:t>11.24 </a:t>
            </a:r>
            <a:r>
              <a:rPr lang="en-US" altLang="ko-KR" sz="2000">
                <a:latin typeface="Times New Roman" pitchFamily="18" charset="0"/>
              </a:rPr>
              <a:t>: </a:t>
            </a:r>
            <a:r>
              <a:rPr lang="en-US" altLang="ko-KR" sz="2000" smtClean="0">
                <a:latin typeface="Times New Roman" pitchFamily="18" charset="0"/>
              </a:rPr>
              <a:t>PAP packets encapsulated in a PPP frame</a:t>
            </a:r>
            <a:endParaRPr lang="en-US" altLang="ko-KR" sz="2000">
              <a:latin typeface="Times New Roman" pitchFamily="18" charset="0"/>
            </a:endParaRPr>
          </a:p>
          <a:p>
            <a:pPr lvl="1" algn="just"/>
            <a:endParaRPr lang="en-US" altLang="ko-KR" sz="1800" smtClean="0">
              <a:latin typeface="Times New Roman" pitchFamily="18" charset="0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5024" y="2041096"/>
            <a:ext cx="5686423" cy="1326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0407" y="3431307"/>
            <a:ext cx="6414498" cy="2053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9104" y="5501524"/>
            <a:ext cx="6387927" cy="5145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2875553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11.4  PPP 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581025"/>
            <a:ext cx="8429625" cy="5848350"/>
          </a:xfrm>
        </p:spPr>
        <p:txBody>
          <a:bodyPr/>
          <a:lstStyle/>
          <a:p>
            <a:pPr marL="457200" lvl="1" indent="0" algn="just">
              <a:buNone/>
            </a:pPr>
            <a:endParaRPr lang="en-US" altLang="ko-KR" sz="1800">
              <a:latin typeface="Times New Roman" pitchFamily="18" charset="0"/>
            </a:endParaRPr>
          </a:p>
          <a:p>
            <a:pPr marL="457200" lvl="1" indent="0" algn="just">
              <a:buNone/>
            </a:pPr>
            <a:endParaRPr lang="en-US" altLang="ko-KR" sz="1800" smtClean="0">
              <a:latin typeface="Times New Roman" pitchFamily="18" charset="0"/>
            </a:endParaRPr>
          </a:p>
          <a:p>
            <a:pPr marL="457200" lvl="1" indent="0" algn="just">
              <a:buNone/>
            </a:pPr>
            <a:endParaRPr lang="en-US" altLang="ko-KR" sz="1800">
              <a:latin typeface="Times New Roman" pitchFamily="18" charset="0"/>
            </a:endParaRPr>
          </a:p>
          <a:p>
            <a:pPr marL="457200" lvl="1" indent="0" algn="just">
              <a:buNone/>
            </a:pPr>
            <a:endParaRPr lang="en-US" altLang="ko-KR" sz="1800" smtClean="0">
              <a:latin typeface="Times New Roman" pitchFamily="18" charset="0"/>
            </a:endParaRPr>
          </a:p>
          <a:p>
            <a:pPr marL="457200" lvl="1" indent="0" algn="just">
              <a:buNone/>
            </a:pPr>
            <a:endParaRPr lang="en-US" altLang="ko-KR" sz="1800">
              <a:latin typeface="Times New Roman" pitchFamily="18" charset="0"/>
            </a:endParaRPr>
          </a:p>
          <a:p>
            <a:pPr marL="457200" lvl="1" indent="0" algn="just">
              <a:buNone/>
            </a:pPr>
            <a:endParaRPr lang="en-US" altLang="ko-KR" sz="1800" smtClean="0">
              <a:latin typeface="Times New Roman" pitchFamily="18" charset="0"/>
            </a:endParaRPr>
          </a:p>
          <a:p>
            <a:pPr marL="457200" lvl="1" indent="0" algn="just">
              <a:buNone/>
            </a:pPr>
            <a:endParaRPr lang="en-US" altLang="ko-KR" sz="1800">
              <a:latin typeface="Times New Roman" pitchFamily="18" charset="0"/>
            </a:endParaRPr>
          </a:p>
          <a:p>
            <a:pPr marL="457200" lvl="1" indent="0" algn="just">
              <a:buNone/>
            </a:pPr>
            <a:endParaRPr lang="en-US" altLang="ko-KR" sz="1800" smtClean="0">
              <a:latin typeface="Times New Roman" pitchFamily="18" charset="0"/>
            </a:endParaRPr>
          </a:p>
          <a:p>
            <a:pPr marL="457200" lvl="1" indent="0" algn="just">
              <a:buNone/>
            </a:pPr>
            <a:endParaRPr lang="en-US" altLang="ko-KR" sz="1800">
              <a:latin typeface="Times New Roman" pitchFamily="18" charset="0"/>
            </a:endParaRPr>
          </a:p>
          <a:p>
            <a:pPr marL="457200" lvl="1" indent="0" algn="just">
              <a:buNone/>
            </a:pPr>
            <a:endParaRPr lang="en-US" altLang="ko-KR" sz="1800" smtClean="0">
              <a:latin typeface="Times New Roman" pitchFamily="18" charset="0"/>
            </a:endParaRPr>
          </a:p>
          <a:p>
            <a:pPr marL="457200" lvl="1" indent="0" algn="just">
              <a:buNone/>
            </a:pPr>
            <a:endParaRPr lang="en-US" altLang="ko-KR" sz="1800" smtClean="0">
              <a:latin typeface="Times New Roman" pitchFamily="18" charset="0"/>
            </a:endParaRPr>
          </a:p>
          <a:p>
            <a:pPr marL="457200" lvl="1" indent="0" algn="just">
              <a:buNone/>
            </a:pPr>
            <a:endParaRPr lang="en-US" altLang="ko-KR" sz="1800">
              <a:latin typeface="Times New Roman" pitchFamily="18" charset="0"/>
            </a:endParaRPr>
          </a:p>
          <a:p>
            <a:pPr marL="457200" lvl="1" indent="0" algn="just">
              <a:buNone/>
            </a:pPr>
            <a:endParaRPr lang="en-US" altLang="ko-KR" sz="1800" smtClean="0">
              <a:latin typeface="Times New Roman" pitchFamily="18" charset="0"/>
            </a:endParaRPr>
          </a:p>
          <a:p>
            <a:pPr marL="457200" lvl="1" indent="0" algn="just">
              <a:buNone/>
            </a:pPr>
            <a:endParaRPr lang="en-US" altLang="ko-KR" sz="1800" smtClean="0">
              <a:latin typeface="Times New Roman" pitchFamily="18" charset="0"/>
            </a:endParaRPr>
          </a:p>
          <a:p>
            <a:pPr marL="457200" lvl="1" indent="0" algn="just">
              <a:buNone/>
            </a:pPr>
            <a:endParaRPr lang="en-US" altLang="ko-KR" sz="1800" smtClean="0">
              <a:latin typeface="Times New Roman" pitchFamily="18" charset="0"/>
            </a:endParaRPr>
          </a:p>
          <a:p>
            <a:pPr marL="57150" indent="0" algn="ctr">
              <a:buNone/>
            </a:pPr>
            <a:r>
              <a:rPr lang="en-US" altLang="ko-KR" sz="2000" b="1" i="1" smtClean="0">
                <a:solidFill>
                  <a:srgbClr val="C00000"/>
                </a:solidFill>
                <a:latin typeface="Times New Roman" pitchFamily="18" charset="0"/>
              </a:rPr>
              <a:t>Fig</a:t>
            </a:r>
            <a:r>
              <a:rPr lang="en-US" altLang="ko-KR" sz="2000" b="1" i="1">
                <a:solidFill>
                  <a:srgbClr val="C00000"/>
                </a:solidFill>
                <a:latin typeface="Times New Roman" pitchFamily="18" charset="0"/>
              </a:rPr>
              <a:t>. </a:t>
            </a:r>
            <a:r>
              <a:rPr lang="en-US" altLang="ko-KR" sz="2000" b="1" i="1" smtClean="0">
                <a:solidFill>
                  <a:srgbClr val="C00000"/>
                </a:solidFill>
                <a:latin typeface="Times New Roman" pitchFamily="18" charset="0"/>
              </a:rPr>
              <a:t>11.25 </a:t>
            </a:r>
            <a:r>
              <a:rPr lang="en-US" altLang="ko-KR" sz="2000">
                <a:latin typeface="Times New Roman" pitchFamily="18" charset="0"/>
              </a:rPr>
              <a:t>: </a:t>
            </a:r>
            <a:r>
              <a:rPr lang="en-US" altLang="ko-KR" sz="2000" smtClean="0">
                <a:latin typeface="Times New Roman" pitchFamily="18" charset="0"/>
              </a:rPr>
              <a:t>CHAP packets encapsulated in a PPP frame</a:t>
            </a:r>
            <a:endParaRPr lang="en-US" altLang="ko-KR" sz="2000">
              <a:latin typeface="Times New Roman" pitchFamily="18" charset="0"/>
            </a:endParaRPr>
          </a:p>
          <a:p>
            <a:pPr lvl="1" algn="just"/>
            <a:endParaRPr lang="en-US" altLang="ko-KR" sz="1800" smtClean="0">
              <a:latin typeface="Times New Roman" pitchFamily="18" charset="0"/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2625" y="761266"/>
            <a:ext cx="5645912" cy="14771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4956" y="2240382"/>
            <a:ext cx="5152672" cy="26052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5133" y="4870444"/>
            <a:ext cx="6574925" cy="530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9771598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11.4  PPP 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581025"/>
            <a:ext cx="8429625" cy="5848350"/>
          </a:xfrm>
        </p:spPr>
        <p:txBody>
          <a:bodyPr/>
          <a:lstStyle/>
          <a:p>
            <a:pPr algn="just"/>
            <a:r>
              <a:rPr lang="en-US" altLang="ko-KR" sz="2000" b="1" i="1" smtClean="0">
                <a:solidFill>
                  <a:srgbClr val="C00000"/>
                </a:solidFill>
                <a:latin typeface="Times New Roman" pitchFamily="18" charset="0"/>
              </a:rPr>
              <a:t>NCP </a:t>
            </a:r>
            <a:endParaRPr lang="en-US" altLang="ko-KR" sz="2000" smtClean="0">
              <a:latin typeface="Times New Roman" pitchFamily="18" charset="0"/>
            </a:endParaRPr>
          </a:p>
          <a:p>
            <a:pPr lvl="1" algn="just"/>
            <a:r>
              <a:rPr lang="en-US" altLang="ko-KR" sz="1800" smtClean="0">
                <a:latin typeface="Times New Roman" pitchFamily="18" charset="0"/>
              </a:rPr>
              <a:t>ICIP (internet protocol control protocol) : 0x 8021</a:t>
            </a:r>
          </a:p>
          <a:p>
            <a:pPr lvl="1" algn="just"/>
            <a:r>
              <a:rPr lang="en-US" altLang="ko-KR" sz="1800" smtClean="0">
                <a:latin typeface="Times New Roman" pitchFamily="18" charset="0"/>
              </a:rPr>
              <a:t>Other Protocol: OSI 0x8023, Xerox NS IDP 0x8025</a:t>
            </a:r>
          </a:p>
          <a:p>
            <a:pPr marL="457200" lvl="1" indent="0" algn="just">
              <a:buNone/>
            </a:pPr>
            <a:endParaRPr lang="en-US" altLang="ko-KR" sz="1800">
              <a:latin typeface="Times New Roman" pitchFamily="18" charset="0"/>
            </a:endParaRPr>
          </a:p>
          <a:p>
            <a:pPr marL="457200" lvl="1" indent="0" algn="just">
              <a:buNone/>
            </a:pPr>
            <a:endParaRPr lang="en-US" altLang="ko-KR" sz="1800">
              <a:latin typeface="Times New Roman" pitchFamily="18" charset="0"/>
            </a:endParaRPr>
          </a:p>
          <a:p>
            <a:pPr marL="457200" lvl="1" indent="0" algn="just">
              <a:buNone/>
            </a:pPr>
            <a:endParaRPr lang="en-US" altLang="ko-KR" sz="1800" smtClean="0">
              <a:latin typeface="Times New Roman" pitchFamily="18" charset="0"/>
            </a:endParaRPr>
          </a:p>
          <a:p>
            <a:pPr marL="457200" lvl="1" indent="0" algn="just">
              <a:buNone/>
            </a:pPr>
            <a:endParaRPr lang="en-US" altLang="ko-KR" sz="1800">
              <a:latin typeface="Times New Roman" pitchFamily="18" charset="0"/>
            </a:endParaRPr>
          </a:p>
          <a:p>
            <a:pPr marL="457200" lvl="1" indent="0" algn="just">
              <a:buNone/>
            </a:pPr>
            <a:endParaRPr lang="en-US" altLang="ko-KR" sz="1800" smtClean="0">
              <a:latin typeface="Times New Roman" pitchFamily="18" charset="0"/>
            </a:endParaRPr>
          </a:p>
          <a:p>
            <a:pPr marL="57150" indent="0" algn="ctr">
              <a:lnSpc>
                <a:spcPct val="150000"/>
              </a:lnSpc>
              <a:buNone/>
            </a:pPr>
            <a:r>
              <a:rPr lang="en-US" altLang="ko-KR" sz="2000" b="1" i="1" smtClean="0">
                <a:solidFill>
                  <a:srgbClr val="C00000"/>
                </a:solidFill>
                <a:latin typeface="Times New Roman" pitchFamily="18" charset="0"/>
              </a:rPr>
              <a:t>Fig</a:t>
            </a:r>
            <a:r>
              <a:rPr lang="en-US" altLang="ko-KR" sz="2000" b="1" i="1">
                <a:solidFill>
                  <a:srgbClr val="C00000"/>
                </a:solidFill>
                <a:latin typeface="Times New Roman" pitchFamily="18" charset="0"/>
              </a:rPr>
              <a:t>. </a:t>
            </a:r>
            <a:r>
              <a:rPr lang="en-US" altLang="ko-KR" sz="2000" b="1" i="1" smtClean="0">
                <a:solidFill>
                  <a:srgbClr val="C00000"/>
                </a:solidFill>
                <a:latin typeface="Times New Roman" pitchFamily="18" charset="0"/>
              </a:rPr>
              <a:t>11.26 </a:t>
            </a:r>
            <a:r>
              <a:rPr lang="en-US" altLang="ko-KR" sz="2000">
                <a:latin typeface="Times New Roman" pitchFamily="18" charset="0"/>
              </a:rPr>
              <a:t>: </a:t>
            </a:r>
            <a:r>
              <a:rPr lang="en-US" altLang="ko-KR" sz="2000" smtClean="0">
                <a:latin typeface="Times New Roman" pitchFamily="18" charset="0"/>
              </a:rPr>
              <a:t>ICIP packet encapsulated in a PPP frame</a:t>
            </a:r>
          </a:p>
          <a:p>
            <a:pPr marL="57150" indent="0">
              <a:buNone/>
            </a:pPr>
            <a:r>
              <a:rPr lang="en-US" altLang="ko-KR" sz="2000" b="1" i="1" smtClean="0">
                <a:solidFill>
                  <a:srgbClr val="C00000"/>
                </a:solidFill>
                <a:latin typeface="Times New Roman" pitchFamily="18" charset="0"/>
              </a:rPr>
              <a:t>Table 11.3 </a:t>
            </a:r>
            <a:r>
              <a:rPr lang="en-US" altLang="ko-KR" sz="2000" smtClean="0">
                <a:latin typeface="Times New Roman" pitchFamily="18" charset="0"/>
              </a:rPr>
              <a:t>Code value for ICIP packets</a:t>
            </a:r>
            <a:endParaRPr lang="en-US" altLang="ko-KR" sz="2000">
              <a:latin typeface="Times New Roman" pitchFamily="18" charset="0"/>
            </a:endParaRPr>
          </a:p>
          <a:p>
            <a:pPr lvl="1" algn="just"/>
            <a:endParaRPr lang="en-US" altLang="ko-KR" sz="1800" smtClean="0">
              <a:latin typeface="Times New Roman" pitchFamily="18" charset="0"/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4974" y="1686893"/>
            <a:ext cx="5572125" cy="9441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616" y="2646061"/>
            <a:ext cx="7057683" cy="5695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5050" y="4115296"/>
            <a:ext cx="5257798" cy="25664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7906206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11.4  PPP 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581025"/>
            <a:ext cx="8429625" cy="5848350"/>
          </a:xfrm>
        </p:spPr>
        <p:txBody>
          <a:bodyPr/>
          <a:lstStyle/>
          <a:p>
            <a:pPr algn="just"/>
            <a:r>
              <a:rPr lang="en-US" altLang="ko-KR" sz="2000" b="1" i="1" smtClean="0">
                <a:solidFill>
                  <a:srgbClr val="C00000"/>
                </a:solidFill>
                <a:latin typeface="Times New Roman" pitchFamily="18" charset="0"/>
              </a:rPr>
              <a:t>Date from the Network Layer </a:t>
            </a:r>
            <a:endParaRPr lang="en-US" altLang="ko-KR" sz="2000" smtClean="0">
              <a:latin typeface="Times New Roman" pitchFamily="18" charset="0"/>
            </a:endParaRPr>
          </a:p>
          <a:p>
            <a:pPr lvl="1" algn="just"/>
            <a:r>
              <a:rPr lang="en-US" altLang="ko-KR" sz="1800" smtClean="0">
                <a:latin typeface="Times New Roman" pitchFamily="18" charset="0"/>
              </a:rPr>
              <a:t>IP network layer data : 0x0021</a:t>
            </a:r>
          </a:p>
          <a:p>
            <a:pPr lvl="1" algn="just"/>
            <a:r>
              <a:rPr lang="en-US" altLang="ko-KR" sz="1800" smtClean="0">
                <a:latin typeface="Times New Roman" pitchFamily="18" charset="0"/>
              </a:rPr>
              <a:t>OSI network layer data : 0x0023</a:t>
            </a:r>
          </a:p>
          <a:p>
            <a:pPr marL="457200" lvl="1" indent="0" algn="just">
              <a:buNone/>
            </a:pPr>
            <a:endParaRPr lang="en-US" altLang="ko-KR" sz="1800">
              <a:latin typeface="Times New Roman" pitchFamily="18" charset="0"/>
            </a:endParaRPr>
          </a:p>
          <a:p>
            <a:pPr marL="457200" lvl="1" indent="0" algn="just">
              <a:buNone/>
            </a:pPr>
            <a:endParaRPr lang="en-US" altLang="ko-KR" sz="1800" smtClean="0">
              <a:latin typeface="Times New Roman" pitchFamily="18" charset="0"/>
            </a:endParaRPr>
          </a:p>
          <a:p>
            <a:pPr marL="457200" lvl="1" indent="0" algn="just">
              <a:buNone/>
            </a:pPr>
            <a:endParaRPr lang="en-US" altLang="ko-KR" sz="1800">
              <a:latin typeface="Times New Roman" pitchFamily="18" charset="0"/>
            </a:endParaRPr>
          </a:p>
          <a:p>
            <a:pPr marL="457200" lvl="1" indent="0" algn="just">
              <a:buNone/>
            </a:pPr>
            <a:endParaRPr lang="en-US" altLang="ko-KR" sz="1800" smtClean="0">
              <a:latin typeface="Times New Roman" pitchFamily="18" charset="0"/>
            </a:endParaRPr>
          </a:p>
          <a:p>
            <a:pPr marL="457200" lvl="1" indent="0" algn="just">
              <a:buNone/>
            </a:pPr>
            <a:endParaRPr lang="en-US" altLang="ko-KR" sz="1800">
              <a:latin typeface="Times New Roman" pitchFamily="18" charset="0"/>
            </a:endParaRPr>
          </a:p>
          <a:p>
            <a:pPr marL="457200" lvl="1" indent="0" algn="just">
              <a:buNone/>
            </a:pPr>
            <a:endParaRPr lang="en-US" altLang="ko-KR" sz="1800" smtClean="0">
              <a:latin typeface="Times New Roman" pitchFamily="18" charset="0"/>
            </a:endParaRPr>
          </a:p>
          <a:p>
            <a:pPr marL="457200" lvl="1" indent="0" algn="just">
              <a:buNone/>
            </a:pPr>
            <a:endParaRPr lang="en-US" altLang="ko-KR" sz="1800">
              <a:latin typeface="Times New Roman" pitchFamily="18" charset="0"/>
            </a:endParaRPr>
          </a:p>
          <a:p>
            <a:pPr marL="57150" indent="0" algn="ctr">
              <a:lnSpc>
                <a:spcPct val="150000"/>
              </a:lnSpc>
              <a:buNone/>
            </a:pPr>
            <a:r>
              <a:rPr lang="en-US" altLang="ko-KR" sz="2000" b="1" i="1" smtClean="0">
                <a:solidFill>
                  <a:srgbClr val="C00000"/>
                </a:solidFill>
                <a:latin typeface="Times New Roman" pitchFamily="18" charset="0"/>
              </a:rPr>
              <a:t>Fig</a:t>
            </a:r>
            <a:r>
              <a:rPr lang="en-US" altLang="ko-KR" sz="2000" b="1" i="1">
                <a:solidFill>
                  <a:srgbClr val="C00000"/>
                </a:solidFill>
                <a:latin typeface="Times New Roman" pitchFamily="18" charset="0"/>
              </a:rPr>
              <a:t>. </a:t>
            </a:r>
            <a:r>
              <a:rPr lang="en-US" altLang="ko-KR" sz="2000" b="1" i="1" smtClean="0">
                <a:solidFill>
                  <a:srgbClr val="C00000"/>
                </a:solidFill>
                <a:latin typeface="Times New Roman" pitchFamily="18" charset="0"/>
              </a:rPr>
              <a:t>11.27 </a:t>
            </a:r>
            <a:r>
              <a:rPr lang="en-US" altLang="ko-KR" sz="2000">
                <a:latin typeface="Times New Roman" pitchFamily="18" charset="0"/>
              </a:rPr>
              <a:t>: </a:t>
            </a:r>
            <a:r>
              <a:rPr lang="en-US" altLang="ko-KR" sz="2000" smtClean="0">
                <a:latin typeface="Times New Roman" pitchFamily="18" charset="0"/>
              </a:rPr>
              <a:t>IP dapagram encapsulated in a PPP frame</a:t>
            </a:r>
          </a:p>
          <a:p>
            <a:pPr lvl="1" algn="just"/>
            <a:endParaRPr lang="en-US" altLang="ko-KR" sz="1800" smtClean="0">
              <a:latin typeface="Times New Roman" pitchFamily="18" charset="0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080" y="3019025"/>
            <a:ext cx="7478364" cy="603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6194" y="2208893"/>
            <a:ext cx="6094894" cy="8101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8034364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11.4  PPP 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581025"/>
            <a:ext cx="8429625" cy="5848350"/>
          </a:xfrm>
        </p:spPr>
        <p:txBody>
          <a:bodyPr/>
          <a:lstStyle/>
          <a:p>
            <a:pPr algn="just"/>
            <a:r>
              <a:rPr lang="en-US" altLang="ko-KR" sz="2000" b="1" i="1" smtClean="0">
                <a:solidFill>
                  <a:srgbClr val="C00000"/>
                </a:solidFill>
                <a:latin typeface="Times New Roman" pitchFamily="18" charset="0"/>
              </a:rPr>
              <a:t>Multipoint PPP </a:t>
            </a:r>
            <a:endParaRPr lang="en-US" altLang="ko-KR" sz="2000" smtClean="0">
              <a:latin typeface="Times New Roman" pitchFamily="18" charset="0"/>
            </a:endParaRPr>
          </a:p>
          <a:p>
            <a:pPr marL="457200" lvl="1" indent="0" algn="just">
              <a:buNone/>
            </a:pPr>
            <a:endParaRPr lang="en-US" altLang="ko-KR" sz="1800" smtClean="0">
              <a:latin typeface="Times New Roman" pitchFamily="18" charset="0"/>
            </a:endParaRPr>
          </a:p>
          <a:p>
            <a:pPr marL="457200" lvl="1" indent="0" algn="just">
              <a:buNone/>
            </a:pPr>
            <a:endParaRPr lang="en-US" altLang="ko-KR" sz="1800">
              <a:latin typeface="Times New Roman" pitchFamily="18" charset="0"/>
            </a:endParaRPr>
          </a:p>
          <a:p>
            <a:pPr marL="457200" lvl="1" indent="0" algn="just">
              <a:buNone/>
            </a:pPr>
            <a:endParaRPr lang="en-US" altLang="ko-KR" sz="1800" smtClean="0">
              <a:latin typeface="Times New Roman" pitchFamily="18" charset="0"/>
            </a:endParaRPr>
          </a:p>
          <a:p>
            <a:pPr marL="457200" lvl="1" indent="0" algn="just">
              <a:buNone/>
            </a:pPr>
            <a:endParaRPr lang="en-US" altLang="ko-KR" sz="1800">
              <a:latin typeface="Times New Roman" pitchFamily="18" charset="0"/>
            </a:endParaRPr>
          </a:p>
          <a:p>
            <a:pPr marL="457200" lvl="1" indent="0" algn="just">
              <a:buNone/>
            </a:pPr>
            <a:endParaRPr lang="en-US" altLang="ko-KR" sz="1800" smtClean="0">
              <a:latin typeface="Times New Roman" pitchFamily="18" charset="0"/>
            </a:endParaRPr>
          </a:p>
          <a:p>
            <a:pPr marL="457200" lvl="1" indent="0" algn="just">
              <a:buNone/>
            </a:pPr>
            <a:endParaRPr lang="en-US" altLang="ko-KR" sz="1800">
              <a:latin typeface="Times New Roman" pitchFamily="18" charset="0"/>
            </a:endParaRPr>
          </a:p>
          <a:p>
            <a:pPr marL="457200" lvl="1" indent="0" algn="just">
              <a:buNone/>
            </a:pPr>
            <a:endParaRPr lang="en-US" altLang="ko-KR" sz="1800" smtClean="0">
              <a:latin typeface="Times New Roman" pitchFamily="18" charset="0"/>
            </a:endParaRPr>
          </a:p>
          <a:p>
            <a:pPr marL="457200" lvl="1" indent="0" algn="just">
              <a:buNone/>
            </a:pPr>
            <a:endParaRPr lang="en-US" altLang="ko-KR" sz="1800">
              <a:latin typeface="Times New Roman" pitchFamily="18" charset="0"/>
            </a:endParaRPr>
          </a:p>
          <a:p>
            <a:pPr marL="457200" lvl="1" indent="0" algn="just">
              <a:buNone/>
            </a:pPr>
            <a:endParaRPr lang="en-US" altLang="ko-KR" sz="1800" smtClean="0">
              <a:latin typeface="Times New Roman" pitchFamily="18" charset="0"/>
            </a:endParaRPr>
          </a:p>
          <a:p>
            <a:pPr marL="457200" lvl="1" indent="0" algn="just">
              <a:buNone/>
            </a:pPr>
            <a:endParaRPr lang="en-US" altLang="ko-KR" sz="1800" smtClean="0">
              <a:latin typeface="Times New Roman" pitchFamily="18" charset="0"/>
            </a:endParaRPr>
          </a:p>
          <a:p>
            <a:pPr marL="457200" lvl="1" indent="0" algn="just">
              <a:buNone/>
            </a:pPr>
            <a:endParaRPr lang="en-US" altLang="ko-KR" sz="1800">
              <a:latin typeface="Times New Roman" pitchFamily="18" charset="0"/>
            </a:endParaRPr>
          </a:p>
          <a:p>
            <a:pPr marL="57150" indent="0" algn="ctr">
              <a:lnSpc>
                <a:spcPct val="150000"/>
              </a:lnSpc>
              <a:buNone/>
            </a:pPr>
            <a:r>
              <a:rPr lang="en-US" altLang="ko-KR" sz="2000" b="1" i="1" smtClean="0">
                <a:solidFill>
                  <a:srgbClr val="C00000"/>
                </a:solidFill>
                <a:latin typeface="Times New Roman" pitchFamily="18" charset="0"/>
              </a:rPr>
              <a:t>Fig</a:t>
            </a:r>
            <a:r>
              <a:rPr lang="en-US" altLang="ko-KR" sz="2000" b="1" i="1">
                <a:solidFill>
                  <a:srgbClr val="C00000"/>
                </a:solidFill>
                <a:latin typeface="Times New Roman" pitchFamily="18" charset="0"/>
              </a:rPr>
              <a:t>. </a:t>
            </a:r>
            <a:r>
              <a:rPr lang="en-US" altLang="ko-KR" sz="2000" b="1" i="1" smtClean="0">
                <a:solidFill>
                  <a:srgbClr val="C00000"/>
                </a:solidFill>
                <a:latin typeface="Times New Roman" pitchFamily="18" charset="0"/>
              </a:rPr>
              <a:t>11.28 </a:t>
            </a:r>
            <a:r>
              <a:rPr lang="en-US" altLang="ko-KR" sz="2000">
                <a:latin typeface="Times New Roman" pitchFamily="18" charset="0"/>
              </a:rPr>
              <a:t>: </a:t>
            </a:r>
            <a:r>
              <a:rPr lang="en-US" altLang="ko-KR" sz="2000" smtClean="0">
                <a:latin typeface="Times New Roman" pitchFamily="18" charset="0"/>
              </a:rPr>
              <a:t>Multipoint  PPP</a:t>
            </a:r>
          </a:p>
          <a:p>
            <a:pPr lvl="1" algn="just"/>
            <a:endParaRPr lang="en-US" altLang="ko-KR" sz="1800" smtClean="0">
              <a:latin typeface="Times New Roman" pitchFamily="18" charset="0"/>
            </a:endParaRPr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1828800"/>
            <a:ext cx="8783637" cy="2170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0413919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11.4  PPP 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581025"/>
            <a:ext cx="8429625" cy="5848350"/>
          </a:xfrm>
        </p:spPr>
        <p:txBody>
          <a:bodyPr/>
          <a:lstStyle/>
          <a:p>
            <a:pPr algn="just"/>
            <a:r>
              <a:rPr lang="en-US" altLang="ko-KR" sz="2000" b="1" i="1" smtClean="0">
                <a:solidFill>
                  <a:srgbClr val="C00000"/>
                </a:solidFill>
                <a:latin typeface="Times New Roman" pitchFamily="18" charset="0"/>
              </a:rPr>
              <a:t>Ex. 11.7 </a:t>
            </a:r>
            <a:endParaRPr lang="en-US" altLang="ko-KR" sz="2000" smtClean="0">
              <a:latin typeface="Times New Roman" pitchFamily="18" charset="0"/>
            </a:endParaRPr>
          </a:p>
          <a:p>
            <a:pPr marL="457200" lvl="1" indent="0" algn="just">
              <a:buNone/>
            </a:pPr>
            <a:endParaRPr lang="en-US" altLang="ko-KR" sz="1800" smtClean="0">
              <a:latin typeface="Times New Roman" pitchFamily="18" charset="0"/>
            </a:endParaRPr>
          </a:p>
          <a:p>
            <a:pPr marL="457200" lvl="1" indent="0" algn="just">
              <a:buNone/>
            </a:pPr>
            <a:endParaRPr lang="en-US" altLang="ko-KR" sz="1800">
              <a:latin typeface="Times New Roman" pitchFamily="18" charset="0"/>
            </a:endParaRPr>
          </a:p>
          <a:p>
            <a:pPr marL="457200" lvl="1" indent="0" algn="just">
              <a:buNone/>
            </a:pPr>
            <a:endParaRPr lang="en-US" altLang="ko-KR" sz="1800" smtClean="0">
              <a:latin typeface="Times New Roman" pitchFamily="18" charset="0"/>
            </a:endParaRPr>
          </a:p>
          <a:p>
            <a:pPr marL="457200" lvl="1" indent="0" algn="just">
              <a:buNone/>
            </a:pPr>
            <a:endParaRPr lang="en-US" altLang="ko-KR" sz="1800">
              <a:latin typeface="Times New Roman" pitchFamily="18" charset="0"/>
            </a:endParaRPr>
          </a:p>
          <a:p>
            <a:pPr marL="457200" lvl="1" indent="0" algn="just">
              <a:buNone/>
            </a:pPr>
            <a:endParaRPr lang="en-US" altLang="ko-KR" sz="1800" smtClean="0">
              <a:latin typeface="Times New Roman" pitchFamily="18" charset="0"/>
            </a:endParaRPr>
          </a:p>
          <a:p>
            <a:pPr marL="457200" lvl="1" indent="0" algn="just">
              <a:buNone/>
            </a:pPr>
            <a:endParaRPr lang="en-US" altLang="ko-KR" sz="1800">
              <a:latin typeface="Times New Roman" pitchFamily="18" charset="0"/>
            </a:endParaRPr>
          </a:p>
          <a:p>
            <a:pPr marL="457200" lvl="1" indent="0" algn="just">
              <a:buNone/>
            </a:pPr>
            <a:endParaRPr lang="en-US" altLang="ko-KR" sz="1800" smtClean="0">
              <a:latin typeface="Times New Roman" pitchFamily="18" charset="0"/>
            </a:endParaRPr>
          </a:p>
          <a:p>
            <a:pPr marL="457200" lvl="1" indent="0" algn="just">
              <a:buNone/>
            </a:pPr>
            <a:endParaRPr lang="en-US" altLang="ko-KR" sz="1800">
              <a:latin typeface="Times New Roman" pitchFamily="18" charset="0"/>
            </a:endParaRPr>
          </a:p>
          <a:p>
            <a:pPr marL="457200" lvl="1" indent="0" algn="just">
              <a:buNone/>
            </a:pPr>
            <a:endParaRPr lang="en-US" altLang="ko-KR" sz="1800" smtClean="0">
              <a:latin typeface="Times New Roman" pitchFamily="18" charset="0"/>
            </a:endParaRPr>
          </a:p>
          <a:p>
            <a:pPr marL="457200" lvl="1" indent="0" algn="just">
              <a:buNone/>
            </a:pPr>
            <a:endParaRPr lang="en-US" altLang="ko-KR" sz="1800" smtClean="0">
              <a:latin typeface="Times New Roman" pitchFamily="18" charset="0"/>
            </a:endParaRPr>
          </a:p>
          <a:p>
            <a:pPr marL="457200" lvl="1" indent="0" algn="just">
              <a:buNone/>
            </a:pPr>
            <a:endParaRPr lang="en-US" altLang="ko-KR" sz="1800">
              <a:latin typeface="Times New Roman" pitchFamily="18" charset="0"/>
            </a:endParaRPr>
          </a:p>
          <a:p>
            <a:pPr lvl="1" algn="just"/>
            <a:endParaRPr lang="en-US" altLang="ko-KR" sz="1800" smtClean="0">
              <a:latin typeface="Times New Roman" pitchFamily="18" charset="0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8825" y="599567"/>
            <a:ext cx="5646102" cy="5810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2489795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Homework</a:t>
            </a:r>
            <a:endParaRPr lang="en-US" altLang="ko-KR" sz="24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755650"/>
            <a:ext cx="8429625" cy="5713976"/>
          </a:xfrm>
        </p:spPr>
        <p:txBody>
          <a:bodyPr/>
          <a:lstStyle/>
          <a:p>
            <a:pPr marL="457200" indent="-457200" eaLnBrk="1" hangingPunct="1">
              <a:buFontTx/>
              <a:buNone/>
            </a:pPr>
            <a:r>
              <a:rPr lang="en-US" altLang="ko-KR" b="1" smtClean="0">
                <a:solidFill>
                  <a:srgbClr val="C00000"/>
                </a:solidFill>
                <a:latin typeface="Times New Roman" pitchFamily="18" charset="0"/>
              </a:rPr>
              <a:t>Homework</a:t>
            </a:r>
          </a:p>
          <a:p>
            <a:pPr marL="457200" indent="-457200" eaLnBrk="1" hangingPunct="1">
              <a:buFontTx/>
              <a:buNone/>
            </a:pPr>
            <a:r>
              <a:rPr lang="en-US" altLang="ko-KR" b="1" smtClean="0">
                <a:solidFill>
                  <a:srgbClr val="C00000"/>
                </a:solidFill>
                <a:latin typeface="Times New Roman" pitchFamily="18" charset="0"/>
              </a:rPr>
              <a:t> 	</a:t>
            </a:r>
            <a:r>
              <a:rPr lang="en-US" altLang="ko-KR" smtClean="0">
                <a:latin typeface="Times New Roman" pitchFamily="18" charset="0"/>
              </a:rPr>
              <a:t>Solve Problems  P11-1, P11-3,  P11-9, P11-(11,14), P11-13</a:t>
            </a:r>
          </a:p>
          <a:p>
            <a:pPr marL="457200" indent="-457200" eaLnBrk="1" hangingPunct="1">
              <a:buFontTx/>
              <a:buNone/>
            </a:pPr>
            <a:r>
              <a:rPr lang="en-US" altLang="ko-KR">
                <a:latin typeface="Times New Roman" pitchFamily="18" charset="0"/>
              </a:rPr>
              <a:t>	</a:t>
            </a:r>
            <a:endParaRPr lang="en-US" altLang="ko-KR" smtClean="0">
              <a:latin typeface="Times New Roman" pitchFamily="18" charset="0"/>
            </a:endParaRPr>
          </a:p>
          <a:p>
            <a:pPr marL="457200" indent="-457200" eaLnBrk="1" hangingPunct="1">
              <a:buFontTx/>
              <a:buNone/>
            </a:pPr>
            <a:r>
              <a:rPr lang="en-US" altLang="ko-KR">
                <a:latin typeface="Times New Roman" pitchFamily="18" charset="0"/>
              </a:rPr>
              <a:t>	</a:t>
            </a:r>
            <a:r>
              <a:rPr lang="en-US" altLang="ko-KR" smtClean="0">
                <a:latin typeface="Times New Roman" pitchFamily="18" charset="0"/>
              </a:rPr>
              <a:t>Read textbook pp. 325-354</a:t>
            </a:r>
          </a:p>
          <a:p>
            <a:pPr marL="457200" indent="-457200" eaLnBrk="1" hangingPunct="1">
              <a:buFontTx/>
              <a:buNone/>
            </a:pPr>
            <a:endParaRPr lang="en-US" altLang="ko-KR" b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457200" indent="-457200" eaLnBrk="1" hangingPunct="1">
              <a:buFontTx/>
              <a:buNone/>
            </a:pPr>
            <a:r>
              <a:rPr lang="en-US" altLang="ko-KR" b="1" smtClean="0">
                <a:solidFill>
                  <a:srgbClr val="C00000"/>
                </a:solidFill>
                <a:latin typeface="Times New Roman" pitchFamily="18" charset="0"/>
              </a:rPr>
              <a:t>Next </a:t>
            </a:r>
            <a:r>
              <a:rPr lang="en-US" altLang="ko-KR" b="1">
                <a:solidFill>
                  <a:srgbClr val="C00000"/>
                </a:solidFill>
                <a:latin typeface="Times New Roman" pitchFamily="18" charset="0"/>
              </a:rPr>
              <a:t>Lecture</a:t>
            </a:r>
          </a:p>
          <a:p>
            <a:pPr marL="457200" indent="-457200" eaLnBrk="1" hangingPunct="1">
              <a:buFontTx/>
              <a:buNone/>
            </a:pPr>
            <a:r>
              <a:rPr lang="en-US" altLang="ko-KR">
                <a:latin typeface="Times New Roman" pitchFamily="18" charset="0"/>
              </a:rPr>
              <a:t>     Chapter </a:t>
            </a:r>
            <a:r>
              <a:rPr lang="en-US" altLang="ko-KR" smtClean="0">
                <a:latin typeface="Times New Roman" pitchFamily="18" charset="0"/>
              </a:rPr>
              <a:t>12. Media Access Control (MAC)</a:t>
            </a:r>
            <a:endParaRPr lang="en-US" altLang="ko-KR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16052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기본 디자인">
      <a:majorFont>
        <a:latin typeface="Times New Roman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19489</TotalTime>
  <Words>966</Words>
  <Application>Microsoft Office PowerPoint</Application>
  <PresentationFormat>화면 슬라이드 쇼(4:3)</PresentationFormat>
  <Paragraphs>458</Paragraphs>
  <Slides>35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35</vt:i4>
      </vt:variant>
    </vt:vector>
  </HeadingPairs>
  <TitlesOfParts>
    <vt:vector size="36" baseType="lpstr">
      <vt:lpstr>기본 디자인</vt:lpstr>
      <vt:lpstr>Chapter  11   Data Link Control (DLC)</vt:lpstr>
      <vt:lpstr>Ch. 11  Outline</vt:lpstr>
      <vt:lpstr>Ch. 11 Objective</vt:lpstr>
      <vt:lpstr>11.1  DLC Services</vt:lpstr>
      <vt:lpstr>11.1  DLC Services</vt:lpstr>
      <vt:lpstr>11.1  DLC Services</vt:lpstr>
      <vt:lpstr>11.1  DLC Services</vt:lpstr>
      <vt:lpstr>11.1  DLC Services</vt:lpstr>
      <vt:lpstr>11.2  DLC Protocol</vt:lpstr>
      <vt:lpstr>11.2  DLC Protocol</vt:lpstr>
      <vt:lpstr>11.2  DLC Protocol</vt:lpstr>
      <vt:lpstr>11.2  DLC Protocol</vt:lpstr>
      <vt:lpstr>11.2  DLC Protocol</vt:lpstr>
      <vt:lpstr>11.2  DLC Protocol</vt:lpstr>
      <vt:lpstr>11.2  DLC Protocol</vt:lpstr>
      <vt:lpstr>11.3  HDLC </vt:lpstr>
      <vt:lpstr>11.3  HDLC </vt:lpstr>
      <vt:lpstr>11.3  HDLC </vt:lpstr>
      <vt:lpstr>11.3  HDLC </vt:lpstr>
      <vt:lpstr>11.3  HDLC </vt:lpstr>
      <vt:lpstr>11.3  HDLC </vt:lpstr>
      <vt:lpstr>11.3  HDLC </vt:lpstr>
      <vt:lpstr>11.4  PPP </vt:lpstr>
      <vt:lpstr>11.4  PPP </vt:lpstr>
      <vt:lpstr>11.4  PPP </vt:lpstr>
      <vt:lpstr>11.4  PPP </vt:lpstr>
      <vt:lpstr>11.4  PPP </vt:lpstr>
      <vt:lpstr>11.4  PPP </vt:lpstr>
      <vt:lpstr>11.4  PPP </vt:lpstr>
      <vt:lpstr>11.4  PPP </vt:lpstr>
      <vt:lpstr>11.4  PPP </vt:lpstr>
      <vt:lpstr>11.4  PPP </vt:lpstr>
      <vt:lpstr>11.4  PPP </vt:lpstr>
      <vt:lpstr>11.4  PPP </vt:lpstr>
      <vt:lpstr>Homework</vt:lpstr>
    </vt:vector>
  </TitlesOfParts>
  <Company>UC Berkeley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kaat</dc:creator>
  <cp:lastModifiedBy>김정구</cp:lastModifiedBy>
  <cp:revision>1161</cp:revision>
  <cp:lastPrinted>1998-01-20T18:41:17Z</cp:lastPrinted>
  <dcterms:created xsi:type="dcterms:W3CDTF">1997-04-13T14:24:48Z</dcterms:created>
  <dcterms:modified xsi:type="dcterms:W3CDTF">2013-05-21T02:14:19Z</dcterms:modified>
</cp:coreProperties>
</file>