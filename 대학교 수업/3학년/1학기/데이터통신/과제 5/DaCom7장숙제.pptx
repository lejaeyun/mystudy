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4"/>
  </p:notesMasterIdLst>
  <p:handoutMasterIdLst>
    <p:handoutMasterId r:id="rId5"/>
  </p:handoutMasterIdLst>
  <p:sldIdLst>
    <p:sldId id="256" r:id="rId2"/>
    <p:sldId id="608" r:id="rId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>
          <p15:clr>
            <a:srgbClr val="A4A3A4"/>
          </p15:clr>
        </p15:guide>
        <p15:guide id="2" pos="39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7E0000"/>
    <a:srgbClr val="333399"/>
    <a:srgbClr val="7B84C6"/>
    <a:srgbClr val="FF8C3C"/>
    <a:srgbClr val="C66B5A"/>
    <a:srgbClr val="315263"/>
    <a:srgbClr val="001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 varScale="1">
        <p:scale>
          <a:sx n="109" d="100"/>
          <a:sy n="109" d="100"/>
        </p:scale>
        <p:origin x="1344" y="84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486568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461963" y="2747963"/>
            <a:ext cx="4630737" cy="1381125"/>
          </a:xfrm>
        </p:spPr>
        <p:txBody>
          <a:bodyPr/>
          <a:lstStyle/>
          <a:p>
            <a:pPr algn="ctr" eaLnBrk="1" hangingPunct="1"/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Homework</a:t>
            </a:r>
            <a:br>
              <a:rPr lang="en-US" altLang="ko-KR" sz="3200" i="1" dirty="0" smtClean="0">
                <a:solidFill>
                  <a:srgbClr val="C00000"/>
                </a:solidFill>
                <a:latin typeface="+mj-lt"/>
              </a:rPr>
            </a:br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Chapter  </a:t>
            </a:r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7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> 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/>
            </a:r>
            <a:br>
              <a:rPr lang="en-US" altLang="ko-KR" sz="3200" b="0" dirty="0" smtClean="0">
                <a:solidFill>
                  <a:srgbClr val="0070C0"/>
                </a:solidFill>
              </a:rPr>
            </a:br>
            <a:r>
              <a:rPr lang="en-US" altLang="ko-KR" sz="3200" i="1" dirty="0" smtClean="0">
                <a:solidFill>
                  <a:srgbClr val="333399"/>
                </a:solidFill>
                <a:latin typeface="+mj-lt"/>
              </a:rPr>
              <a:t>Transmission Media</a:t>
            </a:r>
            <a:endParaRPr lang="en-US" altLang="ko-KR" sz="3200" i="1" dirty="0">
              <a:solidFill>
                <a:srgbClr val="333399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Homework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Solve problems</a:t>
            </a: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P1</a:t>
            </a:r>
            <a:r>
              <a:rPr lang="en-US" altLang="ko-KR" dirty="0" smtClean="0">
                <a:latin typeface="Times New Roman" pitchFamily="18" charset="0"/>
              </a:rPr>
              <a:t> What is the function of the twisting in twisted-pair?</a:t>
            </a:r>
            <a:endParaRPr lang="en-US" altLang="ko-KR" dirty="0" smtClean="0">
              <a:latin typeface="Times New Roman" pitchFamily="18" charset="0"/>
            </a:endParaRPr>
          </a:p>
          <a:p>
            <a:pPr lvl="1" algn="just">
              <a:defRPr/>
            </a:pPr>
            <a:r>
              <a:rPr lang="en-US" altLang="ko-KR" dirty="0" smtClean="0">
                <a:solidFill>
                  <a:srgbClr val="C00000"/>
                </a:solidFill>
                <a:latin typeface="Times New Roman" pitchFamily="18" charset="0"/>
              </a:rPr>
              <a:t>P2 </a:t>
            </a:r>
            <a:r>
              <a:rPr lang="en-US" altLang="ko-KR" dirty="0" smtClean="0">
                <a:latin typeface="Times New Roman" pitchFamily="18" charset="0"/>
              </a:rPr>
              <a:t>What is the purpose of cladding in an optical fiber?</a:t>
            </a:r>
          </a:p>
          <a:p>
            <a:pPr lvl="1">
              <a:defRPr/>
            </a:pPr>
            <a:r>
              <a:rPr lang="en-US" altLang="ko-KR" smtClean="0">
                <a:solidFill>
                  <a:srgbClr val="C00000"/>
                </a:solidFill>
                <a:latin typeface="Times New Roman" pitchFamily="18" charset="0"/>
              </a:rPr>
              <a:t>P3 </a:t>
            </a:r>
            <a:r>
              <a:rPr lang="en-US" altLang="ko-KR" smtClean="0">
                <a:latin typeface="Times New Roman" pitchFamily="18" charset="0"/>
              </a:rPr>
              <a:t>What is </a:t>
            </a:r>
            <a:r>
              <a:rPr lang="en-US" altLang="ko-KR" dirty="0" smtClean="0">
                <a:latin typeface="Times New Roman" pitchFamily="18" charset="0"/>
              </a:rPr>
              <a:t>the difference between omnidirectional waves and     </a:t>
            </a:r>
            <a:br>
              <a:rPr lang="en-US" altLang="ko-KR" dirty="0" smtClean="0">
                <a:latin typeface="Times New Roman" pitchFamily="18" charset="0"/>
              </a:rPr>
            </a:br>
            <a:r>
              <a:rPr lang="en-US" altLang="ko-KR" dirty="0" smtClean="0">
                <a:latin typeface="Times New Roman" pitchFamily="18" charset="0"/>
              </a:rPr>
              <a:t>      </a:t>
            </a:r>
            <a:r>
              <a:rPr lang="en-US" altLang="ko-KR" smtClean="0">
                <a:latin typeface="Times New Roman" pitchFamily="18" charset="0"/>
              </a:rPr>
              <a:t>unidirectional waves</a:t>
            </a:r>
            <a:r>
              <a:rPr lang="en-US" altLang="ko-KR" dirty="0" smtClean="0">
                <a:latin typeface="Times New Roman" pitchFamily="18" charset="0"/>
              </a:rPr>
              <a:t>?</a:t>
            </a:r>
          </a:p>
          <a:p>
            <a:pPr lvl="1">
              <a:defRPr/>
            </a:pPr>
            <a:r>
              <a:rPr lang="en-US" altLang="ko-KR" dirty="0" smtClean="0">
                <a:solidFill>
                  <a:srgbClr val="CC0000"/>
                </a:solidFill>
                <a:latin typeface="Times New Roman" pitchFamily="18" charset="0"/>
              </a:rPr>
              <a:t>P4</a:t>
            </a:r>
            <a:r>
              <a:rPr lang="en-US" altLang="ko-KR" dirty="0" smtClean="0">
                <a:latin typeface="Times New Roman" pitchFamily="18" charset="0"/>
              </a:rPr>
              <a:t> What are the three major classes of </a:t>
            </a:r>
            <a:r>
              <a:rPr lang="en-US" altLang="ko-KR" dirty="0">
                <a:latin typeface="Times New Roman" pitchFamily="18" charset="0"/>
              </a:rPr>
              <a:t>g</a:t>
            </a:r>
            <a:r>
              <a:rPr lang="en-US" altLang="ko-KR" dirty="0" smtClean="0">
                <a:latin typeface="Times New Roman" pitchFamily="18" charset="0"/>
              </a:rPr>
              <a:t>uided media?</a:t>
            </a:r>
          </a:p>
          <a:p>
            <a:pPr lvl="1"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</a:rPr>
              <a:t>Read textbook pp. 207-230</a:t>
            </a:r>
          </a:p>
          <a:p>
            <a:pPr marL="457200" indent="-457200" eaLnBrk="1" hangingPunct="1">
              <a:buFontTx/>
              <a:buNone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Lecture</a:t>
            </a:r>
            <a:endParaRPr lang="en-US" altLang="ko-KR" b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8. Switching</a:t>
            </a:r>
          </a:p>
        </p:txBody>
      </p:sp>
    </p:spTree>
    <p:extLst>
      <p:ext uri="{BB962C8B-B14F-4D97-AF65-F5344CB8AC3E}">
        <p14:creationId xmlns:p14="http://schemas.microsoft.com/office/powerpoint/2010/main" val="35801584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14471</TotalTime>
  <Words>51</Words>
  <Application>Microsoft Office PowerPoint</Application>
  <PresentationFormat>화면 슬라이드 쇼(4:3)</PresentationFormat>
  <Paragraphs>19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HY각헤드라인M</vt:lpstr>
      <vt:lpstr>HY목판L</vt:lpstr>
      <vt:lpstr>HY헤드라인M</vt:lpstr>
      <vt:lpstr>굴림</vt:lpstr>
      <vt:lpstr>돋움</vt:lpstr>
      <vt:lpstr>Arial</vt:lpstr>
      <vt:lpstr>Arial Black</vt:lpstr>
      <vt:lpstr>Microsoft Sans Serif</vt:lpstr>
      <vt:lpstr>Times New Roman</vt:lpstr>
      <vt:lpstr>Verdana</vt:lpstr>
      <vt:lpstr>Wingdings 2</vt:lpstr>
      <vt:lpstr>기본 디자인</vt:lpstr>
      <vt:lpstr>Homework Chapter  7  Transmission Media</vt:lpstr>
      <vt:lpstr>Homework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user</cp:lastModifiedBy>
  <cp:revision>1054</cp:revision>
  <cp:lastPrinted>1998-01-20T18:41:17Z</cp:lastPrinted>
  <dcterms:created xsi:type="dcterms:W3CDTF">1997-04-13T14:24:48Z</dcterms:created>
  <dcterms:modified xsi:type="dcterms:W3CDTF">2020-05-12T03:49:36Z</dcterms:modified>
</cp:coreProperties>
</file>