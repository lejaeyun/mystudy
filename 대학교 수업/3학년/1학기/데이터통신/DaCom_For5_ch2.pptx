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8" r:id="rId1"/>
  </p:sldMasterIdLst>
  <p:notesMasterIdLst>
    <p:notesMasterId r:id="rId24"/>
  </p:notesMasterIdLst>
  <p:handoutMasterIdLst>
    <p:handoutMasterId r:id="rId25"/>
  </p:handoutMasterIdLst>
  <p:sldIdLst>
    <p:sldId id="256" r:id="rId2"/>
    <p:sldId id="429" r:id="rId3"/>
    <p:sldId id="448" r:id="rId4"/>
    <p:sldId id="478" r:id="rId5"/>
    <p:sldId id="449" r:id="rId6"/>
    <p:sldId id="479" r:id="rId7"/>
    <p:sldId id="480" r:id="rId8"/>
    <p:sldId id="450" r:id="rId9"/>
    <p:sldId id="481" r:id="rId10"/>
    <p:sldId id="483" r:id="rId11"/>
    <p:sldId id="484" r:id="rId12"/>
    <p:sldId id="453" r:id="rId13"/>
    <p:sldId id="485" r:id="rId14"/>
    <p:sldId id="486" r:id="rId15"/>
    <p:sldId id="454" r:id="rId16"/>
    <p:sldId id="488" r:id="rId17"/>
    <p:sldId id="489" r:id="rId18"/>
    <p:sldId id="490" r:id="rId19"/>
    <p:sldId id="495" r:id="rId20"/>
    <p:sldId id="491" r:id="rId21"/>
    <p:sldId id="493" r:id="rId22"/>
    <p:sldId id="431" r:id="rId23"/>
  </p:sldIdLst>
  <p:sldSz cx="9144000" cy="6858000" type="screen4x3"/>
  <p:notesSz cx="7099300" cy="10234613"/>
  <p:defaultTextStyle>
    <a:defPPr>
      <a:defRPr lang="en-US"/>
    </a:defPPr>
    <a:lvl1pPr algn="l" rtl="0" eaLnBrk="0" fontAlgn="base" hangingPunct="0">
      <a:spcBef>
        <a:spcPct val="0"/>
      </a:spcBef>
      <a:spcAft>
        <a:spcPct val="0"/>
      </a:spcAft>
      <a:defRPr sz="2000" i="1" kern="1200">
        <a:solidFill>
          <a:schemeClr val="tx1"/>
        </a:solidFill>
        <a:latin typeface="Arial" panose="020B0604020202020204" pitchFamily="34" charset="0"/>
        <a:ea typeface="굴림" panose="020B0600000101010101" pitchFamily="50" charset="-127"/>
        <a:cs typeface="+mn-cs"/>
      </a:defRPr>
    </a:lvl1pPr>
    <a:lvl2pPr marL="457200" algn="l" rtl="0" eaLnBrk="0" fontAlgn="base" hangingPunct="0">
      <a:spcBef>
        <a:spcPct val="0"/>
      </a:spcBef>
      <a:spcAft>
        <a:spcPct val="0"/>
      </a:spcAft>
      <a:defRPr sz="2000" i="1" kern="1200">
        <a:solidFill>
          <a:schemeClr val="tx1"/>
        </a:solidFill>
        <a:latin typeface="Arial" panose="020B0604020202020204" pitchFamily="34" charset="0"/>
        <a:ea typeface="굴림" panose="020B0600000101010101" pitchFamily="50" charset="-127"/>
        <a:cs typeface="+mn-cs"/>
      </a:defRPr>
    </a:lvl2pPr>
    <a:lvl3pPr marL="914400" algn="l" rtl="0" eaLnBrk="0" fontAlgn="base" hangingPunct="0">
      <a:spcBef>
        <a:spcPct val="0"/>
      </a:spcBef>
      <a:spcAft>
        <a:spcPct val="0"/>
      </a:spcAft>
      <a:defRPr sz="2000" i="1" kern="1200">
        <a:solidFill>
          <a:schemeClr val="tx1"/>
        </a:solidFill>
        <a:latin typeface="Arial" panose="020B0604020202020204" pitchFamily="34" charset="0"/>
        <a:ea typeface="굴림" panose="020B0600000101010101" pitchFamily="50" charset="-127"/>
        <a:cs typeface="+mn-cs"/>
      </a:defRPr>
    </a:lvl3pPr>
    <a:lvl4pPr marL="1371600" algn="l" rtl="0" eaLnBrk="0" fontAlgn="base" hangingPunct="0">
      <a:spcBef>
        <a:spcPct val="0"/>
      </a:spcBef>
      <a:spcAft>
        <a:spcPct val="0"/>
      </a:spcAft>
      <a:defRPr sz="2000" i="1" kern="1200">
        <a:solidFill>
          <a:schemeClr val="tx1"/>
        </a:solidFill>
        <a:latin typeface="Arial" panose="020B0604020202020204" pitchFamily="34" charset="0"/>
        <a:ea typeface="굴림" panose="020B0600000101010101" pitchFamily="50" charset="-127"/>
        <a:cs typeface="+mn-cs"/>
      </a:defRPr>
    </a:lvl4pPr>
    <a:lvl5pPr marL="1828800" algn="l" rtl="0" eaLnBrk="0" fontAlgn="base" hangingPunct="0">
      <a:spcBef>
        <a:spcPct val="0"/>
      </a:spcBef>
      <a:spcAft>
        <a:spcPct val="0"/>
      </a:spcAft>
      <a:defRPr sz="2000" i="1" kern="1200">
        <a:solidFill>
          <a:schemeClr val="tx1"/>
        </a:solidFill>
        <a:latin typeface="Arial" panose="020B0604020202020204" pitchFamily="34" charset="0"/>
        <a:ea typeface="굴림" panose="020B0600000101010101" pitchFamily="50" charset="-127"/>
        <a:cs typeface="+mn-cs"/>
      </a:defRPr>
    </a:lvl5pPr>
    <a:lvl6pPr marL="2286000" algn="l" defTabSz="914400" rtl="0" eaLnBrk="1" latinLnBrk="1" hangingPunct="1">
      <a:defRPr sz="2000" i="1" kern="1200">
        <a:solidFill>
          <a:schemeClr val="tx1"/>
        </a:solidFill>
        <a:latin typeface="Arial" panose="020B0604020202020204" pitchFamily="34" charset="0"/>
        <a:ea typeface="굴림" panose="020B0600000101010101" pitchFamily="50" charset="-127"/>
        <a:cs typeface="+mn-cs"/>
      </a:defRPr>
    </a:lvl6pPr>
    <a:lvl7pPr marL="2743200" algn="l" defTabSz="914400" rtl="0" eaLnBrk="1" latinLnBrk="1" hangingPunct="1">
      <a:defRPr sz="2000" i="1" kern="1200">
        <a:solidFill>
          <a:schemeClr val="tx1"/>
        </a:solidFill>
        <a:latin typeface="Arial" panose="020B0604020202020204" pitchFamily="34" charset="0"/>
        <a:ea typeface="굴림" panose="020B0600000101010101" pitchFamily="50" charset="-127"/>
        <a:cs typeface="+mn-cs"/>
      </a:defRPr>
    </a:lvl7pPr>
    <a:lvl8pPr marL="3200400" algn="l" defTabSz="914400" rtl="0" eaLnBrk="1" latinLnBrk="1" hangingPunct="1">
      <a:defRPr sz="2000" i="1" kern="1200">
        <a:solidFill>
          <a:schemeClr val="tx1"/>
        </a:solidFill>
        <a:latin typeface="Arial" panose="020B0604020202020204" pitchFamily="34" charset="0"/>
        <a:ea typeface="굴림" panose="020B0600000101010101" pitchFamily="50" charset="-127"/>
        <a:cs typeface="+mn-cs"/>
      </a:defRPr>
    </a:lvl8pPr>
    <a:lvl9pPr marL="3657600" algn="l" defTabSz="914400" rtl="0" eaLnBrk="1" latinLnBrk="1" hangingPunct="1">
      <a:defRPr sz="2000" i="1" kern="1200">
        <a:solidFill>
          <a:schemeClr val="tx1"/>
        </a:solidFill>
        <a:latin typeface="Arial" panose="020B0604020202020204" pitchFamily="34" charset="0"/>
        <a:ea typeface="굴림" panose="020B0600000101010101" pitchFamily="50" charset="-127"/>
        <a:cs typeface="+mn-cs"/>
      </a:defRPr>
    </a:lvl9pPr>
  </p:defaultTextStyle>
  <p:extLst>
    <p:ext uri="{EFAFB233-063F-42B5-8137-9DF3F51BA10A}">
      <p15:sldGuideLst xmlns:p15="http://schemas.microsoft.com/office/powerpoint/2012/main">
        <p15:guide id="1" orient="horz" pos="1536">
          <p15:clr>
            <a:srgbClr val="A4A3A4"/>
          </p15:clr>
        </p15:guide>
        <p15:guide id="2" pos="397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0000"/>
    <a:srgbClr val="7B84C6"/>
    <a:srgbClr val="FF8C3C"/>
    <a:srgbClr val="C66B5A"/>
    <a:srgbClr val="315263"/>
    <a:srgbClr val="001E4A"/>
    <a:srgbClr val="CC00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0018" autoAdjust="0"/>
    <p:restoredTop sz="94591" autoAdjust="0"/>
  </p:normalViewPr>
  <p:slideViewPr>
    <p:cSldViewPr snapToGrid="0">
      <p:cViewPr varScale="1">
        <p:scale>
          <a:sx n="109" d="100"/>
          <a:sy n="109" d="100"/>
        </p:scale>
        <p:origin x="1296" y="102"/>
      </p:cViewPr>
      <p:guideLst>
        <p:guide orient="horz" pos="1536"/>
        <p:guide pos="39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31115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defTabSz="998538">
              <a:defRPr sz="1400" i="0">
                <a:latin typeface="Times New Roman" pitchFamily="18" charset="0"/>
                <a:ea typeface="굴림" pitchFamily="50" charset="-127"/>
              </a:defRPr>
            </a:lvl1pPr>
          </a:lstStyle>
          <a:p>
            <a:pPr>
              <a:defRPr/>
            </a:pPr>
            <a:r>
              <a:rPr lang="ko-KR" altLang="en-US"/>
              <a:t>EE141</a:t>
            </a:r>
            <a:endParaRPr lang="en-US" altLang="ko-KR"/>
          </a:p>
        </p:txBody>
      </p:sp>
      <p:sp>
        <p:nvSpPr>
          <p:cNvPr id="45059" name="Rectangle 3"/>
          <p:cNvSpPr>
            <a:spLocks noGrp="1" noChangeArrowheads="1"/>
          </p:cNvSpPr>
          <p:nvPr>
            <p:ph type="dt" sz="quarter" idx="1"/>
          </p:nvPr>
        </p:nvSpPr>
        <p:spPr bwMode="auto">
          <a:xfrm>
            <a:off x="4051300" y="0"/>
            <a:ext cx="30353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endParaRPr lang="en-US" altLang="ko-KR"/>
          </a:p>
        </p:txBody>
      </p:sp>
      <p:sp>
        <p:nvSpPr>
          <p:cNvPr id="45060" name="Rectangle 4"/>
          <p:cNvSpPr>
            <a:spLocks noGrp="1" noChangeArrowheads="1"/>
          </p:cNvSpPr>
          <p:nvPr>
            <p:ph type="ftr" sz="quarter" idx="2"/>
          </p:nvPr>
        </p:nvSpPr>
        <p:spPr bwMode="auto">
          <a:xfrm>
            <a:off x="0" y="9712325"/>
            <a:ext cx="31115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defTabSz="998538">
              <a:defRPr sz="1400" i="0">
                <a:latin typeface="Times New Roman" pitchFamily="18" charset="0"/>
                <a:ea typeface="굴림" pitchFamily="50" charset="-127"/>
              </a:defRPr>
            </a:lvl1pPr>
          </a:lstStyle>
          <a:p>
            <a:pPr>
              <a:defRPr/>
            </a:pPr>
            <a:endParaRPr lang="en-US" altLang="ko-KR"/>
          </a:p>
        </p:txBody>
      </p:sp>
      <p:sp>
        <p:nvSpPr>
          <p:cNvPr id="45061" name="Rectangle 5"/>
          <p:cNvSpPr>
            <a:spLocks noGrp="1" noChangeArrowheads="1"/>
          </p:cNvSpPr>
          <p:nvPr>
            <p:ph type="sldNum" sz="quarter" idx="3"/>
          </p:nvPr>
        </p:nvSpPr>
        <p:spPr bwMode="auto">
          <a:xfrm>
            <a:off x="4051300" y="9712325"/>
            <a:ext cx="30353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algn="r" defTabSz="998538">
              <a:defRPr sz="1400" i="0" smtClean="0">
                <a:latin typeface="Times New Roman" panose="02020603050405020304" pitchFamily="18" charset="0"/>
              </a:defRPr>
            </a:lvl1pPr>
          </a:lstStyle>
          <a:p>
            <a:pPr>
              <a:defRPr/>
            </a:pPr>
            <a:fld id="{8B13641B-3810-4857-BA04-55AF00D833D6}"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1115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defTabSz="998538">
              <a:defRPr sz="1400" i="0">
                <a:latin typeface="Times New Roman" pitchFamily="18" charset="0"/>
                <a:ea typeface="굴림" pitchFamily="50" charset="-127"/>
              </a:defRPr>
            </a:lvl1pPr>
          </a:lstStyle>
          <a:p>
            <a:pPr>
              <a:defRPr/>
            </a:pPr>
            <a:r>
              <a:rPr lang="ko-KR" altLang="en-US"/>
              <a:t>EE141</a:t>
            </a:r>
            <a:endParaRPr lang="en-US" altLang="ko-KR"/>
          </a:p>
        </p:txBody>
      </p:sp>
      <p:sp>
        <p:nvSpPr>
          <p:cNvPr id="44035" name="Rectangle 3"/>
          <p:cNvSpPr>
            <a:spLocks noGrp="1" noChangeArrowheads="1"/>
          </p:cNvSpPr>
          <p:nvPr>
            <p:ph type="dt" idx="1"/>
          </p:nvPr>
        </p:nvSpPr>
        <p:spPr bwMode="auto">
          <a:xfrm>
            <a:off x="4051300" y="0"/>
            <a:ext cx="30353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endParaRPr lang="en-US" altLang="ko-KR"/>
          </a:p>
        </p:txBody>
      </p:sp>
      <p:sp>
        <p:nvSpPr>
          <p:cNvPr id="15364" name="Rectangle 4"/>
          <p:cNvSpPr>
            <a:spLocks noChangeArrowheads="1" noTextEdit="1"/>
          </p:cNvSpPr>
          <p:nvPr>
            <p:ph type="sldImg" idx="2"/>
          </p:nvPr>
        </p:nvSpPr>
        <p:spPr bwMode="auto">
          <a:xfrm>
            <a:off x="954088" y="760413"/>
            <a:ext cx="5181600" cy="3886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7" name="Rectangle 5"/>
          <p:cNvSpPr>
            <a:spLocks noGrp="1" noChangeArrowheads="1"/>
          </p:cNvSpPr>
          <p:nvPr>
            <p:ph type="body" sz="quarter" idx="3"/>
          </p:nvPr>
        </p:nvSpPr>
        <p:spPr bwMode="auto">
          <a:xfrm>
            <a:off x="936625" y="4899025"/>
            <a:ext cx="5214938" cy="4560888"/>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p>
            <a:pPr lvl="0"/>
            <a:r>
              <a:rPr lang="en-US" altLang="ko-KR" noProof="0" smtClean="0"/>
              <a:t>Click to edit Master text styles</a:t>
            </a:r>
          </a:p>
          <a:p>
            <a:pPr lvl="1"/>
            <a:r>
              <a:rPr lang="en-US" altLang="ko-KR" noProof="0" smtClean="0"/>
              <a:t>Second level</a:t>
            </a:r>
          </a:p>
          <a:p>
            <a:pPr lvl="2"/>
            <a:r>
              <a:rPr lang="en-US" altLang="ko-KR" noProof="0" smtClean="0"/>
              <a:t>Third level</a:t>
            </a:r>
          </a:p>
          <a:p>
            <a:pPr lvl="3"/>
            <a:r>
              <a:rPr lang="en-US" altLang="ko-KR" noProof="0" smtClean="0"/>
              <a:t>Fourth level</a:t>
            </a:r>
          </a:p>
          <a:p>
            <a:pPr lvl="4"/>
            <a:r>
              <a:rPr lang="en-US" altLang="ko-KR" noProof="0" smtClean="0"/>
              <a:t>Fifth level</a:t>
            </a:r>
          </a:p>
        </p:txBody>
      </p:sp>
      <p:sp>
        <p:nvSpPr>
          <p:cNvPr id="44038" name="Rectangle 6"/>
          <p:cNvSpPr>
            <a:spLocks noGrp="1" noChangeArrowheads="1"/>
          </p:cNvSpPr>
          <p:nvPr>
            <p:ph type="ftr" sz="quarter" idx="4"/>
          </p:nvPr>
        </p:nvSpPr>
        <p:spPr bwMode="auto">
          <a:xfrm>
            <a:off x="0" y="9712325"/>
            <a:ext cx="31115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defTabSz="998538">
              <a:defRPr sz="1400" i="0">
                <a:latin typeface="Times New Roman" pitchFamily="18" charset="0"/>
                <a:ea typeface="굴림" pitchFamily="50" charset="-127"/>
              </a:defRPr>
            </a:lvl1pPr>
          </a:lstStyle>
          <a:p>
            <a:pPr>
              <a:defRPr/>
            </a:pPr>
            <a:endParaRPr lang="en-US" altLang="ko-KR"/>
          </a:p>
        </p:txBody>
      </p:sp>
      <p:sp>
        <p:nvSpPr>
          <p:cNvPr id="44039" name="Rectangle 7"/>
          <p:cNvSpPr>
            <a:spLocks noGrp="1" noChangeArrowheads="1"/>
          </p:cNvSpPr>
          <p:nvPr>
            <p:ph type="sldNum" sz="quarter" idx="5"/>
          </p:nvPr>
        </p:nvSpPr>
        <p:spPr bwMode="auto">
          <a:xfrm>
            <a:off x="4051300" y="9712325"/>
            <a:ext cx="30353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algn="r" defTabSz="998538">
              <a:defRPr sz="1400" i="0" smtClean="0">
                <a:latin typeface="Times New Roman" panose="02020603050405020304" pitchFamily="18" charset="0"/>
              </a:defRPr>
            </a:lvl1pPr>
          </a:lstStyle>
          <a:p>
            <a:pPr>
              <a:defRPr/>
            </a:pPr>
            <a:fld id="{D2254FF2-DEF8-4487-9597-3A46BC37CC84}"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f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anose="020B0604020202020204" pitchFamily="34" charset="0"/>
                <a:ea typeface="굴림" panose="020B0600000101010101" pitchFamily="50" charset="-127"/>
              </a:defRPr>
            </a:lvl1pPr>
            <a:lvl2pPr marL="742950" indent="-285750" defTabSz="998538">
              <a:defRPr sz="2000" i="1">
                <a:solidFill>
                  <a:schemeClr val="tx1"/>
                </a:solidFill>
                <a:latin typeface="Arial" panose="020B0604020202020204" pitchFamily="34" charset="0"/>
                <a:ea typeface="굴림" panose="020B0600000101010101" pitchFamily="50" charset="-127"/>
              </a:defRPr>
            </a:lvl2pPr>
            <a:lvl3pPr marL="1143000" indent="-228600" defTabSz="998538">
              <a:defRPr sz="2000" i="1">
                <a:solidFill>
                  <a:schemeClr val="tx1"/>
                </a:solidFill>
                <a:latin typeface="Arial" panose="020B0604020202020204" pitchFamily="34" charset="0"/>
                <a:ea typeface="굴림" panose="020B0600000101010101" pitchFamily="50" charset="-127"/>
              </a:defRPr>
            </a:lvl3pPr>
            <a:lvl4pPr marL="1600200" indent="-228600" defTabSz="998538">
              <a:defRPr sz="2000" i="1">
                <a:solidFill>
                  <a:schemeClr val="tx1"/>
                </a:solidFill>
                <a:latin typeface="Arial" panose="020B0604020202020204" pitchFamily="34" charset="0"/>
                <a:ea typeface="굴림" panose="020B0600000101010101" pitchFamily="50" charset="-127"/>
              </a:defRPr>
            </a:lvl4pPr>
            <a:lvl5pPr marL="2057400" indent="-228600" defTabSz="998538">
              <a:defRPr sz="2000" i="1">
                <a:solidFill>
                  <a:schemeClr val="tx1"/>
                </a:solidFill>
                <a:latin typeface="Arial" panose="020B0604020202020204" pitchFamily="34" charset="0"/>
                <a:ea typeface="굴림" panose="020B0600000101010101" pitchFamily="50" charset="-127"/>
              </a:defRPr>
            </a:lvl5pPr>
            <a:lvl6pPr marL="25146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r>
              <a:rPr lang="ko-KR" altLang="en-US" sz="1400" i="0" smtClean="0">
                <a:latin typeface="Times New Roman" panose="02020603050405020304" pitchFamily="18" charset="0"/>
              </a:rPr>
              <a:t>EE141</a:t>
            </a:r>
            <a:endParaRPr lang="en-US" altLang="ko-KR" sz="1400" i="0" smtClean="0">
              <a:latin typeface="Times New Roman" panose="02020603050405020304" pitchFamily="18" charset="0"/>
            </a:endParaRPr>
          </a:p>
        </p:txBody>
      </p:sp>
      <p:sp>
        <p:nvSpPr>
          <p:cNvPr id="18435"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anose="020B0604020202020204" pitchFamily="34" charset="0"/>
                <a:ea typeface="굴림" panose="020B0600000101010101" pitchFamily="50" charset="-127"/>
              </a:defRPr>
            </a:lvl1pPr>
            <a:lvl2pPr marL="742950" indent="-285750" defTabSz="998538">
              <a:defRPr sz="2000" i="1">
                <a:solidFill>
                  <a:schemeClr val="tx1"/>
                </a:solidFill>
                <a:latin typeface="Arial" panose="020B0604020202020204" pitchFamily="34" charset="0"/>
                <a:ea typeface="굴림" panose="020B0600000101010101" pitchFamily="50" charset="-127"/>
              </a:defRPr>
            </a:lvl2pPr>
            <a:lvl3pPr marL="1143000" indent="-228600" defTabSz="998538">
              <a:defRPr sz="2000" i="1">
                <a:solidFill>
                  <a:schemeClr val="tx1"/>
                </a:solidFill>
                <a:latin typeface="Arial" panose="020B0604020202020204" pitchFamily="34" charset="0"/>
                <a:ea typeface="굴림" panose="020B0600000101010101" pitchFamily="50" charset="-127"/>
              </a:defRPr>
            </a:lvl3pPr>
            <a:lvl4pPr marL="1600200" indent="-228600" defTabSz="998538">
              <a:defRPr sz="2000" i="1">
                <a:solidFill>
                  <a:schemeClr val="tx1"/>
                </a:solidFill>
                <a:latin typeface="Arial" panose="020B0604020202020204" pitchFamily="34" charset="0"/>
                <a:ea typeface="굴림" panose="020B0600000101010101" pitchFamily="50" charset="-127"/>
              </a:defRPr>
            </a:lvl4pPr>
            <a:lvl5pPr marL="2057400" indent="-228600" defTabSz="998538">
              <a:defRPr sz="2000" i="1">
                <a:solidFill>
                  <a:schemeClr val="tx1"/>
                </a:solidFill>
                <a:latin typeface="Arial" panose="020B0604020202020204" pitchFamily="34" charset="0"/>
                <a:ea typeface="굴림" panose="020B0600000101010101" pitchFamily="50" charset="-127"/>
              </a:defRPr>
            </a:lvl5pPr>
            <a:lvl6pPr marL="25146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fld id="{09EAD806-78D9-4913-BD6F-8E81A581DBE9}" type="slidenum">
              <a:rPr lang="ko-KR" altLang="en-US" sz="1400" i="0">
                <a:latin typeface="Times New Roman" panose="02020603050405020304" pitchFamily="18" charset="0"/>
              </a:rPr>
              <a:pPr/>
              <a:t>1</a:t>
            </a:fld>
            <a:endParaRPr lang="en-US" altLang="ko-KR" sz="1400" i="0">
              <a:latin typeface="Times New Roman" panose="02020603050405020304" pitchFamily="18" charset="0"/>
            </a:endParaRPr>
          </a:p>
        </p:txBody>
      </p:sp>
      <p:sp>
        <p:nvSpPr>
          <p:cNvPr id="18436" name="Rectangle 2"/>
          <p:cNvSpPr>
            <a:spLocks noChangeArrowheads="1" noTextEdit="1"/>
          </p:cNvSpPr>
          <p:nvPr>
            <p:ph type="sldImg"/>
          </p:nvPr>
        </p:nvSpPr>
        <p:spPr>
          <a:ln/>
        </p:spPr>
      </p:sp>
      <p:sp>
        <p:nvSpPr>
          <p:cNvPr id="1843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anose="020B0604020202020204" pitchFamily="34" charset="0"/>
                <a:ea typeface="굴림" panose="020B0600000101010101" pitchFamily="50" charset="-127"/>
              </a:defRPr>
            </a:lvl1pPr>
            <a:lvl2pPr marL="742950" indent="-285750" defTabSz="998538">
              <a:defRPr sz="2000" i="1">
                <a:solidFill>
                  <a:schemeClr val="tx1"/>
                </a:solidFill>
                <a:latin typeface="Arial" panose="020B0604020202020204" pitchFamily="34" charset="0"/>
                <a:ea typeface="굴림" panose="020B0600000101010101" pitchFamily="50" charset="-127"/>
              </a:defRPr>
            </a:lvl2pPr>
            <a:lvl3pPr marL="1143000" indent="-228600" defTabSz="998538">
              <a:defRPr sz="2000" i="1">
                <a:solidFill>
                  <a:schemeClr val="tx1"/>
                </a:solidFill>
                <a:latin typeface="Arial" panose="020B0604020202020204" pitchFamily="34" charset="0"/>
                <a:ea typeface="굴림" panose="020B0600000101010101" pitchFamily="50" charset="-127"/>
              </a:defRPr>
            </a:lvl3pPr>
            <a:lvl4pPr marL="1600200" indent="-228600" defTabSz="998538">
              <a:defRPr sz="2000" i="1">
                <a:solidFill>
                  <a:schemeClr val="tx1"/>
                </a:solidFill>
                <a:latin typeface="Arial" panose="020B0604020202020204" pitchFamily="34" charset="0"/>
                <a:ea typeface="굴림" panose="020B0600000101010101" pitchFamily="50" charset="-127"/>
              </a:defRPr>
            </a:lvl4pPr>
            <a:lvl5pPr marL="2057400" indent="-228600" defTabSz="998538">
              <a:defRPr sz="2000" i="1">
                <a:solidFill>
                  <a:schemeClr val="tx1"/>
                </a:solidFill>
                <a:latin typeface="Arial" panose="020B0604020202020204" pitchFamily="34" charset="0"/>
                <a:ea typeface="굴림" panose="020B0600000101010101" pitchFamily="50" charset="-127"/>
              </a:defRPr>
            </a:lvl5pPr>
            <a:lvl6pPr marL="25146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r>
              <a:rPr lang="ko-KR" altLang="en-US" sz="1400" i="0" smtClean="0">
                <a:latin typeface="Times New Roman" panose="02020603050405020304" pitchFamily="18" charset="0"/>
              </a:rPr>
              <a:t>EE141</a:t>
            </a:r>
            <a:endParaRPr lang="en-US" altLang="ko-KR" sz="1400" i="0" smtClean="0">
              <a:latin typeface="Times New Roman" panose="02020603050405020304" pitchFamily="18" charset="0"/>
            </a:endParaRPr>
          </a:p>
        </p:txBody>
      </p:sp>
      <p:sp>
        <p:nvSpPr>
          <p:cNvPr id="40963"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anose="020B0604020202020204" pitchFamily="34" charset="0"/>
                <a:ea typeface="굴림" panose="020B0600000101010101" pitchFamily="50" charset="-127"/>
              </a:defRPr>
            </a:lvl1pPr>
            <a:lvl2pPr marL="742950" indent="-285750" defTabSz="998538">
              <a:defRPr sz="2000" i="1">
                <a:solidFill>
                  <a:schemeClr val="tx1"/>
                </a:solidFill>
                <a:latin typeface="Arial" panose="020B0604020202020204" pitchFamily="34" charset="0"/>
                <a:ea typeface="굴림" panose="020B0600000101010101" pitchFamily="50" charset="-127"/>
              </a:defRPr>
            </a:lvl2pPr>
            <a:lvl3pPr marL="1143000" indent="-228600" defTabSz="998538">
              <a:defRPr sz="2000" i="1">
                <a:solidFill>
                  <a:schemeClr val="tx1"/>
                </a:solidFill>
                <a:latin typeface="Arial" panose="020B0604020202020204" pitchFamily="34" charset="0"/>
                <a:ea typeface="굴림" panose="020B0600000101010101" pitchFamily="50" charset="-127"/>
              </a:defRPr>
            </a:lvl3pPr>
            <a:lvl4pPr marL="1600200" indent="-228600" defTabSz="998538">
              <a:defRPr sz="2000" i="1">
                <a:solidFill>
                  <a:schemeClr val="tx1"/>
                </a:solidFill>
                <a:latin typeface="Arial" panose="020B0604020202020204" pitchFamily="34" charset="0"/>
                <a:ea typeface="굴림" panose="020B0600000101010101" pitchFamily="50" charset="-127"/>
              </a:defRPr>
            </a:lvl4pPr>
            <a:lvl5pPr marL="2057400" indent="-228600" defTabSz="998538">
              <a:defRPr sz="2000" i="1">
                <a:solidFill>
                  <a:schemeClr val="tx1"/>
                </a:solidFill>
                <a:latin typeface="Arial" panose="020B0604020202020204" pitchFamily="34" charset="0"/>
                <a:ea typeface="굴림" panose="020B0600000101010101" pitchFamily="50" charset="-127"/>
              </a:defRPr>
            </a:lvl5pPr>
            <a:lvl6pPr marL="25146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defTabSz="998538"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fld id="{39770AB0-A64F-44B9-8225-B4455292F500}" type="slidenum">
              <a:rPr lang="ko-KR" altLang="en-US" sz="1400" i="0">
                <a:latin typeface="Times New Roman" panose="02020603050405020304" pitchFamily="18" charset="0"/>
              </a:rPr>
              <a:pPr/>
              <a:t>22</a:t>
            </a:fld>
            <a:endParaRPr lang="en-US" altLang="ko-KR" sz="1400" i="0">
              <a:latin typeface="Times New Roman" panose="02020603050405020304" pitchFamily="18" charset="0"/>
            </a:endParaRPr>
          </a:p>
        </p:txBody>
      </p:sp>
      <p:sp>
        <p:nvSpPr>
          <p:cNvPr id="40964" name="Rectangle 2"/>
          <p:cNvSpPr>
            <a:spLocks noChangeArrowheads="1" noTextEdit="1"/>
          </p:cNvSpPr>
          <p:nvPr>
            <p:ph type="sldImg"/>
          </p:nvPr>
        </p:nvSpPr>
        <p:spPr>
          <a:ln/>
        </p:spPr>
      </p:sp>
      <p:sp>
        <p:nvSpPr>
          <p:cNvPr id="4096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4" name="Rectangle 4"/>
          <p:cNvSpPr>
            <a:spLocks noChangeArrowheads="1"/>
          </p:cNvSpPr>
          <p:nvPr/>
        </p:nvSpPr>
        <p:spPr bwMode="ltGray">
          <a:xfrm>
            <a:off x="0" y="6597650"/>
            <a:ext cx="9144000" cy="260350"/>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eaLnBrk="1" latinLnBrk="1" hangingPunct="1">
              <a:defRPr/>
            </a:pPr>
            <a:endParaRPr kumimoji="1" lang="ko-KR" altLang="en-US" sz="1800" b="1" i="0" smtClean="0">
              <a:solidFill>
                <a:schemeClr val="bg1"/>
              </a:solidFill>
              <a:ea typeface="HY헤드라인M" panose="02030600000101010101" pitchFamily="18" charset="-127"/>
              <a:sym typeface="Wingdings 2" panose="05020102010507070707" pitchFamily="18" charset="2"/>
            </a:endParaRPr>
          </a:p>
        </p:txBody>
      </p:sp>
      <p:sp>
        <p:nvSpPr>
          <p:cNvPr id="5" name="Line 5"/>
          <p:cNvSpPr>
            <a:spLocks noChangeShapeType="1"/>
          </p:cNvSpPr>
          <p:nvPr/>
        </p:nvSpPr>
        <p:spPr bwMode="ltGray">
          <a:xfrm>
            <a:off x="0" y="6742113"/>
            <a:ext cx="9144000"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Line 6"/>
          <p:cNvSpPr>
            <a:spLocks noChangeShapeType="1"/>
          </p:cNvSpPr>
          <p:nvPr/>
        </p:nvSpPr>
        <p:spPr bwMode="auto">
          <a:xfrm>
            <a:off x="2020888" y="1352550"/>
            <a:ext cx="0" cy="6350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7" name="Line 7"/>
          <p:cNvSpPr>
            <a:spLocks noChangeShapeType="1"/>
          </p:cNvSpPr>
          <p:nvPr/>
        </p:nvSpPr>
        <p:spPr bwMode="auto">
          <a:xfrm>
            <a:off x="2020888" y="1700213"/>
            <a:ext cx="5645150" cy="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8" name="Line 8"/>
          <p:cNvSpPr>
            <a:spLocks noChangeShapeType="1"/>
          </p:cNvSpPr>
          <p:nvPr/>
        </p:nvSpPr>
        <p:spPr bwMode="auto">
          <a:xfrm>
            <a:off x="7666038" y="1352550"/>
            <a:ext cx="0" cy="6350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 name="Rectangle 9"/>
          <p:cNvSpPr>
            <a:spLocks noChangeArrowheads="1"/>
          </p:cNvSpPr>
          <p:nvPr/>
        </p:nvSpPr>
        <p:spPr bwMode="ltGray">
          <a:xfrm>
            <a:off x="22225" y="0"/>
            <a:ext cx="9144000" cy="534988"/>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algn="r" eaLnBrk="1" latinLnBrk="1" hangingPunct="1">
              <a:defRPr/>
            </a:pPr>
            <a:r>
              <a:rPr kumimoji="1" lang="en-US" altLang="ko-KR" sz="1600" b="1" smtClean="0">
                <a:solidFill>
                  <a:schemeClr val="bg1"/>
                </a:solidFill>
                <a:ea typeface="돋움" panose="020B0600000101010101" pitchFamily="50" charset="-127"/>
              </a:rPr>
              <a:t>Pusan National University </a:t>
            </a:r>
            <a:endParaRPr kumimoji="1" lang="en-US" altLang="ko-KR" sz="1000" b="1" i="0" smtClean="0">
              <a:solidFill>
                <a:schemeClr val="bg1"/>
              </a:solidFill>
              <a:ea typeface="돋움" panose="020B0600000101010101" pitchFamily="50" charset="-127"/>
            </a:endParaRPr>
          </a:p>
        </p:txBody>
      </p:sp>
      <p:grpSp>
        <p:nvGrpSpPr>
          <p:cNvPr id="10" name="Group 10"/>
          <p:cNvGrpSpPr>
            <a:grpSpLocks/>
          </p:cNvGrpSpPr>
          <p:nvPr/>
        </p:nvGrpSpPr>
        <p:grpSpPr bwMode="auto">
          <a:xfrm>
            <a:off x="0" y="84138"/>
            <a:ext cx="6565900" cy="357187"/>
            <a:chOff x="0" y="53"/>
            <a:chExt cx="5569" cy="225"/>
          </a:xfrm>
        </p:grpSpPr>
        <p:sp>
          <p:nvSpPr>
            <p:cNvPr id="11" name="Line 11"/>
            <p:cNvSpPr>
              <a:spLocks noChangeShapeType="1"/>
            </p:cNvSpPr>
            <p:nvPr userDrawn="1"/>
          </p:nvSpPr>
          <p:spPr bwMode="ltGray">
            <a:xfrm>
              <a:off x="0" y="27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2" name="Line 12"/>
            <p:cNvSpPr>
              <a:spLocks noChangeShapeType="1"/>
            </p:cNvSpPr>
            <p:nvPr userDrawn="1"/>
          </p:nvSpPr>
          <p:spPr bwMode="ltGray">
            <a:xfrm>
              <a:off x="0" y="23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3" name="Line 13"/>
            <p:cNvSpPr>
              <a:spLocks noChangeShapeType="1"/>
            </p:cNvSpPr>
            <p:nvPr userDrawn="1"/>
          </p:nvSpPr>
          <p:spPr bwMode="ltGray">
            <a:xfrm>
              <a:off x="0" y="18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4" name="Line 14"/>
            <p:cNvSpPr>
              <a:spLocks noChangeShapeType="1"/>
            </p:cNvSpPr>
            <p:nvPr userDrawn="1"/>
          </p:nvSpPr>
          <p:spPr bwMode="ltGray">
            <a:xfrm>
              <a:off x="0" y="14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5" name="Line 15"/>
            <p:cNvSpPr>
              <a:spLocks noChangeShapeType="1"/>
            </p:cNvSpPr>
            <p:nvPr userDrawn="1"/>
          </p:nvSpPr>
          <p:spPr bwMode="ltGray">
            <a:xfrm>
              <a:off x="0" y="9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6" name="Line 16"/>
            <p:cNvSpPr>
              <a:spLocks noChangeShapeType="1"/>
            </p:cNvSpPr>
            <p:nvPr userDrawn="1"/>
          </p:nvSpPr>
          <p:spPr bwMode="ltGray">
            <a:xfrm>
              <a:off x="0" y="5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grpSp>
      <p:sp>
        <p:nvSpPr>
          <p:cNvPr id="17" name="Rectangle 17"/>
          <p:cNvSpPr>
            <a:spLocks noChangeArrowheads="1"/>
          </p:cNvSpPr>
          <p:nvPr/>
        </p:nvSpPr>
        <p:spPr bwMode="auto">
          <a:xfrm>
            <a:off x="2066925" y="1700213"/>
            <a:ext cx="26574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eaLnBrk="1" latinLnBrk="1" hangingPunct="1">
              <a:defRPr/>
            </a:pPr>
            <a:endParaRPr kumimoji="1" lang="ko-KR" altLang="en-US" sz="1600" b="1" smtClean="0">
              <a:solidFill>
                <a:srgbClr val="777777"/>
              </a:solidFill>
              <a:ea typeface="돋움" panose="020B0600000101010101" pitchFamily="50" charset="-127"/>
            </a:endParaRPr>
          </a:p>
        </p:txBody>
      </p:sp>
      <p:pic>
        <p:nvPicPr>
          <p:cNvPr id="18" name="Picture 18" descr="sub06_img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3" y="1036638"/>
            <a:ext cx="885825" cy="167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9"/>
          <p:cNvSpPr txBox="1">
            <a:spLocks noChangeArrowheads="1"/>
          </p:cNvSpPr>
          <p:nvPr/>
        </p:nvSpPr>
        <p:spPr bwMode="auto">
          <a:xfrm>
            <a:off x="2076450" y="1092200"/>
            <a:ext cx="58166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3400" b="1" smtClean="0">
                <a:solidFill>
                  <a:srgbClr val="C00000"/>
                </a:solidFill>
                <a:latin typeface="Arial Black" pitchFamily="34" charset="0"/>
                <a:ea typeface="돋움" pitchFamily="50" charset="-127"/>
              </a:rPr>
              <a:t>Data Communications</a:t>
            </a:r>
          </a:p>
        </p:txBody>
      </p:sp>
      <p:sp>
        <p:nvSpPr>
          <p:cNvPr id="481282" name="Rectangle 2"/>
          <p:cNvSpPr>
            <a:spLocks noGrp="1" noChangeArrowheads="1"/>
          </p:cNvSpPr>
          <p:nvPr>
            <p:ph type="ctrTitle"/>
          </p:nvPr>
        </p:nvSpPr>
        <p:spPr bwMode="auto">
          <a:xfrm>
            <a:off x="2066303" y="1916084"/>
            <a:ext cx="5599113" cy="661988"/>
          </a:xfrm>
        </p:spPr>
        <p:txBody>
          <a:bodyPr rIns="90000"/>
          <a:lstStyle>
            <a:lvl1pPr algn="l">
              <a:defRPr sz="2400">
                <a:solidFill>
                  <a:schemeClr val="tx1"/>
                </a:solidFill>
              </a:defRPr>
            </a:lvl1pPr>
          </a:lstStyle>
          <a:p>
            <a:endParaRPr lang="ko-KR" altLang="en-US" dirty="0"/>
          </a:p>
        </p:txBody>
      </p:sp>
      <p:sp>
        <p:nvSpPr>
          <p:cNvPr id="481283" name="Rectangle 3"/>
          <p:cNvSpPr>
            <a:spLocks noGrp="1" noChangeArrowheads="1"/>
          </p:cNvSpPr>
          <p:nvPr>
            <p:ph type="subTitle" idx="1"/>
          </p:nvPr>
        </p:nvSpPr>
        <p:spPr>
          <a:xfrm>
            <a:off x="1371600" y="3886200"/>
            <a:ext cx="6400800" cy="1752600"/>
          </a:xfrm>
        </p:spPr>
        <p:txBody>
          <a:bodyPr/>
          <a:lstStyle>
            <a:lvl1pPr marL="0" indent="0" algn="ctr">
              <a:buFontTx/>
              <a:buNone/>
              <a:defRPr b="1"/>
            </a:lvl1pPr>
          </a:lstStyle>
          <a:p>
            <a:endParaRPr lang="ko-KR" altLang="en-US"/>
          </a:p>
        </p:txBody>
      </p:sp>
    </p:spTree>
    <p:extLst>
      <p:ext uri="{BB962C8B-B14F-4D97-AF65-F5344CB8AC3E}">
        <p14:creationId xmlns:p14="http://schemas.microsoft.com/office/powerpoint/2010/main" val="318681190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sz="1800">
                <a:latin typeface="Microsoft Sans Serif" pitchFamily="34" charset="0"/>
                <a:cs typeface="Microsoft Sans Serif" pitchFamily="34" charset="0"/>
              </a:defRPr>
            </a:lvl1pPr>
          </a:lstStyle>
          <a:p>
            <a:r>
              <a:rPr lang="ko-KR" altLang="en-US" dirty="0" smtClean="0"/>
              <a:t>마스터 제목 스타일 편집</a:t>
            </a:r>
            <a:endParaRPr lang="ko-KR" altLang="en-US" dirty="0"/>
          </a:p>
        </p:txBody>
      </p:sp>
      <p:sp>
        <p:nvSpPr>
          <p:cNvPr id="3" name="내용 개체 틀 2"/>
          <p:cNvSpPr>
            <a:spLocks noGrp="1"/>
          </p:cNvSpPr>
          <p:nvPr>
            <p:ph idx="1"/>
          </p:nvPr>
        </p:nvSpPr>
        <p:spPr/>
        <p:txBody>
          <a:bodyPr/>
          <a:lstStyle>
            <a:lvl1pPr>
              <a:defRPr>
                <a:latin typeface="Microsoft Sans Serif" pitchFamily="34" charset="0"/>
                <a:cs typeface="Microsoft Sans Serif" pitchFamily="34" charset="0"/>
              </a:defRPr>
            </a:lvl1pPr>
            <a:lvl2pPr>
              <a:defRPr>
                <a:latin typeface="Microsoft Sans Serif" pitchFamily="34" charset="0"/>
                <a:cs typeface="Microsoft Sans Serif" pitchFamily="34" charset="0"/>
              </a:defRPr>
            </a:lvl2pPr>
            <a:lvl3pPr>
              <a:defRPr>
                <a:latin typeface="Microsoft Sans Serif" pitchFamily="34" charset="0"/>
                <a:cs typeface="Microsoft Sans Serif" pitchFamily="34" charset="0"/>
              </a:defRPr>
            </a:lvl3pPr>
            <a:lvl4pPr>
              <a:defRPr>
                <a:latin typeface="Microsoft Sans Serif" pitchFamily="34" charset="0"/>
                <a:cs typeface="Microsoft Sans Serif" pitchFamily="34" charset="0"/>
              </a:defRPr>
            </a:lvl4pPr>
            <a:lvl5pPr>
              <a:defRPr>
                <a:latin typeface="Microsoft Sans Serif" pitchFamily="34" charset="0"/>
                <a:cs typeface="Microsoft Sans Serif" pitchFamily="34" charset="0"/>
              </a:defRPr>
            </a:lvl5p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Tree>
    <p:extLst>
      <p:ext uri="{BB962C8B-B14F-4D97-AF65-F5344CB8AC3E}">
        <p14:creationId xmlns:p14="http://schemas.microsoft.com/office/powerpoint/2010/main" val="198370840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Tree>
    <p:extLst>
      <p:ext uri="{BB962C8B-B14F-4D97-AF65-F5344CB8AC3E}">
        <p14:creationId xmlns:p14="http://schemas.microsoft.com/office/powerpoint/2010/main" val="193457020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sz="1800"/>
            </a:lvl1pPr>
          </a:lstStyle>
          <a:p>
            <a:r>
              <a:rPr lang="ko-KR" altLang="en-US" dirty="0" smtClean="0"/>
              <a:t>마스터 제목 스타일 편집</a:t>
            </a:r>
            <a:endParaRPr lang="ko-KR" altLang="en-US" dirty="0"/>
          </a:p>
        </p:txBody>
      </p:sp>
      <p:sp>
        <p:nvSpPr>
          <p:cNvPr id="3" name="내용 개체 틀 2"/>
          <p:cNvSpPr>
            <a:spLocks noGrp="1"/>
          </p:cNvSpPr>
          <p:nvPr>
            <p:ph sz="half" idx="1"/>
          </p:nvPr>
        </p:nvSpPr>
        <p:spPr>
          <a:xfrm>
            <a:off x="384175" y="765175"/>
            <a:ext cx="4202113"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738688" y="765175"/>
            <a:ext cx="4202112"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112545352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19995286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Tree>
    <p:extLst>
      <p:ext uri="{BB962C8B-B14F-4D97-AF65-F5344CB8AC3E}">
        <p14:creationId xmlns:p14="http://schemas.microsoft.com/office/powerpoint/2010/main" val="311023674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751833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Tree>
    <p:extLst>
      <p:ext uri="{BB962C8B-B14F-4D97-AF65-F5344CB8AC3E}">
        <p14:creationId xmlns:p14="http://schemas.microsoft.com/office/powerpoint/2010/main" val="184248794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Tree>
    <p:extLst>
      <p:ext uri="{BB962C8B-B14F-4D97-AF65-F5344CB8AC3E}">
        <p14:creationId xmlns:p14="http://schemas.microsoft.com/office/powerpoint/2010/main" val="268058175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370989044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11113"/>
            <a:ext cx="2286000" cy="6392863"/>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0" y="-11113"/>
            <a:ext cx="6705600" cy="6392863"/>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307899850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0" y="-11113"/>
            <a:ext cx="9144000" cy="549276"/>
          </a:xfrm>
        </p:spPr>
        <p:txBody>
          <a:bodyPr/>
          <a:lstStyle/>
          <a:p>
            <a:r>
              <a:rPr lang="ko-KR" altLang="en-US" smtClean="0"/>
              <a:t>마스터 제목 스타일 편집</a:t>
            </a:r>
            <a:endParaRPr lang="ko-KR" altLang="en-US"/>
          </a:p>
        </p:txBody>
      </p:sp>
      <p:sp>
        <p:nvSpPr>
          <p:cNvPr id="3" name="텍스트 개체 틀 2"/>
          <p:cNvSpPr>
            <a:spLocks noGrp="1"/>
          </p:cNvSpPr>
          <p:nvPr>
            <p:ph type="body" sz="half" idx="1"/>
          </p:nvPr>
        </p:nvSpPr>
        <p:spPr>
          <a:xfrm>
            <a:off x="384175" y="765175"/>
            <a:ext cx="4202113"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738688" y="765175"/>
            <a:ext cx="4202112"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181805800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제목, 내용 및 내용 2개">
    <p:spTree>
      <p:nvGrpSpPr>
        <p:cNvPr id="1" name=""/>
        <p:cNvGrpSpPr/>
        <p:nvPr/>
      </p:nvGrpSpPr>
      <p:grpSpPr>
        <a:xfrm>
          <a:off x="0" y="0"/>
          <a:ext cx="0" cy="0"/>
          <a:chOff x="0" y="0"/>
          <a:chExt cx="0" cy="0"/>
        </a:xfrm>
      </p:grpSpPr>
      <p:sp>
        <p:nvSpPr>
          <p:cNvPr id="2" name="제목 1"/>
          <p:cNvSpPr>
            <a:spLocks noGrp="1"/>
          </p:cNvSpPr>
          <p:nvPr>
            <p:ph type="title"/>
          </p:nvPr>
        </p:nvSpPr>
        <p:spPr>
          <a:xfrm>
            <a:off x="0" y="-11113"/>
            <a:ext cx="9144000" cy="549276"/>
          </a:xfrm>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384175" y="765175"/>
            <a:ext cx="4202113"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quarter" idx="2"/>
          </p:nvPr>
        </p:nvSpPr>
        <p:spPr>
          <a:xfrm>
            <a:off x="4738688" y="765175"/>
            <a:ext cx="4202112" cy="27320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내용 개체 틀 4"/>
          <p:cNvSpPr>
            <a:spLocks noGrp="1"/>
          </p:cNvSpPr>
          <p:nvPr>
            <p:ph sz="quarter" idx="3"/>
          </p:nvPr>
        </p:nvSpPr>
        <p:spPr>
          <a:xfrm>
            <a:off x="4738688" y="3649663"/>
            <a:ext cx="4202112" cy="2732087"/>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89090658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0" y="0"/>
            <a:ext cx="9144000" cy="549275"/>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algn="ctr" eaLnBrk="1" latinLnBrk="1" hangingPunct="1">
              <a:defRPr/>
            </a:pPr>
            <a:endParaRPr kumimoji="1" lang="ko-KR" altLang="en-US" sz="1800" b="1" i="0" smtClean="0">
              <a:solidFill>
                <a:schemeClr val="bg1"/>
              </a:solidFill>
              <a:ea typeface="돋움" panose="020B0600000101010101" pitchFamily="50" charset="-127"/>
            </a:endParaRPr>
          </a:p>
        </p:txBody>
      </p:sp>
      <p:sp>
        <p:nvSpPr>
          <p:cNvPr id="1027" name="Rectangle 3"/>
          <p:cNvSpPr>
            <a:spLocks noGrp="1" noChangeArrowheads="1"/>
          </p:cNvSpPr>
          <p:nvPr>
            <p:ph type="title"/>
          </p:nvPr>
        </p:nvSpPr>
        <p:spPr bwMode="ltGray">
          <a:xfrm>
            <a:off x="0" y="-11113"/>
            <a:ext cx="9144000" cy="54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360000" bIns="45720" numCol="1" anchor="ctr" anchorCtr="0" compatLnSpc="1">
            <a:prstTxWarp prst="textNoShape">
              <a:avLst/>
            </a:prstTxWarp>
          </a:bodyPr>
          <a:lstStyle/>
          <a:p>
            <a:pPr lvl="0"/>
            <a:r>
              <a:rPr lang="en-US" altLang="ko-KR" smtClean="0"/>
              <a:t>Master</a:t>
            </a:r>
            <a:endParaRPr lang="ko-KR" altLang="en-US" smtClean="0"/>
          </a:p>
        </p:txBody>
      </p:sp>
      <p:sp>
        <p:nvSpPr>
          <p:cNvPr id="1028" name="Rectangle 4"/>
          <p:cNvSpPr>
            <a:spLocks noGrp="1" noChangeArrowheads="1"/>
          </p:cNvSpPr>
          <p:nvPr>
            <p:ph type="body" idx="1"/>
          </p:nvPr>
        </p:nvSpPr>
        <p:spPr bwMode="auto">
          <a:xfrm>
            <a:off x="384175" y="765175"/>
            <a:ext cx="8556625"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First</a:t>
            </a:r>
            <a:endParaRPr lang="ko-KR" altLang="en-US" smtClean="0"/>
          </a:p>
          <a:p>
            <a:pPr lvl="1"/>
            <a:r>
              <a:rPr lang="en-US" altLang="ko-KR" smtClean="0"/>
              <a:t>Second</a:t>
            </a:r>
            <a:endParaRPr lang="ko-KR" altLang="en-US" smtClean="0"/>
          </a:p>
          <a:p>
            <a:pPr lvl="2"/>
            <a:r>
              <a:rPr lang="en-US" altLang="ko-KR" smtClean="0"/>
              <a:t>Third</a:t>
            </a:r>
            <a:endParaRPr lang="ko-KR" altLang="en-US" smtClean="0"/>
          </a:p>
          <a:p>
            <a:pPr lvl="3"/>
            <a:r>
              <a:rPr lang="en-US" altLang="ko-KR" smtClean="0"/>
              <a:t>Fourth</a:t>
            </a:r>
            <a:endParaRPr lang="ko-KR" altLang="en-US" smtClean="0"/>
          </a:p>
          <a:p>
            <a:pPr lvl="4"/>
            <a:r>
              <a:rPr lang="en-US" altLang="ko-KR" smtClean="0"/>
              <a:t>Fifth</a:t>
            </a:r>
            <a:endParaRPr lang="ko-KR" altLang="en-US" smtClean="0"/>
          </a:p>
        </p:txBody>
      </p:sp>
      <p:sp>
        <p:nvSpPr>
          <p:cNvPr id="1029" name="Rectangle 5"/>
          <p:cNvSpPr>
            <a:spLocks noChangeArrowheads="1"/>
          </p:cNvSpPr>
          <p:nvPr/>
        </p:nvSpPr>
        <p:spPr bwMode="ltGray">
          <a:xfrm>
            <a:off x="0" y="6624638"/>
            <a:ext cx="9144000" cy="260350"/>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eaLnBrk="1" latinLnBrk="1" hangingPunct="1">
              <a:defRPr/>
            </a:pPr>
            <a:r>
              <a:rPr kumimoji="1" lang="ko-KR" altLang="en-US" sz="1200" b="1" i="0" smtClean="0">
                <a:solidFill>
                  <a:schemeClr val="bg1"/>
                </a:solidFill>
                <a:latin typeface="HY목판L" pitchFamily="18" charset="-127"/>
                <a:ea typeface="HY목판L" pitchFamily="18" charset="-127"/>
              </a:rPr>
              <a:t>     </a:t>
            </a:r>
            <a:r>
              <a:rPr kumimoji="1" lang="en-US" altLang="ko-KR" sz="1200" b="1" i="0" smtClean="0">
                <a:solidFill>
                  <a:schemeClr val="bg1"/>
                </a:solidFill>
                <a:latin typeface="HY목판L" pitchFamily="18" charset="-127"/>
                <a:ea typeface="HY목판L" pitchFamily="18" charset="-127"/>
              </a:rPr>
              <a:t>Advanced Broadcasting &amp; Communications  Lab.</a:t>
            </a:r>
            <a:endParaRPr kumimoji="1" lang="en-US" altLang="ko-KR" sz="1800" b="1" i="0" smtClean="0">
              <a:solidFill>
                <a:schemeClr val="bg1"/>
              </a:solidFill>
              <a:latin typeface="HY목판L" pitchFamily="18" charset="-127"/>
              <a:ea typeface="HY목판L" pitchFamily="18" charset="-127"/>
              <a:sym typeface="Wingdings 2" panose="05020102010507070707" pitchFamily="18" charset="2"/>
            </a:endParaRPr>
          </a:p>
        </p:txBody>
      </p:sp>
      <p:sp>
        <p:nvSpPr>
          <p:cNvPr id="1030" name="Oval 6"/>
          <p:cNvSpPr>
            <a:spLocks noChangeArrowheads="1"/>
          </p:cNvSpPr>
          <p:nvPr/>
        </p:nvSpPr>
        <p:spPr bwMode="ltGray">
          <a:xfrm>
            <a:off x="8228013" y="6616700"/>
            <a:ext cx="431800" cy="21907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lvl1pPr>
              <a:defRPr sz="2000" i="1">
                <a:solidFill>
                  <a:schemeClr val="tx1"/>
                </a:solidFill>
                <a:latin typeface="Arial" panose="020B0604020202020204" pitchFamily="34" charset="0"/>
                <a:ea typeface="굴림" panose="020B0600000101010101" pitchFamily="50" charset="-127"/>
              </a:defRPr>
            </a:lvl1pPr>
            <a:lvl2pPr marL="742950" indent="-285750">
              <a:defRPr sz="2000" i="1">
                <a:solidFill>
                  <a:schemeClr val="tx1"/>
                </a:solidFill>
                <a:latin typeface="Arial" panose="020B0604020202020204" pitchFamily="34" charset="0"/>
                <a:ea typeface="굴림" panose="020B0600000101010101" pitchFamily="50" charset="-127"/>
              </a:defRPr>
            </a:lvl2pPr>
            <a:lvl3pPr marL="1143000" indent="-228600">
              <a:defRPr sz="2000" i="1">
                <a:solidFill>
                  <a:schemeClr val="tx1"/>
                </a:solidFill>
                <a:latin typeface="Arial" panose="020B0604020202020204" pitchFamily="34" charset="0"/>
                <a:ea typeface="굴림" panose="020B0600000101010101" pitchFamily="50" charset="-127"/>
              </a:defRPr>
            </a:lvl3pPr>
            <a:lvl4pPr marL="1600200" indent="-228600">
              <a:defRPr sz="2000" i="1">
                <a:solidFill>
                  <a:schemeClr val="tx1"/>
                </a:solidFill>
                <a:latin typeface="Arial" panose="020B0604020202020204" pitchFamily="34" charset="0"/>
                <a:ea typeface="굴림" panose="020B0600000101010101" pitchFamily="50" charset="-127"/>
              </a:defRPr>
            </a:lvl4pPr>
            <a:lvl5pPr marL="2057400" indent="-228600">
              <a:defRPr sz="2000" i="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sz="2000" i="1">
                <a:solidFill>
                  <a:schemeClr val="tx1"/>
                </a:solidFill>
                <a:latin typeface="Arial" panose="020B0604020202020204" pitchFamily="34" charset="0"/>
                <a:ea typeface="굴림" panose="020B0600000101010101" pitchFamily="50" charset="-127"/>
              </a:defRPr>
            </a:lvl9pPr>
          </a:lstStyle>
          <a:p>
            <a:pPr algn="r" eaLnBrk="1" latinLnBrk="1" hangingPunct="1">
              <a:defRPr/>
            </a:pPr>
            <a:fld id="{EE590C9E-6BAE-42A1-B78B-EE08586742BE}" type="slidenum">
              <a:rPr kumimoji="1" lang="ko-KR" altLang="en-US" sz="1200" b="1" i="0" smtClean="0">
                <a:solidFill>
                  <a:schemeClr val="bg1"/>
                </a:solidFill>
                <a:latin typeface="Verdana" panose="020B0604030504040204" pitchFamily="34" charset="0"/>
                <a:ea typeface="HY각헤드라인M" pitchFamily="18" charset="-127"/>
              </a:rPr>
              <a:pPr algn="r" eaLnBrk="1" latinLnBrk="1" hangingPunct="1">
                <a:defRPr/>
              </a:pPr>
              <a:t>‹#›</a:t>
            </a:fld>
            <a:endParaRPr kumimoji="1" lang="en-US" altLang="ko-KR" sz="1200" b="1" i="0" smtClean="0">
              <a:solidFill>
                <a:schemeClr val="bg1"/>
              </a:solidFill>
              <a:latin typeface="Verdana" panose="020B0604030504040204" pitchFamily="34" charset="0"/>
              <a:ea typeface="HY각헤드라인M" pitchFamily="18" charset="-127"/>
            </a:endParaRPr>
          </a:p>
        </p:txBody>
      </p:sp>
      <p:sp>
        <p:nvSpPr>
          <p:cNvPr id="1031" name="Line 7"/>
          <p:cNvSpPr>
            <a:spLocks noChangeShapeType="1"/>
          </p:cNvSpPr>
          <p:nvPr/>
        </p:nvSpPr>
        <p:spPr bwMode="ltGray">
          <a:xfrm>
            <a:off x="4238625" y="6742113"/>
            <a:ext cx="3806825"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grpSp>
        <p:nvGrpSpPr>
          <p:cNvPr id="1032" name="Group 8"/>
          <p:cNvGrpSpPr>
            <a:grpSpLocks/>
          </p:cNvGrpSpPr>
          <p:nvPr/>
        </p:nvGrpSpPr>
        <p:grpSpPr bwMode="auto">
          <a:xfrm>
            <a:off x="0" y="84138"/>
            <a:ext cx="5969000" cy="357187"/>
            <a:chOff x="0" y="53"/>
            <a:chExt cx="5569" cy="225"/>
          </a:xfrm>
        </p:grpSpPr>
        <p:sp>
          <p:nvSpPr>
            <p:cNvPr id="1037" name="Line 9"/>
            <p:cNvSpPr>
              <a:spLocks noChangeShapeType="1"/>
            </p:cNvSpPr>
            <p:nvPr userDrawn="1"/>
          </p:nvSpPr>
          <p:spPr bwMode="ltGray">
            <a:xfrm>
              <a:off x="0" y="27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038" name="Line 10"/>
            <p:cNvSpPr>
              <a:spLocks noChangeShapeType="1"/>
            </p:cNvSpPr>
            <p:nvPr userDrawn="1"/>
          </p:nvSpPr>
          <p:spPr bwMode="ltGray">
            <a:xfrm>
              <a:off x="0" y="23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039" name="Line 11"/>
            <p:cNvSpPr>
              <a:spLocks noChangeShapeType="1"/>
            </p:cNvSpPr>
            <p:nvPr userDrawn="1"/>
          </p:nvSpPr>
          <p:spPr bwMode="ltGray">
            <a:xfrm>
              <a:off x="0" y="18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040" name="Line 12"/>
            <p:cNvSpPr>
              <a:spLocks noChangeShapeType="1"/>
            </p:cNvSpPr>
            <p:nvPr userDrawn="1"/>
          </p:nvSpPr>
          <p:spPr bwMode="ltGray">
            <a:xfrm>
              <a:off x="0" y="14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041" name="Line 13"/>
            <p:cNvSpPr>
              <a:spLocks noChangeShapeType="1"/>
            </p:cNvSpPr>
            <p:nvPr userDrawn="1"/>
          </p:nvSpPr>
          <p:spPr bwMode="ltGray">
            <a:xfrm>
              <a:off x="0" y="9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042" name="Line 14"/>
            <p:cNvSpPr>
              <a:spLocks noChangeShapeType="1"/>
            </p:cNvSpPr>
            <p:nvPr userDrawn="1"/>
          </p:nvSpPr>
          <p:spPr bwMode="ltGray">
            <a:xfrm>
              <a:off x="0" y="5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1033" name="Group 15"/>
          <p:cNvGrpSpPr>
            <a:grpSpLocks/>
          </p:cNvGrpSpPr>
          <p:nvPr/>
        </p:nvGrpSpPr>
        <p:grpSpPr bwMode="auto">
          <a:xfrm>
            <a:off x="166688" y="84138"/>
            <a:ext cx="1776412" cy="427037"/>
            <a:chOff x="135" y="621"/>
            <a:chExt cx="1035" cy="269"/>
          </a:xfrm>
        </p:grpSpPr>
        <p:sp>
          <p:nvSpPr>
            <p:cNvPr id="1034" name="Text Box 16"/>
            <p:cNvSpPr txBox="1">
              <a:spLocks noChangeArrowheads="1"/>
            </p:cNvSpPr>
            <p:nvPr userDrawn="1"/>
          </p:nvSpPr>
          <p:spPr bwMode="auto">
            <a:xfrm>
              <a:off x="135" y="656"/>
              <a:ext cx="56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1600" b="1" smtClean="0">
                  <a:solidFill>
                    <a:srgbClr val="99CC00"/>
                  </a:solidFill>
                  <a:latin typeface="Arial Black" pitchFamily="34" charset="0"/>
                  <a:ea typeface="돋움" pitchFamily="50" charset="-127"/>
                </a:rPr>
                <a:t>power</a:t>
              </a:r>
            </a:p>
          </p:txBody>
        </p:sp>
        <p:sp>
          <p:nvSpPr>
            <p:cNvPr id="1035" name="Text Box 17"/>
            <p:cNvSpPr txBox="1">
              <a:spLocks noChangeArrowheads="1"/>
            </p:cNvSpPr>
            <p:nvPr userDrawn="1"/>
          </p:nvSpPr>
          <p:spPr bwMode="auto">
            <a:xfrm>
              <a:off x="632" y="621"/>
              <a:ext cx="53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2200" b="1" smtClean="0">
                  <a:solidFill>
                    <a:schemeClr val="bg1"/>
                  </a:solidFill>
                  <a:latin typeface="Arial Black" pitchFamily="34" charset="0"/>
                  <a:ea typeface="돋움" pitchFamily="50" charset="-127"/>
                </a:rPr>
                <a:t>PNU</a:t>
              </a:r>
            </a:p>
          </p:txBody>
        </p:sp>
        <p:sp>
          <p:nvSpPr>
            <p:cNvPr id="1036" name="Text Box 18"/>
            <p:cNvSpPr txBox="1">
              <a:spLocks noChangeArrowheads="1"/>
            </p:cNvSpPr>
            <p:nvPr userDrawn="1"/>
          </p:nvSpPr>
          <p:spPr bwMode="auto">
            <a:xfrm>
              <a:off x="152" y="623"/>
              <a:ext cx="62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ko-KR" altLang="en-US" sz="900" b="1" smtClean="0">
                  <a:solidFill>
                    <a:schemeClr val="bg1"/>
                  </a:solidFill>
                  <a:latin typeface="Arial Black" pitchFamily="34" charset="0"/>
                  <a:ea typeface="돋움" pitchFamily="50" charset="-127"/>
                </a:rPr>
                <a:t>세계로</a:t>
              </a:r>
              <a:r>
                <a:rPr kumimoji="1" lang="ko-KR" altLang="en-US" sz="900" b="1" smtClean="0">
                  <a:solidFill>
                    <a:schemeClr val="bg2"/>
                  </a:solidFill>
                  <a:latin typeface="Arial Black" pitchFamily="34" charset="0"/>
                  <a:ea typeface="돋움" pitchFamily="50" charset="-127"/>
                </a:rPr>
                <a:t> </a:t>
              </a:r>
              <a:r>
                <a:rPr kumimoji="1" lang="ko-KR" altLang="en-US" sz="900" b="1" smtClean="0">
                  <a:solidFill>
                    <a:schemeClr val="bg1"/>
                  </a:solidFill>
                  <a:latin typeface="Arial Black" pitchFamily="34" charset="0"/>
                  <a:ea typeface="돋움" pitchFamily="50" charset="-127"/>
                </a:rPr>
                <a:t>미래로</a:t>
              </a:r>
            </a:p>
          </p:txBody>
        </p:sp>
      </p:gr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Lst>
  <p:transition spd="med"/>
  <p:txStyles>
    <p:titleStyle>
      <a:lvl1pPr algn="r" rtl="0" eaLnBrk="0" fontAlgn="base" latinLnBrk="1" hangingPunct="0">
        <a:spcBef>
          <a:spcPct val="0"/>
        </a:spcBef>
        <a:spcAft>
          <a:spcPct val="0"/>
        </a:spcAft>
        <a:defRPr kumimoji="1" sz="4400" b="1">
          <a:solidFill>
            <a:schemeClr val="bg1"/>
          </a:solidFill>
          <a:latin typeface="Microsoft Sans Serif" pitchFamily="34" charset="0"/>
          <a:ea typeface="+mj-ea"/>
          <a:cs typeface="Microsoft Sans Serif" pitchFamily="34" charset="0"/>
        </a:defRPr>
      </a:lvl1pPr>
      <a:lvl2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2pPr>
      <a:lvl3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3pPr>
      <a:lvl4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4pPr>
      <a:lvl5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5pPr>
      <a:lvl6pPr marL="457200" algn="r" rtl="0" fontAlgn="base" latinLnBrk="1">
        <a:spcBef>
          <a:spcPct val="0"/>
        </a:spcBef>
        <a:spcAft>
          <a:spcPct val="0"/>
        </a:spcAft>
        <a:defRPr kumimoji="1" b="1">
          <a:solidFill>
            <a:schemeClr val="bg1"/>
          </a:solidFill>
          <a:latin typeface="Times New Roman" pitchFamily="18" charset="0"/>
          <a:ea typeface="굴림" pitchFamily="50" charset="-127"/>
        </a:defRPr>
      </a:lvl6pPr>
      <a:lvl7pPr marL="914400" algn="r" rtl="0" fontAlgn="base" latinLnBrk="1">
        <a:spcBef>
          <a:spcPct val="0"/>
        </a:spcBef>
        <a:spcAft>
          <a:spcPct val="0"/>
        </a:spcAft>
        <a:defRPr kumimoji="1" b="1">
          <a:solidFill>
            <a:schemeClr val="bg1"/>
          </a:solidFill>
          <a:latin typeface="Times New Roman" pitchFamily="18" charset="0"/>
          <a:ea typeface="굴림" pitchFamily="50" charset="-127"/>
        </a:defRPr>
      </a:lvl7pPr>
      <a:lvl8pPr marL="1371600" algn="r" rtl="0" fontAlgn="base" latinLnBrk="1">
        <a:spcBef>
          <a:spcPct val="0"/>
        </a:spcBef>
        <a:spcAft>
          <a:spcPct val="0"/>
        </a:spcAft>
        <a:defRPr kumimoji="1" b="1">
          <a:solidFill>
            <a:schemeClr val="bg1"/>
          </a:solidFill>
          <a:latin typeface="Times New Roman" pitchFamily="18" charset="0"/>
          <a:ea typeface="굴림" pitchFamily="50" charset="-127"/>
        </a:defRPr>
      </a:lvl8pPr>
      <a:lvl9pPr marL="1828800" algn="r" rtl="0" fontAlgn="base" latinLnBrk="1">
        <a:spcBef>
          <a:spcPct val="0"/>
        </a:spcBef>
        <a:spcAft>
          <a:spcPct val="0"/>
        </a:spcAft>
        <a:defRPr kumimoji="1" b="1">
          <a:solidFill>
            <a:schemeClr val="bg1"/>
          </a:solidFill>
          <a:latin typeface="Times New Roman" pitchFamily="18" charset="0"/>
          <a:ea typeface="굴림" pitchFamily="50" charset="-127"/>
        </a:defRPr>
      </a:lvl9pPr>
    </p:titleStyle>
    <p:bodyStyle>
      <a:lvl1pPr marL="342900" indent="-342900" algn="l" rtl="0" eaLnBrk="0" fontAlgn="base" latinLnBrk="1" hangingPunct="0">
        <a:spcBef>
          <a:spcPct val="20000"/>
        </a:spcBef>
        <a:spcAft>
          <a:spcPct val="0"/>
        </a:spcAft>
        <a:buBlip>
          <a:blip r:embed="rId15"/>
        </a:buBlip>
        <a:defRPr kumimoji="1" sz="2400">
          <a:solidFill>
            <a:schemeClr val="tx1"/>
          </a:solidFill>
          <a:latin typeface="Microsoft Sans Serif" pitchFamily="34" charset="0"/>
          <a:ea typeface="+mn-ea"/>
          <a:cs typeface="Microsoft Sans Serif" pitchFamily="34" charset="0"/>
        </a:defRPr>
      </a:lvl1pPr>
      <a:lvl2pPr marL="742950" indent="-285750" algn="l" rtl="0" eaLnBrk="0" fontAlgn="base" latinLnBrk="1" hangingPunct="0">
        <a:spcBef>
          <a:spcPct val="20000"/>
        </a:spcBef>
        <a:spcAft>
          <a:spcPct val="0"/>
        </a:spcAft>
        <a:buBlip>
          <a:blip r:embed="rId16"/>
        </a:buBlip>
        <a:defRPr kumimoji="1" sz="2000">
          <a:solidFill>
            <a:schemeClr val="tx1"/>
          </a:solidFill>
          <a:latin typeface="Microsoft Sans Serif" pitchFamily="34" charset="0"/>
          <a:ea typeface="+mn-ea"/>
          <a:cs typeface="Microsoft Sans Serif" pitchFamily="34" charset="0"/>
        </a:defRPr>
      </a:lvl2pPr>
      <a:lvl3pPr marL="1143000" indent="-228600" algn="l" rtl="0" eaLnBrk="0" fontAlgn="base" latinLnBrk="1" hangingPunct="0">
        <a:spcBef>
          <a:spcPct val="20000"/>
        </a:spcBef>
        <a:spcAft>
          <a:spcPct val="0"/>
        </a:spcAft>
        <a:buChar char="•"/>
        <a:defRPr kumimoji="1">
          <a:solidFill>
            <a:schemeClr val="tx1"/>
          </a:solidFill>
          <a:latin typeface="Microsoft Sans Serif" pitchFamily="34" charset="0"/>
          <a:ea typeface="+mn-ea"/>
          <a:cs typeface="Microsoft Sans Serif" pitchFamily="34" charset="0"/>
        </a:defRPr>
      </a:lvl3pPr>
      <a:lvl4pPr marL="1600200" indent="-228600" algn="l" rtl="0" eaLnBrk="0" fontAlgn="base" latinLnBrk="1" hangingPunct="0">
        <a:spcBef>
          <a:spcPct val="20000"/>
        </a:spcBef>
        <a:spcAft>
          <a:spcPct val="0"/>
        </a:spcAft>
        <a:buChar char="–"/>
        <a:defRPr kumimoji="1" sz="1600">
          <a:solidFill>
            <a:schemeClr val="tx1"/>
          </a:solidFill>
          <a:latin typeface="Microsoft Sans Serif" pitchFamily="34" charset="0"/>
          <a:ea typeface="+mn-ea"/>
          <a:cs typeface="Microsoft Sans Serif" pitchFamily="34" charset="0"/>
        </a:defRPr>
      </a:lvl4pPr>
      <a:lvl5pPr marL="2057400" indent="-228600" algn="l" rtl="0" eaLnBrk="0" fontAlgn="base" latinLnBrk="1" hangingPunct="0">
        <a:spcBef>
          <a:spcPct val="20000"/>
        </a:spcBef>
        <a:spcAft>
          <a:spcPct val="0"/>
        </a:spcAft>
        <a:buChar char="»"/>
        <a:defRPr kumimoji="1" sz="1600">
          <a:solidFill>
            <a:schemeClr val="tx1"/>
          </a:solidFill>
          <a:latin typeface="Microsoft Sans Serif" pitchFamily="34" charset="0"/>
          <a:ea typeface="+mn-ea"/>
          <a:cs typeface="Microsoft Sans Serif" pitchFamily="34" charset="0"/>
        </a:defRPr>
      </a:lvl5pPr>
      <a:lvl6pPr marL="2514600" indent="-228600" algn="l" rtl="0" fontAlgn="base" latinLnBrk="1">
        <a:spcBef>
          <a:spcPct val="20000"/>
        </a:spcBef>
        <a:spcAft>
          <a:spcPct val="0"/>
        </a:spcAft>
        <a:buChar char="»"/>
        <a:defRPr kumimoji="1" sz="1600">
          <a:solidFill>
            <a:schemeClr val="tx1"/>
          </a:solidFill>
          <a:latin typeface="+mn-lt"/>
          <a:ea typeface="+mn-ea"/>
        </a:defRPr>
      </a:lvl6pPr>
      <a:lvl7pPr marL="2971800" indent="-228600" algn="l" rtl="0" fontAlgn="base" latinLnBrk="1">
        <a:spcBef>
          <a:spcPct val="20000"/>
        </a:spcBef>
        <a:spcAft>
          <a:spcPct val="0"/>
        </a:spcAft>
        <a:buChar char="»"/>
        <a:defRPr kumimoji="1" sz="1600">
          <a:solidFill>
            <a:schemeClr val="tx1"/>
          </a:solidFill>
          <a:latin typeface="+mn-lt"/>
          <a:ea typeface="+mn-ea"/>
        </a:defRPr>
      </a:lvl7pPr>
      <a:lvl8pPr marL="3429000" indent="-228600" algn="l" rtl="0" fontAlgn="base" latinLnBrk="1">
        <a:spcBef>
          <a:spcPct val="20000"/>
        </a:spcBef>
        <a:spcAft>
          <a:spcPct val="0"/>
        </a:spcAft>
        <a:buChar char="»"/>
        <a:defRPr kumimoji="1" sz="1600">
          <a:solidFill>
            <a:schemeClr val="tx1"/>
          </a:solidFill>
          <a:latin typeface="+mn-lt"/>
          <a:ea typeface="+mn-ea"/>
        </a:defRPr>
      </a:lvl8pPr>
      <a:lvl9pPr marL="3886200" indent="-228600" algn="l" rtl="0" fontAlgn="base" latinLnBrk="1">
        <a:spcBef>
          <a:spcPct val="20000"/>
        </a:spcBef>
        <a:spcAft>
          <a:spcPct val="0"/>
        </a:spcAft>
        <a:buChar char="»"/>
        <a:defRPr kumimoji="1" sz="16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emf"/><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6.emf"/><Relationship Id="rId7"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emf"/><Relationship Id="rId4" Type="http://schemas.openxmlformats.org/officeDocument/2006/relationships/image" Target="../media/image37.emf"/></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emf"/><Relationship Id="rId4" Type="http://schemas.openxmlformats.org/officeDocument/2006/relationships/image" Target="../media/image43.png"/><Relationship Id="rId9"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5"/>
          <p:cNvSpPr>
            <a:spLocks noGrp="1" noChangeArrowheads="1"/>
          </p:cNvSpPr>
          <p:nvPr>
            <p:ph type="subTitle" idx="1"/>
          </p:nvPr>
        </p:nvSpPr>
        <p:spPr>
          <a:xfrm>
            <a:off x="795338" y="4865688"/>
            <a:ext cx="4111625" cy="1298575"/>
          </a:xfrm>
          <a:noFill/>
        </p:spPr>
        <p:txBody>
          <a:bodyPr/>
          <a:lstStyle/>
          <a:p>
            <a:pPr eaLnBrk="1" hangingPunct="1">
              <a:lnSpc>
                <a:spcPct val="90000"/>
              </a:lnSpc>
            </a:pPr>
            <a:r>
              <a:rPr lang="en-US" altLang="ko-KR" sz="1600" smtClean="0">
                <a:latin typeface="Times New Roman" panose="02020603050405020304" pitchFamily="18" charset="0"/>
              </a:rPr>
              <a:t>School of Computer Science and Engineering</a:t>
            </a:r>
          </a:p>
          <a:p>
            <a:pPr eaLnBrk="1" hangingPunct="1">
              <a:lnSpc>
                <a:spcPct val="90000"/>
              </a:lnSpc>
            </a:pPr>
            <a:r>
              <a:rPr lang="en-US" altLang="ko-KR" sz="1600" smtClean="0">
                <a:latin typeface="Times New Roman" panose="02020603050405020304" pitchFamily="18" charset="0"/>
              </a:rPr>
              <a:t>Pusan National University</a:t>
            </a:r>
          </a:p>
          <a:p>
            <a:pPr eaLnBrk="1" hangingPunct="1">
              <a:lnSpc>
                <a:spcPct val="90000"/>
              </a:lnSpc>
            </a:pPr>
            <a:endParaRPr lang="en-US" altLang="ko-KR" sz="1600" smtClean="0">
              <a:latin typeface="Times New Roman" panose="02020603050405020304" pitchFamily="18" charset="0"/>
            </a:endParaRPr>
          </a:p>
          <a:p>
            <a:pPr eaLnBrk="1" hangingPunct="1">
              <a:lnSpc>
                <a:spcPct val="90000"/>
              </a:lnSpc>
            </a:pPr>
            <a:r>
              <a:rPr lang="en-US" altLang="ko-KR" sz="1600" smtClean="0">
                <a:latin typeface="Times New Roman" panose="02020603050405020304" pitchFamily="18" charset="0"/>
              </a:rPr>
              <a:t>Jeong Goo Kim</a:t>
            </a:r>
          </a:p>
          <a:p>
            <a:pPr eaLnBrk="1" hangingPunct="1">
              <a:lnSpc>
                <a:spcPct val="90000"/>
              </a:lnSpc>
            </a:pPr>
            <a:endParaRPr lang="ko-KR" altLang="en-US" smtClean="0">
              <a:latin typeface="Times New Roman" panose="02020603050405020304" pitchFamily="18" charset="0"/>
            </a:endParaRPr>
          </a:p>
        </p:txBody>
      </p:sp>
      <p:sp>
        <p:nvSpPr>
          <p:cNvPr id="18435" name="Rectangle 16"/>
          <p:cNvSpPr>
            <a:spLocks noGrp="1" noChangeArrowheads="1"/>
          </p:cNvSpPr>
          <p:nvPr>
            <p:ph type="ctrTitle"/>
          </p:nvPr>
        </p:nvSpPr>
        <p:spPr>
          <a:xfrm>
            <a:off x="393700" y="2668588"/>
            <a:ext cx="4630738" cy="1065212"/>
          </a:xfrm>
        </p:spPr>
        <p:txBody>
          <a:bodyPr/>
          <a:lstStyle/>
          <a:p>
            <a:pPr algn="ctr" eaLnBrk="1" hangingPunct="1">
              <a:defRPr/>
            </a:pPr>
            <a:r>
              <a:rPr lang="en-US" altLang="ko-KR" sz="3200" i="1" dirty="0" smtClean="0">
                <a:solidFill>
                  <a:srgbClr val="C00000"/>
                </a:solidFill>
                <a:latin typeface="+mj-lt"/>
              </a:rPr>
              <a:t>Chapter  2</a:t>
            </a:r>
            <a:r>
              <a:rPr lang="en-US" altLang="ko-KR" sz="3200" b="0" dirty="0" smtClean="0">
                <a:solidFill>
                  <a:srgbClr val="0070C0"/>
                </a:solidFill>
              </a:rPr>
              <a:t> </a:t>
            </a:r>
            <a:br>
              <a:rPr lang="en-US" altLang="ko-KR" sz="3200" b="0" dirty="0" smtClean="0">
                <a:solidFill>
                  <a:srgbClr val="0070C0"/>
                </a:solidFill>
              </a:rPr>
            </a:br>
            <a:r>
              <a:rPr lang="en-US" altLang="ko-KR" sz="3200" b="0" dirty="0" smtClean="0">
                <a:solidFill>
                  <a:srgbClr val="0070C0"/>
                </a:solidFill>
              </a:rPr>
              <a:t> </a:t>
            </a:r>
            <a:r>
              <a:rPr lang="en-US" altLang="ko-KR" sz="3200" dirty="0" smtClean="0">
                <a:latin typeface="Times" pitchFamily="18" charset="0"/>
              </a:rPr>
              <a:t>Network Models</a:t>
            </a:r>
            <a:endParaRPr lang="en-US" altLang="ko-KR" sz="3200" dirty="0">
              <a:latin typeface="Times" pitchFamily="18" charset="0"/>
            </a:endParaRPr>
          </a:p>
        </p:txBody>
      </p:sp>
      <p:pic>
        <p:nvPicPr>
          <p:cNvPr id="1741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13350" y="2165350"/>
            <a:ext cx="3494088"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제목 1"/>
          <p:cNvSpPr>
            <a:spLocks noGrp="1"/>
          </p:cNvSpPr>
          <p:nvPr>
            <p:ph type="title"/>
          </p:nvPr>
        </p:nvSpPr>
        <p:spPr/>
        <p:txBody>
          <a:bodyPr/>
          <a:lstStyle/>
          <a:p>
            <a:pPr>
              <a:defRPr/>
            </a:pPr>
            <a:r>
              <a:rPr lang="en-US" altLang="ko-KR" sz="2000" dirty="0" smtClean="0">
                <a:effectLst>
                  <a:outerShdw blurRad="38100" dist="38100" dir="2700000" algn="tl">
                    <a:srgbClr val="000000">
                      <a:alpha val="43137"/>
                    </a:srgbClr>
                  </a:outerShdw>
                </a:effectLst>
                <a:latin typeface="Times" pitchFamily="18" charset="0"/>
                <a:cs typeface="Times" pitchFamily="18" charset="0"/>
              </a:rPr>
              <a:t>Ch. 2:  Outline</a:t>
            </a:r>
            <a:endParaRPr lang="ko-KR" altLang="en-US" sz="2000" dirty="0" smtClean="0">
              <a:effectLst>
                <a:outerShdw blurRad="38100" dist="38100" dir="2700000" algn="tl">
                  <a:srgbClr val="000000">
                    <a:alpha val="43137"/>
                  </a:srgbClr>
                </a:outerShdw>
              </a:effectLst>
              <a:latin typeface="Times" pitchFamily="18" charset="0"/>
              <a:cs typeface="Times" pitchFamily="18" charset="0"/>
            </a:endParaRPr>
          </a:p>
        </p:txBody>
      </p:sp>
      <p:sp>
        <p:nvSpPr>
          <p:cNvPr id="3" name="내용 개체 틀 2"/>
          <p:cNvSpPr>
            <a:spLocks noGrp="1"/>
          </p:cNvSpPr>
          <p:nvPr>
            <p:ph idx="1"/>
          </p:nvPr>
        </p:nvSpPr>
        <p:spPr/>
        <p:txBody>
          <a:bodyPr/>
          <a:lstStyle/>
          <a:p>
            <a:pPr marL="0" indent="0" algn="just">
              <a:lnSpc>
                <a:spcPct val="150000"/>
              </a:lnSpc>
              <a:buFontTx/>
              <a:buNone/>
              <a:defRPr/>
            </a:pPr>
            <a:r>
              <a:rPr lang="en-US" altLang="ko-KR" sz="3600" dirty="0" smtClean="0">
                <a:solidFill>
                  <a:srgbClr val="C00000"/>
                </a:solidFill>
                <a:effectLst>
                  <a:outerShdw blurRad="38100" dist="38100" dir="2700000" algn="tl">
                    <a:srgbClr val="000000">
                      <a:alpha val="43137"/>
                    </a:srgbClr>
                  </a:outerShdw>
                </a:effectLst>
                <a:latin typeface="Times"/>
              </a:rPr>
              <a:t>2.1</a:t>
            </a:r>
            <a:r>
              <a:rPr lang="en-US" altLang="ko-KR" sz="3600" dirty="0" smtClean="0">
                <a:solidFill>
                  <a:srgbClr val="FF0000"/>
                </a:solidFill>
                <a:effectLst>
                  <a:outerShdw blurRad="38100" dist="38100" dir="2700000" algn="tl">
                    <a:srgbClr val="000000">
                      <a:alpha val="43137"/>
                    </a:srgbClr>
                  </a:outerShdw>
                </a:effectLst>
                <a:latin typeface="Times"/>
              </a:rPr>
              <a:t>   </a:t>
            </a:r>
            <a:r>
              <a:rPr lang="en-US" altLang="ko-KR" sz="3600" dirty="0">
                <a:solidFill>
                  <a:schemeClr val="tx2"/>
                </a:solidFill>
                <a:effectLst>
                  <a:outerShdw blurRad="38100" dist="38100" dir="2700000" algn="tl">
                    <a:srgbClr val="000000">
                      <a:alpha val="43137"/>
                    </a:srgbClr>
                  </a:outerShdw>
                </a:effectLst>
                <a:latin typeface="Times"/>
              </a:rPr>
              <a:t>Protocol Layering</a:t>
            </a:r>
          </a:p>
          <a:p>
            <a:pPr marL="0" indent="0" algn="just">
              <a:lnSpc>
                <a:spcPct val="150000"/>
              </a:lnSpc>
              <a:buFontTx/>
              <a:buNone/>
              <a:defRPr/>
            </a:pPr>
            <a:r>
              <a:rPr lang="en-US" altLang="ko-KR" sz="3600" dirty="0" smtClean="0">
                <a:solidFill>
                  <a:srgbClr val="C00000"/>
                </a:solidFill>
                <a:effectLst>
                  <a:outerShdw blurRad="38100" dist="38100" dir="2700000" algn="tl">
                    <a:srgbClr val="000000">
                      <a:alpha val="43137"/>
                    </a:srgbClr>
                  </a:outerShdw>
                </a:effectLst>
                <a:latin typeface="Times"/>
              </a:rPr>
              <a:t>2.2</a:t>
            </a:r>
            <a:r>
              <a:rPr lang="en-US" altLang="ko-KR" sz="3600" dirty="0" smtClean="0">
                <a:solidFill>
                  <a:srgbClr val="FF0000"/>
                </a:solidFill>
                <a:effectLst>
                  <a:outerShdw blurRad="38100" dist="38100" dir="2700000" algn="tl">
                    <a:srgbClr val="000000">
                      <a:alpha val="43137"/>
                    </a:srgbClr>
                  </a:outerShdw>
                </a:effectLst>
                <a:latin typeface="Times"/>
              </a:rPr>
              <a:t>   </a:t>
            </a:r>
            <a:r>
              <a:rPr lang="en-US" altLang="ko-KR" sz="3600" dirty="0">
                <a:solidFill>
                  <a:schemeClr val="tx2"/>
                </a:solidFill>
                <a:effectLst>
                  <a:outerShdw blurRad="38100" dist="38100" dir="2700000" algn="tl">
                    <a:srgbClr val="000000">
                      <a:alpha val="43137"/>
                    </a:srgbClr>
                  </a:outerShdw>
                </a:effectLst>
                <a:latin typeface="Times"/>
              </a:rPr>
              <a:t>TCP/IP Protocol Suite</a:t>
            </a:r>
          </a:p>
          <a:p>
            <a:pPr marL="0" indent="0" algn="just">
              <a:lnSpc>
                <a:spcPct val="150000"/>
              </a:lnSpc>
              <a:buFontTx/>
              <a:buNone/>
              <a:defRPr/>
            </a:pPr>
            <a:r>
              <a:rPr lang="en-US" altLang="ko-KR" sz="3600" dirty="0" smtClean="0">
                <a:solidFill>
                  <a:srgbClr val="C00000"/>
                </a:solidFill>
                <a:effectLst>
                  <a:outerShdw blurRad="38100" dist="38100" dir="2700000" algn="tl">
                    <a:srgbClr val="000000">
                      <a:alpha val="43137"/>
                    </a:srgbClr>
                  </a:outerShdw>
                </a:effectLst>
                <a:latin typeface="Times"/>
              </a:rPr>
              <a:t>2.3</a:t>
            </a:r>
            <a:r>
              <a:rPr lang="en-US" altLang="ko-KR" sz="3600" dirty="0" smtClean="0">
                <a:solidFill>
                  <a:srgbClr val="FF0000"/>
                </a:solidFill>
                <a:effectLst>
                  <a:outerShdw blurRad="38100" dist="38100" dir="2700000" algn="tl">
                    <a:srgbClr val="000000">
                      <a:alpha val="43137"/>
                    </a:srgbClr>
                  </a:outerShdw>
                </a:effectLst>
                <a:latin typeface="Times"/>
              </a:rPr>
              <a:t>   </a:t>
            </a:r>
            <a:r>
              <a:rPr lang="en-US" altLang="ko-KR" sz="3600" dirty="0">
                <a:solidFill>
                  <a:schemeClr val="tx2"/>
                </a:solidFill>
                <a:effectLst>
                  <a:outerShdw blurRad="38100" dist="38100" dir="2700000" algn="tl">
                    <a:srgbClr val="000000">
                      <a:alpha val="43137"/>
                    </a:srgbClr>
                  </a:outerShdw>
                </a:effectLst>
                <a:latin typeface="Times"/>
              </a:rPr>
              <a:t>OSI Model</a:t>
            </a:r>
            <a:endParaRPr lang="en-US" altLang="ko-KR" sz="2000" i="1" dirty="0">
              <a:solidFill>
                <a:srgbClr val="FF0000"/>
              </a:solidFill>
              <a:effectLst>
                <a:outerShdw blurRad="38100" dist="38100" dir="2700000" algn="tl">
                  <a:srgbClr val="000000">
                    <a:alpha val="43137"/>
                  </a:srgbClr>
                </a:outerShdw>
              </a:effectLst>
              <a:latin typeface="Times"/>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lvl="2">
              <a:defRPr/>
            </a:pPr>
            <a:r>
              <a:rPr lang="en-US" altLang="ko-KR" sz="2000" dirty="0" smtClean="0">
                <a:effectLst>
                  <a:outerShdw blurRad="38100" dist="38100" dir="2700000" algn="tl">
                    <a:srgbClr val="C0C0C0"/>
                  </a:outerShdw>
                </a:effectLst>
                <a:latin typeface="Times" pitchFamily="18" charset="0"/>
              </a:rPr>
              <a:t>Ch. 2 : Objective</a:t>
            </a:r>
            <a:endParaRPr lang="en-US" altLang="ko-KR" sz="2000" dirty="0">
              <a:effectLst>
                <a:outerShdw blurRad="38100" dist="38100" dir="2700000" algn="tl">
                  <a:srgbClr val="C0C0C0"/>
                </a:outerShdw>
              </a:effectLst>
              <a:latin typeface="Times" pitchFamily="18" charset="0"/>
            </a:endParaRP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pPr>
            <a:r>
              <a:rPr lang="en-US" altLang="ko-KR" sz="3600" b="1" smtClean="0">
                <a:solidFill>
                  <a:srgbClr val="C00000"/>
                </a:solidFill>
                <a:latin typeface="Times New Roman" panose="02020603050405020304" pitchFamily="18" charset="0"/>
                <a:cs typeface="Times New Roman" panose="02020603050405020304" pitchFamily="18" charset="0"/>
              </a:rPr>
              <a:t>Objective</a:t>
            </a:r>
          </a:p>
          <a:p>
            <a:pPr>
              <a:spcAft>
                <a:spcPts val="600"/>
              </a:spcAft>
            </a:pPr>
            <a:r>
              <a:rPr lang="en-US" altLang="ko-KR" smtClean="0">
                <a:latin typeface="Times New Roman" panose="02020603050405020304" pitchFamily="18" charset="0"/>
              </a:rPr>
              <a:t>Discuss the two network protocols: TCP/IP and OSI model</a:t>
            </a:r>
          </a:p>
          <a:p>
            <a:pPr>
              <a:spcAft>
                <a:spcPts val="600"/>
              </a:spcAft>
            </a:pPr>
            <a:r>
              <a:rPr lang="en-US" altLang="ko-KR" smtClean="0">
                <a:latin typeface="Times New Roman" panose="02020603050405020304" pitchFamily="18" charset="0"/>
              </a:rPr>
              <a:t>The first section introduces the concept of protocol layering using </a:t>
            </a:r>
            <a:r>
              <a:rPr lang="en-US" altLang="ko-KR" b="1" i="1" smtClean="0">
                <a:latin typeface="Times New Roman" panose="02020603050405020304" pitchFamily="18" charset="0"/>
              </a:rPr>
              <a:t>two scenarios</a:t>
            </a:r>
            <a:r>
              <a:rPr lang="en-US" altLang="ko-KR" smtClean="0">
                <a:latin typeface="Times New Roman" panose="02020603050405020304" pitchFamily="18" charset="0"/>
              </a:rPr>
              <a:t>:</a:t>
            </a:r>
          </a:p>
          <a:p>
            <a:pPr lvl="1">
              <a:spcAft>
                <a:spcPts val="600"/>
              </a:spcAft>
            </a:pPr>
            <a:r>
              <a:rPr lang="en-US" altLang="ko-KR" smtClean="0">
                <a:latin typeface="Times New Roman" panose="02020603050405020304" pitchFamily="18" charset="0"/>
              </a:rPr>
              <a:t>Single layer</a:t>
            </a:r>
          </a:p>
          <a:p>
            <a:pPr lvl="1">
              <a:spcAft>
                <a:spcPts val="600"/>
              </a:spcAft>
            </a:pPr>
            <a:r>
              <a:rPr lang="en-US" altLang="ko-KR" smtClean="0">
                <a:latin typeface="Times New Roman" panose="02020603050405020304" pitchFamily="18" charset="0"/>
              </a:rPr>
              <a:t>Multi-layer</a:t>
            </a:r>
          </a:p>
          <a:p>
            <a:pPr>
              <a:spcAft>
                <a:spcPts val="600"/>
              </a:spcAft>
            </a:pPr>
            <a:r>
              <a:rPr lang="en-US" altLang="ko-KR" smtClean="0">
                <a:latin typeface="Times New Roman" panose="02020603050405020304" pitchFamily="18" charset="0"/>
              </a:rPr>
              <a:t>The second section discusses the </a:t>
            </a:r>
            <a:r>
              <a:rPr lang="en-US" altLang="ko-KR" b="1" i="1" smtClean="0">
                <a:solidFill>
                  <a:srgbClr val="C00000"/>
                </a:solidFill>
                <a:latin typeface="Times New Roman" panose="02020603050405020304" pitchFamily="18" charset="0"/>
              </a:rPr>
              <a:t>five layers of the TCP/IP </a:t>
            </a:r>
            <a:r>
              <a:rPr lang="en-US" altLang="ko-KR" smtClean="0">
                <a:latin typeface="Times New Roman" panose="02020603050405020304" pitchFamily="18" charset="0"/>
              </a:rPr>
              <a:t>protocol suite.</a:t>
            </a:r>
          </a:p>
          <a:p>
            <a:pPr>
              <a:spcAft>
                <a:spcPts val="600"/>
              </a:spcAft>
            </a:pPr>
            <a:r>
              <a:rPr lang="en-US" altLang="ko-KR" smtClean="0">
                <a:latin typeface="Times New Roman" panose="02020603050405020304" pitchFamily="18" charset="0"/>
              </a:rPr>
              <a:t>The third section gives a brief discussion of the </a:t>
            </a:r>
            <a:r>
              <a:rPr lang="en-US" altLang="ko-KR" b="1" i="1" smtClean="0">
                <a:solidFill>
                  <a:srgbClr val="C00000"/>
                </a:solidFill>
                <a:latin typeface="Times New Roman" panose="02020603050405020304" pitchFamily="18" charset="0"/>
              </a:rPr>
              <a:t>OSI model</a:t>
            </a:r>
            <a:r>
              <a:rPr lang="en-US" altLang="ko-KR" smtClean="0">
                <a:latin typeface="Times New Roman" panose="02020603050405020304" pitchFamily="18" charset="0"/>
              </a:rPr>
              <a:t>.</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2-1 Protocol Layering </a:t>
            </a:r>
          </a:p>
        </p:txBody>
      </p:sp>
      <p:sp>
        <p:nvSpPr>
          <p:cNvPr id="21507" name="내용 개체 틀 2"/>
          <p:cNvSpPr>
            <a:spLocks noGrp="1"/>
          </p:cNvSpPr>
          <p:nvPr>
            <p:ph idx="1"/>
          </p:nvPr>
        </p:nvSpPr>
        <p:spPr>
          <a:xfrm>
            <a:off x="384175" y="765175"/>
            <a:ext cx="8429625" cy="5616575"/>
          </a:xfrm>
        </p:spPr>
        <p:txBody>
          <a:bodyPr/>
          <a:lstStyle/>
          <a:p>
            <a:pPr marL="342900" lvl="2" indent="-342900">
              <a:lnSpc>
                <a:spcPct val="150000"/>
              </a:lnSpc>
              <a:buFontTx/>
              <a:buNone/>
            </a:pPr>
            <a:r>
              <a:rPr lang="en-US" altLang="ko-KR" sz="3600" b="1" smtClean="0">
                <a:solidFill>
                  <a:srgbClr val="C00000"/>
                </a:solidFill>
                <a:latin typeface="Times New Roman" panose="02020603050405020304" pitchFamily="18" charset="0"/>
                <a:cs typeface="Times New Roman" panose="02020603050405020304" pitchFamily="18" charset="0"/>
              </a:rPr>
              <a:t>2-1 Protocol Layering </a:t>
            </a:r>
          </a:p>
          <a:p>
            <a:pPr algn="just"/>
            <a:r>
              <a:rPr lang="en-US" altLang="ko-KR" smtClean="0">
                <a:solidFill>
                  <a:srgbClr val="000000"/>
                </a:solidFill>
                <a:latin typeface="Times New Roman" panose="02020603050405020304" pitchFamily="18" charset="0"/>
                <a:cs typeface="Times New Roman" panose="02020603050405020304" pitchFamily="18" charset="0"/>
              </a:rPr>
              <a:t>In data communication and networking, a </a:t>
            </a:r>
            <a:r>
              <a:rPr lang="en-US" altLang="ko-KR" b="1" i="1" smtClean="0">
                <a:solidFill>
                  <a:srgbClr val="C00000"/>
                </a:solidFill>
                <a:latin typeface="Times New Roman" panose="02020603050405020304" pitchFamily="18" charset="0"/>
                <a:cs typeface="Times New Roman" panose="02020603050405020304" pitchFamily="18" charset="0"/>
              </a:rPr>
              <a:t>protocol</a:t>
            </a:r>
            <a:r>
              <a:rPr lang="en-US" altLang="ko-KR" smtClean="0">
                <a:solidFill>
                  <a:srgbClr val="000000"/>
                </a:solidFill>
                <a:latin typeface="Times New Roman" panose="02020603050405020304" pitchFamily="18" charset="0"/>
                <a:cs typeface="Times New Roman" panose="02020603050405020304" pitchFamily="18" charset="0"/>
              </a:rPr>
              <a:t> defines the rules that both the sender and receiver and all intermediate devices need to follow to be able </a:t>
            </a:r>
            <a:r>
              <a:rPr lang="en-US" altLang="ko-KR" b="1" i="1" smtClean="0">
                <a:solidFill>
                  <a:srgbClr val="C00000"/>
                </a:solidFill>
                <a:latin typeface="Times New Roman" panose="02020603050405020304" pitchFamily="18" charset="0"/>
                <a:cs typeface="Times New Roman" panose="02020603050405020304" pitchFamily="18" charset="0"/>
              </a:rPr>
              <a:t>to communicate effectively</a:t>
            </a:r>
            <a:r>
              <a:rPr lang="en-US" altLang="ko-KR" smtClean="0">
                <a:solidFill>
                  <a:srgbClr val="000000"/>
                </a:solidFill>
                <a:latin typeface="Times New Roman" panose="02020603050405020304" pitchFamily="18" charset="0"/>
                <a:cs typeface="Times New Roman" panose="02020603050405020304" pitchFamily="18" charset="0"/>
              </a:rPr>
              <a:t>. </a:t>
            </a:r>
          </a:p>
          <a:p>
            <a:pPr algn="just"/>
            <a:r>
              <a:rPr lang="en-US" altLang="ko-KR" smtClean="0">
                <a:solidFill>
                  <a:srgbClr val="000000"/>
                </a:solidFill>
                <a:latin typeface="Times New Roman" panose="02020603050405020304" pitchFamily="18" charset="0"/>
                <a:cs typeface="Times New Roman" panose="02020603050405020304" pitchFamily="18" charset="0"/>
              </a:rPr>
              <a:t>When communication is simple, we may need only one simple protocol. </a:t>
            </a:r>
          </a:p>
          <a:p>
            <a:pPr algn="just"/>
            <a:r>
              <a:rPr lang="en-US" altLang="ko-KR" smtClean="0">
                <a:solidFill>
                  <a:srgbClr val="000000"/>
                </a:solidFill>
                <a:latin typeface="Times New Roman" panose="02020603050405020304" pitchFamily="18" charset="0"/>
                <a:cs typeface="Times New Roman" panose="02020603050405020304" pitchFamily="18" charset="0"/>
              </a:rPr>
              <a:t>When the </a:t>
            </a:r>
            <a:r>
              <a:rPr lang="en-US" altLang="ko-KR" b="1" i="1" smtClean="0">
                <a:solidFill>
                  <a:srgbClr val="000000"/>
                </a:solidFill>
                <a:latin typeface="Times New Roman" panose="02020603050405020304" pitchFamily="18" charset="0"/>
                <a:cs typeface="Times New Roman" panose="02020603050405020304" pitchFamily="18" charset="0"/>
              </a:rPr>
              <a:t>communication is complex</a:t>
            </a:r>
            <a:r>
              <a:rPr lang="en-US" altLang="ko-KR" smtClean="0">
                <a:solidFill>
                  <a:srgbClr val="000000"/>
                </a:solidFill>
                <a:latin typeface="Times New Roman" panose="02020603050405020304" pitchFamily="18" charset="0"/>
                <a:cs typeface="Times New Roman" panose="02020603050405020304" pitchFamily="18" charset="0"/>
              </a:rPr>
              <a:t>, we may need to divide the task between different layers, in which case we need a protocol at each layer, or </a:t>
            </a:r>
            <a:r>
              <a:rPr lang="en-US" altLang="ko-KR" b="1" i="1" smtClean="0">
                <a:solidFill>
                  <a:srgbClr val="C00000"/>
                </a:solidFill>
                <a:latin typeface="Times New Roman" panose="02020603050405020304" pitchFamily="18" charset="0"/>
                <a:cs typeface="Times New Roman" panose="02020603050405020304" pitchFamily="18" charset="0"/>
              </a:rPr>
              <a:t>protocol layering</a:t>
            </a:r>
            <a:r>
              <a:rPr lang="en-US" altLang="ko-KR" smtClean="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2.1.1  Scenarios</a:t>
            </a: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2.1.1  Scenarios</a:t>
            </a:r>
          </a:p>
          <a:p>
            <a:pPr algn="just">
              <a:defRPr/>
            </a:pPr>
            <a:r>
              <a:rPr lang="en-US" altLang="ko-KR" dirty="0">
                <a:latin typeface="Times New Roman" pitchFamily="18" charset="0"/>
              </a:rPr>
              <a:t>Let us develop two simple scenarios to better understand the need for protocol layering.</a:t>
            </a:r>
          </a:p>
          <a:p>
            <a:pPr algn="just">
              <a:defRPr/>
            </a:pPr>
            <a:r>
              <a:rPr lang="en-US" altLang="ko-KR" dirty="0">
                <a:latin typeface="Times New Roman" pitchFamily="18" charset="0"/>
              </a:rPr>
              <a:t>In the </a:t>
            </a:r>
            <a:r>
              <a:rPr lang="en-US" altLang="ko-KR" b="1" i="1" dirty="0">
                <a:latin typeface="Times New Roman" pitchFamily="18" charset="0"/>
              </a:rPr>
              <a:t>first scenario</a:t>
            </a:r>
            <a:r>
              <a:rPr lang="en-US" altLang="ko-KR" dirty="0">
                <a:latin typeface="Times New Roman" pitchFamily="18" charset="0"/>
              </a:rPr>
              <a:t>, communication is so simple that it can occur in only </a:t>
            </a:r>
            <a:r>
              <a:rPr lang="en-US" altLang="ko-KR" b="1" i="1" dirty="0">
                <a:solidFill>
                  <a:srgbClr val="C00000"/>
                </a:solidFill>
                <a:latin typeface="Times New Roman" pitchFamily="18" charset="0"/>
              </a:rPr>
              <a:t>one layer</a:t>
            </a:r>
            <a:r>
              <a:rPr lang="en-US" altLang="ko-KR" dirty="0">
                <a:latin typeface="Times New Roman" pitchFamily="18" charset="0"/>
              </a:rPr>
              <a:t>.</a:t>
            </a:r>
          </a:p>
          <a:p>
            <a:pPr algn="just">
              <a:defRPr/>
            </a:pPr>
            <a:r>
              <a:rPr lang="en-US" altLang="ko-KR" dirty="0">
                <a:latin typeface="Times New Roman" pitchFamily="18" charset="0"/>
              </a:rPr>
              <a:t>In the </a:t>
            </a:r>
            <a:r>
              <a:rPr lang="en-US" altLang="ko-KR" b="1" i="1" dirty="0">
                <a:latin typeface="Times New Roman" pitchFamily="18" charset="0"/>
              </a:rPr>
              <a:t>second</a:t>
            </a:r>
            <a:r>
              <a:rPr lang="en-US" altLang="ko-KR" dirty="0">
                <a:latin typeface="Times New Roman" pitchFamily="18" charset="0"/>
              </a:rPr>
              <a:t>, the communication between Maria and Ann takes place in </a:t>
            </a:r>
            <a:r>
              <a:rPr lang="en-US" altLang="ko-KR" b="1" i="1" dirty="0">
                <a:solidFill>
                  <a:srgbClr val="C00000"/>
                </a:solidFill>
                <a:latin typeface="Times New Roman" pitchFamily="18" charset="0"/>
              </a:rPr>
              <a:t>three layers</a:t>
            </a:r>
            <a:r>
              <a:rPr lang="en-US" altLang="ko-KR" dirty="0">
                <a:latin typeface="Times New Roman" pitchFamily="18" charset="0"/>
              </a:rPr>
              <a:t>.</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2.1.1  Scenarios</a:t>
            </a: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2.1 </a:t>
            </a:r>
            <a:r>
              <a:rPr lang="en-US" altLang="ko-KR" sz="2800" dirty="0">
                <a:latin typeface="Times New Roman" pitchFamily="18" charset="0"/>
                <a:cs typeface="Times New Roman" pitchFamily="18" charset="0"/>
              </a:rPr>
              <a:t>A single-layer </a:t>
            </a:r>
            <a:r>
              <a:rPr lang="en-US" altLang="ko-KR" sz="2800" dirty="0" smtClean="0">
                <a:latin typeface="Times New Roman" pitchFamily="18" charset="0"/>
                <a:cs typeface="Times New Roman" pitchFamily="18" charset="0"/>
              </a:rPr>
              <a:t>protocol</a:t>
            </a:r>
            <a:endParaRPr lang="en-US" altLang="ko-KR" sz="2800" dirty="0">
              <a:solidFill>
                <a:schemeClr val="bg2"/>
              </a:solidFill>
              <a:latin typeface="Times New Roman" pitchFamily="18" charset="0"/>
              <a:cs typeface="Times New Roman" pitchFamily="18" charset="0"/>
            </a:endParaRP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71750"/>
            <a:ext cx="8116888" cy="114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5650" y="3719513"/>
            <a:ext cx="5133975"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2.1.1  Scenarios</a:t>
            </a: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2.2 </a:t>
            </a:r>
            <a:r>
              <a:rPr lang="en-US" altLang="ko-KR" sz="2800" dirty="0">
                <a:latin typeface="Times New Roman" pitchFamily="18" charset="0"/>
                <a:cs typeface="Times New Roman" pitchFamily="18" charset="0"/>
              </a:rPr>
              <a:t>A </a:t>
            </a:r>
            <a:r>
              <a:rPr lang="en-US" altLang="ko-KR" sz="2800" dirty="0" smtClean="0">
                <a:latin typeface="Times New Roman" pitchFamily="18" charset="0"/>
                <a:cs typeface="Times New Roman" pitchFamily="18" charset="0"/>
              </a:rPr>
              <a:t>Three-layer protocol</a:t>
            </a:r>
            <a:endParaRPr lang="en-US" altLang="ko-KR" sz="2800" dirty="0">
              <a:solidFill>
                <a:schemeClr val="bg2"/>
              </a:solidFill>
              <a:latin typeface="Times New Roman" pitchFamily="18" charset="0"/>
              <a:cs typeface="Times New Roman" pitchFamily="18"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1758950"/>
            <a:ext cx="22098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850" y="1758950"/>
            <a:ext cx="22510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650" y="2216150"/>
            <a:ext cx="4179888"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75" y="3484563"/>
            <a:ext cx="417988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1725" y="4735513"/>
            <a:ext cx="424815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7325" y="2674938"/>
            <a:ext cx="6172200"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570163" y="5624513"/>
            <a:ext cx="3895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73850" y="3397250"/>
            <a:ext cx="225107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73850" y="4713288"/>
            <a:ext cx="2251075"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925" y="4713288"/>
            <a:ext cx="220980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25" y="3397250"/>
            <a:ext cx="2209800"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1500"/>
                                        <p:tgtEl>
                                          <p:spTgt spid="1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21"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inVertical)">
                                      <p:cBhvr>
                                        <p:cTn id="35" dur="500"/>
                                        <p:tgtEl>
                                          <p:spTgt spid="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6" presetClass="entr" presetSubtype="21"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2.1.2 </a:t>
            </a:r>
            <a:r>
              <a:rPr lang="en-US" altLang="ko-KR" sz="2400" dirty="0">
                <a:effectLst>
                  <a:outerShdw blurRad="38100" dist="38100" dir="2700000" algn="tl">
                    <a:srgbClr val="000000">
                      <a:alpha val="43137"/>
                    </a:srgbClr>
                  </a:outerShdw>
                </a:effectLst>
                <a:latin typeface="Times New Roman" pitchFamily="18" charset="0"/>
              </a:rPr>
              <a:t>Principles of Protocol Layering</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2.1.2 </a:t>
            </a:r>
            <a:r>
              <a:rPr lang="en-US" altLang="ko-KR" sz="2800" b="1" dirty="0">
                <a:solidFill>
                  <a:srgbClr val="C00000"/>
                </a:solidFill>
                <a:effectLst>
                  <a:outerShdw blurRad="38100" dist="38100" dir="2700000" algn="tl">
                    <a:srgbClr val="000000">
                      <a:alpha val="43137"/>
                    </a:srgbClr>
                  </a:outerShdw>
                </a:effectLst>
                <a:latin typeface="Times New Roman" pitchFamily="18" charset="0"/>
              </a:rPr>
              <a:t>Principles of Protocol Layering</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algn="just">
              <a:defRPr/>
            </a:pPr>
            <a:r>
              <a:rPr lang="en-US" altLang="ko-KR" dirty="0">
                <a:latin typeface="Times New Roman" pitchFamily="18" charset="0"/>
              </a:rPr>
              <a:t>Let us discuss two principles of protocol layering.</a:t>
            </a:r>
          </a:p>
          <a:p>
            <a:pPr algn="just">
              <a:defRPr/>
            </a:pPr>
            <a:endParaRPr lang="en-US" altLang="ko-KR" dirty="0">
              <a:latin typeface="Times New Roman" pitchFamily="18" charset="0"/>
            </a:endParaRPr>
          </a:p>
          <a:p>
            <a:pPr algn="just">
              <a:defRPr/>
            </a:pPr>
            <a:r>
              <a:rPr lang="en-US" altLang="ko-KR" dirty="0">
                <a:latin typeface="Times New Roman" pitchFamily="18" charset="0"/>
              </a:rPr>
              <a:t>The </a:t>
            </a:r>
            <a:r>
              <a:rPr lang="en-US" altLang="ko-KR" b="1" i="1" dirty="0">
                <a:latin typeface="Times New Roman" pitchFamily="18" charset="0"/>
              </a:rPr>
              <a:t>first principle</a:t>
            </a:r>
            <a:r>
              <a:rPr lang="en-US" altLang="ko-KR" dirty="0">
                <a:latin typeface="Times New Roman" pitchFamily="18" charset="0"/>
              </a:rPr>
              <a:t> dictates that if we want bidirectional communication, we need to make each layer so that it is able to </a:t>
            </a:r>
            <a:r>
              <a:rPr lang="en-US" altLang="ko-KR" b="1" i="1" dirty="0">
                <a:solidFill>
                  <a:srgbClr val="C00000"/>
                </a:solidFill>
                <a:latin typeface="Times New Roman" pitchFamily="18" charset="0"/>
              </a:rPr>
              <a:t>perform two opposite tasks</a:t>
            </a:r>
            <a:r>
              <a:rPr lang="en-US" altLang="ko-KR" dirty="0">
                <a:latin typeface="Times New Roman" pitchFamily="18" charset="0"/>
              </a:rPr>
              <a:t>, one in each direction.</a:t>
            </a:r>
          </a:p>
          <a:p>
            <a:pPr algn="just">
              <a:defRPr/>
            </a:pPr>
            <a:endParaRPr lang="en-US" altLang="ko-KR" dirty="0">
              <a:latin typeface="Times New Roman" pitchFamily="18" charset="0"/>
            </a:endParaRPr>
          </a:p>
          <a:p>
            <a:pPr algn="just">
              <a:defRPr/>
            </a:pPr>
            <a:r>
              <a:rPr lang="en-US" altLang="ko-KR" dirty="0">
                <a:latin typeface="Times New Roman" pitchFamily="18" charset="0"/>
              </a:rPr>
              <a:t>The </a:t>
            </a:r>
            <a:r>
              <a:rPr lang="en-US" altLang="ko-KR" b="1" i="1" dirty="0">
                <a:latin typeface="Times New Roman" pitchFamily="18" charset="0"/>
              </a:rPr>
              <a:t>second principle </a:t>
            </a:r>
            <a:r>
              <a:rPr lang="en-US" altLang="ko-KR" dirty="0">
                <a:latin typeface="Times New Roman" pitchFamily="18" charset="0"/>
              </a:rPr>
              <a:t>that we need to follow in protocol layering is that the </a:t>
            </a:r>
            <a:r>
              <a:rPr lang="en-US" altLang="ko-KR" b="1" i="1" dirty="0">
                <a:solidFill>
                  <a:srgbClr val="C00000"/>
                </a:solidFill>
                <a:latin typeface="Times New Roman" pitchFamily="18" charset="0"/>
              </a:rPr>
              <a:t>two objects </a:t>
            </a:r>
            <a:r>
              <a:rPr lang="en-US" altLang="ko-KR" dirty="0">
                <a:latin typeface="Times New Roman" pitchFamily="18" charset="0"/>
              </a:rPr>
              <a:t>under each layer at both sites should be </a:t>
            </a:r>
            <a:r>
              <a:rPr lang="en-US" altLang="ko-KR" b="1" i="1" dirty="0">
                <a:solidFill>
                  <a:srgbClr val="C00000"/>
                </a:solidFill>
                <a:latin typeface="Times New Roman" pitchFamily="18" charset="0"/>
              </a:rPr>
              <a:t>identical</a:t>
            </a:r>
            <a:r>
              <a:rPr lang="en-US" altLang="ko-KR" dirty="0">
                <a:latin typeface="Times New Roman" pitchFamily="18" charset="0"/>
              </a:rPr>
              <a:t>.</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800" dirty="0">
                <a:effectLst>
                  <a:outerShdw blurRad="38100" dist="38100" dir="2700000" algn="tl">
                    <a:srgbClr val="000000">
                      <a:alpha val="43137"/>
                    </a:srgbClr>
                  </a:outerShdw>
                </a:effectLst>
                <a:latin typeface="Times New Roman" pitchFamily="18" charset="0"/>
                <a:cs typeface="Times New Roman" pitchFamily="18" charset="0"/>
              </a:rPr>
              <a:t>2.1.3 </a:t>
            </a:r>
            <a:r>
              <a:rPr lang="en-US" altLang="ko-KR" sz="2800" dirty="0">
                <a:effectLst>
                  <a:outerShdw blurRad="38100" dist="38100" dir="2700000" algn="tl">
                    <a:srgbClr val="000000">
                      <a:alpha val="43137"/>
                    </a:srgbClr>
                  </a:outerShdw>
                </a:effectLst>
                <a:latin typeface="Times New Roman" pitchFamily="18" charset="0"/>
              </a:rPr>
              <a:t>Logical Connections</a:t>
            </a:r>
            <a:endParaRPr lang="en-US" altLang="ko-KR" sz="28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2.1.3 </a:t>
            </a: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rPr>
              <a:t>Logical Connections</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algn="just">
              <a:defRPr/>
            </a:pPr>
            <a:r>
              <a:rPr lang="en-US" altLang="ko-KR" dirty="0" smtClean="0">
                <a:latin typeface="Times New Roman" pitchFamily="18" charset="0"/>
              </a:rPr>
              <a:t>Layer-to-layer communication. </a:t>
            </a: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marL="0" lvl="2" indent="0" algn="just">
              <a:buFontTx/>
              <a:buNone/>
              <a:defRPr/>
            </a:pPr>
            <a:r>
              <a:rPr lang="en-US" altLang="ko-KR" sz="24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a:t>
            </a:r>
            <a:r>
              <a:rPr lang="en-US" altLang="ko-KR" sz="24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2.3 </a:t>
            </a:r>
            <a:r>
              <a:rPr lang="en-US" altLang="ko-KR" sz="2400" dirty="0">
                <a:latin typeface="Times New Roman" pitchFamily="18" charset="0"/>
                <a:cs typeface="Times New Roman" pitchFamily="18" charset="0"/>
              </a:rPr>
              <a:t>Logical connection between peer layers</a:t>
            </a:r>
            <a:endParaRPr lang="en-US" altLang="ko-KR" sz="2400" dirty="0">
              <a:solidFill>
                <a:schemeClr val="bg2"/>
              </a:solidFill>
              <a:latin typeface="Times New Roman" pitchFamily="18" charset="0"/>
              <a:cs typeface="Times New Roman" pitchFamily="18" charset="0"/>
            </a:endParaRPr>
          </a:p>
          <a:p>
            <a:pPr algn="just">
              <a:defRPr/>
            </a:pPr>
            <a:endParaRPr lang="en-US" altLang="ko-KR" dirty="0">
              <a:latin typeface="Times New Roman" pitchFamily="18" charset="0"/>
            </a:endParaRP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2084388"/>
            <a:ext cx="84963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3733800"/>
            <a:ext cx="84963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 y="4886325"/>
            <a:ext cx="84963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 TCP/IP Protocol Suite </a:t>
            </a:r>
          </a:p>
        </p:txBody>
      </p:sp>
      <p:sp>
        <p:nvSpPr>
          <p:cNvPr id="17411" name="내용 개체 틀 2"/>
          <p:cNvSpPr>
            <a:spLocks noGrp="1"/>
          </p:cNvSpPr>
          <p:nvPr>
            <p:ph idx="1"/>
          </p:nvPr>
        </p:nvSpPr>
        <p:spPr>
          <a:xfrm>
            <a:off x="384175" y="765175"/>
            <a:ext cx="8429625" cy="5616575"/>
          </a:xfrm>
        </p:spPr>
        <p:txBody>
          <a:bodyPr/>
          <a:lstStyle/>
          <a:p>
            <a:pPr marL="342900" lvl="2" indent="-342900">
              <a:lnSpc>
                <a:spcPct val="150000"/>
              </a:lnSpc>
              <a:buFontTx/>
              <a:buNone/>
              <a:defRPr/>
            </a:pPr>
            <a:r>
              <a:rPr lang="en-US" altLang="ko-KR" sz="36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2-2 TCP/IP Protocol Suite </a:t>
            </a:r>
          </a:p>
          <a:p>
            <a:pPr algn="just">
              <a:defRPr/>
            </a:pPr>
            <a:r>
              <a:rPr lang="en-US" altLang="ko-KR" b="1" i="1" dirty="0" smtClean="0">
                <a:solidFill>
                  <a:srgbClr val="000000"/>
                </a:solidFill>
                <a:latin typeface="Times New Roman" pitchFamily="18" charset="0"/>
                <a:cs typeface="Times New Roman" pitchFamily="18" charset="0"/>
              </a:rPr>
              <a:t>TCP/IP</a:t>
            </a:r>
            <a:r>
              <a:rPr lang="en-US" altLang="ko-KR" dirty="0" smtClean="0">
                <a:solidFill>
                  <a:srgbClr val="000000"/>
                </a:solidFill>
                <a:latin typeface="Times New Roman" pitchFamily="18" charset="0"/>
                <a:cs typeface="Times New Roman" pitchFamily="18" charset="0"/>
              </a:rPr>
              <a:t> : </a:t>
            </a:r>
            <a:r>
              <a:rPr lang="en-US" altLang="ko-KR" b="1" i="1" dirty="0" smtClean="0">
                <a:solidFill>
                  <a:srgbClr val="C00000"/>
                </a:solidFill>
                <a:latin typeface="Times New Roman" pitchFamily="18" charset="0"/>
                <a:cs typeface="Times New Roman" pitchFamily="18" charset="0"/>
              </a:rPr>
              <a:t>Transmission Control Protocol/Internet Protocol</a:t>
            </a:r>
          </a:p>
          <a:p>
            <a:pPr algn="just">
              <a:defRPr/>
            </a:pPr>
            <a:r>
              <a:rPr lang="en-US" altLang="ko-KR" b="1" i="1" dirty="0" smtClean="0">
                <a:latin typeface="Times New Roman" pitchFamily="18" charset="0"/>
                <a:cs typeface="Times New Roman" pitchFamily="18" charset="0"/>
              </a:rPr>
              <a:t>TCP/IP</a:t>
            </a:r>
            <a:r>
              <a:rPr lang="en-US" altLang="ko-KR" dirty="0" smtClean="0">
                <a:solidFill>
                  <a:srgbClr val="000000"/>
                </a:solidFill>
                <a:latin typeface="Times New Roman" pitchFamily="18" charset="0"/>
                <a:cs typeface="Times New Roman" pitchFamily="18" charset="0"/>
              </a:rPr>
              <a:t> is a </a:t>
            </a:r>
            <a:r>
              <a:rPr lang="en-US" altLang="ko-KR" b="1" i="1" dirty="0" smtClean="0">
                <a:solidFill>
                  <a:srgbClr val="C00000"/>
                </a:solidFill>
                <a:latin typeface="Times New Roman" pitchFamily="18" charset="0"/>
                <a:cs typeface="Times New Roman" pitchFamily="18" charset="0"/>
              </a:rPr>
              <a:t>protocol suite </a:t>
            </a:r>
            <a:r>
              <a:rPr lang="en-US" altLang="ko-KR" dirty="0" smtClean="0">
                <a:solidFill>
                  <a:srgbClr val="000000"/>
                </a:solidFill>
                <a:latin typeface="Times New Roman" pitchFamily="18" charset="0"/>
                <a:cs typeface="Times New Roman" pitchFamily="18" charset="0"/>
              </a:rPr>
              <a:t>(a set of protocols organized in different layers) used in the Internet today. </a:t>
            </a:r>
          </a:p>
          <a:p>
            <a:pPr algn="just">
              <a:defRPr/>
            </a:pPr>
            <a:r>
              <a:rPr lang="en-US" altLang="ko-KR" dirty="0" smtClean="0">
                <a:solidFill>
                  <a:srgbClr val="000000"/>
                </a:solidFill>
                <a:latin typeface="Times New Roman" pitchFamily="18" charset="0"/>
                <a:cs typeface="Times New Roman" pitchFamily="18" charset="0"/>
              </a:rPr>
              <a:t>It is a </a:t>
            </a:r>
            <a:r>
              <a:rPr lang="en-US" altLang="ko-KR" b="1" i="1" dirty="0" smtClean="0">
                <a:solidFill>
                  <a:srgbClr val="C00000"/>
                </a:solidFill>
                <a:latin typeface="Times New Roman" pitchFamily="18" charset="0"/>
                <a:cs typeface="Times New Roman" pitchFamily="18" charset="0"/>
              </a:rPr>
              <a:t>hierarchical protocol </a:t>
            </a:r>
            <a:r>
              <a:rPr lang="en-US" altLang="ko-KR" dirty="0" smtClean="0">
                <a:solidFill>
                  <a:srgbClr val="000000"/>
                </a:solidFill>
                <a:latin typeface="Times New Roman" pitchFamily="18" charset="0"/>
                <a:cs typeface="Times New Roman" pitchFamily="18" charset="0"/>
              </a:rPr>
              <a:t>made up of interactive modules, each of which provides a specific functionality. </a:t>
            </a:r>
          </a:p>
          <a:p>
            <a:pPr algn="just">
              <a:defRPr/>
            </a:pPr>
            <a:r>
              <a:rPr lang="en-US" altLang="ko-KR" dirty="0" smtClean="0">
                <a:solidFill>
                  <a:srgbClr val="000000"/>
                </a:solidFill>
                <a:latin typeface="Times New Roman" pitchFamily="18" charset="0"/>
                <a:cs typeface="Times New Roman" pitchFamily="18" charset="0"/>
              </a:rPr>
              <a:t>The original TCP/IP protocol suite was defined as four software layers built upon the hardware. Today, however, </a:t>
            </a:r>
            <a:r>
              <a:rPr lang="en-US" altLang="ko-KR" b="1" i="1" dirty="0" smtClean="0">
                <a:solidFill>
                  <a:srgbClr val="000000"/>
                </a:solidFill>
                <a:latin typeface="Times New Roman" pitchFamily="18" charset="0"/>
                <a:cs typeface="Times New Roman" pitchFamily="18" charset="0"/>
              </a:rPr>
              <a:t>TCP/IP</a:t>
            </a:r>
            <a:r>
              <a:rPr lang="en-US" altLang="ko-KR" dirty="0" smtClean="0">
                <a:solidFill>
                  <a:srgbClr val="000000"/>
                </a:solidFill>
                <a:latin typeface="Times New Roman" pitchFamily="18" charset="0"/>
                <a:cs typeface="Times New Roman" pitchFamily="18" charset="0"/>
              </a:rPr>
              <a:t> is thought of as a </a:t>
            </a:r>
            <a:r>
              <a:rPr lang="en-US" altLang="ko-KR" b="1" i="1" dirty="0" smtClean="0">
                <a:solidFill>
                  <a:srgbClr val="C00000"/>
                </a:solidFill>
                <a:latin typeface="Times New Roman" pitchFamily="18" charset="0"/>
                <a:cs typeface="Times New Roman" pitchFamily="18" charset="0"/>
              </a:rPr>
              <a:t>five-layer model</a:t>
            </a:r>
            <a:r>
              <a:rPr lang="en-US" altLang="ko-KR" dirty="0" smtClean="0">
                <a:solidFill>
                  <a:srgbClr val="000000"/>
                </a:solidFill>
                <a:latin typeface="Times New Roman" pitchFamily="18" charset="0"/>
                <a:cs typeface="Times New Roman" pitchFamily="18" charset="0"/>
              </a:rPr>
              <a:t>.</a:t>
            </a:r>
            <a:endParaRPr lang="en-US" altLang="ko-KR" dirty="0">
              <a:solidFill>
                <a:srgbClr val="000000"/>
              </a:solidFill>
              <a:latin typeface="Times New Roman" pitchFamily="18" charset="0"/>
              <a:cs typeface="Times New Roman" pitchFamily="18" charset="0"/>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 TCP/IP Protocol Suite </a:t>
            </a:r>
          </a:p>
        </p:txBody>
      </p:sp>
      <p:sp>
        <p:nvSpPr>
          <p:cNvPr id="17411" name="내용 개체 틀 2"/>
          <p:cNvSpPr>
            <a:spLocks noGrp="1"/>
          </p:cNvSpPr>
          <p:nvPr>
            <p:ph idx="1"/>
          </p:nvPr>
        </p:nvSpPr>
        <p:spPr>
          <a:xfrm>
            <a:off x="384175" y="530225"/>
            <a:ext cx="8429625" cy="5851525"/>
          </a:xfrm>
        </p:spPr>
        <p:txBody>
          <a:bodyPr/>
          <a:lstStyle/>
          <a:p>
            <a:pPr marL="342900" lvl="2" indent="-342900">
              <a:lnSpc>
                <a:spcPct val="150000"/>
              </a:lnSpc>
              <a:buFontTx/>
              <a:buNone/>
              <a:defRPr/>
            </a:pP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a:t>
            </a: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2.4 </a:t>
            </a:r>
            <a:r>
              <a:rPr lang="en-US" altLang="ko-KR" sz="2800" dirty="0" smtClean="0">
                <a:latin typeface="Times New Roman" pitchFamily="18" charset="0"/>
                <a:cs typeface="Times New Roman" pitchFamily="18" charset="0"/>
              </a:rPr>
              <a:t>Layers in the ICP/IP protocol suite</a:t>
            </a:r>
            <a:endParaRPr lang="en-US" altLang="ko-KR" sz="2800" dirty="0">
              <a:solidFill>
                <a:schemeClr val="bg2"/>
              </a:solidFill>
              <a:latin typeface="Times New Roman" pitchFamily="18" charset="0"/>
              <a:cs typeface="Times New Roman" pitchFamily="18" charset="0"/>
            </a:endParaRPr>
          </a:p>
          <a:p>
            <a:pPr marL="342900" lvl="2" indent="-342900">
              <a:lnSpc>
                <a:spcPct val="150000"/>
              </a:lnSpc>
              <a:buFontTx/>
              <a:buNone/>
              <a:defRPr/>
            </a:pPr>
            <a:endParaRPr lang="en-US" altLang="ko-KR" dirty="0">
              <a:solidFill>
                <a:srgbClr val="000000"/>
              </a:solidFill>
              <a:latin typeface="Times New Roman" pitchFamily="18" charset="0"/>
              <a:cs typeface="Times New Roman" pitchFamily="18" charset="0"/>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62088"/>
            <a:ext cx="82661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3638"/>
            <a:ext cx="82661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405188"/>
            <a:ext cx="82661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376738"/>
            <a:ext cx="82661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348288"/>
            <a:ext cx="82661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81"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1875" y="6103938"/>
            <a:ext cx="69643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2.2.1 Layered Architecture </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46075" y="736600"/>
            <a:ext cx="8429625" cy="5616575"/>
          </a:xfrm>
        </p:spPr>
        <p:txBody>
          <a:bodyPr/>
          <a:lstStyle/>
          <a:p>
            <a:pPr marL="0" indent="0">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2.5 </a:t>
            </a:r>
            <a:r>
              <a:rPr lang="en-US" altLang="ko-KR" dirty="0" smtClean="0">
                <a:latin typeface="Times New Roman" pitchFamily="18" charset="0"/>
                <a:cs typeface="Times New Roman" pitchFamily="18" charset="0"/>
              </a:rPr>
              <a:t>Communication through an internet</a:t>
            </a:r>
            <a:endParaRPr lang="en-US" altLang="ko-KR" dirty="0" smtClean="0">
              <a:latin typeface="Times New Roman" pitchFamily="18"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1360488"/>
            <a:ext cx="8021637"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575" y="1736725"/>
            <a:ext cx="5983288" cy="168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9425" y="4367213"/>
            <a:ext cx="645160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1013" y="3863975"/>
            <a:ext cx="64198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3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2.2.2 </a:t>
            </a: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Layered </a:t>
            </a: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in the TCP/IP Protocol Suite </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46075" y="736600"/>
            <a:ext cx="8429625" cy="5616575"/>
          </a:xfrm>
        </p:spPr>
        <p:txBody>
          <a:bodyPr/>
          <a:lstStyle/>
          <a:p>
            <a:pPr marL="0" indent="0">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2.6 </a:t>
            </a:r>
            <a:r>
              <a:rPr lang="en-US" altLang="ko-KR" dirty="0" smtClean="0">
                <a:latin typeface="Times New Roman" pitchFamily="18" charset="0"/>
                <a:cs typeface="Times New Roman" pitchFamily="18" charset="0"/>
              </a:rPr>
              <a:t>Logical connections between layers in TCP/IP</a:t>
            </a:r>
            <a:endParaRPr lang="en-US" altLang="ko-KR" dirty="0" smtClean="0">
              <a:latin typeface="Times New Roman" pitchFamily="18" charset="0"/>
            </a:endParaRPr>
          </a:p>
        </p:txBody>
      </p:sp>
      <p:pic>
        <p:nvPicPr>
          <p:cNvPr id="1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497388"/>
            <a:ext cx="7142163" cy="121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 y="1774825"/>
            <a:ext cx="8731250"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2113" y="2668588"/>
            <a:ext cx="5818187" cy="17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2113" y="2362200"/>
            <a:ext cx="5818187" cy="17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971800"/>
            <a:ext cx="5818188" cy="17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3300" y="3300413"/>
            <a:ext cx="2692400" cy="17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300413"/>
            <a:ext cx="2690813" cy="17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9100" y="3657600"/>
            <a:ext cx="2690813" cy="17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4888" y="3657600"/>
            <a:ext cx="2690812" cy="17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
          <p:cNvSpPr>
            <a:spLocks noChangeArrowheads="1"/>
          </p:cNvSpPr>
          <p:nvPr/>
        </p:nvSpPr>
        <p:spPr bwMode="auto">
          <a:xfrm>
            <a:off x="2503488" y="1701800"/>
            <a:ext cx="41259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sz="2800" dirty="0">
                <a:latin typeface="+mj-lt"/>
              </a:rPr>
              <a:t>Logical</a:t>
            </a:r>
            <a:r>
              <a:rPr lang="en-US" dirty="0">
                <a:latin typeface="+mj-lt"/>
              </a:rPr>
              <a:t> </a:t>
            </a:r>
            <a:r>
              <a:rPr lang="en-US" sz="2800" dirty="0">
                <a:latin typeface="+mj-lt"/>
              </a:rPr>
              <a:t>connections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000"/>
                                        <p:tgtEl>
                                          <p:spTgt spid="19"/>
                                        </p:tgtEl>
                                      </p:cBhvr>
                                    </p:animEffect>
                                    <p:anim calcmode="lin" valueType="num">
                                      <p:cBhvr>
                                        <p:cTn id="16" dur="2000" fill="hold"/>
                                        <p:tgtEl>
                                          <p:spTgt spid="19"/>
                                        </p:tgtEl>
                                        <p:attrNameLst>
                                          <p:attrName>ppt_w</p:attrName>
                                        </p:attrNameLst>
                                      </p:cBhvr>
                                      <p:tavLst>
                                        <p:tav tm="0" fmla="#ppt_w*sin(2.5*pi*$)">
                                          <p:val>
                                            <p:fltVal val="0"/>
                                          </p:val>
                                        </p:tav>
                                        <p:tav tm="100000">
                                          <p:val>
                                            <p:fltVal val="1"/>
                                          </p:val>
                                        </p:tav>
                                      </p:tavLst>
                                    </p:anim>
                                    <p:anim calcmode="lin" valueType="num">
                                      <p:cBhvr>
                                        <p:cTn id="17"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2.2.2 </a:t>
            </a: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Layered </a:t>
            </a: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in the TCP/IP Protocol Suite </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46075" y="736600"/>
            <a:ext cx="8429625" cy="5616575"/>
          </a:xfrm>
        </p:spPr>
        <p:txBody>
          <a:bodyPr/>
          <a:lstStyle/>
          <a:p>
            <a:pPr marL="0" indent="0">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2.7 </a:t>
            </a:r>
            <a:r>
              <a:rPr lang="en-US" altLang="ko-KR" dirty="0" smtClean="0">
                <a:latin typeface="Times New Roman" pitchFamily="18" charset="0"/>
                <a:cs typeface="Times New Roman" pitchFamily="18" charset="0"/>
              </a:rPr>
              <a:t>Identical objects in the in TCP/IP protocol suite</a:t>
            </a:r>
            <a:endParaRPr lang="en-US" altLang="ko-KR" dirty="0" smtClean="0">
              <a:latin typeface="Times New Roman" pitchFamily="18" charset="0"/>
            </a:endParaRPr>
          </a:p>
        </p:txBody>
      </p:sp>
      <p:pic>
        <p:nvPicPr>
          <p:cNvPr id="2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2239963"/>
            <a:ext cx="8161337" cy="342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2838450"/>
            <a:ext cx="6126162"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5478463"/>
            <a:ext cx="2663825" cy="10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4667250"/>
            <a:ext cx="2663825"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4133850"/>
            <a:ext cx="2663825"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475" y="4133850"/>
            <a:ext cx="2663825"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475" y="4667250"/>
            <a:ext cx="2663825"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475" y="5478463"/>
            <a:ext cx="2663825" cy="10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1163" y="2852738"/>
            <a:ext cx="5672137" cy="10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1163" y="3371850"/>
            <a:ext cx="5672137" cy="10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6563" y="1476375"/>
            <a:ext cx="5434012"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30"/>
          <p:cNvSpPr txBox="1">
            <a:spLocks noChangeArrowheads="1"/>
          </p:cNvSpPr>
          <p:nvPr/>
        </p:nvSpPr>
        <p:spPr bwMode="auto">
          <a:xfrm>
            <a:off x="3348038" y="2468563"/>
            <a:ext cx="2311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(messages)</a:t>
            </a:r>
          </a:p>
        </p:txBody>
      </p:sp>
      <p:sp>
        <p:nvSpPr>
          <p:cNvPr id="32" name="TextBox 31"/>
          <p:cNvSpPr txBox="1">
            <a:spLocks noChangeArrowheads="1"/>
          </p:cNvSpPr>
          <p:nvPr/>
        </p:nvSpPr>
        <p:spPr bwMode="auto">
          <a:xfrm>
            <a:off x="2697163" y="3024188"/>
            <a:ext cx="3613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(segment or user datagram)</a:t>
            </a:r>
          </a:p>
        </p:txBody>
      </p:sp>
      <p:sp>
        <p:nvSpPr>
          <p:cNvPr id="33" name="TextBox 32"/>
          <p:cNvSpPr txBox="1">
            <a:spLocks noChangeArrowheads="1"/>
          </p:cNvSpPr>
          <p:nvPr/>
        </p:nvSpPr>
        <p:spPr bwMode="auto">
          <a:xfrm>
            <a:off x="1755775" y="3787775"/>
            <a:ext cx="2357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(datagram)</a:t>
            </a:r>
          </a:p>
        </p:txBody>
      </p:sp>
      <p:sp>
        <p:nvSpPr>
          <p:cNvPr id="34" name="TextBox 33"/>
          <p:cNvSpPr txBox="1">
            <a:spLocks noChangeArrowheads="1"/>
          </p:cNvSpPr>
          <p:nvPr/>
        </p:nvSpPr>
        <p:spPr bwMode="auto">
          <a:xfrm>
            <a:off x="1900238" y="4359275"/>
            <a:ext cx="2068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(frame)</a:t>
            </a:r>
          </a:p>
        </p:txBody>
      </p:sp>
      <p:sp>
        <p:nvSpPr>
          <p:cNvPr id="35" name="TextBox 34"/>
          <p:cNvSpPr txBox="1">
            <a:spLocks noChangeArrowheads="1"/>
          </p:cNvSpPr>
          <p:nvPr/>
        </p:nvSpPr>
        <p:spPr bwMode="auto">
          <a:xfrm>
            <a:off x="1990725" y="5146675"/>
            <a:ext cx="1889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(bits)</a:t>
            </a:r>
          </a:p>
        </p:txBody>
      </p:sp>
      <p:sp>
        <p:nvSpPr>
          <p:cNvPr id="36" name="TextBox 35"/>
          <p:cNvSpPr txBox="1">
            <a:spLocks noChangeArrowheads="1"/>
          </p:cNvSpPr>
          <p:nvPr/>
        </p:nvSpPr>
        <p:spPr bwMode="auto">
          <a:xfrm>
            <a:off x="4997450" y="3759200"/>
            <a:ext cx="2355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(datagram)</a:t>
            </a:r>
          </a:p>
        </p:txBody>
      </p:sp>
      <p:sp>
        <p:nvSpPr>
          <p:cNvPr id="37" name="TextBox 36"/>
          <p:cNvSpPr txBox="1">
            <a:spLocks noChangeArrowheads="1"/>
          </p:cNvSpPr>
          <p:nvPr/>
        </p:nvSpPr>
        <p:spPr bwMode="auto">
          <a:xfrm>
            <a:off x="5141913" y="4359275"/>
            <a:ext cx="2066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(frame)</a:t>
            </a:r>
          </a:p>
        </p:txBody>
      </p:sp>
      <p:sp>
        <p:nvSpPr>
          <p:cNvPr id="38" name="TextBox 37"/>
          <p:cNvSpPr txBox="1">
            <a:spLocks noChangeArrowheads="1"/>
          </p:cNvSpPr>
          <p:nvPr/>
        </p:nvSpPr>
        <p:spPr bwMode="auto">
          <a:xfrm>
            <a:off x="5230813" y="5124450"/>
            <a:ext cx="1889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Blip>
                <a:blip r:embed="rId7"/>
              </a:buBlip>
              <a:defRPr kumimoji="1" sz="24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1pPr>
            <a:lvl2pPr marL="742950" indent="-285750" latinLnBrk="1">
              <a:spcBef>
                <a:spcPct val="20000"/>
              </a:spcBef>
              <a:buBlip>
                <a:blip r:embed="rId8"/>
              </a:buBlip>
              <a:defRPr kumimoji="1" sz="20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2pPr>
            <a:lvl3pPr marL="1143000" indent="-228600" latinLnBrk="1">
              <a:spcBef>
                <a:spcPct val="20000"/>
              </a:spcBef>
              <a:buChar char="•"/>
              <a:defRPr kumimoji="1">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3pPr>
            <a:lvl4pPr marL="16002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4pPr>
            <a:lvl5pPr marL="2057400" indent="-228600" latinLnBrk="1">
              <a:spcBef>
                <a:spcPct val="20000"/>
              </a:spcBef>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Microsoft Sans Serif" panose="020B0604020202020204" pitchFamily="34" charset="0"/>
                <a:ea typeface="굴림" panose="020B0600000101010101" pitchFamily="50" charset="-127"/>
                <a:cs typeface="Microsoft Sans Serif" panose="020B0604020202020204" pitchFamily="34" charset="0"/>
              </a:defRPr>
            </a:lvl9pPr>
          </a:lstStyle>
          <a:p>
            <a:pPr latinLnBrk="0">
              <a:spcBef>
                <a:spcPct val="0"/>
              </a:spcBef>
              <a:buFontTx/>
              <a:buNone/>
            </a:pPr>
            <a:r>
              <a:rPr kumimoji="0" lang="en-US" altLang="ko-KR" sz="1400" b="1" i="0">
                <a:latin typeface="Times New Roman" panose="02020603050405020304" pitchFamily="18" charset="0"/>
                <a:cs typeface="Times New Roman" panose="02020603050405020304" pitchFamily="18" charset="0"/>
              </a:rPr>
              <a:t>Identical objects (bits)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5"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2000"/>
                                        <p:tgtEl>
                                          <p:spTgt spid="30"/>
                                        </p:tgtEl>
                                      </p:cBhvr>
                                    </p:animEffect>
                                    <p:anim calcmode="lin" valueType="num">
                                      <p:cBhvr>
                                        <p:cTn id="12" dur="2000" fill="hold"/>
                                        <p:tgtEl>
                                          <p:spTgt spid="30"/>
                                        </p:tgtEl>
                                        <p:attrNameLst>
                                          <p:attrName>ppt_w</p:attrName>
                                        </p:attrNameLst>
                                      </p:cBhvr>
                                      <p:tavLst>
                                        <p:tav tm="0" fmla="#ppt_w*sin(2.5*pi*$)">
                                          <p:val>
                                            <p:fltVal val="0"/>
                                          </p:val>
                                        </p:tav>
                                        <p:tav tm="100000">
                                          <p:val>
                                            <p:fltVal val="1"/>
                                          </p:val>
                                        </p:tav>
                                      </p:tavLst>
                                    </p:anim>
                                    <p:anim calcmode="lin" valueType="num">
                                      <p:cBhvr>
                                        <p:cTn id="13" dur="2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1"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arn(inVertical)">
                                      <p:cBhvr>
                                        <p:cTn id="18" dur="500"/>
                                        <p:tgtEl>
                                          <p:spTgt spid="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barn(inVertical)">
                                      <p:cBhvr>
                                        <p:cTn id="23" dur="500"/>
                                        <p:tgtEl>
                                          <p:spTgt spid="31"/>
                                        </p:tgtEl>
                                      </p:cBhvr>
                                    </p:animEffect>
                                  </p:childTnLst>
                                </p:cTn>
                              </p:par>
                              <p:par>
                                <p:cTn id="24" presetID="16" presetClass="entr" presetSubtype="21"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arn(inVertical)">
                                      <p:cBhvr>
                                        <p:cTn id="26" dur="500"/>
                                        <p:tgtEl>
                                          <p:spTgt spid="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arn(inVertical)">
                                      <p:cBhvr>
                                        <p:cTn id="31" dur="500"/>
                                        <p:tgtEl>
                                          <p:spTgt spid="32"/>
                                        </p:tgtEl>
                                      </p:cBhvr>
                                    </p:animEffect>
                                  </p:childTnLst>
                                </p:cTn>
                              </p:par>
                              <p:par>
                                <p:cTn id="32" presetID="16" presetClass="entr" presetSubtype="21"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barn(inVertical)">
                                      <p:cBhvr>
                                        <p:cTn id="34" dur="500"/>
                                        <p:tgtEl>
                                          <p:spTgt spid="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21"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barn(inVertical)">
                                      <p:cBhvr>
                                        <p:cTn id="39" dur="500"/>
                                        <p:tgtEl>
                                          <p:spTgt spid="24"/>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barn(inVertical)">
                                      <p:cBhvr>
                                        <p:cTn id="42" dur="500"/>
                                        <p:tgtEl>
                                          <p:spTgt spid="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inVertical)">
                                      <p:cBhvr>
                                        <p:cTn id="47" dur="500"/>
                                        <p:tgtEl>
                                          <p:spTgt spid="36"/>
                                        </p:tgtEl>
                                      </p:cBhvr>
                                    </p:animEffect>
                                  </p:childTnLst>
                                </p:cTn>
                              </p:par>
                              <p:par>
                                <p:cTn id="48" presetID="16" presetClass="entr" presetSubtype="21"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barn(inVertical)">
                                      <p:cBhvr>
                                        <p:cTn id="50" dur="500"/>
                                        <p:tgtEl>
                                          <p:spTgt spid="2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arn(inVertical)">
                                      <p:cBhvr>
                                        <p:cTn id="55" dur="500"/>
                                        <p:tgtEl>
                                          <p:spTgt spid="34"/>
                                        </p:tgtEl>
                                      </p:cBhvr>
                                    </p:animEffect>
                                  </p:childTnLst>
                                </p:cTn>
                              </p:par>
                              <p:par>
                                <p:cTn id="56" presetID="16" presetClass="entr" presetSubtype="21"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arn(inVertical)">
                                      <p:cBhvr>
                                        <p:cTn id="58" dur="500"/>
                                        <p:tgtEl>
                                          <p:spTgt spid="2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barn(inVertical)">
                                      <p:cBhvr>
                                        <p:cTn id="63" dur="500"/>
                                        <p:tgtEl>
                                          <p:spTgt spid="37"/>
                                        </p:tgtEl>
                                      </p:cBhvr>
                                    </p:animEffect>
                                  </p:childTnLst>
                                </p:cTn>
                              </p:par>
                              <p:par>
                                <p:cTn id="64" presetID="16" presetClass="entr" presetSubtype="21"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barn(inVertical)">
                                      <p:cBhvr>
                                        <p:cTn id="66" dur="500"/>
                                        <p:tgtEl>
                                          <p:spTgt spid="2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6" presetClass="entr" presetSubtype="21"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barn(inVertical)">
                                      <p:cBhvr>
                                        <p:cTn id="71" dur="500"/>
                                        <p:tgtEl>
                                          <p:spTgt spid="22"/>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barn(inVertical)">
                                      <p:cBhvr>
                                        <p:cTn id="74" dur="500"/>
                                        <p:tgtEl>
                                          <p:spTgt spid="3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barn(inVertical)">
                                      <p:cBhvr>
                                        <p:cTn id="79" dur="500"/>
                                        <p:tgtEl>
                                          <p:spTgt spid="38"/>
                                        </p:tgtEl>
                                      </p:cBhvr>
                                    </p:animEffect>
                                  </p:childTnLst>
                                </p:cTn>
                              </p:par>
                              <p:par>
                                <p:cTn id="80" presetID="16" presetClass="entr" presetSubtype="21" fill="hold"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barn(inVertical)">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2.2.3 Description of Each Layer</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15913" y="766763"/>
            <a:ext cx="8429625" cy="5616575"/>
          </a:xfrm>
        </p:spPr>
        <p:txBody>
          <a:bodyPr/>
          <a:lstStyle/>
          <a:p>
            <a:pPr marL="0" indent="0">
              <a:spcAft>
                <a:spcPts val="600"/>
              </a:spcAft>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2.2.3 Description of Each Layer</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endParaRPr>
          </a:p>
        </p:txBody>
      </p:sp>
      <p:pic>
        <p:nvPicPr>
          <p:cNvPr id="3277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1835150"/>
            <a:ext cx="8569325" cy="316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2.2.4 Encapsulation and </a:t>
            </a:r>
            <a:r>
              <a:rPr lang="en-US" altLang="ko-KR" sz="2400" dirty="0" err="1">
                <a:effectLst>
                  <a:outerShdw blurRad="38100" dist="38100" dir="2700000" algn="tl">
                    <a:srgbClr val="000000">
                      <a:alpha val="43137"/>
                    </a:srgbClr>
                  </a:outerShdw>
                </a:effectLst>
                <a:latin typeface="Times New Roman" pitchFamily="18" charset="0"/>
                <a:cs typeface="Times New Roman" pitchFamily="18" charset="0"/>
              </a:rPr>
              <a:t>Decapsulation</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236538" y="755650"/>
            <a:ext cx="8429625" cy="5616575"/>
          </a:xfrm>
        </p:spPr>
        <p:txBody>
          <a:bodyPr/>
          <a:lstStyle/>
          <a:p>
            <a:pPr marL="0" indent="0">
              <a:spcAft>
                <a:spcPts val="600"/>
              </a:spcAft>
              <a:buFontTx/>
              <a:buNone/>
              <a:defRPr/>
            </a:pP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2.2.4 Encapsulation and </a:t>
            </a:r>
            <a:r>
              <a:rPr lang="en-US" altLang="ko-KR" sz="2800" b="1"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Decapsulation</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Fig. 2.8 </a:t>
            </a:r>
            <a:r>
              <a:rPr lang="en-US" altLang="ko-KR" dirty="0" smtClean="0">
                <a:latin typeface="Times New Roman" pitchFamily="18" charset="0"/>
                <a:cs typeface="Times New Roman" pitchFamily="18" charset="0"/>
              </a:rPr>
              <a:t>Encapsulation and </a:t>
            </a:r>
            <a:r>
              <a:rPr lang="en-US" altLang="ko-KR" dirty="0" err="1" smtClean="0">
                <a:latin typeface="Times New Roman" pitchFamily="18" charset="0"/>
                <a:cs typeface="Times New Roman" pitchFamily="18" charset="0"/>
              </a:rPr>
              <a:t>Decapsulation</a:t>
            </a:r>
            <a:endParaRPr lang="en-US" altLang="ko-KR" dirty="0" smtClean="0">
              <a:latin typeface="Times New Roman" pitchFamily="18" charset="0"/>
              <a:cs typeface="Times New Roman" pitchFamily="18" charset="0"/>
            </a:endParaRPr>
          </a:p>
        </p:txBody>
      </p:sp>
      <p:pic>
        <p:nvPicPr>
          <p:cNvPr id="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5475" y="3244850"/>
            <a:ext cx="860425" cy="215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9838" y="3244850"/>
            <a:ext cx="1063625" cy="215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1638" y="4152900"/>
            <a:ext cx="704850"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575" y="4097338"/>
            <a:ext cx="1158875" cy="105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40063" y="4538663"/>
            <a:ext cx="11049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21263" y="4543425"/>
            <a:ext cx="1090612"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1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83463" y="4086225"/>
            <a:ext cx="113506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59063" y="2235200"/>
            <a:ext cx="3584575"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278063" y="3878263"/>
            <a:ext cx="4573587" cy="173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1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6"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80">
                                          <p:stCondLst>
                                            <p:cond delay="0"/>
                                          </p:stCondLst>
                                        </p:cTn>
                                        <p:tgtEl>
                                          <p:spTgt spid="11"/>
                                        </p:tgtEl>
                                      </p:cBhvr>
                                    </p:animEffect>
                                    <p:anim calcmode="lin" valueType="num">
                                      <p:cBhvr>
                                        <p:cTn id="41"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6" dur="26">
                                          <p:stCondLst>
                                            <p:cond delay="650"/>
                                          </p:stCondLst>
                                        </p:cTn>
                                        <p:tgtEl>
                                          <p:spTgt spid="11"/>
                                        </p:tgtEl>
                                      </p:cBhvr>
                                      <p:to x="100000" y="60000"/>
                                    </p:animScale>
                                    <p:animScale>
                                      <p:cBhvr>
                                        <p:cTn id="47" dur="166" decel="50000">
                                          <p:stCondLst>
                                            <p:cond delay="676"/>
                                          </p:stCondLst>
                                        </p:cTn>
                                        <p:tgtEl>
                                          <p:spTgt spid="11"/>
                                        </p:tgtEl>
                                      </p:cBhvr>
                                      <p:to x="100000" y="100000"/>
                                    </p:animScale>
                                    <p:animScale>
                                      <p:cBhvr>
                                        <p:cTn id="48" dur="26">
                                          <p:stCondLst>
                                            <p:cond delay="1312"/>
                                          </p:stCondLst>
                                        </p:cTn>
                                        <p:tgtEl>
                                          <p:spTgt spid="11"/>
                                        </p:tgtEl>
                                      </p:cBhvr>
                                      <p:to x="100000" y="80000"/>
                                    </p:animScale>
                                    <p:animScale>
                                      <p:cBhvr>
                                        <p:cTn id="49" dur="166" decel="50000">
                                          <p:stCondLst>
                                            <p:cond delay="1338"/>
                                          </p:stCondLst>
                                        </p:cTn>
                                        <p:tgtEl>
                                          <p:spTgt spid="11"/>
                                        </p:tgtEl>
                                      </p:cBhvr>
                                      <p:to x="100000" y="100000"/>
                                    </p:animScale>
                                    <p:animScale>
                                      <p:cBhvr>
                                        <p:cTn id="50" dur="26">
                                          <p:stCondLst>
                                            <p:cond delay="1642"/>
                                          </p:stCondLst>
                                        </p:cTn>
                                        <p:tgtEl>
                                          <p:spTgt spid="11"/>
                                        </p:tgtEl>
                                      </p:cBhvr>
                                      <p:to x="100000" y="90000"/>
                                    </p:animScale>
                                    <p:animScale>
                                      <p:cBhvr>
                                        <p:cTn id="51" dur="166" decel="50000">
                                          <p:stCondLst>
                                            <p:cond delay="1668"/>
                                          </p:stCondLst>
                                        </p:cTn>
                                        <p:tgtEl>
                                          <p:spTgt spid="11"/>
                                        </p:tgtEl>
                                      </p:cBhvr>
                                      <p:to x="100000" y="100000"/>
                                    </p:animScale>
                                    <p:animScale>
                                      <p:cBhvr>
                                        <p:cTn id="52" dur="26">
                                          <p:stCondLst>
                                            <p:cond delay="1808"/>
                                          </p:stCondLst>
                                        </p:cTn>
                                        <p:tgtEl>
                                          <p:spTgt spid="11"/>
                                        </p:tgtEl>
                                      </p:cBhvr>
                                      <p:to x="100000" y="95000"/>
                                    </p:animScale>
                                    <p:animScale>
                                      <p:cBhvr>
                                        <p:cTn id="53"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2.2.5 Addressing</a:t>
            </a:r>
          </a:p>
        </p:txBody>
      </p:sp>
      <p:sp>
        <p:nvSpPr>
          <p:cNvPr id="20483" name="내용 개체 틀 2"/>
          <p:cNvSpPr>
            <a:spLocks noGrp="1"/>
          </p:cNvSpPr>
          <p:nvPr>
            <p:ph idx="1"/>
          </p:nvPr>
        </p:nvSpPr>
        <p:spPr>
          <a:xfrm>
            <a:off x="315913" y="766763"/>
            <a:ext cx="8429625" cy="5616575"/>
          </a:xfrm>
        </p:spPr>
        <p:txBody>
          <a:bodyPr/>
          <a:lstStyle/>
          <a:p>
            <a:pPr marL="0" indent="0">
              <a:spcAft>
                <a:spcPts val="600"/>
              </a:spcAft>
              <a:buFontTx/>
              <a:buNone/>
              <a:defRPr/>
            </a:pP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2.2.5 Addressing</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lgn="ctr">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2.9 </a:t>
            </a:r>
            <a:r>
              <a:rPr lang="en-US" altLang="ko-KR" dirty="0" smtClean="0">
                <a:latin typeface="Times New Roman" pitchFamily="18" charset="0"/>
                <a:cs typeface="Times New Roman" pitchFamily="18" charset="0"/>
              </a:rPr>
              <a:t>Addressing in the TCP/IP protocol suite</a:t>
            </a:r>
          </a:p>
        </p:txBody>
      </p:sp>
      <p:pic>
        <p:nvPicPr>
          <p:cNvPr id="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1833563"/>
            <a:ext cx="62357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288" y="2316163"/>
            <a:ext cx="523716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63" y="3090863"/>
            <a:ext cx="75914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5175" y="3835400"/>
            <a:ext cx="646271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3950" y="4591050"/>
            <a:ext cx="64087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7788" y="5316538"/>
            <a:ext cx="38227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anim calcmode="lin" valueType="num">
                                      <p:cBhvr>
                                        <p:cTn id="9" dur="1000" fill="hold"/>
                                        <p:tgtEl>
                                          <p:spTgt spid="18"/>
                                        </p:tgtEl>
                                        <p:attrNameLst>
                                          <p:attrName>style.rotation</p:attrName>
                                        </p:attrNameLst>
                                      </p:cBhvr>
                                      <p:tavLst>
                                        <p:tav tm="0">
                                          <p:val>
                                            <p:fltVal val="90"/>
                                          </p:val>
                                        </p:tav>
                                        <p:tav tm="100000">
                                          <p:val>
                                            <p:fltVal val="0"/>
                                          </p:val>
                                        </p:tav>
                                      </p:tavLst>
                                    </p:anim>
                                    <p:animEffect transition="in" filter="fade">
                                      <p:cBhvr>
                                        <p:cTn id="10" dur="10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1000" fill="hold"/>
                                        <p:tgtEl>
                                          <p:spTgt spid="17"/>
                                        </p:tgtEl>
                                        <p:attrNameLst>
                                          <p:attrName>ppt_w</p:attrName>
                                        </p:attrNameLst>
                                      </p:cBhvr>
                                      <p:tavLst>
                                        <p:tav tm="0">
                                          <p:val>
                                            <p:fltVal val="0"/>
                                          </p:val>
                                        </p:tav>
                                        <p:tav tm="100000">
                                          <p:val>
                                            <p:strVal val="#ppt_w"/>
                                          </p:val>
                                        </p:tav>
                                      </p:tavLst>
                                    </p:anim>
                                    <p:anim calcmode="lin" valueType="num">
                                      <p:cBhvr>
                                        <p:cTn id="16" dur="1000" fill="hold"/>
                                        <p:tgtEl>
                                          <p:spTgt spid="17"/>
                                        </p:tgtEl>
                                        <p:attrNameLst>
                                          <p:attrName>ppt_h</p:attrName>
                                        </p:attrNameLst>
                                      </p:cBhvr>
                                      <p:tavLst>
                                        <p:tav tm="0">
                                          <p:val>
                                            <p:fltVal val="0"/>
                                          </p:val>
                                        </p:tav>
                                        <p:tav tm="100000">
                                          <p:val>
                                            <p:strVal val="#ppt_h"/>
                                          </p:val>
                                        </p:tav>
                                      </p:tavLst>
                                    </p:anim>
                                    <p:anim calcmode="lin" valueType="num">
                                      <p:cBhvr>
                                        <p:cTn id="17" dur="1000" fill="hold"/>
                                        <p:tgtEl>
                                          <p:spTgt spid="17"/>
                                        </p:tgtEl>
                                        <p:attrNameLst>
                                          <p:attrName>style.rotation</p:attrName>
                                        </p:attrNameLst>
                                      </p:cBhvr>
                                      <p:tavLst>
                                        <p:tav tm="0">
                                          <p:val>
                                            <p:fltVal val="90"/>
                                          </p:val>
                                        </p:tav>
                                        <p:tav tm="100000">
                                          <p:val>
                                            <p:fltVal val="0"/>
                                          </p:val>
                                        </p:tav>
                                      </p:tavLst>
                                    </p:anim>
                                    <p:animEffect transition="in" filter="fade">
                                      <p:cBhvr>
                                        <p:cTn id="18" dur="1000"/>
                                        <p:tgtEl>
                                          <p:spTgt spid="1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1000" fill="hold"/>
                                        <p:tgtEl>
                                          <p:spTgt spid="16"/>
                                        </p:tgtEl>
                                        <p:attrNameLst>
                                          <p:attrName>ppt_w</p:attrName>
                                        </p:attrNameLst>
                                      </p:cBhvr>
                                      <p:tavLst>
                                        <p:tav tm="0">
                                          <p:val>
                                            <p:fltVal val="0"/>
                                          </p:val>
                                        </p:tav>
                                        <p:tav tm="100000">
                                          <p:val>
                                            <p:strVal val="#ppt_w"/>
                                          </p:val>
                                        </p:tav>
                                      </p:tavLst>
                                    </p:anim>
                                    <p:anim calcmode="lin" valueType="num">
                                      <p:cBhvr>
                                        <p:cTn id="24" dur="1000" fill="hold"/>
                                        <p:tgtEl>
                                          <p:spTgt spid="16"/>
                                        </p:tgtEl>
                                        <p:attrNameLst>
                                          <p:attrName>ppt_h</p:attrName>
                                        </p:attrNameLst>
                                      </p:cBhvr>
                                      <p:tavLst>
                                        <p:tav tm="0">
                                          <p:val>
                                            <p:fltVal val="0"/>
                                          </p:val>
                                        </p:tav>
                                        <p:tav tm="100000">
                                          <p:val>
                                            <p:strVal val="#ppt_h"/>
                                          </p:val>
                                        </p:tav>
                                      </p:tavLst>
                                    </p:anim>
                                    <p:anim calcmode="lin" valueType="num">
                                      <p:cBhvr>
                                        <p:cTn id="25" dur="1000" fill="hold"/>
                                        <p:tgtEl>
                                          <p:spTgt spid="16"/>
                                        </p:tgtEl>
                                        <p:attrNameLst>
                                          <p:attrName>style.rotation</p:attrName>
                                        </p:attrNameLst>
                                      </p:cBhvr>
                                      <p:tavLst>
                                        <p:tav tm="0">
                                          <p:val>
                                            <p:fltVal val="90"/>
                                          </p:val>
                                        </p:tav>
                                        <p:tav tm="100000">
                                          <p:val>
                                            <p:fltVal val="0"/>
                                          </p:val>
                                        </p:tav>
                                      </p:tavLst>
                                    </p:anim>
                                    <p:animEffect transition="in" filter="fade">
                                      <p:cBhvr>
                                        <p:cTn id="26" dur="10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1000" fill="hold"/>
                                        <p:tgtEl>
                                          <p:spTgt spid="15"/>
                                        </p:tgtEl>
                                        <p:attrNameLst>
                                          <p:attrName>ppt_w</p:attrName>
                                        </p:attrNameLst>
                                      </p:cBhvr>
                                      <p:tavLst>
                                        <p:tav tm="0">
                                          <p:val>
                                            <p:fltVal val="0"/>
                                          </p:val>
                                        </p:tav>
                                        <p:tav tm="100000">
                                          <p:val>
                                            <p:strVal val="#ppt_w"/>
                                          </p:val>
                                        </p:tav>
                                      </p:tavLst>
                                    </p:anim>
                                    <p:anim calcmode="lin" valueType="num">
                                      <p:cBhvr>
                                        <p:cTn id="32" dur="1000" fill="hold"/>
                                        <p:tgtEl>
                                          <p:spTgt spid="15"/>
                                        </p:tgtEl>
                                        <p:attrNameLst>
                                          <p:attrName>ppt_h</p:attrName>
                                        </p:attrNameLst>
                                      </p:cBhvr>
                                      <p:tavLst>
                                        <p:tav tm="0">
                                          <p:val>
                                            <p:fltVal val="0"/>
                                          </p:val>
                                        </p:tav>
                                        <p:tav tm="100000">
                                          <p:val>
                                            <p:strVal val="#ppt_h"/>
                                          </p:val>
                                        </p:tav>
                                      </p:tavLst>
                                    </p:anim>
                                    <p:anim calcmode="lin" valueType="num">
                                      <p:cBhvr>
                                        <p:cTn id="33" dur="1000" fill="hold"/>
                                        <p:tgtEl>
                                          <p:spTgt spid="15"/>
                                        </p:tgtEl>
                                        <p:attrNameLst>
                                          <p:attrName>style.rotation</p:attrName>
                                        </p:attrNameLst>
                                      </p:cBhvr>
                                      <p:tavLst>
                                        <p:tav tm="0">
                                          <p:val>
                                            <p:fltVal val="90"/>
                                          </p:val>
                                        </p:tav>
                                        <p:tav tm="100000">
                                          <p:val>
                                            <p:fltVal val="0"/>
                                          </p:val>
                                        </p:tav>
                                      </p:tavLst>
                                    </p:anim>
                                    <p:animEffect transition="in" filter="fade">
                                      <p:cBhvr>
                                        <p:cTn id="34" dur="1000"/>
                                        <p:tgtEl>
                                          <p:spTgt spid="1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1000" fill="hold"/>
                                        <p:tgtEl>
                                          <p:spTgt spid="14"/>
                                        </p:tgtEl>
                                        <p:attrNameLst>
                                          <p:attrName>ppt_w</p:attrName>
                                        </p:attrNameLst>
                                      </p:cBhvr>
                                      <p:tavLst>
                                        <p:tav tm="0">
                                          <p:val>
                                            <p:fltVal val="0"/>
                                          </p:val>
                                        </p:tav>
                                        <p:tav tm="100000">
                                          <p:val>
                                            <p:strVal val="#ppt_w"/>
                                          </p:val>
                                        </p:tav>
                                      </p:tavLst>
                                    </p:anim>
                                    <p:anim calcmode="lin" valueType="num">
                                      <p:cBhvr>
                                        <p:cTn id="40" dur="1000" fill="hold"/>
                                        <p:tgtEl>
                                          <p:spTgt spid="14"/>
                                        </p:tgtEl>
                                        <p:attrNameLst>
                                          <p:attrName>ppt_h</p:attrName>
                                        </p:attrNameLst>
                                      </p:cBhvr>
                                      <p:tavLst>
                                        <p:tav tm="0">
                                          <p:val>
                                            <p:fltVal val="0"/>
                                          </p:val>
                                        </p:tav>
                                        <p:tav tm="100000">
                                          <p:val>
                                            <p:strVal val="#ppt_h"/>
                                          </p:val>
                                        </p:tav>
                                      </p:tavLst>
                                    </p:anim>
                                    <p:anim calcmode="lin" valueType="num">
                                      <p:cBhvr>
                                        <p:cTn id="41" dur="1000" fill="hold"/>
                                        <p:tgtEl>
                                          <p:spTgt spid="14"/>
                                        </p:tgtEl>
                                        <p:attrNameLst>
                                          <p:attrName>style.rotation</p:attrName>
                                        </p:attrNameLst>
                                      </p:cBhvr>
                                      <p:tavLst>
                                        <p:tav tm="0">
                                          <p:val>
                                            <p:fltVal val="90"/>
                                          </p:val>
                                        </p:tav>
                                        <p:tav tm="100000">
                                          <p:val>
                                            <p:fltVal val="0"/>
                                          </p:val>
                                        </p:tav>
                                      </p:tavLst>
                                    </p:anim>
                                    <p:animEffect transition="in" filter="fade">
                                      <p:cBhvr>
                                        <p:cTn id="42" dur="1000"/>
                                        <p:tgtEl>
                                          <p:spTgt spid="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2.2.6 Multiplexing and </a:t>
            </a:r>
            <a:r>
              <a:rPr lang="en-US" altLang="ko-KR" sz="2400" dirty="0" err="1" smtClean="0">
                <a:effectLst>
                  <a:outerShdw blurRad="38100" dist="38100" dir="2700000" algn="tl">
                    <a:srgbClr val="000000">
                      <a:alpha val="43137"/>
                    </a:srgbClr>
                  </a:outerShdw>
                </a:effectLst>
                <a:latin typeface="Times New Roman" pitchFamily="18" charset="0"/>
                <a:cs typeface="Times New Roman" pitchFamily="18" charset="0"/>
              </a:rPr>
              <a:t>Demultiplexing</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15913" y="766763"/>
            <a:ext cx="8429625" cy="5616575"/>
          </a:xfrm>
        </p:spPr>
        <p:txBody>
          <a:bodyPr/>
          <a:lstStyle/>
          <a:p>
            <a:pPr marL="0" indent="0">
              <a:spcAft>
                <a:spcPts val="600"/>
              </a:spcAft>
              <a:buFontTx/>
              <a:buNone/>
              <a:defRPr/>
            </a:pP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2.2.6 Multiplexing and </a:t>
            </a:r>
            <a:r>
              <a:rPr lang="en-US" altLang="ko-KR" sz="2800" b="1"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Demultiplexing</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spcAft>
                <a:spcPts val="600"/>
              </a:spcAft>
              <a:buFontTx/>
              <a:buNone/>
              <a:defRPr/>
            </a:pPr>
            <a:endPar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lgn="ctr">
              <a:spcAft>
                <a:spcPts val="600"/>
              </a:spcAft>
              <a:buFontTx/>
              <a:buNone/>
              <a:defRPr/>
            </a:pPr>
            <a:r>
              <a:rPr lang="en-US" altLang="ko-KR"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2.10 </a:t>
            </a:r>
            <a:r>
              <a:rPr lang="en-US" altLang="ko-KR" dirty="0" smtClean="0">
                <a:latin typeface="Times New Roman" pitchFamily="18" charset="0"/>
                <a:cs typeface="Times New Roman" pitchFamily="18" charset="0"/>
              </a:rPr>
              <a:t>Multiplexing and </a:t>
            </a:r>
            <a:r>
              <a:rPr lang="en-US" altLang="ko-KR" dirty="0" err="1" smtClean="0">
                <a:latin typeface="Times New Roman" pitchFamily="18" charset="0"/>
                <a:cs typeface="Times New Roman" pitchFamily="18" charset="0"/>
              </a:rPr>
              <a:t>Demultiplexing</a:t>
            </a:r>
            <a:endParaRPr lang="en-US" altLang="ko-KR" dirty="0" smtClean="0">
              <a:latin typeface="Times New Roman" pitchFamily="18" charset="0"/>
              <a:cs typeface="Times New Roman" pitchFamily="18" charset="0"/>
            </a:endParaRPr>
          </a:p>
        </p:txBody>
      </p:sp>
      <p:pic>
        <p:nvPicPr>
          <p:cNvPr id="1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738" y="2376488"/>
            <a:ext cx="3709987"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0613" y="2446338"/>
            <a:ext cx="3709987"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325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4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2-3 OSI Model</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7411" name="내용 개체 틀 2"/>
          <p:cNvSpPr>
            <a:spLocks noGrp="1"/>
          </p:cNvSpPr>
          <p:nvPr>
            <p:ph idx="1"/>
          </p:nvPr>
        </p:nvSpPr>
        <p:spPr>
          <a:xfrm>
            <a:off x="325438" y="666750"/>
            <a:ext cx="8429625" cy="5616575"/>
          </a:xfrm>
        </p:spPr>
        <p:txBody>
          <a:bodyPr/>
          <a:lstStyle/>
          <a:p>
            <a:pPr marL="0" indent="0" algn="just">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2-3 </a:t>
            </a: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OSI Model</a:t>
            </a:r>
            <a:endParaRPr lang="en-US" altLang="ko-KR" sz="2800" b="1" i="1" dirty="0" smtClean="0">
              <a:solidFill>
                <a:srgbClr val="C00000"/>
              </a:solidFill>
              <a:effectLst>
                <a:outerShdw blurRad="38100" dist="38100" dir="2700000" algn="tl">
                  <a:srgbClr val="000000">
                    <a:alpha val="43137"/>
                  </a:srgbClr>
                </a:outerShdw>
              </a:effectLst>
              <a:latin typeface="Times New Roman" pitchFamily="18" charset="0"/>
            </a:endParaRPr>
          </a:p>
          <a:p>
            <a:pPr algn="just">
              <a:defRPr/>
            </a:pPr>
            <a:r>
              <a:rPr lang="en-US" altLang="ko-KR" sz="2000" b="1" i="1" dirty="0" smtClean="0">
                <a:latin typeface="Times New Roman" pitchFamily="18" charset="0"/>
              </a:rPr>
              <a:t>International Organization for Standardization (ISO) </a:t>
            </a:r>
            <a:r>
              <a:rPr lang="en-US" altLang="ko-KR" sz="2000" dirty="0" smtClean="0">
                <a:latin typeface="Times New Roman" pitchFamily="18" charset="0"/>
              </a:rPr>
              <a:t>is a multinational body dedicated to worldwide agreement on international standard</a:t>
            </a:r>
          </a:p>
          <a:p>
            <a:pPr algn="just">
              <a:defRPr/>
            </a:pPr>
            <a:r>
              <a:rPr lang="en-US" altLang="ko-KR" sz="2000" dirty="0" smtClean="0">
                <a:latin typeface="Times New Roman" pitchFamily="18" charset="0"/>
              </a:rPr>
              <a:t>An ISO standard that covers all aspects of network communication is the </a:t>
            </a:r>
            <a:r>
              <a:rPr lang="en-US" altLang="ko-KR" sz="2000" b="1" i="1" dirty="0" smtClean="0">
                <a:latin typeface="Times New Roman" pitchFamily="18" charset="0"/>
              </a:rPr>
              <a:t>Open Systems Interconnection (OSI) model</a:t>
            </a:r>
            <a:r>
              <a:rPr lang="en-US" altLang="ko-KR" sz="2000" dirty="0" smtClean="0">
                <a:latin typeface="Times New Roman" pitchFamily="18" charset="0"/>
              </a:rPr>
              <a:t>.</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75" y="2716213"/>
            <a:ext cx="5497513"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3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2-3 OSI Model</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7411" name="내용 개체 틀 2"/>
          <p:cNvSpPr>
            <a:spLocks noGrp="1"/>
          </p:cNvSpPr>
          <p:nvPr>
            <p:ph idx="1"/>
          </p:nvPr>
        </p:nvSpPr>
        <p:spPr>
          <a:xfrm>
            <a:off x="334963" y="55880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Fig. 2.12 </a:t>
            </a:r>
            <a:r>
              <a:rPr lang="en-US" altLang="ko-KR" sz="2800" dirty="0" smtClean="0">
                <a:latin typeface="Times New Roman" pitchFamily="18" charset="0"/>
                <a:cs typeface="Times New Roman" pitchFamily="18" charset="0"/>
              </a:rPr>
              <a:t>TCP/IP and OSI model </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963" y="1654175"/>
            <a:ext cx="7416800" cy="459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spcAft>
                <a:spcPts val="600"/>
              </a:spcAft>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2.2.3 Description of Each Layer</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15913" y="766763"/>
            <a:ext cx="8429625" cy="5616575"/>
          </a:xfrm>
        </p:spPr>
        <p:txBody>
          <a:bodyPr/>
          <a:lstStyle/>
          <a:p>
            <a:pPr marL="0" indent="0">
              <a:spcAft>
                <a:spcPts val="600"/>
              </a:spcAft>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2.3.2 Lack of OSI Model’s Success</a:t>
            </a:r>
            <a:endParaRPr lang="en-US" altLang="ko-KR" sz="2800" b="1" dirty="0" smtClean="0">
              <a:solidFill>
                <a:srgbClr val="C00000"/>
              </a:solidFill>
              <a:effectLst>
                <a:outerShdw blurRad="38100" dist="38100" dir="2700000" algn="tl">
                  <a:srgbClr val="000000">
                    <a:alpha val="43137"/>
                  </a:srgbClr>
                </a:outerShdw>
              </a:effectLst>
              <a:latin typeface="Times New Roman" pitchFamily="18" charset="0"/>
            </a:endParaRPr>
          </a:p>
          <a:p>
            <a:pPr algn="just">
              <a:defRPr/>
            </a:pPr>
            <a:r>
              <a:rPr lang="en-US" altLang="ko-KR" dirty="0">
                <a:latin typeface="Times New Roman" pitchFamily="18" charset="0"/>
              </a:rPr>
              <a:t>The OSI model appeared after the TCP/IP protocol suite. Most experts were at first excited and thought that the TCP/IP protocol would be fully replaced by the OSI model. This did not happen for several reasons, but we describe only three, which are agreed upon by all experts in the field</a:t>
            </a:r>
            <a:r>
              <a:rPr lang="en-US" altLang="ko-KR" dirty="0" smtClean="0">
                <a:latin typeface="Times New Roman" pitchFamily="18" charset="0"/>
              </a:rPr>
              <a:t>.</a:t>
            </a:r>
          </a:p>
          <a:p>
            <a:pPr lvl="1" algn="just">
              <a:defRPr/>
            </a:pPr>
            <a:r>
              <a:rPr lang="en-US" altLang="ko-KR" dirty="0" smtClean="0">
                <a:latin typeface="Times New Roman" pitchFamily="18" charset="0"/>
              </a:rPr>
              <a:t>Changing it cost a lot.</a:t>
            </a:r>
          </a:p>
          <a:p>
            <a:pPr lvl="1" algn="just">
              <a:defRPr/>
            </a:pPr>
            <a:r>
              <a:rPr lang="en-US" altLang="ko-KR" dirty="0" smtClean="0">
                <a:latin typeface="Times New Roman" pitchFamily="18" charset="0"/>
              </a:rPr>
              <a:t>Some layers in the OSI model were never fully defined</a:t>
            </a:r>
          </a:p>
          <a:p>
            <a:pPr lvl="1" algn="just">
              <a:defRPr/>
            </a:pPr>
            <a:r>
              <a:rPr lang="en-US" altLang="ko-KR" dirty="0" smtClean="0">
                <a:latin typeface="Times New Roman" pitchFamily="18" charset="0"/>
              </a:rPr>
              <a:t>OSI did not show a high enough level of performance </a:t>
            </a:r>
            <a:endParaRPr lang="en-US" altLang="ko-KR" dirty="0">
              <a:latin typeface="Times New Roman" pitchFamily="18" charset="0"/>
            </a:endParaRP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p:txBody>
          <a:bodyPr/>
          <a:lstStyle/>
          <a:p>
            <a:pPr eaLnBrk="1" hangingPunct="1">
              <a:defRPr/>
            </a:pPr>
            <a:r>
              <a:rPr lang="en-US" altLang="ko-KR" sz="2000" dirty="0" smtClean="0">
                <a:effectLst>
                  <a:outerShdw blurRad="38100" dist="38100" dir="2700000" algn="tl">
                    <a:srgbClr val="000000">
                      <a:alpha val="43137"/>
                    </a:srgbClr>
                  </a:outerShdw>
                </a:effectLst>
                <a:latin typeface="Times" pitchFamily="18" charset="0"/>
                <a:cs typeface="Times" pitchFamily="18" charset="0"/>
              </a:rPr>
              <a:t>Homework</a:t>
            </a:r>
            <a:endParaRPr lang="en-US" altLang="ko-KR" dirty="0" smtClean="0">
              <a:effectLst>
                <a:outerShdw blurRad="38100" dist="38100" dir="2700000" algn="tl">
                  <a:srgbClr val="000000">
                    <a:alpha val="43137"/>
                  </a:srgbClr>
                </a:outerShdw>
              </a:effectLst>
              <a:latin typeface="Times" pitchFamily="18" charset="0"/>
              <a:cs typeface="Times" pitchFamily="18" charset="0"/>
            </a:endParaRPr>
          </a:p>
        </p:txBody>
      </p:sp>
      <p:sp>
        <p:nvSpPr>
          <p:cNvPr id="39939" name="Rectangle 5"/>
          <p:cNvSpPr>
            <a:spLocks noGrp="1" noChangeArrowheads="1"/>
          </p:cNvSpPr>
          <p:nvPr>
            <p:ph type="body" idx="1"/>
          </p:nvPr>
        </p:nvSpPr>
        <p:spPr>
          <a:xfrm>
            <a:off x="427038" y="820738"/>
            <a:ext cx="8423275" cy="5646737"/>
          </a:xfrm>
          <a:noFill/>
        </p:spPr>
        <p:txBody>
          <a:bodyPr lIns="90488" tIns="44450" rIns="90488" bIns="44450"/>
          <a:lstStyle/>
          <a:p>
            <a:pPr marL="457200" indent="-457200" eaLnBrk="1" hangingPunct="1">
              <a:buFontTx/>
              <a:buNone/>
            </a:pPr>
            <a:r>
              <a:rPr lang="en-US" altLang="ko-KR" b="1" smtClean="0">
                <a:solidFill>
                  <a:srgbClr val="C00000"/>
                </a:solidFill>
                <a:latin typeface="Times New Roman" panose="02020603050405020304" pitchFamily="18" charset="0"/>
              </a:rPr>
              <a:t>Homework</a:t>
            </a:r>
          </a:p>
          <a:p>
            <a:pPr marL="457200" indent="-457200" eaLnBrk="1" hangingPunct="1">
              <a:buFontTx/>
              <a:buNone/>
            </a:pPr>
            <a:r>
              <a:rPr lang="en-US" altLang="ko-KR" sz="2000" smtClean="0">
                <a:latin typeface="Times New Roman" panose="02020603050405020304" pitchFamily="18" charset="0"/>
              </a:rPr>
              <a:t>      Read textbook pp. 53-90</a:t>
            </a:r>
          </a:p>
          <a:p>
            <a:pPr marL="457200" indent="-457200" eaLnBrk="1" hangingPunct="1">
              <a:buFontTx/>
              <a:buNone/>
            </a:pPr>
            <a:endParaRPr lang="en-US" altLang="ko-KR" smtClean="0">
              <a:solidFill>
                <a:srgbClr val="333399"/>
              </a:solidFill>
              <a:latin typeface="Times New Roman" panose="02020603050405020304" pitchFamily="18" charset="0"/>
            </a:endParaRPr>
          </a:p>
          <a:p>
            <a:pPr marL="457200" indent="-457200" eaLnBrk="1" hangingPunct="1">
              <a:buFontTx/>
              <a:buNone/>
            </a:pPr>
            <a:r>
              <a:rPr lang="en-US" altLang="ko-KR" b="1" smtClean="0">
                <a:solidFill>
                  <a:srgbClr val="C00000"/>
                </a:solidFill>
                <a:latin typeface="Times New Roman" panose="02020603050405020304" pitchFamily="18" charset="0"/>
              </a:rPr>
              <a:t>Next Lecture</a:t>
            </a:r>
          </a:p>
          <a:p>
            <a:pPr marL="457200" indent="-457200" eaLnBrk="1" hangingPunct="1">
              <a:buFontTx/>
              <a:buNone/>
            </a:pPr>
            <a:r>
              <a:rPr lang="en-US" altLang="ko-KR" smtClean="0">
                <a:latin typeface="Times New Roman" panose="02020603050405020304" pitchFamily="18" charset="0"/>
              </a:rPr>
              <a:t>     </a:t>
            </a:r>
            <a:r>
              <a:rPr lang="en-US" altLang="ko-KR" sz="2000" smtClean="0">
                <a:latin typeface="Times New Roman" panose="02020603050405020304" pitchFamily="18" charset="0"/>
              </a:rPr>
              <a:t>Chapter 3. Introduction to Physical Layer</a:t>
            </a: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Times New Roman"/>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11133</TotalTime>
  <Words>738</Words>
  <Application>Microsoft Office PowerPoint</Application>
  <PresentationFormat>화면 슬라이드 쇼(4:3)</PresentationFormat>
  <Paragraphs>133</Paragraphs>
  <Slides>22</Slides>
  <Notes>2</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22</vt:i4>
      </vt:variant>
    </vt:vector>
  </HeadingPairs>
  <TitlesOfParts>
    <vt:vector size="35" baseType="lpstr">
      <vt:lpstr>Arial</vt:lpstr>
      <vt:lpstr>굴림</vt:lpstr>
      <vt:lpstr>Microsoft Sans Serif</vt:lpstr>
      <vt:lpstr>돋움</vt:lpstr>
      <vt:lpstr>HY목판L</vt:lpstr>
      <vt:lpstr>Wingdings 2</vt:lpstr>
      <vt:lpstr>Verdana</vt:lpstr>
      <vt:lpstr>HY각헤드라인M</vt:lpstr>
      <vt:lpstr>Arial Black</vt:lpstr>
      <vt:lpstr>HY헤드라인M</vt:lpstr>
      <vt:lpstr>Times New Roman</vt:lpstr>
      <vt:lpstr>Times</vt:lpstr>
      <vt:lpstr>기본 디자인</vt:lpstr>
      <vt:lpstr>Chapter  2   Network Models</vt:lpstr>
      <vt:lpstr>Ch. 2:  Outline</vt:lpstr>
      <vt:lpstr>Ch. 2 : Objective</vt:lpstr>
      <vt:lpstr>2-1 Protocol Layering </vt:lpstr>
      <vt:lpstr>2.1.1  Scenarios</vt:lpstr>
      <vt:lpstr>2.1.1  Scenarios</vt:lpstr>
      <vt:lpstr>2.1.1  Scenarios</vt:lpstr>
      <vt:lpstr>2.1.2 Principles of Protocol Layering</vt:lpstr>
      <vt:lpstr>2.1.3 Logical Connections</vt:lpstr>
      <vt:lpstr>2-2 TCP/IP Protocol Suite </vt:lpstr>
      <vt:lpstr>2-2 TCP/IP Protocol Suite </vt:lpstr>
      <vt:lpstr>2.2.1 Layered Architecture </vt:lpstr>
      <vt:lpstr>2.2.2 Layered in the TCP/IP Protocol Suite </vt:lpstr>
      <vt:lpstr>2.2.2 Layered in the TCP/IP Protocol Suite </vt:lpstr>
      <vt:lpstr>2.2.3 Description of Each Layer</vt:lpstr>
      <vt:lpstr>2.2.4 Encapsulation and Decapsulation</vt:lpstr>
      <vt:lpstr>2.2.5 Addressing</vt:lpstr>
      <vt:lpstr>2.2.6 Multiplexing and Demultiplexing</vt:lpstr>
      <vt:lpstr>2-3 OSI Model</vt:lpstr>
      <vt:lpstr>2-3 OSI Model</vt:lpstr>
      <vt:lpstr>2.2.3 Description of Each Layer</vt:lpstr>
      <vt:lpstr>Homework</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kaat</dc:creator>
  <cp:lastModifiedBy>Windows 사용자</cp:lastModifiedBy>
  <cp:revision>946</cp:revision>
  <cp:lastPrinted>1998-01-20T18:41:17Z</cp:lastPrinted>
  <dcterms:created xsi:type="dcterms:W3CDTF">1997-04-13T14:24:48Z</dcterms:created>
  <dcterms:modified xsi:type="dcterms:W3CDTF">2019-03-04T07:31:05Z</dcterms:modified>
</cp:coreProperties>
</file>