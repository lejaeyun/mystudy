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4"/>
  </p:notesMasterIdLst>
  <p:handoutMasterIdLst>
    <p:handoutMasterId r:id="rId5"/>
  </p:handoutMasterIdLst>
  <p:sldIdLst>
    <p:sldId id="256" r:id="rId2"/>
    <p:sldId id="608" r:id="rId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018" autoAdjust="0"/>
    <p:restoredTop sz="94591" autoAdjust="0"/>
  </p:normalViewPr>
  <p:slideViewPr>
    <p:cSldViewPr snapToGrid="0">
      <p:cViewPr varScale="1">
        <p:scale>
          <a:sx n="109" d="100"/>
          <a:sy n="109" d="100"/>
        </p:scale>
        <p:origin x="1344" y="8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486568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461963" y="2747963"/>
            <a:ext cx="4630737" cy="1381125"/>
          </a:xfrm>
        </p:spPr>
        <p:txBody>
          <a:bodyPr/>
          <a:lstStyle/>
          <a:p>
            <a:pPr algn="ctr" eaLnBrk="1" hangingPunct="1"/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Homework</a:t>
            </a:r>
            <a:br>
              <a:rPr lang="en-US" altLang="ko-KR" sz="3200" i="1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Chapter  6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> 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/>
            </a:r>
            <a:br>
              <a:rPr lang="en-US" altLang="ko-KR" sz="3200" b="0" dirty="0" smtClean="0">
                <a:solidFill>
                  <a:srgbClr val="0070C0"/>
                </a:solidFill>
              </a:rPr>
            </a:br>
            <a:r>
              <a:rPr lang="en-US" altLang="ko-KR" sz="3200" i="1" dirty="0" smtClean="0">
                <a:solidFill>
                  <a:srgbClr val="333399"/>
                </a:solidFill>
                <a:latin typeface="+mj-lt"/>
              </a:rPr>
              <a:t>Bandwidth </a:t>
            </a:r>
            <a:r>
              <a:rPr lang="en-US" altLang="ko-KR" sz="3200" i="1" dirty="0" err="1" smtClean="0">
                <a:solidFill>
                  <a:srgbClr val="333399"/>
                </a:solidFill>
                <a:latin typeface="+mj-lt"/>
                <a:cs typeface="Arial" pitchFamily="34" charset="0"/>
              </a:rPr>
              <a:t>Utilazation</a:t>
            </a:r>
            <a:endParaRPr lang="en-US" altLang="ko-KR" sz="3200" i="1" dirty="0">
              <a:solidFill>
                <a:srgbClr val="333399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Homework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Solve problems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P6-1</a:t>
            </a:r>
            <a:r>
              <a:rPr lang="en-US" altLang="ko-KR" dirty="0" smtClean="0">
                <a:latin typeface="Times New Roman" pitchFamily="18" charset="0"/>
              </a:rPr>
              <a:t> We need to use synchronous TDM and combine 20 digital sources, each of 200 Kbps. Each output slot carries 2 bit from each digital source, but one extra bit is added to each frame for </a:t>
            </a:r>
            <a:r>
              <a:rPr lang="en-US" altLang="ko-KR" dirty="0" smtClean="0">
                <a:latin typeface="Times New Roman" pitchFamily="18" charset="0"/>
              </a:rPr>
              <a:t>sy</a:t>
            </a:r>
            <a:r>
              <a:rPr lang="en-US" altLang="ko-KR" dirty="0" smtClean="0">
                <a:latin typeface="Times New Roman" pitchFamily="18" charset="0"/>
              </a:rPr>
              <a:t>nchronization. Answer the following questions.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 smtClean="0">
                <a:latin typeface="Times New Roman" pitchFamily="18" charset="0"/>
              </a:rPr>
              <a:t>What is the size of an output frame in bits?</a:t>
            </a:r>
            <a:endParaRPr lang="en-US" altLang="ko-KR" dirty="0" smtClean="0">
              <a:latin typeface="Times New Roman" pitchFamily="18" charset="0"/>
            </a:endParaRP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>
                <a:latin typeface="Times New Roman" pitchFamily="18" charset="0"/>
              </a:rPr>
              <a:t>What is the </a:t>
            </a:r>
            <a:r>
              <a:rPr lang="en-US" altLang="ko-KR" dirty="0" smtClean="0">
                <a:latin typeface="Times New Roman" pitchFamily="18" charset="0"/>
              </a:rPr>
              <a:t>output </a:t>
            </a:r>
            <a:r>
              <a:rPr lang="en-US" altLang="ko-KR" dirty="0">
                <a:latin typeface="Times New Roman" pitchFamily="18" charset="0"/>
              </a:rPr>
              <a:t>frame </a:t>
            </a:r>
            <a:r>
              <a:rPr lang="en-US" altLang="ko-KR" dirty="0" smtClean="0">
                <a:latin typeface="Times New Roman" pitchFamily="18" charset="0"/>
              </a:rPr>
              <a:t>rate?</a:t>
            </a:r>
            <a:endParaRPr lang="en-US" altLang="ko-KR" dirty="0">
              <a:latin typeface="Times New Roman" pitchFamily="18" charset="0"/>
            </a:endParaRP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>
                <a:latin typeface="Times New Roman" pitchFamily="18" charset="0"/>
              </a:rPr>
              <a:t>What is the </a:t>
            </a:r>
            <a:r>
              <a:rPr lang="en-US" altLang="ko-KR" dirty="0" smtClean="0">
                <a:latin typeface="Times New Roman" pitchFamily="18" charset="0"/>
              </a:rPr>
              <a:t>duration of </a:t>
            </a:r>
            <a:r>
              <a:rPr lang="en-US" altLang="ko-KR" dirty="0">
                <a:latin typeface="Times New Roman" pitchFamily="18" charset="0"/>
              </a:rPr>
              <a:t>an output </a:t>
            </a:r>
            <a:r>
              <a:rPr lang="en-US" altLang="ko-KR" dirty="0" smtClean="0">
                <a:latin typeface="Times New Roman" pitchFamily="18" charset="0"/>
              </a:rPr>
              <a:t>frame?</a:t>
            </a:r>
            <a:endParaRPr lang="en-US" altLang="ko-KR" dirty="0">
              <a:latin typeface="Times New Roman" pitchFamily="18" charset="0"/>
            </a:endParaRP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>
                <a:latin typeface="Times New Roman" pitchFamily="18" charset="0"/>
              </a:rPr>
              <a:t>What is the </a:t>
            </a:r>
            <a:r>
              <a:rPr lang="en-US" altLang="ko-KR" dirty="0" smtClean="0">
                <a:latin typeface="Times New Roman" pitchFamily="18" charset="0"/>
              </a:rPr>
              <a:t>output data rate?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>
                <a:latin typeface="Times New Roman" pitchFamily="18" charset="0"/>
              </a:rPr>
              <a:t>What is the </a:t>
            </a:r>
            <a:r>
              <a:rPr lang="en-US" altLang="ko-KR" dirty="0" smtClean="0">
                <a:latin typeface="Times New Roman" pitchFamily="18" charset="0"/>
              </a:rPr>
              <a:t>efficiency of the system(ratio of useful bits to the total bits)?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P6-14 </a:t>
            </a:r>
            <a:r>
              <a:rPr lang="en-US" altLang="ko-KR" dirty="0" smtClean="0">
                <a:latin typeface="Times New Roman" pitchFamily="18" charset="0"/>
              </a:rPr>
              <a:t>Answer the following questions about a T-1 lines.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ko-KR" dirty="0" smtClean="0">
                <a:latin typeface="Times New Roman" pitchFamily="18" charset="0"/>
              </a:rPr>
              <a:t>. </a:t>
            </a:r>
            <a:r>
              <a:rPr lang="en-US" altLang="ko-KR" dirty="0" smtClean="0">
                <a:latin typeface="Times New Roman" pitchFamily="18" charset="0"/>
              </a:rPr>
              <a:t>What is the duration of a frame?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 smtClean="0">
                <a:latin typeface="Times New Roman" pitchFamily="18" charset="0"/>
              </a:rPr>
              <a:t>. What is the overhead(number of extra bits per second)?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P6-16 </a:t>
            </a:r>
            <a:r>
              <a:rPr lang="en-US" altLang="ko-KR" dirty="0" smtClean="0">
                <a:latin typeface="Times New Roman" pitchFamily="18" charset="0"/>
              </a:rPr>
              <a:t>We need to transmit 100 digitized voice channels using a passband channel of 30 KHz. What should be the ratio of bits/Hz if we use no guard band?</a:t>
            </a: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1584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14462</TotalTime>
  <Words>187</Words>
  <Application>Microsoft Office PowerPoint</Application>
  <PresentationFormat>화면 슬라이드 쇼(4:3)</PresentationFormat>
  <Paragraphs>20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HY각헤드라인M</vt:lpstr>
      <vt:lpstr>HY목판L</vt:lpstr>
      <vt:lpstr>HY헤드라인M</vt:lpstr>
      <vt:lpstr>굴림</vt:lpstr>
      <vt:lpstr>돋움</vt:lpstr>
      <vt:lpstr>Arial</vt:lpstr>
      <vt:lpstr>Arial Black</vt:lpstr>
      <vt:lpstr>Microsoft Sans Serif</vt:lpstr>
      <vt:lpstr>Times New Roman</vt:lpstr>
      <vt:lpstr>Verdana</vt:lpstr>
      <vt:lpstr>Wingdings 2</vt:lpstr>
      <vt:lpstr>기본 디자인</vt:lpstr>
      <vt:lpstr>Homework Chapter  6  Bandwidth Utilazation</vt:lpstr>
      <vt:lpstr>Homework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user</cp:lastModifiedBy>
  <cp:revision>1051</cp:revision>
  <cp:lastPrinted>1998-01-20T18:41:17Z</cp:lastPrinted>
  <dcterms:created xsi:type="dcterms:W3CDTF">1997-04-13T14:24:48Z</dcterms:created>
  <dcterms:modified xsi:type="dcterms:W3CDTF">2020-04-23T02:30:19Z</dcterms:modified>
</cp:coreProperties>
</file>