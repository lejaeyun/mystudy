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9"/>
  </p:notesMasterIdLst>
  <p:handoutMasterIdLst>
    <p:handoutMasterId r:id="rId20"/>
  </p:handoutMasterIdLst>
  <p:sldIdLst>
    <p:sldId id="256" r:id="rId2"/>
    <p:sldId id="268" r:id="rId3"/>
    <p:sldId id="269" r:id="rId4"/>
    <p:sldId id="270" r:id="rId5"/>
    <p:sldId id="271" r:id="rId6"/>
    <p:sldId id="272" r:id="rId7"/>
    <p:sldId id="273" r:id="rId8"/>
    <p:sldId id="274" r:id="rId9"/>
    <p:sldId id="275" r:id="rId10"/>
    <p:sldId id="276" r:id="rId11"/>
    <p:sldId id="277" r:id="rId12"/>
    <p:sldId id="278" r:id="rId13"/>
    <p:sldId id="279" r:id="rId14"/>
    <p:sldId id="280" r:id="rId15"/>
    <p:sldId id="281" r:id="rId16"/>
    <p:sldId id="282" r:id="rId17"/>
    <p:sldId id="283" r:id="rId18"/>
  </p:sldIdLst>
  <p:sldSz cx="9144000" cy="6858000" type="screen4x3"/>
  <p:notesSz cx="6858000" cy="9144000"/>
  <p:defaultTextStyle>
    <a:defPPr>
      <a:defRPr lang="ko-KR"/>
    </a:defPPr>
    <a:lvl1pPr algn="r" rtl="0" fontAlgn="base" latinLnBrk="1">
      <a:spcBef>
        <a:spcPct val="0"/>
      </a:spcBef>
      <a:spcAft>
        <a:spcPct val="0"/>
      </a:spcAft>
      <a:defRPr kumimoji="1" sz="2400" kern="1200">
        <a:solidFill>
          <a:schemeClr val="tx1"/>
        </a:solidFill>
        <a:latin typeface="굴림" panose="020B0600000101010101" pitchFamily="50" charset="-127"/>
        <a:ea typeface="굴림" panose="020B0600000101010101" pitchFamily="50" charset="-127"/>
        <a:cs typeface="+mn-cs"/>
      </a:defRPr>
    </a:lvl1pPr>
    <a:lvl2pPr marL="457200" algn="r" rtl="0" fontAlgn="base" latinLnBrk="1">
      <a:spcBef>
        <a:spcPct val="0"/>
      </a:spcBef>
      <a:spcAft>
        <a:spcPct val="0"/>
      </a:spcAft>
      <a:defRPr kumimoji="1" sz="2400" kern="1200">
        <a:solidFill>
          <a:schemeClr val="tx1"/>
        </a:solidFill>
        <a:latin typeface="굴림" panose="020B0600000101010101" pitchFamily="50" charset="-127"/>
        <a:ea typeface="굴림" panose="020B0600000101010101" pitchFamily="50" charset="-127"/>
        <a:cs typeface="+mn-cs"/>
      </a:defRPr>
    </a:lvl2pPr>
    <a:lvl3pPr marL="914400" algn="r" rtl="0" fontAlgn="base" latinLnBrk="1">
      <a:spcBef>
        <a:spcPct val="0"/>
      </a:spcBef>
      <a:spcAft>
        <a:spcPct val="0"/>
      </a:spcAft>
      <a:defRPr kumimoji="1" sz="2400" kern="1200">
        <a:solidFill>
          <a:schemeClr val="tx1"/>
        </a:solidFill>
        <a:latin typeface="굴림" panose="020B0600000101010101" pitchFamily="50" charset="-127"/>
        <a:ea typeface="굴림" panose="020B0600000101010101" pitchFamily="50" charset="-127"/>
        <a:cs typeface="+mn-cs"/>
      </a:defRPr>
    </a:lvl3pPr>
    <a:lvl4pPr marL="1371600" algn="r" rtl="0" fontAlgn="base" latinLnBrk="1">
      <a:spcBef>
        <a:spcPct val="0"/>
      </a:spcBef>
      <a:spcAft>
        <a:spcPct val="0"/>
      </a:spcAft>
      <a:defRPr kumimoji="1" sz="2400" kern="1200">
        <a:solidFill>
          <a:schemeClr val="tx1"/>
        </a:solidFill>
        <a:latin typeface="굴림" panose="020B0600000101010101" pitchFamily="50" charset="-127"/>
        <a:ea typeface="굴림" panose="020B0600000101010101" pitchFamily="50" charset="-127"/>
        <a:cs typeface="+mn-cs"/>
      </a:defRPr>
    </a:lvl4pPr>
    <a:lvl5pPr marL="1828800" algn="r" rtl="0" fontAlgn="base" latinLnBrk="1">
      <a:spcBef>
        <a:spcPct val="0"/>
      </a:spcBef>
      <a:spcAft>
        <a:spcPct val="0"/>
      </a:spcAft>
      <a:defRPr kumimoji="1" sz="2400" kern="1200">
        <a:solidFill>
          <a:schemeClr val="tx1"/>
        </a:solidFill>
        <a:latin typeface="굴림" panose="020B0600000101010101" pitchFamily="50" charset="-127"/>
        <a:ea typeface="굴림" panose="020B0600000101010101" pitchFamily="50" charset="-127"/>
        <a:cs typeface="+mn-cs"/>
      </a:defRPr>
    </a:lvl5pPr>
    <a:lvl6pPr marL="2286000" algn="l" defTabSz="914400" rtl="0" eaLnBrk="1" latinLnBrk="1" hangingPunct="1">
      <a:defRPr kumimoji="1" sz="2400" kern="1200">
        <a:solidFill>
          <a:schemeClr val="tx1"/>
        </a:solidFill>
        <a:latin typeface="굴림" panose="020B0600000101010101" pitchFamily="50" charset="-127"/>
        <a:ea typeface="굴림" panose="020B0600000101010101" pitchFamily="50" charset="-127"/>
        <a:cs typeface="+mn-cs"/>
      </a:defRPr>
    </a:lvl6pPr>
    <a:lvl7pPr marL="2743200" algn="l" defTabSz="914400" rtl="0" eaLnBrk="1" latinLnBrk="1" hangingPunct="1">
      <a:defRPr kumimoji="1" sz="2400" kern="1200">
        <a:solidFill>
          <a:schemeClr val="tx1"/>
        </a:solidFill>
        <a:latin typeface="굴림" panose="020B0600000101010101" pitchFamily="50" charset="-127"/>
        <a:ea typeface="굴림" panose="020B0600000101010101" pitchFamily="50" charset="-127"/>
        <a:cs typeface="+mn-cs"/>
      </a:defRPr>
    </a:lvl7pPr>
    <a:lvl8pPr marL="3200400" algn="l" defTabSz="914400" rtl="0" eaLnBrk="1" latinLnBrk="1" hangingPunct="1">
      <a:defRPr kumimoji="1" sz="2400" kern="1200">
        <a:solidFill>
          <a:schemeClr val="tx1"/>
        </a:solidFill>
        <a:latin typeface="굴림" panose="020B0600000101010101" pitchFamily="50" charset="-127"/>
        <a:ea typeface="굴림" panose="020B0600000101010101" pitchFamily="50" charset="-127"/>
        <a:cs typeface="+mn-cs"/>
      </a:defRPr>
    </a:lvl8pPr>
    <a:lvl9pPr marL="3657600" algn="l" defTabSz="914400" rtl="0" eaLnBrk="1" latinLnBrk="1" hangingPunct="1">
      <a:defRPr kumimoji="1" sz="2400" kern="1200">
        <a:solidFill>
          <a:schemeClr val="tx1"/>
        </a:solidFill>
        <a:latin typeface="굴림" panose="020B0600000101010101" pitchFamily="50" charset="-127"/>
        <a:ea typeface="굴림" panose="020B0600000101010101" pitchFamily="50" charset="-127"/>
        <a:cs typeface="+mn-cs"/>
      </a:defRPr>
    </a:lvl9pPr>
  </p:defaultTextStyle>
  <p:extLst>
    <p:ext uri="{EFAFB233-063F-42B5-8137-9DF3F51BA10A}">
      <p15:sldGuideLst xmlns:p15="http://schemas.microsoft.com/office/powerpoint/2012/main">
        <p15:guide id="1" orient="horz" pos="2160">
          <p15:clr>
            <a:srgbClr val="A4A3A4"/>
          </p15:clr>
        </p15:guide>
        <p15:guide id="2" pos="2976">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6CC"/>
    <a:srgbClr val="C0C0C0"/>
    <a:srgbClr val="CCECFF"/>
    <a:srgbClr val="CCCCFF"/>
    <a:srgbClr val="EAEAEA"/>
    <a:srgbClr val="6699FF"/>
    <a:srgbClr val="99CCFF"/>
    <a:srgbClr val="DDDDD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2787"/>
    <p:restoredTop sz="90929"/>
  </p:normalViewPr>
  <p:slideViewPr>
    <p:cSldViewPr>
      <p:cViewPr varScale="1">
        <p:scale>
          <a:sx n="112" d="100"/>
          <a:sy n="112" d="100"/>
        </p:scale>
        <p:origin x="486" y="96"/>
      </p:cViewPr>
      <p:guideLst>
        <p:guide orient="horz" pos="2160"/>
        <p:guide pos="2976"/>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1746"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a:defRPr sz="1200"/>
            </a:lvl1pPr>
          </a:lstStyle>
          <a:p>
            <a:endParaRPr lang="en-US" altLang="ko-KR"/>
          </a:p>
        </p:txBody>
      </p:sp>
      <p:sp>
        <p:nvSpPr>
          <p:cNvPr id="31747" name="Rectangle 3"/>
          <p:cNvSpPr>
            <a:spLocks noGrp="1" noChangeArrowheads="1"/>
          </p:cNvSpPr>
          <p:nvPr>
            <p:ph type="dt" sz="quarter"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a:lvl1pPr>
          </a:lstStyle>
          <a:p>
            <a:endParaRPr lang="en-US" altLang="ko-KR"/>
          </a:p>
        </p:txBody>
      </p:sp>
      <p:sp>
        <p:nvSpPr>
          <p:cNvPr id="31748" name="Rectangle 4"/>
          <p:cNvSpPr>
            <a:spLocks noGrp="1" noChangeArrowheads="1"/>
          </p:cNvSpPr>
          <p:nvPr>
            <p:ph type="ftr" sz="quarter" idx="2"/>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l">
              <a:defRPr sz="1200"/>
            </a:lvl1pPr>
          </a:lstStyle>
          <a:p>
            <a:endParaRPr lang="en-US" altLang="ko-KR"/>
          </a:p>
        </p:txBody>
      </p:sp>
      <p:sp>
        <p:nvSpPr>
          <p:cNvPr id="31749" name="Rectangle 5"/>
          <p:cNvSpPr>
            <a:spLocks noGrp="1" noChangeArrowheads="1"/>
          </p:cNvSpPr>
          <p:nvPr>
            <p:ph type="sldNum" sz="quarter" idx="3"/>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a:lvl1pPr>
          </a:lstStyle>
          <a:p>
            <a:fld id="{C925FCC8-EC65-4C46-8903-96A1CEF61BC6}" type="slidenum">
              <a:rPr lang="en-US" altLang="ko-KR"/>
              <a:pPr/>
              <a:t>‹#›</a:t>
            </a:fld>
            <a:endParaRPr lang="en-US" altLang="ko-K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0050"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anchor="t" anchorCtr="0" compatLnSpc="1">
            <a:prstTxWarp prst="textNoShape">
              <a:avLst/>
            </a:prstTxWarp>
          </a:bodyPr>
          <a:lstStyle>
            <a:lvl1pPr algn="l">
              <a:defRPr sz="1200">
                <a:latin typeface="Times New Roman" panose="02020603050405020304" pitchFamily="18" charset="0"/>
              </a:defRPr>
            </a:lvl1pPr>
          </a:lstStyle>
          <a:p>
            <a:endParaRPr lang="en-US" altLang="ko-KR"/>
          </a:p>
        </p:txBody>
      </p:sp>
      <p:sp>
        <p:nvSpPr>
          <p:cNvPr id="130051" name="Rectangle 3"/>
          <p:cNvSpPr>
            <a:spLocks noGrp="1" noChangeArrowheads="1"/>
          </p:cNvSpPr>
          <p:nvPr>
            <p:ph type="dt"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anchor="t" anchorCtr="0" compatLnSpc="1">
            <a:prstTxWarp prst="textNoShape">
              <a:avLst/>
            </a:prstTxWarp>
          </a:bodyPr>
          <a:lstStyle>
            <a:lvl1pPr>
              <a:defRPr sz="1200">
                <a:latin typeface="Times New Roman" panose="02020603050405020304" pitchFamily="18" charset="0"/>
              </a:defRPr>
            </a:lvl1pPr>
          </a:lstStyle>
          <a:p>
            <a:endParaRPr lang="en-US" altLang="ko-KR"/>
          </a:p>
        </p:txBody>
      </p:sp>
      <p:sp>
        <p:nvSpPr>
          <p:cNvPr id="130052" name="Rectangle 4"/>
          <p:cNvSpPr>
            <a:spLocks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30053" name="Rectangle 5"/>
          <p:cNvSpPr>
            <a:spLocks noGrp="1" noChangeArrowheads="1"/>
          </p:cNvSpPr>
          <p:nvPr>
            <p:ph type="body" sz="quarter" idx="3"/>
          </p:nvPr>
        </p:nvSpPr>
        <p:spPr bwMode="auto">
          <a:xfrm>
            <a:off x="914400" y="4343400"/>
            <a:ext cx="5029200" cy="411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anchor="t" anchorCtr="0" compatLnSpc="1">
            <a:prstTxWarp prst="textNoShape">
              <a:avLst/>
            </a:prstTxWarp>
          </a:bodyPr>
          <a:lstStyle/>
          <a:p>
            <a:pPr lvl="0"/>
            <a:r>
              <a:rPr lang="ko-KR" altLang="en-US" smtClean="0"/>
              <a:t>마스터 문자열 유형을 편집하려면 누르십시오</a:t>
            </a:r>
            <a:r>
              <a:rPr lang="en-US" altLang="ko-KR" smtClean="0"/>
              <a:t>.</a:t>
            </a:r>
          </a:p>
          <a:p>
            <a:pPr lvl="1"/>
            <a:r>
              <a:rPr lang="ko-KR" altLang="en-US" smtClean="0"/>
              <a:t>둘째 수준</a:t>
            </a:r>
          </a:p>
          <a:p>
            <a:pPr lvl="2"/>
            <a:r>
              <a:rPr lang="ko-KR" altLang="en-US" smtClean="0"/>
              <a:t>세째 수준</a:t>
            </a:r>
          </a:p>
          <a:p>
            <a:pPr lvl="3"/>
            <a:r>
              <a:rPr lang="ko-KR" altLang="en-US" smtClean="0"/>
              <a:t>네째 수준</a:t>
            </a:r>
          </a:p>
          <a:p>
            <a:pPr lvl="4"/>
            <a:r>
              <a:rPr lang="ko-KR" altLang="en-US" smtClean="0"/>
              <a:t>다섯째 수준</a:t>
            </a:r>
          </a:p>
        </p:txBody>
      </p:sp>
      <p:sp>
        <p:nvSpPr>
          <p:cNvPr id="130054" name="Rectangle 6"/>
          <p:cNvSpPr>
            <a:spLocks noGrp="1" noChangeArrowheads="1"/>
          </p:cNvSpPr>
          <p:nvPr>
            <p:ph type="ftr" sz="quarter" idx="4"/>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anchor="b" anchorCtr="0" compatLnSpc="1">
            <a:prstTxWarp prst="textNoShape">
              <a:avLst/>
            </a:prstTxWarp>
          </a:bodyPr>
          <a:lstStyle>
            <a:lvl1pPr algn="l">
              <a:defRPr sz="1200">
                <a:latin typeface="Times New Roman" panose="02020603050405020304" pitchFamily="18" charset="0"/>
              </a:defRPr>
            </a:lvl1pPr>
          </a:lstStyle>
          <a:p>
            <a:endParaRPr lang="en-US" altLang="ko-KR"/>
          </a:p>
        </p:txBody>
      </p:sp>
      <p:sp>
        <p:nvSpPr>
          <p:cNvPr id="130055" name="Rectangle 7"/>
          <p:cNvSpPr>
            <a:spLocks noGrp="1" noChangeArrowheads="1"/>
          </p:cNvSpPr>
          <p:nvPr>
            <p:ph type="sldNum" sz="quarter" idx="5"/>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anchor="b" anchorCtr="0" compatLnSpc="1">
            <a:prstTxWarp prst="textNoShape">
              <a:avLst/>
            </a:prstTxWarp>
          </a:bodyPr>
          <a:lstStyle>
            <a:lvl1pPr>
              <a:defRPr sz="1200">
                <a:latin typeface="Times New Roman" panose="02020603050405020304" pitchFamily="18" charset="0"/>
              </a:defRPr>
            </a:lvl1pPr>
          </a:lstStyle>
          <a:p>
            <a:fld id="{B8DEB6F0-75F1-41FD-B998-B360D6124069}" type="slidenum">
              <a:rPr lang="en-US" altLang="ko-KR"/>
              <a:pPr/>
              <a:t>‹#›</a:t>
            </a:fld>
            <a:endParaRPr lang="en-US" altLang="ko-KR"/>
          </a:p>
        </p:txBody>
      </p:sp>
    </p:spTree>
  </p:cSld>
  <p:clrMap bg1="lt1" tx1="dk1" bg2="lt2" tx2="dk2" accent1="accent1" accent2="accent2" accent3="accent3" accent4="accent4" accent5="accent5" accent6="accent6" hlink="hlink" folHlink="folHlink"/>
  <p:notesStyle>
    <a:lvl1pPr algn="l" rtl="0" fontAlgn="base" latinLnBrk="1">
      <a:spcBef>
        <a:spcPct val="30000"/>
      </a:spcBef>
      <a:spcAft>
        <a:spcPct val="0"/>
      </a:spcAft>
      <a:defRPr kumimoji="1" sz="1200" kern="1200">
        <a:solidFill>
          <a:schemeClr val="tx1"/>
        </a:solidFill>
        <a:latin typeface="굴림" panose="020B0600000101010101" pitchFamily="50" charset="-127"/>
        <a:ea typeface="굴림" panose="020B0600000101010101" pitchFamily="50" charset="-127"/>
        <a:cs typeface="+mn-cs"/>
      </a:defRPr>
    </a:lvl1pPr>
    <a:lvl2pPr marL="457200" algn="l" rtl="0" fontAlgn="base" latinLnBrk="1">
      <a:spcBef>
        <a:spcPct val="30000"/>
      </a:spcBef>
      <a:spcAft>
        <a:spcPct val="0"/>
      </a:spcAft>
      <a:defRPr kumimoji="1" sz="1200" kern="1200">
        <a:solidFill>
          <a:schemeClr val="tx1"/>
        </a:solidFill>
        <a:latin typeface="굴림" panose="020B0600000101010101" pitchFamily="50" charset="-127"/>
        <a:ea typeface="굴림" panose="020B0600000101010101" pitchFamily="50" charset="-127"/>
        <a:cs typeface="+mn-cs"/>
      </a:defRPr>
    </a:lvl2pPr>
    <a:lvl3pPr marL="914400" algn="l" rtl="0" fontAlgn="base" latinLnBrk="1">
      <a:spcBef>
        <a:spcPct val="30000"/>
      </a:spcBef>
      <a:spcAft>
        <a:spcPct val="0"/>
      </a:spcAft>
      <a:defRPr kumimoji="1" sz="1200" kern="1200">
        <a:solidFill>
          <a:schemeClr val="tx1"/>
        </a:solidFill>
        <a:latin typeface="굴림" panose="020B0600000101010101" pitchFamily="50" charset="-127"/>
        <a:ea typeface="굴림" panose="020B0600000101010101" pitchFamily="50" charset="-127"/>
        <a:cs typeface="+mn-cs"/>
      </a:defRPr>
    </a:lvl3pPr>
    <a:lvl4pPr marL="1371600" algn="l" rtl="0" fontAlgn="base" latinLnBrk="1">
      <a:spcBef>
        <a:spcPct val="30000"/>
      </a:spcBef>
      <a:spcAft>
        <a:spcPct val="0"/>
      </a:spcAft>
      <a:defRPr kumimoji="1" sz="1200" kern="1200">
        <a:solidFill>
          <a:schemeClr val="tx1"/>
        </a:solidFill>
        <a:latin typeface="굴림" panose="020B0600000101010101" pitchFamily="50" charset="-127"/>
        <a:ea typeface="굴림" panose="020B0600000101010101" pitchFamily="50" charset="-127"/>
        <a:cs typeface="+mn-cs"/>
      </a:defRPr>
    </a:lvl4pPr>
    <a:lvl5pPr marL="1828800" algn="l" rtl="0" fontAlgn="base" latinLnBrk="1">
      <a:spcBef>
        <a:spcPct val="30000"/>
      </a:spcBef>
      <a:spcAft>
        <a:spcPct val="0"/>
      </a:spcAft>
      <a:defRPr kumimoji="1" sz="1200" kern="1200">
        <a:solidFill>
          <a:schemeClr val="tx1"/>
        </a:solidFill>
        <a:latin typeface="굴림" panose="020B0600000101010101" pitchFamily="50" charset="-127"/>
        <a:ea typeface="굴림" panose="020B0600000101010101" pitchFamily="50" charset="-127"/>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p:cNvSpPr>
            <a:spLocks noGrp="1"/>
          </p:cNvSpPr>
          <p:nvPr>
            <p:ph type="ctrTitle"/>
          </p:nvPr>
        </p:nvSpPr>
        <p:spPr>
          <a:xfrm>
            <a:off x="1143000" y="1122363"/>
            <a:ext cx="6858000" cy="2387600"/>
          </a:xfrm>
        </p:spPr>
        <p:txBody>
          <a:bodyPr anchor="b"/>
          <a:lstStyle>
            <a:lvl1pPr algn="ctr">
              <a:defRPr sz="6000"/>
            </a:lvl1pPr>
          </a:lstStyle>
          <a:p>
            <a:r>
              <a:rPr lang="ko-KR" altLang="en-US" smtClean="0"/>
              <a:t>마스터 제목 스타일 편집</a:t>
            </a:r>
            <a:endParaRPr lang="ko-KR" altLang="en-US"/>
          </a:p>
        </p:txBody>
      </p:sp>
      <p:sp>
        <p:nvSpPr>
          <p:cNvPr id="3" name="부제목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smtClean="0"/>
              <a:t>클릭하여 마스터 부제목 스타일 편집</a:t>
            </a:r>
            <a:endParaRPr lang="ko-KR" altLang="en-US"/>
          </a:p>
        </p:txBody>
      </p:sp>
      <p:sp>
        <p:nvSpPr>
          <p:cNvPr id="4" name="날짜 개체 틀 3"/>
          <p:cNvSpPr>
            <a:spLocks noGrp="1"/>
          </p:cNvSpPr>
          <p:nvPr>
            <p:ph type="dt" sz="half" idx="10"/>
          </p:nvPr>
        </p:nvSpPr>
        <p:spPr/>
        <p:txBody>
          <a:bodyPr/>
          <a:lstStyle>
            <a:lvl1pPr>
              <a:defRPr/>
            </a:lvl1pPr>
          </a:lstStyle>
          <a:p>
            <a:endParaRPr lang="en-US" altLang="ko-KR"/>
          </a:p>
        </p:txBody>
      </p:sp>
      <p:sp>
        <p:nvSpPr>
          <p:cNvPr id="5" name="바닥글 개체 틀 4"/>
          <p:cNvSpPr>
            <a:spLocks noGrp="1"/>
          </p:cNvSpPr>
          <p:nvPr>
            <p:ph type="ftr" sz="quarter" idx="11"/>
          </p:nvPr>
        </p:nvSpPr>
        <p:spPr/>
        <p:txBody>
          <a:bodyPr/>
          <a:lstStyle>
            <a:lvl1pPr>
              <a:defRPr/>
            </a:lvl1pPr>
          </a:lstStyle>
          <a:p>
            <a:r>
              <a:rPr lang="en-US" altLang="ko-KR"/>
              <a:t>Prime programs</a:t>
            </a:r>
          </a:p>
        </p:txBody>
      </p:sp>
      <p:sp>
        <p:nvSpPr>
          <p:cNvPr id="6" name="슬라이드 번호 개체 틀 5"/>
          <p:cNvSpPr>
            <a:spLocks noGrp="1"/>
          </p:cNvSpPr>
          <p:nvPr>
            <p:ph type="sldNum" sz="quarter" idx="12"/>
          </p:nvPr>
        </p:nvSpPr>
        <p:spPr/>
        <p:txBody>
          <a:bodyPr/>
          <a:lstStyle>
            <a:lvl1pPr>
              <a:defRPr/>
            </a:lvl1pPr>
          </a:lstStyle>
          <a:p>
            <a:fld id="{BFF60413-ECFF-4224-807A-4F5E6DD4DF0D}" type="slidenum">
              <a:rPr lang="en-US" altLang="ko-KR"/>
              <a:pPr/>
              <a:t>‹#›</a:t>
            </a:fld>
            <a:endParaRPr lang="en-US" altLang="ko-KR"/>
          </a:p>
        </p:txBody>
      </p:sp>
    </p:spTree>
    <p:extLst>
      <p:ext uri="{BB962C8B-B14F-4D97-AF65-F5344CB8AC3E}">
        <p14:creationId xmlns:p14="http://schemas.microsoft.com/office/powerpoint/2010/main" val="24265113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smtClean="0"/>
              <a:t>마스터 제목 스타일 편집</a:t>
            </a:r>
            <a:endParaRPr lang="ko-KR" altLang="en-US"/>
          </a:p>
        </p:txBody>
      </p:sp>
      <p:sp>
        <p:nvSpPr>
          <p:cNvPr id="3" name="내용 개체 틀 2"/>
          <p:cNvSpPr>
            <a:spLocks noGrp="1"/>
          </p:cNvSpPr>
          <p:nvPr>
            <p:ph idx="1"/>
          </p:nvPr>
        </p:nvSpPr>
        <p:spPr/>
        <p:txBody>
          <a:bodyPr/>
          <a:lstStyle/>
          <a:p>
            <a:pPr lvl="0"/>
            <a:r>
              <a:rPr lang="ko-KR" altLang="en-US" smtClean="0"/>
              <a:t>마스터 텍스트 스타일 편집</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4" name="날짜 개체 틀 3"/>
          <p:cNvSpPr>
            <a:spLocks noGrp="1"/>
          </p:cNvSpPr>
          <p:nvPr>
            <p:ph type="dt" sz="half" idx="10"/>
          </p:nvPr>
        </p:nvSpPr>
        <p:spPr/>
        <p:txBody>
          <a:bodyPr/>
          <a:lstStyle>
            <a:lvl1pPr>
              <a:defRPr/>
            </a:lvl1pPr>
          </a:lstStyle>
          <a:p>
            <a:endParaRPr lang="en-US" altLang="ko-KR"/>
          </a:p>
        </p:txBody>
      </p:sp>
      <p:sp>
        <p:nvSpPr>
          <p:cNvPr id="5" name="바닥글 개체 틀 4"/>
          <p:cNvSpPr>
            <a:spLocks noGrp="1"/>
          </p:cNvSpPr>
          <p:nvPr>
            <p:ph type="ftr" sz="quarter" idx="11"/>
          </p:nvPr>
        </p:nvSpPr>
        <p:spPr/>
        <p:txBody>
          <a:bodyPr/>
          <a:lstStyle>
            <a:lvl1pPr>
              <a:defRPr/>
            </a:lvl1pPr>
          </a:lstStyle>
          <a:p>
            <a:r>
              <a:rPr lang="en-US" altLang="ko-KR"/>
              <a:t>Prime programs</a:t>
            </a:r>
          </a:p>
        </p:txBody>
      </p:sp>
      <p:sp>
        <p:nvSpPr>
          <p:cNvPr id="6" name="슬라이드 번호 개체 틀 5"/>
          <p:cNvSpPr>
            <a:spLocks noGrp="1"/>
          </p:cNvSpPr>
          <p:nvPr>
            <p:ph type="sldNum" sz="quarter" idx="12"/>
          </p:nvPr>
        </p:nvSpPr>
        <p:spPr/>
        <p:txBody>
          <a:bodyPr/>
          <a:lstStyle>
            <a:lvl1pPr>
              <a:defRPr/>
            </a:lvl1pPr>
          </a:lstStyle>
          <a:p>
            <a:fld id="{E93AF774-4618-418F-89D4-6F093969797A}" type="slidenum">
              <a:rPr lang="en-US" altLang="ko-KR"/>
              <a:pPr/>
              <a:t>‹#›</a:t>
            </a:fld>
            <a:endParaRPr lang="en-US" altLang="ko-KR"/>
          </a:p>
        </p:txBody>
      </p:sp>
    </p:spTree>
    <p:extLst>
      <p:ext uri="{BB962C8B-B14F-4D97-AF65-F5344CB8AC3E}">
        <p14:creationId xmlns:p14="http://schemas.microsoft.com/office/powerpoint/2010/main" val="30304338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p:cNvSpPr>
            <a:spLocks noGrp="1"/>
          </p:cNvSpPr>
          <p:nvPr>
            <p:ph type="title"/>
          </p:nvPr>
        </p:nvSpPr>
        <p:spPr>
          <a:xfrm>
            <a:off x="623888" y="1709738"/>
            <a:ext cx="7886700" cy="2852737"/>
          </a:xfrm>
        </p:spPr>
        <p:txBody>
          <a:bodyPr anchor="b"/>
          <a:lstStyle>
            <a:lvl1pPr>
              <a:defRPr sz="6000"/>
            </a:lvl1pPr>
          </a:lstStyle>
          <a:p>
            <a:r>
              <a:rPr lang="ko-KR" altLang="en-US" smtClean="0"/>
              <a:t>마스터 제목 스타일 편집</a:t>
            </a:r>
            <a:endParaRPr lang="ko-KR" altLang="en-US"/>
          </a:p>
        </p:txBody>
      </p:sp>
      <p:sp>
        <p:nvSpPr>
          <p:cNvPr id="3" name="텍스트 개체 틀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ko-KR" altLang="en-US" smtClean="0"/>
              <a:t>마스터 텍스트 스타일 편집</a:t>
            </a:r>
          </a:p>
        </p:txBody>
      </p:sp>
      <p:sp>
        <p:nvSpPr>
          <p:cNvPr id="4" name="날짜 개체 틀 3"/>
          <p:cNvSpPr>
            <a:spLocks noGrp="1"/>
          </p:cNvSpPr>
          <p:nvPr>
            <p:ph type="dt" sz="half" idx="10"/>
          </p:nvPr>
        </p:nvSpPr>
        <p:spPr/>
        <p:txBody>
          <a:bodyPr/>
          <a:lstStyle>
            <a:lvl1pPr>
              <a:defRPr/>
            </a:lvl1pPr>
          </a:lstStyle>
          <a:p>
            <a:endParaRPr lang="en-US" altLang="ko-KR"/>
          </a:p>
        </p:txBody>
      </p:sp>
      <p:sp>
        <p:nvSpPr>
          <p:cNvPr id="5" name="바닥글 개체 틀 4"/>
          <p:cNvSpPr>
            <a:spLocks noGrp="1"/>
          </p:cNvSpPr>
          <p:nvPr>
            <p:ph type="ftr" sz="quarter" idx="11"/>
          </p:nvPr>
        </p:nvSpPr>
        <p:spPr/>
        <p:txBody>
          <a:bodyPr/>
          <a:lstStyle>
            <a:lvl1pPr>
              <a:defRPr/>
            </a:lvl1pPr>
          </a:lstStyle>
          <a:p>
            <a:r>
              <a:rPr lang="en-US" altLang="ko-KR"/>
              <a:t>Prime programs</a:t>
            </a:r>
          </a:p>
        </p:txBody>
      </p:sp>
      <p:sp>
        <p:nvSpPr>
          <p:cNvPr id="6" name="슬라이드 번호 개체 틀 5"/>
          <p:cNvSpPr>
            <a:spLocks noGrp="1"/>
          </p:cNvSpPr>
          <p:nvPr>
            <p:ph type="sldNum" sz="quarter" idx="12"/>
          </p:nvPr>
        </p:nvSpPr>
        <p:spPr/>
        <p:txBody>
          <a:bodyPr/>
          <a:lstStyle>
            <a:lvl1pPr>
              <a:defRPr/>
            </a:lvl1pPr>
          </a:lstStyle>
          <a:p>
            <a:fld id="{A9A039D5-31A1-411C-B41E-1D7CD44AF845}" type="slidenum">
              <a:rPr lang="en-US" altLang="ko-KR"/>
              <a:pPr/>
              <a:t>‹#›</a:t>
            </a:fld>
            <a:endParaRPr lang="en-US" altLang="ko-KR"/>
          </a:p>
        </p:txBody>
      </p:sp>
    </p:spTree>
    <p:extLst>
      <p:ext uri="{BB962C8B-B14F-4D97-AF65-F5344CB8AC3E}">
        <p14:creationId xmlns:p14="http://schemas.microsoft.com/office/powerpoint/2010/main" val="225002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smtClean="0"/>
              <a:t>마스터 제목 스타일 편집</a:t>
            </a:r>
            <a:endParaRPr lang="ko-KR" altLang="en-US"/>
          </a:p>
        </p:txBody>
      </p:sp>
      <p:sp>
        <p:nvSpPr>
          <p:cNvPr id="3" name="내용 개체 틀 2"/>
          <p:cNvSpPr>
            <a:spLocks noGrp="1"/>
          </p:cNvSpPr>
          <p:nvPr>
            <p:ph sz="half" idx="1"/>
          </p:nvPr>
        </p:nvSpPr>
        <p:spPr>
          <a:xfrm>
            <a:off x="685800" y="1981200"/>
            <a:ext cx="3810000" cy="4114800"/>
          </a:xfrm>
        </p:spPr>
        <p:txBody>
          <a:bodyPr/>
          <a:lstStyle/>
          <a:p>
            <a:pPr lvl="0"/>
            <a:r>
              <a:rPr lang="ko-KR" altLang="en-US" smtClean="0"/>
              <a:t>마스터 텍스트 스타일 편집</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4" name="내용 개체 틀 3"/>
          <p:cNvSpPr>
            <a:spLocks noGrp="1"/>
          </p:cNvSpPr>
          <p:nvPr>
            <p:ph sz="half" idx="2"/>
          </p:nvPr>
        </p:nvSpPr>
        <p:spPr>
          <a:xfrm>
            <a:off x="4648200" y="1981200"/>
            <a:ext cx="3810000" cy="4114800"/>
          </a:xfrm>
        </p:spPr>
        <p:txBody>
          <a:bodyPr/>
          <a:lstStyle/>
          <a:p>
            <a:pPr lvl="0"/>
            <a:r>
              <a:rPr lang="ko-KR" altLang="en-US" smtClean="0"/>
              <a:t>마스터 텍스트 스타일 편집</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5" name="날짜 개체 틀 4"/>
          <p:cNvSpPr>
            <a:spLocks noGrp="1"/>
          </p:cNvSpPr>
          <p:nvPr>
            <p:ph type="dt" sz="half" idx="10"/>
          </p:nvPr>
        </p:nvSpPr>
        <p:spPr/>
        <p:txBody>
          <a:bodyPr/>
          <a:lstStyle>
            <a:lvl1pPr>
              <a:defRPr/>
            </a:lvl1pPr>
          </a:lstStyle>
          <a:p>
            <a:endParaRPr lang="en-US" altLang="ko-KR"/>
          </a:p>
        </p:txBody>
      </p:sp>
      <p:sp>
        <p:nvSpPr>
          <p:cNvPr id="6" name="바닥글 개체 틀 5"/>
          <p:cNvSpPr>
            <a:spLocks noGrp="1"/>
          </p:cNvSpPr>
          <p:nvPr>
            <p:ph type="ftr" sz="quarter" idx="11"/>
          </p:nvPr>
        </p:nvSpPr>
        <p:spPr/>
        <p:txBody>
          <a:bodyPr/>
          <a:lstStyle>
            <a:lvl1pPr>
              <a:defRPr/>
            </a:lvl1pPr>
          </a:lstStyle>
          <a:p>
            <a:r>
              <a:rPr lang="en-US" altLang="ko-KR"/>
              <a:t>Prime programs</a:t>
            </a:r>
          </a:p>
        </p:txBody>
      </p:sp>
      <p:sp>
        <p:nvSpPr>
          <p:cNvPr id="7" name="슬라이드 번호 개체 틀 6"/>
          <p:cNvSpPr>
            <a:spLocks noGrp="1"/>
          </p:cNvSpPr>
          <p:nvPr>
            <p:ph type="sldNum" sz="quarter" idx="12"/>
          </p:nvPr>
        </p:nvSpPr>
        <p:spPr/>
        <p:txBody>
          <a:bodyPr/>
          <a:lstStyle>
            <a:lvl1pPr>
              <a:defRPr/>
            </a:lvl1pPr>
          </a:lstStyle>
          <a:p>
            <a:fld id="{6C6AAB24-B6A9-435A-880D-54BE5D1F4371}" type="slidenum">
              <a:rPr lang="en-US" altLang="ko-KR"/>
              <a:pPr/>
              <a:t>‹#›</a:t>
            </a:fld>
            <a:endParaRPr lang="en-US" altLang="ko-KR"/>
          </a:p>
        </p:txBody>
      </p:sp>
    </p:spTree>
    <p:extLst>
      <p:ext uri="{BB962C8B-B14F-4D97-AF65-F5344CB8AC3E}">
        <p14:creationId xmlns:p14="http://schemas.microsoft.com/office/powerpoint/2010/main" val="2170978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p:cNvSpPr>
            <a:spLocks noGrp="1"/>
          </p:cNvSpPr>
          <p:nvPr>
            <p:ph type="title"/>
          </p:nvPr>
        </p:nvSpPr>
        <p:spPr>
          <a:xfrm>
            <a:off x="630238" y="365125"/>
            <a:ext cx="7886700" cy="1325563"/>
          </a:xfrm>
        </p:spPr>
        <p:txBody>
          <a:bodyPr/>
          <a:lstStyle/>
          <a:p>
            <a:r>
              <a:rPr lang="ko-KR" altLang="en-US" smtClean="0"/>
              <a:t>마스터 제목 스타일 편집</a:t>
            </a:r>
            <a:endParaRPr lang="ko-KR" altLang="en-US"/>
          </a:p>
        </p:txBody>
      </p:sp>
      <p:sp>
        <p:nvSpPr>
          <p:cNvPr id="3" name="텍스트 개체 틀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smtClean="0"/>
              <a:t>마스터 텍스트 스타일 편집</a:t>
            </a:r>
          </a:p>
        </p:txBody>
      </p:sp>
      <p:sp>
        <p:nvSpPr>
          <p:cNvPr id="4" name="내용 개체 틀 3"/>
          <p:cNvSpPr>
            <a:spLocks noGrp="1"/>
          </p:cNvSpPr>
          <p:nvPr>
            <p:ph sz="half" idx="2"/>
          </p:nvPr>
        </p:nvSpPr>
        <p:spPr>
          <a:xfrm>
            <a:off x="630238" y="2505075"/>
            <a:ext cx="3868737" cy="3684588"/>
          </a:xfrm>
        </p:spPr>
        <p:txBody>
          <a:bodyPr/>
          <a:lstStyle/>
          <a:p>
            <a:pPr lvl="0"/>
            <a:r>
              <a:rPr lang="ko-KR" altLang="en-US" smtClean="0"/>
              <a:t>마스터 텍스트 스타일 편집</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5" name="텍스트 개체 틀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smtClean="0"/>
              <a:t>마스터 텍스트 스타일 편집</a:t>
            </a:r>
          </a:p>
        </p:txBody>
      </p:sp>
      <p:sp>
        <p:nvSpPr>
          <p:cNvPr id="6" name="내용 개체 틀 5"/>
          <p:cNvSpPr>
            <a:spLocks noGrp="1"/>
          </p:cNvSpPr>
          <p:nvPr>
            <p:ph sz="quarter" idx="4"/>
          </p:nvPr>
        </p:nvSpPr>
        <p:spPr>
          <a:xfrm>
            <a:off x="4629150" y="2505075"/>
            <a:ext cx="3887788" cy="3684588"/>
          </a:xfrm>
        </p:spPr>
        <p:txBody>
          <a:bodyPr/>
          <a:lstStyle/>
          <a:p>
            <a:pPr lvl="0"/>
            <a:r>
              <a:rPr lang="ko-KR" altLang="en-US" smtClean="0"/>
              <a:t>마스터 텍스트 스타일 편집</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7" name="날짜 개체 틀 6"/>
          <p:cNvSpPr>
            <a:spLocks noGrp="1"/>
          </p:cNvSpPr>
          <p:nvPr>
            <p:ph type="dt" sz="half" idx="10"/>
          </p:nvPr>
        </p:nvSpPr>
        <p:spPr/>
        <p:txBody>
          <a:bodyPr/>
          <a:lstStyle>
            <a:lvl1pPr>
              <a:defRPr/>
            </a:lvl1pPr>
          </a:lstStyle>
          <a:p>
            <a:endParaRPr lang="en-US" altLang="ko-KR"/>
          </a:p>
        </p:txBody>
      </p:sp>
      <p:sp>
        <p:nvSpPr>
          <p:cNvPr id="8" name="바닥글 개체 틀 7"/>
          <p:cNvSpPr>
            <a:spLocks noGrp="1"/>
          </p:cNvSpPr>
          <p:nvPr>
            <p:ph type="ftr" sz="quarter" idx="11"/>
          </p:nvPr>
        </p:nvSpPr>
        <p:spPr/>
        <p:txBody>
          <a:bodyPr/>
          <a:lstStyle>
            <a:lvl1pPr>
              <a:defRPr/>
            </a:lvl1pPr>
          </a:lstStyle>
          <a:p>
            <a:r>
              <a:rPr lang="en-US" altLang="ko-KR"/>
              <a:t>Prime programs</a:t>
            </a:r>
          </a:p>
        </p:txBody>
      </p:sp>
      <p:sp>
        <p:nvSpPr>
          <p:cNvPr id="9" name="슬라이드 번호 개체 틀 8"/>
          <p:cNvSpPr>
            <a:spLocks noGrp="1"/>
          </p:cNvSpPr>
          <p:nvPr>
            <p:ph type="sldNum" sz="quarter" idx="12"/>
          </p:nvPr>
        </p:nvSpPr>
        <p:spPr/>
        <p:txBody>
          <a:bodyPr/>
          <a:lstStyle>
            <a:lvl1pPr>
              <a:defRPr/>
            </a:lvl1pPr>
          </a:lstStyle>
          <a:p>
            <a:fld id="{2660845C-C7C7-462F-A183-E74E5422483B}" type="slidenum">
              <a:rPr lang="en-US" altLang="ko-KR"/>
              <a:pPr/>
              <a:t>‹#›</a:t>
            </a:fld>
            <a:endParaRPr lang="en-US" altLang="ko-KR"/>
          </a:p>
        </p:txBody>
      </p:sp>
    </p:spTree>
    <p:extLst>
      <p:ext uri="{BB962C8B-B14F-4D97-AF65-F5344CB8AC3E}">
        <p14:creationId xmlns:p14="http://schemas.microsoft.com/office/powerpoint/2010/main" val="1093061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smtClean="0"/>
              <a:t>마스터 제목 스타일 편집</a:t>
            </a:r>
            <a:endParaRPr lang="ko-KR" altLang="en-US"/>
          </a:p>
        </p:txBody>
      </p:sp>
      <p:sp>
        <p:nvSpPr>
          <p:cNvPr id="3" name="날짜 개체 틀 2"/>
          <p:cNvSpPr>
            <a:spLocks noGrp="1"/>
          </p:cNvSpPr>
          <p:nvPr>
            <p:ph type="dt" sz="half" idx="10"/>
          </p:nvPr>
        </p:nvSpPr>
        <p:spPr/>
        <p:txBody>
          <a:bodyPr/>
          <a:lstStyle>
            <a:lvl1pPr>
              <a:defRPr/>
            </a:lvl1pPr>
          </a:lstStyle>
          <a:p>
            <a:endParaRPr lang="en-US" altLang="ko-KR"/>
          </a:p>
        </p:txBody>
      </p:sp>
      <p:sp>
        <p:nvSpPr>
          <p:cNvPr id="4" name="바닥글 개체 틀 3"/>
          <p:cNvSpPr>
            <a:spLocks noGrp="1"/>
          </p:cNvSpPr>
          <p:nvPr>
            <p:ph type="ftr" sz="quarter" idx="11"/>
          </p:nvPr>
        </p:nvSpPr>
        <p:spPr/>
        <p:txBody>
          <a:bodyPr/>
          <a:lstStyle>
            <a:lvl1pPr>
              <a:defRPr/>
            </a:lvl1pPr>
          </a:lstStyle>
          <a:p>
            <a:r>
              <a:rPr lang="en-US" altLang="ko-KR"/>
              <a:t>Prime programs</a:t>
            </a:r>
          </a:p>
        </p:txBody>
      </p:sp>
      <p:sp>
        <p:nvSpPr>
          <p:cNvPr id="5" name="슬라이드 번호 개체 틀 4"/>
          <p:cNvSpPr>
            <a:spLocks noGrp="1"/>
          </p:cNvSpPr>
          <p:nvPr>
            <p:ph type="sldNum" sz="quarter" idx="12"/>
          </p:nvPr>
        </p:nvSpPr>
        <p:spPr/>
        <p:txBody>
          <a:bodyPr/>
          <a:lstStyle>
            <a:lvl1pPr>
              <a:defRPr/>
            </a:lvl1pPr>
          </a:lstStyle>
          <a:p>
            <a:fld id="{02CA021E-88CF-428E-A5AD-2BCAA6B8BE2F}" type="slidenum">
              <a:rPr lang="en-US" altLang="ko-KR"/>
              <a:pPr/>
              <a:t>‹#›</a:t>
            </a:fld>
            <a:endParaRPr lang="en-US" altLang="ko-KR"/>
          </a:p>
        </p:txBody>
      </p:sp>
    </p:spTree>
    <p:extLst>
      <p:ext uri="{BB962C8B-B14F-4D97-AF65-F5344CB8AC3E}">
        <p14:creationId xmlns:p14="http://schemas.microsoft.com/office/powerpoint/2010/main" val="4785553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p:cNvSpPr>
            <a:spLocks noGrp="1"/>
          </p:cNvSpPr>
          <p:nvPr>
            <p:ph type="dt" sz="half" idx="10"/>
          </p:nvPr>
        </p:nvSpPr>
        <p:spPr/>
        <p:txBody>
          <a:bodyPr/>
          <a:lstStyle>
            <a:lvl1pPr>
              <a:defRPr/>
            </a:lvl1pPr>
          </a:lstStyle>
          <a:p>
            <a:endParaRPr lang="en-US" altLang="ko-KR"/>
          </a:p>
        </p:txBody>
      </p:sp>
      <p:sp>
        <p:nvSpPr>
          <p:cNvPr id="3" name="바닥글 개체 틀 2"/>
          <p:cNvSpPr>
            <a:spLocks noGrp="1"/>
          </p:cNvSpPr>
          <p:nvPr>
            <p:ph type="ftr" sz="quarter" idx="11"/>
          </p:nvPr>
        </p:nvSpPr>
        <p:spPr/>
        <p:txBody>
          <a:bodyPr/>
          <a:lstStyle>
            <a:lvl1pPr>
              <a:defRPr/>
            </a:lvl1pPr>
          </a:lstStyle>
          <a:p>
            <a:r>
              <a:rPr lang="en-US" altLang="ko-KR"/>
              <a:t>Prime programs</a:t>
            </a:r>
          </a:p>
        </p:txBody>
      </p:sp>
      <p:sp>
        <p:nvSpPr>
          <p:cNvPr id="4" name="슬라이드 번호 개체 틀 3"/>
          <p:cNvSpPr>
            <a:spLocks noGrp="1"/>
          </p:cNvSpPr>
          <p:nvPr>
            <p:ph type="sldNum" sz="quarter" idx="12"/>
          </p:nvPr>
        </p:nvSpPr>
        <p:spPr/>
        <p:txBody>
          <a:bodyPr/>
          <a:lstStyle>
            <a:lvl1pPr>
              <a:defRPr/>
            </a:lvl1pPr>
          </a:lstStyle>
          <a:p>
            <a:fld id="{5EA882DB-C332-44FF-BDFE-52EF63F86216}" type="slidenum">
              <a:rPr lang="en-US" altLang="ko-KR"/>
              <a:pPr/>
              <a:t>‹#›</a:t>
            </a:fld>
            <a:endParaRPr lang="en-US" altLang="ko-KR"/>
          </a:p>
        </p:txBody>
      </p:sp>
    </p:spTree>
    <p:extLst>
      <p:ext uri="{BB962C8B-B14F-4D97-AF65-F5344CB8AC3E}">
        <p14:creationId xmlns:p14="http://schemas.microsoft.com/office/powerpoint/2010/main" val="4947453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p:cNvSpPr>
            <a:spLocks noGrp="1"/>
          </p:cNvSpPr>
          <p:nvPr>
            <p:ph type="title"/>
          </p:nvPr>
        </p:nvSpPr>
        <p:spPr>
          <a:xfrm>
            <a:off x="630238" y="457200"/>
            <a:ext cx="2949575" cy="1600200"/>
          </a:xfrm>
        </p:spPr>
        <p:txBody>
          <a:bodyPr anchor="b"/>
          <a:lstStyle>
            <a:lvl1pPr>
              <a:defRPr sz="3200"/>
            </a:lvl1pPr>
          </a:lstStyle>
          <a:p>
            <a:r>
              <a:rPr lang="ko-KR" altLang="en-US" smtClean="0"/>
              <a:t>마스터 제목 스타일 편집</a:t>
            </a:r>
            <a:endParaRPr lang="ko-KR" altLang="en-US"/>
          </a:p>
        </p:txBody>
      </p:sp>
      <p:sp>
        <p:nvSpPr>
          <p:cNvPr id="3" name="내용 개체 틀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smtClean="0"/>
              <a:t>마스터 텍스트 스타일 편집</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4" name="텍스트 개체 틀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smtClean="0"/>
              <a:t>마스터 텍스트 스타일 편집</a:t>
            </a:r>
          </a:p>
        </p:txBody>
      </p:sp>
      <p:sp>
        <p:nvSpPr>
          <p:cNvPr id="5" name="날짜 개체 틀 4"/>
          <p:cNvSpPr>
            <a:spLocks noGrp="1"/>
          </p:cNvSpPr>
          <p:nvPr>
            <p:ph type="dt" sz="half" idx="10"/>
          </p:nvPr>
        </p:nvSpPr>
        <p:spPr/>
        <p:txBody>
          <a:bodyPr/>
          <a:lstStyle>
            <a:lvl1pPr>
              <a:defRPr/>
            </a:lvl1pPr>
          </a:lstStyle>
          <a:p>
            <a:endParaRPr lang="en-US" altLang="ko-KR"/>
          </a:p>
        </p:txBody>
      </p:sp>
      <p:sp>
        <p:nvSpPr>
          <p:cNvPr id="6" name="바닥글 개체 틀 5"/>
          <p:cNvSpPr>
            <a:spLocks noGrp="1"/>
          </p:cNvSpPr>
          <p:nvPr>
            <p:ph type="ftr" sz="quarter" idx="11"/>
          </p:nvPr>
        </p:nvSpPr>
        <p:spPr/>
        <p:txBody>
          <a:bodyPr/>
          <a:lstStyle>
            <a:lvl1pPr>
              <a:defRPr/>
            </a:lvl1pPr>
          </a:lstStyle>
          <a:p>
            <a:r>
              <a:rPr lang="en-US" altLang="ko-KR"/>
              <a:t>Prime programs</a:t>
            </a:r>
          </a:p>
        </p:txBody>
      </p:sp>
      <p:sp>
        <p:nvSpPr>
          <p:cNvPr id="7" name="슬라이드 번호 개체 틀 6"/>
          <p:cNvSpPr>
            <a:spLocks noGrp="1"/>
          </p:cNvSpPr>
          <p:nvPr>
            <p:ph type="sldNum" sz="quarter" idx="12"/>
          </p:nvPr>
        </p:nvSpPr>
        <p:spPr/>
        <p:txBody>
          <a:bodyPr/>
          <a:lstStyle>
            <a:lvl1pPr>
              <a:defRPr/>
            </a:lvl1pPr>
          </a:lstStyle>
          <a:p>
            <a:fld id="{E145942C-3CCD-49A5-80CD-F53B6B177488}" type="slidenum">
              <a:rPr lang="en-US" altLang="ko-KR"/>
              <a:pPr/>
              <a:t>‹#›</a:t>
            </a:fld>
            <a:endParaRPr lang="en-US" altLang="ko-KR"/>
          </a:p>
        </p:txBody>
      </p:sp>
    </p:spTree>
    <p:extLst>
      <p:ext uri="{BB962C8B-B14F-4D97-AF65-F5344CB8AC3E}">
        <p14:creationId xmlns:p14="http://schemas.microsoft.com/office/powerpoint/2010/main" val="33937359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p:cNvSpPr>
            <a:spLocks noGrp="1"/>
          </p:cNvSpPr>
          <p:nvPr>
            <p:ph type="title"/>
          </p:nvPr>
        </p:nvSpPr>
        <p:spPr>
          <a:xfrm>
            <a:off x="630238" y="457200"/>
            <a:ext cx="2949575" cy="1600200"/>
          </a:xfrm>
        </p:spPr>
        <p:txBody>
          <a:bodyPr anchor="b"/>
          <a:lstStyle>
            <a:lvl1pPr>
              <a:defRPr sz="3200"/>
            </a:lvl1pPr>
          </a:lstStyle>
          <a:p>
            <a:r>
              <a:rPr lang="ko-KR" altLang="en-US" smtClean="0"/>
              <a:t>마스터 제목 스타일 편집</a:t>
            </a:r>
            <a:endParaRPr lang="ko-KR" altLang="en-US"/>
          </a:p>
        </p:txBody>
      </p:sp>
      <p:sp>
        <p:nvSpPr>
          <p:cNvPr id="3" name="그림 개체 틀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텍스트 개체 틀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smtClean="0"/>
              <a:t>마스터 텍스트 스타일 편집</a:t>
            </a:r>
          </a:p>
        </p:txBody>
      </p:sp>
      <p:sp>
        <p:nvSpPr>
          <p:cNvPr id="5" name="날짜 개체 틀 4"/>
          <p:cNvSpPr>
            <a:spLocks noGrp="1"/>
          </p:cNvSpPr>
          <p:nvPr>
            <p:ph type="dt" sz="half" idx="10"/>
          </p:nvPr>
        </p:nvSpPr>
        <p:spPr/>
        <p:txBody>
          <a:bodyPr/>
          <a:lstStyle>
            <a:lvl1pPr>
              <a:defRPr/>
            </a:lvl1pPr>
          </a:lstStyle>
          <a:p>
            <a:endParaRPr lang="en-US" altLang="ko-KR"/>
          </a:p>
        </p:txBody>
      </p:sp>
      <p:sp>
        <p:nvSpPr>
          <p:cNvPr id="6" name="바닥글 개체 틀 5"/>
          <p:cNvSpPr>
            <a:spLocks noGrp="1"/>
          </p:cNvSpPr>
          <p:nvPr>
            <p:ph type="ftr" sz="quarter" idx="11"/>
          </p:nvPr>
        </p:nvSpPr>
        <p:spPr/>
        <p:txBody>
          <a:bodyPr/>
          <a:lstStyle>
            <a:lvl1pPr>
              <a:defRPr/>
            </a:lvl1pPr>
          </a:lstStyle>
          <a:p>
            <a:r>
              <a:rPr lang="en-US" altLang="ko-KR"/>
              <a:t>Prime programs</a:t>
            </a:r>
          </a:p>
        </p:txBody>
      </p:sp>
      <p:sp>
        <p:nvSpPr>
          <p:cNvPr id="7" name="슬라이드 번호 개체 틀 6"/>
          <p:cNvSpPr>
            <a:spLocks noGrp="1"/>
          </p:cNvSpPr>
          <p:nvPr>
            <p:ph type="sldNum" sz="quarter" idx="12"/>
          </p:nvPr>
        </p:nvSpPr>
        <p:spPr/>
        <p:txBody>
          <a:bodyPr/>
          <a:lstStyle>
            <a:lvl1pPr>
              <a:defRPr/>
            </a:lvl1pPr>
          </a:lstStyle>
          <a:p>
            <a:fld id="{81980E2C-1E85-46F1-90FB-F4A063BDC55E}" type="slidenum">
              <a:rPr lang="en-US" altLang="ko-KR"/>
              <a:pPr/>
              <a:t>‹#›</a:t>
            </a:fld>
            <a:endParaRPr lang="en-US" altLang="ko-KR"/>
          </a:p>
        </p:txBody>
      </p:sp>
    </p:spTree>
    <p:extLst>
      <p:ext uri="{BB962C8B-B14F-4D97-AF65-F5344CB8AC3E}">
        <p14:creationId xmlns:p14="http://schemas.microsoft.com/office/powerpoint/2010/main" val="36133266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smtClean="0"/>
              <a:t>마스터 제목 스타일 편집</a:t>
            </a:r>
            <a:endParaRPr lang="ko-KR" altLang="en-US"/>
          </a:p>
        </p:txBody>
      </p:sp>
      <p:sp>
        <p:nvSpPr>
          <p:cNvPr id="3" name="세로 텍스트 개체 틀 2"/>
          <p:cNvSpPr>
            <a:spLocks noGrp="1"/>
          </p:cNvSpPr>
          <p:nvPr>
            <p:ph type="body" orient="vert" idx="1"/>
          </p:nvPr>
        </p:nvSpPr>
        <p:spPr/>
        <p:txBody>
          <a:bodyPr vert="eaVert"/>
          <a:lstStyle/>
          <a:p>
            <a:pPr lvl="0"/>
            <a:r>
              <a:rPr lang="ko-KR" altLang="en-US" smtClean="0"/>
              <a:t>마스터 텍스트 스타일 편집</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4" name="날짜 개체 틀 3"/>
          <p:cNvSpPr>
            <a:spLocks noGrp="1"/>
          </p:cNvSpPr>
          <p:nvPr>
            <p:ph type="dt" sz="half" idx="10"/>
          </p:nvPr>
        </p:nvSpPr>
        <p:spPr/>
        <p:txBody>
          <a:bodyPr/>
          <a:lstStyle>
            <a:lvl1pPr>
              <a:defRPr/>
            </a:lvl1pPr>
          </a:lstStyle>
          <a:p>
            <a:endParaRPr lang="en-US" altLang="ko-KR"/>
          </a:p>
        </p:txBody>
      </p:sp>
      <p:sp>
        <p:nvSpPr>
          <p:cNvPr id="5" name="바닥글 개체 틀 4"/>
          <p:cNvSpPr>
            <a:spLocks noGrp="1"/>
          </p:cNvSpPr>
          <p:nvPr>
            <p:ph type="ftr" sz="quarter" idx="11"/>
          </p:nvPr>
        </p:nvSpPr>
        <p:spPr/>
        <p:txBody>
          <a:bodyPr/>
          <a:lstStyle>
            <a:lvl1pPr>
              <a:defRPr/>
            </a:lvl1pPr>
          </a:lstStyle>
          <a:p>
            <a:r>
              <a:rPr lang="en-US" altLang="ko-KR"/>
              <a:t>Prime programs</a:t>
            </a:r>
          </a:p>
        </p:txBody>
      </p:sp>
      <p:sp>
        <p:nvSpPr>
          <p:cNvPr id="6" name="슬라이드 번호 개체 틀 5"/>
          <p:cNvSpPr>
            <a:spLocks noGrp="1"/>
          </p:cNvSpPr>
          <p:nvPr>
            <p:ph type="sldNum" sz="quarter" idx="12"/>
          </p:nvPr>
        </p:nvSpPr>
        <p:spPr/>
        <p:txBody>
          <a:bodyPr/>
          <a:lstStyle>
            <a:lvl1pPr>
              <a:defRPr/>
            </a:lvl1pPr>
          </a:lstStyle>
          <a:p>
            <a:fld id="{DB8702DB-7BB2-4607-A1E2-093E9F081442}" type="slidenum">
              <a:rPr lang="en-US" altLang="ko-KR"/>
              <a:pPr/>
              <a:t>‹#›</a:t>
            </a:fld>
            <a:endParaRPr lang="en-US" altLang="ko-KR"/>
          </a:p>
        </p:txBody>
      </p:sp>
    </p:spTree>
    <p:extLst>
      <p:ext uri="{BB962C8B-B14F-4D97-AF65-F5344CB8AC3E}">
        <p14:creationId xmlns:p14="http://schemas.microsoft.com/office/powerpoint/2010/main" val="26178583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p:cNvSpPr>
            <a:spLocks noGrp="1"/>
          </p:cNvSpPr>
          <p:nvPr>
            <p:ph type="title" orient="vert"/>
          </p:nvPr>
        </p:nvSpPr>
        <p:spPr>
          <a:xfrm>
            <a:off x="6515100" y="609600"/>
            <a:ext cx="1943100" cy="5486400"/>
          </a:xfrm>
        </p:spPr>
        <p:txBody>
          <a:bodyPr vert="eaVert"/>
          <a:lstStyle/>
          <a:p>
            <a:r>
              <a:rPr lang="ko-KR" altLang="en-US" smtClean="0"/>
              <a:t>마스터 제목 스타일 편집</a:t>
            </a:r>
            <a:endParaRPr lang="ko-KR" altLang="en-US"/>
          </a:p>
        </p:txBody>
      </p:sp>
      <p:sp>
        <p:nvSpPr>
          <p:cNvPr id="3" name="세로 텍스트 개체 틀 2"/>
          <p:cNvSpPr>
            <a:spLocks noGrp="1"/>
          </p:cNvSpPr>
          <p:nvPr>
            <p:ph type="body" orient="vert" idx="1"/>
          </p:nvPr>
        </p:nvSpPr>
        <p:spPr>
          <a:xfrm>
            <a:off x="685800" y="609600"/>
            <a:ext cx="5676900" cy="5486400"/>
          </a:xfrm>
        </p:spPr>
        <p:txBody>
          <a:bodyPr vert="eaVert"/>
          <a:lstStyle/>
          <a:p>
            <a:pPr lvl="0"/>
            <a:r>
              <a:rPr lang="ko-KR" altLang="en-US" smtClean="0"/>
              <a:t>마스터 텍스트 스타일 편집</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4" name="날짜 개체 틀 3"/>
          <p:cNvSpPr>
            <a:spLocks noGrp="1"/>
          </p:cNvSpPr>
          <p:nvPr>
            <p:ph type="dt" sz="half" idx="10"/>
          </p:nvPr>
        </p:nvSpPr>
        <p:spPr/>
        <p:txBody>
          <a:bodyPr/>
          <a:lstStyle>
            <a:lvl1pPr>
              <a:defRPr/>
            </a:lvl1pPr>
          </a:lstStyle>
          <a:p>
            <a:endParaRPr lang="en-US" altLang="ko-KR"/>
          </a:p>
        </p:txBody>
      </p:sp>
      <p:sp>
        <p:nvSpPr>
          <p:cNvPr id="5" name="바닥글 개체 틀 4"/>
          <p:cNvSpPr>
            <a:spLocks noGrp="1"/>
          </p:cNvSpPr>
          <p:nvPr>
            <p:ph type="ftr" sz="quarter" idx="11"/>
          </p:nvPr>
        </p:nvSpPr>
        <p:spPr/>
        <p:txBody>
          <a:bodyPr/>
          <a:lstStyle>
            <a:lvl1pPr>
              <a:defRPr/>
            </a:lvl1pPr>
          </a:lstStyle>
          <a:p>
            <a:r>
              <a:rPr lang="en-US" altLang="ko-KR"/>
              <a:t>Prime programs</a:t>
            </a:r>
          </a:p>
        </p:txBody>
      </p:sp>
      <p:sp>
        <p:nvSpPr>
          <p:cNvPr id="6" name="슬라이드 번호 개체 틀 5"/>
          <p:cNvSpPr>
            <a:spLocks noGrp="1"/>
          </p:cNvSpPr>
          <p:nvPr>
            <p:ph type="sldNum" sz="quarter" idx="12"/>
          </p:nvPr>
        </p:nvSpPr>
        <p:spPr/>
        <p:txBody>
          <a:bodyPr/>
          <a:lstStyle>
            <a:lvl1pPr>
              <a:defRPr/>
            </a:lvl1pPr>
          </a:lstStyle>
          <a:p>
            <a:fld id="{76B37E7C-E530-4791-8321-FC394A7E47B4}" type="slidenum">
              <a:rPr lang="en-US" altLang="ko-KR"/>
              <a:pPr/>
              <a:t>‹#›</a:t>
            </a:fld>
            <a:endParaRPr lang="en-US" altLang="ko-KR"/>
          </a:p>
        </p:txBody>
      </p:sp>
    </p:spTree>
    <p:extLst>
      <p:ext uri="{BB962C8B-B14F-4D97-AF65-F5344CB8AC3E}">
        <p14:creationId xmlns:p14="http://schemas.microsoft.com/office/powerpoint/2010/main" val="14773544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34" name="Rectangle 10"/>
          <p:cNvSpPr>
            <a:spLocks noChangeArrowheads="1"/>
          </p:cNvSpPr>
          <p:nvPr userDrawn="1"/>
        </p:nvSpPr>
        <p:spPr bwMode="auto">
          <a:xfrm>
            <a:off x="0" y="6629400"/>
            <a:ext cx="9144000" cy="107950"/>
          </a:xfrm>
          <a:prstGeom prst="rect">
            <a:avLst/>
          </a:prstGeom>
          <a:solidFill>
            <a:srgbClr val="0066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ko-KR" altLang="ko-KR">
              <a:solidFill>
                <a:schemeClr val="hlink"/>
              </a:solidFill>
              <a:latin typeface="Times New Roman" panose="02020603050405020304" pitchFamily="18" charset="0"/>
            </a:endParaRPr>
          </a:p>
        </p:txBody>
      </p:sp>
      <p:sp>
        <p:nvSpPr>
          <p:cNvPr id="1035" name="Rectangle 11"/>
          <p:cNvSpPr>
            <a:spLocks noChangeArrowheads="1"/>
          </p:cNvSpPr>
          <p:nvPr userDrawn="1"/>
        </p:nvSpPr>
        <p:spPr bwMode="auto">
          <a:xfrm>
            <a:off x="0" y="6488113"/>
            <a:ext cx="9144000" cy="65087"/>
          </a:xfrm>
          <a:prstGeom prst="rect">
            <a:avLst/>
          </a:prstGeom>
          <a:solidFill>
            <a:srgbClr val="EAEAEA"/>
          </a:solidFill>
          <a:ln>
            <a:noFill/>
          </a:ln>
          <a:effectLst/>
          <a:extLs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a:p>
        </p:txBody>
      </p:sp>
      <p:sp>
        <p:nvSpPr>
          <p:cNvPr id="1026" name="Rectangle 2"/>
          <p:cNvSpPr>
            <a:spLocks noGrp="1" noChangeArrowheads="1"/>
          </p:cNvSpPr>
          <p:nvPr>
            <p:ph type="title"/>
          </p:nvPr>
        </p:nvSpPr>
        <p:spPr bwMode="auto">
          <a:xfrm>
            <a:off x="685800" y="6096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ko-KR" altLang="en-US" smtClean="0"/>
              <a:t>마스터 제목 스타일 편집</a:t>
            </a:r>
          </a:p>
        </p:txBody>
      </p:sp>
      <p:sp>
        <p:nvSpPr>
          <p:cNvPr id="1027" name="Rectangle 3"/>
          <p:cNvSpPr>
            <a:spLocks noGrp="1" noChangeArrowheads="1"/>
          </p:cNvSpPr>
          <p:nvPr>
            <p:ph type="body" idx="1"/>
          </p:nvPr>
        </p:nvSpPr>
        <p:spPr bwMode="auto">
          <a:xfrm>
            <a:off x="685800" y="1981200"/>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p>
        </p:txBody>
      </p:sp>
      <p:sp>
        <p:nvSpPr>
          <p:cNvPr id="1028" name="Rectangle 4"/>
          <p:cNvSpPr>
            <a:spLocks noGrp="1" noChangeArrowheads="1"/>
          </p:cNvSpPr>
          <p:nvPr>
            <p:ph type="dt" sz="half" idx="2"/>
          </p:nvPr>
        </p:nvSpPr>
        <p:spPr bwMode="auto">
          <a:xfrm>
            <a:off x="685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a:defRPr sz="1400"/>
            </a:lvl1pPr>
          </a:lstStyle>
          <a:p>
            <a:endParaRPr lang="en-US" altLang="ko-KR"/>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400"/>
            </a:lvl1pPr>
          </a:lstStyle>
          <a:p>
            <a:r>
              <a:rPr lang="en-US" altLang="ko-KR"/>
              <a:t>Prime programs</a:t>
            </a:r>
          </a:p>
        </p:txBody>
      </p:sp>
      <p:sp>
        <p:nvSpPr>
          <p:cNvPr id="1030" name="Rectangle 6"/>
          <p:cNvSpPr>
            <a:spLocks noGrp="1" noChangeArrowheads="1"/>
          </p:cNvSpPr>
          <p:nvPr>
            <p:ph type="sldNum" sz="quarter" idx="4"/>
          </p:nvPr>
        </p:nvSpPr>
        <p:spPr bwMode="auto">
          <a:xfrm>
            <a:off x="6705600" y="63246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a:latin typeface="Times New Roman" panose="02020603050405020304" pitchFamily="18" charset="0"/>
              </a:defRPr>
            </a:lvl1pPr>
          </a:lstStyle>
          <a:p>
            <a:fld id="{FF62A673-B6FA-4A11-98D1-CA012CDB37B5}" type="slidenum">
              <a:rPr lang="en-US" altLang="ko-KR"/>
              <a:pPr/>
              <a:t>‹#›</a:t>
            </a:fld>
            <a:endParaRPr lang="en-US" altLang="ko-KR"/>
          </a:p>
        </p:txBody>
      </p:sp>
      <p:pic>
        <p:nvPicPr>
          <p:cNvPr id="1046" name="Picture 22" descr="Untitled-2 copy"/>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0" y="0"/>
            <a:ext cx="9144000" cy="971550"/>
          </a:xfrm>
          <a:prstGeom prst="rect">
            <a:avLst/>
          </a:prstGeom>
          <a:noFill/>
          <a:extLst>
            <a:ext uri="{909E8E84-426E-40DD-AFC4-6F175D3DCCD1}">
              <a14:hiddenFill xmlns:a14="http://schemas.microsoft.com/office/drawing/2010/main">
                <a:solidFill>
                  <a:srgbClr val="FFFFFF"/>
                </a:solidFill>
              </a14:hiddenFill>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rtl="0" fontAlgn="base" latinLnBrk="1">
        <a:spcBef>
          <a:spcPct val="0"/>
        </a:spcBef>
        <a:spcAft>
          <a:spcPct val="0"/>
        </a:spcAft>
        <a:defRPr kumimoji="1" sz="4400" kern="1200">
          <a:solidFill>
            <a:schemeClr val="tx2"/>
          </a:solidFill>
          <a:latin typeface="+mj-lt"/>
          <a:ea typeface="+mj-ea"/>
          <a:cs typeface="+mj-cs"/>
        </a:defRPr>
      </a:lvl1pPr>
      <a:lvl2pPr algn="ctr" rtl="0" fontAlgn="base" latinLnBrk="1">
        <a:spcBef>
          <a:spcPct val="0"/>
        </a:spcBef>
        <a:spcAft>
          <a:spcPct val="0"/>
        </a:spcAft>
        <a:defRPr kumimoji="1" sz="4400">
          <a:solidFill>
            <a:schemeClr val="tx2"/>
          </a:solidFill>
          <a:latin typeface="굴림" panose="020B0600000101010101" pitchFamily="50" charset="-127"/>
          <a:ea typeface="굴림" panose="020B0600000101010101" pitchFamily="50" charset="-127"/>
        </a:defRPr>
      </a:lvl2pPr>
      <a:lvl3pPr algn="ctr" rtl="0" fontAlgn="base" latinLnBrk="1">
        <a:spcBef>
          <a:spcPct val="0"/>
        </a:spcBef>
        <a:spcAft>
          <a:spcPct val="0"/>
        </a:spcAft>
        <a:defRPr kumimoji="1" sz="4400">
          <a:solidFill>
            <a:schemeClr val="tx2"/>
          </a:solidFill>
          <a:latin typeface="굴림" panose="020B0600000101010101" pitchFamily="50" charset="-127"/>
          <a:ea typeface="굴림" panose="020B0600000101010101" pitchFamily="50" charset="-127"/>
        </a:defRPr>
      </a:lvl3pPr>
      <a:lvl4pPr algn="ctr" rtl="0" fontAlgn="base" latinLnBrk="1">
        <a:spcBef>
          <a:spcPct val="0"/>
        </a:spcBef>
        <a:spcAft>
          <a:spcPct val="0"/>
        </a:spcAft>
        <a:defRPr kumimoji="1" sz="4400">
          <a:solidFill>
            <a:schemeClr val="tx2"/>
          </a:solidFill>
          <a:latin typeface="굴림" panose="020B0600000101010101" pitchFamily="50" charset="-127"/>
          <a:ea typeface="굴림" panose="020B0600000101010101" pitchFamily="50" charset="-127"/>
        </a:defRPr>
      </a:lvl4pPr>
      <a:lvl5pPr algn="ctr" rtl="0" fontAlgn="base" latinLnBrk="1">
        <a:spcBef>
          <a:spcPct val="0"/>
        </a:spcBef>
        <a:spcAft>
          <a:spcPct val="0"/>
        </a:spcAft>
        <a:defRPr kumimoji="1" sz="4400">
          <a:solidFill>
            <a:schemeClr val="tx2"/>
          </a:solidFill>
          <a:latin typeface="굴림" panose="020B0600000101010101" pitchFamily="50" charset="-127"/>
          <a:ea typeface="굴림" panose="020B0600000101010101" pitchFamily="50" charset="-127"/>
        </a:defRPr>
      </a:lvl5pPr>
      <a:lvl6pPr marL="457200" algn="ctr" rtl="0" fontAlgn="base" latinLnBrk="1">
        <a:spcBef>
          <a:spcPct val="0"/>
        </a:spcBef>
        <a:spcAft>
          <a:spcPct val="0"/>
        </a:spcAft>
        <a:defRPr kumimoji="1" sz="4400">
          <a:solidFill>
            <a:schemeClr val="tx2"/>
          </a:solidFill>
          <a:latin typeface="굴림" panose="020B0600000101010101" pitchFamily="50" charset="-127"/>
          <a:ea typeface="굴림" panose="020B0600000101010101" pitchFamily="50" charset="-127"/>
        </a:defRPr>
      </a:lvl6pPr>
      <a:lvl7pPr marL="914400" algn="ctr" rtl="0" fontAlgn="base" latinLnBrk="1">
        <a:spcBef>
          <a:spcPct val="0"/>
        </a:spcBef>
        <a:spcAft>
          <a:spcPct val="0"/>
        </a:spcAft>
        <a:defRPr kumimoji="1" sz="4400">
          <a:solidFill>
            <a:schemeClr val="tx2"/>
          </a:solidFill>
          <a:latin typeface="굴림" panose="020B0600000101010101" pitchFamily="50" charset="-127"/>
          <a:ea typeface="굴림" panose="020B0600000101010101" pitchFamily="50" charset="-127"/>
        </a:defRPr>
      </a:lvl7pPr>
      <a:lvl8pPr marL="1371600" algn="ctr" rtl="0" fontAlgn="base" latinLnBrk="1">
        <a:spcBef>
          <a:spcPct val="0"/>
        </a:spcBef>
        <a:spcAft>
          <a:spcPct val="0"/>
        </a:spcAft>
        <a:defRPr kumimoji="1" sz="4400">
          <a:solidFill>
            <a:schemeClr val="tx2"/>
          </a:solidFill>
          <a:latin typeface="굴림" panose="020B0600000101010101" pitchFamily="50" charset="-127"/>
          <a:ea typeface="굴림" panose="020B0600000101010101" pitchFamily="50" charset="-127"/>
        </a:defRPr>
      </a:lvl8pPr>
      <a:lvl9pPr marL="1828800" algn="ctr" rtl="0" fontAlgn="base" latinLnBrk="1">
        <a:spcBef>
          <a:spcPct val="0"/>
        </a:spcBef>
        <a:spcAft>
          <a:spcPct val="0"/>
        </a:spcAft>
        <a:defRPr kumimoji="1" sz="4400">
          <a:solidFill>
            <a:schemeClr val="tx2"/>
          </a:solidFill>
          <a:latin typeface="굴림" panose="020B0600000101010101" pitchFamily="50" charset="-127"/>
          <a:ea typeface="굴림" panose="020B0600000101010101" pitchFamily="50" charset="-127"/>
        </a:defRPr>
      </a:lvl9pPr>
    </p:titleStyle>
    <p:bodyStyle>
      <a:lvl1pPr marL="342900" indent="-342900" algn="l" rtl="0" fontAlgn="base" latinLnBrk="1">
        <a:spcBef>
          <a:spcPct val="20000"/>
        </a:spcBef>
        <a:spcAft>
          <a:spcPct val="0"/>
        </a:spcAft>
        <a:buClr>
          <a:srgbClr val="0066CC"/>
        </a:buClr>
        <a:buFont typeface="Wingdings" panose="05000000000000000000" pitchFamily="2" charset="2"/>
        <a:buChar char="§"/>
        <a:defRPr kumimoji="1" sz="3200" kern="1200">
          <a:solidFill>
            <a:schemeClr val="tx1"/>
          </a:solidFill>
          <a:latin typeface="+mn-lt"/>
          <a:ea typeface="+mn-ea"/>
          <a:cs typeface="+mn-cs"/>
        </a:defRPr>
      </a:lvl1pPr>
      <a:lvl2pPr marL="742950" indent="-285750" algn="l" rtl="0" fontAlgn="base" latinLnBrk="1">
        <a:spcBef>
          <a:spcPct val="20000"/>
        </a:spcBef>
        <a:spcAft>
          <a:spcPct val="0"/>
        </a:spcAft>
        <a:buClr>
          <a:srgbClr val="0066CC"/>
        </a:buClr>
        <a:buChar char="–"/>
        <a:defRPr kumimoji="1" sz="2800" kern="1200">
          <a:solidFill>
            <a:schemeClr val="tx1"/>
          </a:solidFill>
          <a:latin typeface="+mn-lt"/>
          <a:ea typeface="+mn-ea"/>
          <a:cs typeface="+mn-cs"/>
        </a:defRPr>
      </a:lvl2pPr>
      <a:lvl3pPr marL="1143000" indent="-228600" algn="l" rtl="0" fontAlgn="base" latinLnBrk="1">
        <a:spcBef>
          <a:spcPct val="20000"/>
        </a:spcBef>
        <a:spcAft>
          <a:spcPct val="0"/>
        </a:spcAft>
        <a:buChar char="•"/>
        <a:defRPr kumimoji="1" sz="2400" kern="1200">
          <a:solidFill>
            <a:schemeClr val="tx1"/>
          </a:solidFill>
          <a:latin typeface="+mn-lt"/>
          <a:ea typeface="+mn-ea"/>
          <a:cs typeface="+mn-cs"/>
        </a:defRPr>
      </a:lvl3pPr>
      <a:lvl4pPr marL="1600200" indent="-228600" algn="l" rtl="0" fontAlgn="base" latinLnBrk="1">
        <a:spcBef>
          <a:spcPct val="20000"/>
        </a:spcBef>
        <a:spcAft>
          <a:spcPct val="0"/>
        </a:spcAft>
        <a:buChar char="–"/>
        <a:defRPr kumimoji="1" sz="2000" kern="1200">
          <a:solidFill>
            <a:schemeClr val="tx1"/>
          </a:solidFill>
          <a:latin typeface="+mn-lt"/>
          <a:ea typeface="+mn-ea"/>
          <a:cs typeface="+mn-cs"/>
        </a:defRPr>
      </a:lvl4pPr>
      <a:lvl5pPr marL="2057400" indent="-228600" algn="l" rtl="0" fontAlgn="base" latinLnBrk="1">
        <a:spcBef>
          <a:spcPct val="20000"/>
        </a:spcBef>
        <a:spcAft>
          <a:spcPct val="0"/>
        </a:spcAft>
        <a:buChar char="»"/>
        <a:defRPr kumimoji="1" sz="20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70" name="Rectangle 2"/>
          <p:cNvSpPr>
            <a:spLocks noGrp="1" noChangeArrowheads="1"/>
          </p:cNvSpPr>
          <p:nvPr>
            <p:ph type="ctrTitle"/>
          </p:nvPr>
        </p:nvSpPr>
        <p:spPr>
          <a:xfrm>
            <a:off x="685800" y="1524000"/>
            <a:ext cx="7772400" cy="1143000"/>
          </a:xfrm>
        </p:spPr>
        <p:txBody>
          <a:bodyPr anchor="ctr"/>
          <a:lstStyle/>
          <a:p>
            <a:r>
              <a:rPr lang="en-US" altLang="ko-KR" sz="4000" b="1">
                <a:solidFill>
                  <a:srgbClr val="0000FF"/>
                </a:solidFill>
              </a:rPr>
              <a:t>Prime programs</a:t>
            </a:r>
          </a:p>
        </p:txBody>
      </p:sp>
      <p:sp>
        <p:nvSpPr>
          <p:cNvPr id="186371" name="Rectangle 3"/>
          <p:cNvSpPr>
            <a:spLocks noGrp="1" noChangeArrowheads="1"/>
          </p:cNvSpPr>
          <p:nvPr>
            <p:ph type="subTitle" idx="1"/>
          </p:nvPr>
        </p:nvSpPr>
        <p:spPr>
          <a:xfrm>
            <a:off x="1371600" y="3581400"/>
            <a:ext cx="6400800" cy="2590800"/>
          </a:xfrm>
        </p:spPr>
        <p:txBody>
          <a:bodyPr/>
          <a:lstStyle/>
          <a:p>
            <a:r>
              <a:rPr lang="en-US" altLang="ko-KR" b="1">
                <a:solidFill>
                  <a:srgbClr val="000000"/>
                </a:solidFill>
              </a:rPr>
              <a:t>Programming Language Design and Implementation (4th Edition)</a:t>
            </a:r>
          </a:p>
          <a:p>
            <a:r>
              <a:rPr lang="en-US" altLang="ko-KR" b="1">
                <a:solidFill>
                  <a:srgbClr val="000000"/>
                </a:solidFill>
              </a:rPr>
              <a:t>by T. Pratt and M. Zelkowitz</a:t>
            </a:r>
          </a:p>
          <a:p>
            <a:r>
              <a:rPr lang="en-US" altLang="ko-KR" b="1">
                <a:solidFill>
                  <a:srgbClr val="000000"/>
                </a:solidFill>
              </a:rPr>
              <a:t>Prentice Hall, 2001</a:t>
            </a:r>
          </a:p>
          <a:p>
            <a:endParaRPr lang="en-US" altLang="ko-KR" b="1">
              <a:solidFill>
                <a:srgbClr val="000000"/>
              </a:solidFill>
            </a:endParaRPr>
          </a:p>
          <a:p>
            <a:r>
              <a:rPr lang="en-US" altLang="ko-KR" b="1">
                <a:solidFill>
                  <a:srgbClr val="000000"/>
                </a:solidFill>
              </a:rPr>
              <a:t>Section 8.3.3</a:t>
            </a:r>
            <a:endParaRPr lang="en-US" altLang="ko-KR" sz="32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바닥글 개체 틀 4"/>
          <p:cNvSpPr>
            <a:spLocks noGrp="1"/>
          </p:cNvSpPr>
          <p:nvPr>
            <p:ph type="ftr" sz="quarter" idx="11"/>
          </p:nvPr>
        </p:nvSpPr>
        <p:spPr/>
        <p:txBody>
          <a:bodyPr/>
          <a:lstStyle/>
          <a:p>
            <a:r>
              <a:rPr lang="en-US" altLang="ko-KR"/>
              <a:t>Prime programs</a:t>
            </a:r>
          </a:p>
        </p:txBody>
      </p:sp>
      <p:sp>
        <p:nvSpPr>
          <p:cNvPr id="6" name="슬라이드 번호 개체 틀 5"/>
          <p:cNvSpPr>
            <a:spLocks noGrp="1"/>
          </p:cNvSpPr>
          <p:nvPr>
            <p:ph type="sldNum" sz="quarter" idx="12"/>
          </p:nvPr>
        </p:nvSpPr>
        <p:spPr/>
        <p:txBody>
          <a:bodyPr/>
          <a:lstStyle/>
          <a:p>
            <a:fld id="{B35F9C62-046F-4863-8102-BCF8AA7EBB87}" type="slidenum">
              <a:rPr lang="en-US" altLang="ko-KR"/>
              <a:pPr/>
              <a:t>2</a:t>
            </a:fld>
            <a:endParaRPr lang="en-US" altLang="ko-KR"/>
          </a:p>
        </p:txBody>
      </p:sp>
      <p:sp>
        <p:nvSpPr>
          <p:cNvPr id="198658" name="Rectangle 2"/>
          <p:cNvSpPr>
            <a:spLocks noGrp="1" noChangeArrowheads="1"/>
          </p:cNvSpPr>
          <p:nvPr>
            <p:ph type="title"/>
          </p:nvPr>
        </p:nvSpPr>
        <p:spPr/>
        <p:txBody>
          <a:bodyPr/>
          <a:lstStyle/>
          <a:p>
            <a:r>
              <a:rPr lang="en-US" altLang="ko-KR" sz="2400" b="1">
                <a:latin typeface="Courier New" panose="02070309020205020404" pitchFamily="49" charset="0"/>
              </a:rPr>
              <a:t>Understanding control structures</a:t>
            </a:r>
          </a:p>
        </p:txBody>
      </p:sp>
      <p:sp>
        <p:nvSpPr>
          <p:cNvPr id="198659" name="Rectangle 3"/>
          <p:cNvSpPr>
            <a:spLocks noGrp="1" noChangeArrowheads="1"/>
          </p:cNvSpPr>
          <p:nvPr>
            <p:ph type="body" idx="1"/>
          </p:nvPr>
        </p:nvSpPr>
        <p:spPr/>
        <p:txBody>
          <a:bodyPr/>
          <a:lstStyle/>
          <a:p>
            <a:pPr>
              <a:buFont typeface="Wingdings" panose="05000000000000000000" pitchFamily="2" charset="2"/>
              <a:buNone/>
            </a:pPr>
            <a:r>
              <a:rPr lang="en-US" altLang="ko-KR" sz="1800" b="1">
                <a:latin typeface="Courier New" panose="02070309020205020404" pitchFamily="49" charset="0"/>
              </a:rPr>
              <a:t>Earlier discussion on control structures seemed somewhat ad hoc.</a:t>
            </a:r>
          </a:p>
          <a:p>
            <a:pPr>
              <a:buFont typeface="Wingdings" panose="05000000000000000000" pitchFamily="2" charset="2"/>
              <a:buNone/>
            </a:pPr>
            <a:endParaRPr lang="en-US" altLang="ko-KR" sz="1800" b="1">
              <a:latin typeface="Courier New" panose="02070309020205020404" pitchFamily="49" charset="0"/>
            </a:endParaRPr>
          </a:p>
          <a:p>
            <a:pPr>
              <a:buFont typeface="Wingdings" panose="05000000000000000000" pitchFamily="2" charset="2"/>
              <a:buNone/>
            </a:pPr>
            <a:r>
              <a:rPr lang="en-US" altLang="ko-KR" sz="1800" b="1">
                <a:latin typeface="Courier New" panose="02070309020205020404" pitchFamily="49" charset="0"/>
              </a:rPr>
              <a:t>Is there a theory to describe control structures?</a:t>
            </a:r>
          </a:p>
          <a:p>
            <a:pPr>
              <a:buFont typeface="Wingdings" panose="05000000000000000000" pitchFamily="2" charset="2"/>
              <a:buNone/>
            </a:pPr>
            <a:endParaRPr lang="en-US" altLang="ko-KR" sz="1800" b="1">
              <a:latin typeface="Courier New" panose="02070309020205020404" pitchFamily="49" charset="0"/>
            </a:endParaRPr>
          </a:p>
          <a:p>
            <a:pPr>
              <a:buFont typeface="Wingdings" panose="05000000000000000000" pitchFamily="2" charset="2"/>
              <a:buNone/>
            </a:pPr>
            <a:r>
              <a:rPr lang="en-US" altLang="ko-KR" sz="1800" b="1">
                <a:latin typeface="Courier New" panose="02070309020205020404" pitchFamily="49" charset="0"/>
              </a:rPr>
              <a:t>Do we have the </a:t>
            </a:r>
            <a:r>
              <a:rPr lang="en-US" altLang="ko-KR" sz="1800" b="1">
                <a:solidFill>
                  <a:srgbClr val="FF0000"/>
                </a:solidFill>
                <a:latin typeface="Courier New" panose="02070309020205020404" pitchFamily="49" charset="0"/>
              </a:rPr>
              <a:t>right</a:t>
            </a:r>
            <a:r>
              <a:rPr lang="en-US" altLang="ko-KR" sz="1800" b="1">
                <a:latin typeface="Courier New" panose="02070309020205020404" pitchFamily="49" charset="0"/>
              </a:rPr>
              <a:t> control structures?</a:t>
            </a:r>
          </a:p>
          <a:p>
            <a:pPr>
              <a:buFont typeface="Wingdings" panose="05000000000000000000" pitchFamily="2" charset="2"/>
              <a:buNone/>
            </a:pPr>
            <a:endParaRPr lang="en-US" altLang="ko-KR" sz="1800" b="1">
              <a:latin typeface="Courier New" panose="02070309020205020404" pitchFamily="49" charset="0"/>
            </a:endParaRPr>
          </a:p>
          <a:p>
            <a:pPr>
              <a:buFont typeface="Wingdings" panose="05000000000000000000" pitchFamily="2" charset="2"/>
              <a:buNone/>
            </a:pPr>
            <a:r>
              <a:rPr lang="en-US" altLang="ko-KR" sz="1800" b="1">
                <a:latin typeface="Courier New" panose="02070309020205020404" pitchFamily="49" charset="0"/>
              </a:rPr>
              <a:t>Roy Maddux in 1975 developed the concept of a prime program as a mechanism for answering these questions.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바닥글 개체 틀 3"/>
          <p:cNvSpPr>
            <a:spLocks noGrp="1"/>
          </p:cNvSpPr>
          <p:nvPr>
            <p:ph type="ftr" sz="quarter" idx="11"/>
          </p:nvPr>
        </p:nvSpPr>
        <p:spPr/>
        <p:txBody>
          <a:bodyPr/>
          <a:lstStyle/>
          <a:p>
            <a:r>
              <a:rPr lang="en-US" altLang="ko-KR"/>
              <a:t>Prime programs</a:t>
            </a:r>
          </a:p>
        </p:txBody>
      </p:sp>
      <p:sp>
        <p:nvSpPr>
          <p:cNvPr id="6" name="슬라이드 번호 개체 틀 4"/>
          <p:cNvSpPr>
            <a:spLocks noGrp="1"/>
          </p:cNvSpPr>
          <p:nvPr>
            <p:ph type="sldNum" sz="quarter" idx="12"/>
          </p:nvPr>
        </p:nvSpPr>
        <p:spPr/>
        <p:txBody>
          <a:bodyPr/>
          <a:lstStyle/>
          <a:p>
            <a:fld id="{623F2095-00F1-48A3-944B-0E3EBC5266A2}" type="slidenum">
              <a:rPr lang="en-US" altLang="ko-KR"/>
              <a:pPr/>
              <a:t>3</a:t>
            </a:fld>
            <a:endParaRPr lang="en-US" altLang="ko-KR"/>
          </a:p>
        </p:txBody>
      </p:sp>
      <p:sp>
        <p:nvSpPr>
          <p:cNvPr id="199682" name="Rectangle 2"/>
          <p:cNvSpPr>
            <a:spLocks noGrp="1" noChangeArrowheads="1"/>
          </p:cNvSpPr>
          <p:nvPr>
            <p:ph type="title"/>
          </p:nvPr>
        </p:nvSpPr>
        <p:spPr/>
        <p:txBody>
          <a:bodyPr/>
          <a:lstStyle/>
          <a:p>
            <a:r>
              <a:rPr lang="en-US" altLang="ko-KR" sz="2400" b="1">
                <a:latin typeface="Courier New" panose="02070309020205020404" pitchFamily="49" charset="0"/>
              </a:rPr>
              <a:t>Spaghetti code</a:t>
            </a:r>
          </a:p>
        </p:txBody>
      </p:sp>
      <p:pic>
        <p:nvPicPr>
          <p:cNvPr id="199683" name="Picture 3" descr="spaghett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1828800"/>
            <a:ext cx="7972425" cy="4195763"/>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바닥글 개체 틀 3"/>
          <p:cNvSpPr>
            <a:spLocks noGrp="1"/>
          </p:cNvSpPr>
          <p:nvPr>
            <p:ph type="ftr" sz="quarter" idx="11"/>
          </p:nvPr>
        </p:nvSpPr>
        <p:spPr/>
        <p:txBody>
          <a:bodyPr/>
          <a:lstStyle/>
          <a:p>
            <a:r>
              <a:rPr lang="en-US" altLang="ko-KR"/>
              <a:t>Prime programs</a:t>
            </a:r>
          </a:p>
        </p:txBody>
      </p:sp>
      <p:sp>
        <p:nvSpPr>
          <p:cNvPr id="6" name="슬라이드 번호 개체 틀 4"/>
          <p:cNvSpPr>
            <a:spLocks noGrp="1"/>
          </p:cNvSpPr>
          <p:nvPr>
            <p:ph type="sldNum" sz="quarter" idx="12"/>
          </p:nvPr>
        </p:nvSpPr>
        <p:spPr/>
        <p:txBody>
          <a:bodyPr/>
          <a:lstStyle/>
          <a:p>
            <a:fld id="{486D5276-54A9-408D-A48F-B86024FF152B}" type="slidenum">
              <a:rPr lang="en-US" altLang="ko-KR"/>
              <a:pPr/>
              <a:t>4</a:t>
            </a:fld>
            <a:endParaRPr lang="en-US" altLang="ko-KR"/>
          </a:p>
        </p:txBody>
      </p:sp>
      <p:sp>
        <p:nvSpPr>
          <p:cNvPr id="200706" name="Rectangle 2"/>
          <p:cNvSpPr>
            <a:spLocks noGrp="1" noChangeArrowheads="1"/>
          </p:cNvSpPr>
          <p:nvPr>
            <p:ph type="title"/>
          </p:nvPr>
        </p:nvSpPr>
        <p:spPr/>
        <p:txBody>
          <a:bodyPr/>
          <a:lstStyle/>
          <a:p>
            <a:r>
              <a:rPr lang="en-US" altLang="ko-KR" sz="2400" b="1">
                <a:latin typeface="Courier New" panose="02070309020205020404" pitchFamily="49" charset="0"/>
              </a:rPr>
              <a:t>Control structures represented as flowcharts</a:t>
            </a:r>
          </a:p>
        </p:txBody>
      </p:sp>
      <p:pic>
        <p:nvPicPr>
          <p:cNvPr id="200707" name="Picture 3" descr="066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0200" y="1752600"/>
            <a:ext cx="5715000" cy="4530725"/>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바닥글 개체 틀 2"/>
          <p:cNvSpPr>
            <a:spLocks noGrp="1"/>
          </p:cNvSpPr>
          <p:nvPr>
            <p:ph type="ftr" sz="quarter" idx="11"/>
          </p:nvPr>
        </p:nvSpPr>
        <p:spPr/>
        <p:txBody>
          <a:bodyPr/>
          <a:lstStyle/>
          <a:p>
            <a:r>
              <a:rPr lang="en-US" altLang="ko-KR"/>
              <a:t>Prime programs</a:t>
            </a:r>
          </a:p>
        </p:txBody>
      </p:sp>
      <p:sp>
        <p:nvSpPr>
          <p:cNvPr id="5" name="슬라이드 번호 개체 틀 3"/>
          <p:cNvSpPr>
            <a:spLocks noGrp="1"/>
          </p:cNvSpPr>
          <p:nvPr>
            <p:ph type="sldNum" sz="quarter" idx="12"/>
          </p:nvPr>
        </p:nvSpPr>
        <p:spPr/>
        <p:txBody>
          <a:bodyPr/>
          <a:lstStyle/>
          <a:p>
            <a:fld id="{0AD6A1DE-470E-4582-AF4E-4E2BBDBA33A8}" type="slidenum">
              <a:rPr lang="en-US" altLang="ko-KR"/>
              <a:pPr/>
              <a:t>5</a:t>
            </a:fld>
            <a:endParaRPr lang="en-US" altLang="ko-KR"/>
          </a:p>
        </p:txBody>
      </p:sp>
      <p:pic>
        <p:nvPicPr>
          <p:cNvPr id="201730" name="Picture 2" descr="067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8800" y="990600"/>
            <a:ext cx="5303838" cy="5257800"/>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바닥글 개체 틀 4"/>
          <p:cNvSpPr>
            <a:spLocks noGrp="1"/>
          </p:cNvSpPr>
          <p:nvPr>
            <p:ph type="ftr" sz="quarter" idx="11"/>
          </p:nvPr>
        </p:nvSpPr>
        <p:spPr/>
        <p:txBody>
          <a:bodyPr/>
          <a:lstStyle/>
          <a:p>
            <a:r>
              <a:rPr lang="en-US" altLang="ko-KR"/>
              <a:t>Prime programs</a:t>
            </a:r>
          </a:p>
        </p:txBody>
      </p:sp>
      <p:sp>
        <p:nvSpPr>
          <p:cNvPr id="8" name="슬라이드 번호 개체 틀 5"/>
          <p:cNvSpPr>
            <a:spLocks noGrp="1"/>
          </p:cNvSpPr>
          <p:nvPr>
            <p:ph type="sldNum" sz="quarter" idx="12"/>
          </p:nvPr>
        </p:nvSpPr>
        <p:spPr/>
        <p:txBody>
          <a:bodyPr/>
          <a:lstStyle/>
          <a:p>
            <a:fld id="{89EE1BD0-4535-4B15-8756-098912C532F5}" type="slidenum">
              <a:rPr lang="en-US" altLang="ko-KR"/>
              <a:pPr/>
              <a:t>6</a:t>
            </a:fld>
            <a:endParaRPr lang="en-US" altLang="ko-KR"/>
          </a:p>
        </p:txBody>
      </p:sp>
      <p:sp>
        <p:nvSpPr>
          <p:cNvPr id="202754" name="Rectangle 2"/>
          <p:cNvSpPr>
            <a:spLocks noGrp="1" noChangeArrowheads="1"/>
          </p:cNvSpPr>
          <p:nvPr>
            <p:ph type="title"/>
          </p:nvPr>
        </p:nvSpPr>
        <p:spPr/>
        <p:txBody>
          <a:bodyPr/>
          <a:lstStyle/>
          <a:p>
            <a:r>
              <a:rPr lang="en-US" altLang="ko-KR" sz="2400" b="1">
                <a:latin typeface="Courier New" panose="02070309020205020404" pitchFamily="49" charset="0"/>
              </a:rPr>
              <a:t>Theory of prime programs</a:t>
            </a:r>
          </a:p>
        </p:txBody>
      </p:sp>
      <p:sp>
        <p:nvSpPr>
          <p:cNvPr id="202755" name="Rectangle 3"/>
          <p:cNvSpPr>
            <a:spLocks noGrp="1" noChangeArrowheads="1"/>
          </p:cNvSpPr>
          <p:nvPr>
            <p:ph type="body" idx="1"/>
          </p:nvPr>
        </p:nvSpPr>
        <p:spPr/>
        <p:txBody>
          <a:bodyPr/>
          <a:lstStyle/>
          <a:p>
            <a:pPr>
              <a:buFont typeface="Wingdings" panose="05000000000000000000" pitchFamily="2" charset="2"/>
              <a:buNone/>
            </a:pPr>
            <a:r>
              <a:rPr lang="en-US" altLang="ko-KR" sz="1800" b="1">
                <a:latin typeface="Courier New" panose="02070309020205020404" pitchFamily="49" charset="0"/>
              </a:rPr>
              <a:t>Consider 3 classes of flowchart nodes:</a:t>
            </a:r>
          </a:p>
          <a:p>
            <a:pPr>
              <a:buFont typeface="Wingdings" panose="05000000000000000000" pitchFamily="2" charset="2"/>
              <a:buNone/>
            </a:pPr>
            <a:endParaRPr lang="en-US" altLang="ko-KR" sz="1800" b="1">
              <a:latin typeface="Courier New" panose="02070309020205020404" pitchFamily="49" charset="0"/>
            </a:endParaRPr>
          </a:p>
          <a:p>
            <a:pPr>
              <a:buFont typeface="Wingdings" panose="05000000000000000000" pitchFamily="2" charset="2"/>
              <a:buNone/>
            </a:pPr>
            <a:endParaRPr lang="en-US" altLang="ko-KR" sz="1800" b="1">
              <a:latin typeface="Courier New" panose="02070309020205020404" pitchFamily="49" charset="0"/>
            </a:endParaRPr>
          </a:p>
          <a:p>
            <a:pPr>
              <a:buFont typeface="Wingdings" panose="05000000000000000000" pitchFamily="2" charset="2"/>
              <a:buNone/>
            </a:pPr>
            <a:endParaRPr lang="en-US" altLang="ko-KR" sz="1800" b="1">
              <a:latin typeface="Courier New" panose="02070309020205020404" pitchFamily="49" charset="0"/>
            </a:endParaRPr>
          </a:p>
          <a:p>
            <a:pPr>
              <a:buFont typeface="Wingdings" panose="05000000000000000000" pitchFamily="2" charset="2"/>
              <a:buNone/>
            </a:pPr>
            <a:endParaRPr lang="en-US" altLang="ko-KR" sz="1800" b="1">
              <a:latin typeface="Courier New" panose="02070309020205020404" pitchFamily="49" charset="0"/>
            </a:endParaRPr>
          </a:p>
          <a:p>
            <a:pPr>
              <a:buFont typeface="Wingdings" panose="05000000000000000000" pitchFamily="2" charset="2"/>
              <a:buNone/>
            </a:pPr>
            <a:endParaRPr lang="en-US" altLang="ko-KR" sz="1800" b="1">
              <a:latin typeface="Courier New" panose="02070309020205020404" pitchFamily="49" charset="0"/>
            </a:endParaRPr>
          </a:p>
          <a:p>
            <a:pPr>
              <a:buFont typeface="Wingdings" panose="05000000000000000000" pitchFamily="2" charset="2"/>
              <a:buNone/>
            </a:pPr>
            <a:r>
              <a:rPr lang="en-US" altLang="ko-KR" sz="1800" b="1">
                <a:latin typeface="Courier New" panose="02070309020205020404" pitchFamily="49" charset="0"/>
              </a:rPr>
              <a:t>Any flowchart is a graph of directed arcs and these 3 types of nodes:</a:t>
            </a:r>
          </a:p>
          <a:p>
            <a:pPr>
              <a:buFont typeface="Wingdings" panose="05000000000000000000" pitchFamily="2" charset="2"/>
              <a:buNone/>
            </a:pPr>
            <a:endParaRPr lang="en-US" altLang="ko-KR" sz="1800" b="1">
              <a:latin typeface="Courier New" panose="02070309020205020404" pitchFamily="49" charset="0"/>
            </a:endParaRPr>
          </a:p>
          <a:p>
            <a:pPr>
              <a:buFont typeface="Wingdings" panose="05000000000000000000" pitchFamily="2" charset="2"/>
              <a:buNone/>
            </a:pPr>
            <a:endParaRPr lang="en-US" altLang="ko-KR" sz="1800" b="1">
              <a:latin typeface="Courier New" panose="02070309020205020404" pitchFamily="49" charset="0"/>
            </a:endParaRPr>
          </a:p>
        </p:txBody>
      </p:sp>
      <p:pic>
        <p:nvPicPr>
          <p:cNvPr id="202756" name="Picture 4" descr="0680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9200" y="2438400"/>
            <a:ext cx="5867400" cy="1450975"/>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pic>
      <p:pic>
        <p:nvPicPr>
          <p:cNvPr id="202757" name="Picture 5" descr="0680b"/>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19200" y="4724400"/>
            <a:ext cx="6324600" cy="1535113"/>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바닥글 개체 틀 4"/>
          <p:cNvSpPr>
            <a:spLocks noGrp="1"/>
          </p:cNvSpPr>
          <p:nvPr>
            <p:ph type="ftr" sz="quarter" idx="11"/>
          </p:nvPr>
        </p:nvSpPr>
        <p:spPr/>
        <p:txBody>
          <a:bodyPr/>
          <a:lstStyle/>
          <a:p>
            <a:r>
              <a:rPr lang="en-US" altLang="ko-KR"/>
              <a:t>Prime programs</a:t>
            </a:r>
          </a:p>
        </p:txBody>
      </p:sp>
      <p:sp>
        <p:nvSpPr>
          <p:cNvPr id="6" name="슬라이드 번호 개체 틀 5"/>
          <p:cNvSpPr>
            <a:spLocks noGrp="1"/>
          </p:cNvSpPr>
          <p:nvPr>
            <p:ph type="sldNum" sz="quarter" idx="12"/>
          </p:nvPr>
        </p:nvSpPr>
        <p:spPr/>
        <p:txBody>
          <a:bodyPr/>
          <a:lstStyle/>
          <a:p>
            <a:fld id="{65929E67-0379-4DA1-8121-0327C85CD610}" type="slidenum">
              <a:rPr lang="en-US" altLang="ko-KR"/>
              <a:pPr/>
              <a:t>7</a:t>
            </a:fld>
            <a:endParaRPr lang="en-US" altLang="ko-KR"/>
          </a:p>
        </p:txBody>
      </p:sp>
      <p:sp>
        <p:nvSpPr>
          <p:cNvPr id="203778" name="Rectangle 2"/>
          <p:cNvSpPr>
            <a:spLocks noGrp="1" noChangeArrowheads="1"/>
          </p:cNvSpPr>
          <p:nvPr>
            <p:ph type="title"/>
          </p:nvPr>
        </p:nvSpPr>
        <p:spPr/>
        <p:txBody>
          <a:bodyPr/>
          <a:lstStyle/>
          <a:p>
            <a:r>
              <a:rPr lang="en-US" altLang="ko-KR" sz="2400" b="1">
                <a:latin typeface="Courier New" panose="02070309020205020404" pitchFamily="49" charset="0"/>
              </a:rPr>
              <a:t>Proper programs</a:t>
            </a:r>
          </a:p>
        </p:txBody>
      </p:sp>
      <p:sp>
        <p:nvSpPr>
          <p:cNvPr id="203779" name="Rectangle 3"/>
          <p:cNvSpPr>
            <a:spLocks noChangeArrowheads="1"/>
          </p:cNvSpPr>
          <p:nvPr>
            <p:ph type="body" idx="1"/>
          </p:nvPr>
        </p:nvSpPr>
        <p:spPr/>
        <p:txBody>
          <a:bodyPr/>
          <a:lstStyle/>
          <a:p>
            <a:pPr>
              <a:buFont typeface="Wingdings" panose="05000000000000000000" pitchFamily="2" charset="2"/>
              <a:buNone/>
            </a:pPr>
            <a:r>
              <a:rPr lang="en-US" altLang="ko-KR" sz="1800" b="1">
                <a:latin typeface="Courier New" panose="02070309020205020404" pitchFamily="49" charset="0"/>
              </a:rPr>
              <a:t>A </a:t>
            </a:r>
            <a:r>
              <a:rPr lang="en-US" altLang="ko-KR" sz="1800" b="1">
                <a:solidFill>
                  <a:srgbClr val="FF0000"/>
                </a:solidFill>
                <a:latin typeface="Courier New" panose="02070309020205020404" pitchFamily="49" charset="0"/>
              </a:rPr>
              <a:t>proper program</a:t>
            </a:r>
            <a:r>
              <a:rPr lang="en-US" altLang="ko-KR" sz="1800" b="1">
                <a:latin typeface="Courier New" panose="02070309020205020404" pitchFamily="49" charset="0"/>
              </a:rPr>
              <a:t> is a flowchart with:</a:t>
            </a:r>
          </a:p>
          <a:p>
            <a:r>
              <a:rPr lang="en-US" altLang="ko-KR" sz="1800" b="1">
                <a:latin typeface="Courier New" panose="02070309020205020404" pitchFamily="49" charset="0"/>
              </a:rPr>
              <a:t>1 entry arc</a:t>
            </a:r>
          </a:p>
          <a:p>
            <a:r>
              <a:rPr lang="en-US" altLang="ko-KR" sz="1800" b="1">
                <a:latin typeface="Courier New" panose="02070309020205020404" pitchFamily="49" charset="0"/>
              </a:rPr>
              <a:t>1 exit arc</a:t>
            </a:r>
          </a:p>
          <a:p>
            <a:r>
              <a:rPr lang="en-US" altLang="ko-KR" sz="1800" b="1">
                <a:latin typeface="Courier New" panose="02070309020205020404" pitchFamily="49" charset="0"/>
              </a:rPr>
              <a:t>There is a path from entry arc to any node to exit arc</a:t>
            </a:r>
          </a:p>
          <a:p>
            <a:pPr>
              <a:buFont typeface="Wingdings" panose="05000000000000000000" pitchFamily="2" charset="2"/>
              <a:buNone/>
            </a:pPr>
            <a:endParaRPr lang="en-US" altLang="ko-KR" sz="1800" b="1">
              <a:latin typeface="Courier New" panose="02070309020205020404" pitchFamily="49" charset="0"/>
            </a:endParaRPr>
          </a:p>
          <a:p>
            <a:pPr>
              <a:buFont typeface="Wingdings" panose="05000000000000000000" pitchFamily="2" charset="2"/>
              <a:buNone/>
            </a:pPr>
            <a:r>
              <a:rPr lang="en-US" altLang="ko-KR" sz="1800" b="1">
                <a:latin typeface="Courier New" panose="02070309020205020404" pitchFamily="49" charset="0"/>
              </a:rPr>
              <a:t>A </a:t>
            </a:r>
            <a:r>
              <a:rPr lang="en-US" altLang="ko-KR" sz="1800" b="1">
                <a:solidFill>
                  <a:srgbClr val="FF0000"/>
                </a:solidFill>
                <a:latin typeface="Courier New" panose="02070309020205020404" pitchFamily="49" charset="0"/>
              </a:rPr>
              <a:t>prime program</a:t>
            </a:r>
            <a:r>
              <a:rPr lang="en-US" altLang="ko-KR" sz="1800" b="1">
                <a:latin typeface="Courier New" panose="02070309020205020404" pitchFamily="49" charset="0"/>
              </a:rPr>
              <a:t> is a proper program which has no embedded proper subprogram of greater than 1 node. (i.e., cannot cut 2 arcs to extract a prime subprogram within it).</a:t>
            </a:r>
          </a:p>
          <a:p>
            <a:pPr>
              <a:buFont typeface="Wingdings" panose="05000000000000000000" pitchFamily="2" charset="2"/>
              <a:buNone/>
            </a:pPr>
            <a:endParaRPr lang="en-US" altLang="ko-KR" sz="1800" b="1">
              <a:latin typeface="Courier New" panose="02070309020205020404" pitchFamily="49" charset="0"/>
            </a:endParaRPr>
          </a:p>
          <a:p>
            <a:pPr>
              <a:buFont typeface="Wingdings" panose="05000000000000000000" pitchFamily="2" charset="2"/>
              <a:buNone/>
            </a:pPr>
            <a:r>
              <a:rPr lang="en-US" altLang="ko-KR" sz="1800" b="1">
                <a:latin typeface="Courier New" panose="02070309020205020404" pitchFamily="49" charset="0"/>
              </a:rPr>
              <a:t>A </a:t>
            </a:r>
            <a:r>
              <a:rPr lang="en-US" altLang="ko-KR" sz="1800" b="1">
                <a:solidFill>
                  <a:srgbClr val="FF0000"/>
                </a:solidFill>
                <a:latin typeface="Courier New" panose="02070309020205020404" pitchFamily="49" charset="0"/>
              </a:rPr>
              <a:t>composite program</a:t>
            </a:r>
            <a:r>
              <a:rPr lang="en-US" altLang="ko-KR" sz="1800" b="1">
                <a:latin typeface="Courier New" panose="02070309020205020404" pitchFamily="49" charset="0"/>
              </a:rPr>
              <a:t> is a proper program that is not prime.</a:t>
            </a:r>
          </a:p>
          <a:p>
            <a:pPr>
              <a:buFont typeface="Wingdings" panose="05000000000000000000" pitchFamily="2" charset="2"/>
              <a:buNone/>
            </a:pPr>
            <a:endParaRPr lang="en-US" altLang="ko-KR" sz="1800" b="1">
              <a:latin typeface="Courier New" panose="02070309020205020404" pitchFamily="49" charset="0"/>
            </a:endParaRPr>
          </a:p>
          <a:p>
            <a:pPr>
              <a:buFont typeface="Wingdings" panose="05000000000000000000" pitchFamily="2" charset="2"/>
              <a:buNone/>
            </a:pPr>
            <a:endParaRPr lang="en-US" altLang="ko-KR" sz="1800" b="1">
              <a:latin typeface="Courier New" panose="02070309020205020404" pitchFamily="49"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바닥글 개체 틀 3"/>
          <p:cNvSpPr>
            <a:spLocks noGrp="1"/>
          </p:cNvSpPr>
          <p:nvPr>
            <p:ph type="ftr" sz="quarter" idx="11"/>
          </p:nvPr>
        </p:nvSpPr>
        <p:spPr/>
        <p:txBody>
          <a:bodyPr/>
          <a:lstStyle/>
          <a:p>
            <a:r>
              <a:rPr lang="en-US" altLang="ko-KR"/>
              <a:t>Prime programs</a:t>
            </a:r>
          </a:p>
        </p:txBody>
      </p:sp>
      <p:sp>
        <p:nvSpPr>
          <p:cNvPr id="6" name="슬라이드 번호 개체 틀 4"/>
          <p:cNvSpPr>
            <a:spLocks noGrp="1"/>
          </p:cNvSpPr>
          <p:nvPr>
            <p:ph type="sldNum" sz="quarter" idx="12"/>
          </p:nvPr>
        </p:nvSpPr>
        <p:spPr/>
        <p:txBody>
          <a:bodyPr/>
          <a:lstStyle/>
          <a:p>
            <a:fld id="{031893FC-C745-49B5-AD86-DBC6EAD3D628}" type="slidenum">
              <a:rPr lang="en-US" altLang="ko-KR"/>
              <a:pPr/>
              <a:t>8</a:t>
            </a:fld>
            <a:endParaRPr lang="en-US" altLang="ko-KR"/>
          </a:p>
        </p:txBody>
      </p:sp>
      <p:sp>
        <p:nvSpPr>
          <p:cNvPr id="204802" name="Rectangle 2"/>
          <p:cNvSpPr>
            <a:spLocks noGrp="1" noChangeArrowheads="1"/>
          </p:cNvSpPr>
          <p:nvPr>
            <p:ph type="title"/>
          </p:nvPr>
        </p:nvSpPr>
        <p:spPr/>
        <p:txBody>
          <a:bodyPr/>
          <a:lstStyle/>
          <a:p>
            <a:r>
              <a:rPr lang="en-US" altLang="ko-KR" sz="2400" b="1">
                <a:latin typeface="Courier New" panose="02070309020205020404" pitchFamily="49" charset="0"/>
              </a:rPr>
              <a:t>Prime flowcharts</a:t>
            </a:r>
          </a:p>
        </p:txBody>
      </p:sp>
      <p:pic>
        <p:nvPicPr>
          <p:cNvPr id="204803" name="Picture 3" descr="flowchar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1828800"/>
            <a:ext cx="8534400" cy="4121150"/>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바닥글 개체 틀 4"/>
          <p:cNvSpPr>
            <a:spLocks noGrp="1"/>
          </p:cNvSpPr>
          <p:nvPr>
            <p:ph type="ftr" sz="quarter" idx="11"/>
          </p:nvPr>
        </p:nvSpPr>
        <p:spPr/>
        <p:txBody>
          <a:bodyPr/>
          <a:lstStyle/>
          <a:p>
            <a:r>
              <a:rPr lang="en-US" altLang="ko-KR"/>
              <a:t>Prime programs</a:t>
            </a:r>
          </a:p>
        </p:txBody>
      </p:sp>
      <p:sp>
        <p:nvSpPr>
          <p:cNvPr id="7" name="슬라이드 번호 개체 틀 5"/>
          <p:cNvSpPr>
            <a:spLocks noGrp="1"/>
          </p:cNvSpPr>
          <p:nvPr>
            <p:ph type="sldNum" sz="quarter" idx="12"/>
          </p:nvPr>
        </p:nvSpPr>
        <p:spPr/>
        <p:txBody>
          <a:bodyPr/>
          <a:lstStyle/>
          <a:p>
            <a:fld id="{137C40BD-FF61-4FA4-9F29-EC5B32B9C2D4}" type="slidenum">
              <a:rPr lang="en-US" altLang="ko-KR"/>
              <a:pPr/>
              <a:t>9</a:t>
            </a:fld>
            <a:endParaRPr lang="en-US" altLang="ko-KR"/>
          </a:p>
        </p:txBody>
      </p:sp>
      <p:sp>
        <p:nvSpPr>
          <p:cNvPr id="205826" name="Rectangle 2"/>
          <p:cNvSpPr>
            <a:spLocks noGrp="1" noChangeArrowheads="1"/>
          </p:cNvSpPr>
          <p:nvPr>
            <p:ph type="title"/>
          </p:nvPr>
        </p:nvSpPr>
        <p:spPr/>
        <p:txBody>
          <a:bodyPr/>
          <a:lstStyle/>
          <a:p>
            <a:r>
              <a:rPr lang="en-US" altLang="ko-KR" sz="2400" b="1">
                <a:latin typeface="Courier New" panose="02070309020205020404" pitchFamily="49" charset="0"/>
              </a:rPr>
              <a:t>Prime decomposition</a:t>
            </a:r>
          </a:p>
        </p:txBody>
      </p:sp>
      <p:sp>
        <p:nvSpPr>
          <p:cNvPr id="205827" name="Rectangle 3"/>
          <p:cNvSpPr>
            <a:spLocks noGrp="1" noChangeArrowheads="1"/>
          </p:cNvSpPr>
          <p:nvPr>
            <p:ph type="body" idx="1"/>
          </p:nvPr>
        </p:nvSpPr>
        <p:spPr>
          <a:xfrm>
            <a:off x="685800" y="2057400"/>
            <a:ext cx="7772400" cy="4191000"/>
          </a:xfrm>
        </p:spPr>
        <p:txBody>
          <a:bodyPr/>
          <a:lstStyle/>
          <a:p>
            <a:pPr>
              <a:buFont typeface="Wingdings" panose="05000000000000000000" pitchFamily="2" charset="2"/>
              <a:buNone/>
            </a:pPr>
            <a:r>
              <a:rPr lang="en-US" altLang="ko-KR" sz="1800" b="1">
                <a:latin typeface="Courier New" panose="02070309020205020404" pitchFamily="49" charset="0"/>
              </a:rPr>
              <a:t>Every proper program can be decomposed into a hierarchical set of prime subprograms. This decomposition is unique (except for special case of linear sequences of function nodes).</a:t>
            </a:r>
          </a:p>
          <a:p>
            <a:pPr>
              <a:buFont typeface="Wingdings" panose="05000000000000000000" pitchFamily="2" charset="2"/>
              <a:buNone/>
            </a:pPr>
            <a:endParaRPr lang="en-US" altLang="ko-KR" sz="1800" b="1">
              <a:latin typeface="Courier New" panose="02070309020205020404" pitchFamily="49" charset="0"/>
            </a:endParaRPr>
          </a:p>
        </p:txBody>
      </p:sp>
      <p:pic>
        <p:nvPicPr>
          <p:cNvPr id="205828" name="Picture 4" descr="0690x"/>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0600" y="3352800"/>
            <a:ext cx="7162800" cy="2797175"/>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바닥글 개체 틀 4"/>
          <p:cNvSpPr>
            <a:spLocks noGrp="1"/>
          </p:cNvSpPr>
          <p:nvPr>
            <p:ph type="ftr" sz="quarter" idx="11"/>
          </p:nvPr>
        </p:nvSpPr>
        <p:spPr/>
        <p:txBody>
          <a:bodyPr/>
          <a:lstStyle/>
          <a:p>
            <a:r>
              <a:rPr lang="en-US" altLang="ko-KR"/>
              <a:t>Prime programs</a:t>
            </a:r>
          </a:p>
        </p:txBody>
      </p:sp>
      <p:sp>
        <p:nvSpPr>
          <p:cNvPr id="6" name="슬라이드 번호 개체 틀 5"/>
          <p:cNvSpPr>
            <a:spLocks noGrp="1"/>
          </p:cNvSpPr>
          <p:nvPr>
            <p:ph type="sldNum" sz="quarter" idx="12"/>
          </p:nvPr>
        </p:nvSpPr>
        <p:spPr/>
        <p:txBody>
          <a:bodyPr/>
          <a:lstStyle/>
          <a:p>
            <a:fld id="{76F36AC5-F70F-4441-85AE-FE9AFABC9FD3}" type="slidenum">
              <a:rPr lang="en-US" altLang="ko-KR"/>
              <a:pPr/>
              <a:t>10</a:t>
            </a:fld>
            <a:endParaRPr lang="en-US" altLang="ko-KR"/>
          </a:p>
        </p:txBody>
      </p:sp>
      <p:sp>
        <p:nvSpPr>
          <p:cNvPr id="206850" name="Rectangle 2"/>
          <p:cNvSpPr>
            <a:spLocks noGrp="1" noChangeArrowheads="1"/>
          </p:cNvSpPr>
          <p:nvPr>
            <p:ph type="title"/>
          </p:nvPr>
        </p:nvSpPr>
        <p:spPr/>
        <p:txBody>
          <a:bodyPr/>
          <a:lstStyle/>
          <a:p>
            <a:r>
              <a:rPr lang="en-US" altLang="ko-KR" sz="2400" b="1">
                <a:latin typeface="Courier New" panose="02070309020205020404" pitchFamily="49" charset="0"/>
              </a:rPr>
              <a:t>All prime programs can be enumerated</a:t>
            </a:r>
          </a:p>
        </p:txBody>
      </p:sp>
      <p:sp>
        <p:nvSpPr>
          <p:cNvPr id="206851" name="Rectangle 3"/>
          <p:cNvSpPr>
            <a:spLocks noGrp="1" noChangeArrowheads="1"/>
          </p:cNvSpPr>
          <p:nvPr>
            <p:ph type="body" idx="1"/>
          </p:nvPr>
        </p:nvSpPr>
        <p:spPr/>
        <p:txBody>
          <a:bodyPr/>
          <a:lstStyle/>
          <a:p>
            <a:pPr>
              <a:buFont typeface="Wingdings" panose="05000000000000000000" pitchFamily="2" charset="2"/>
              <a:buNone/>
            </a:pPr>
            <a:endParaRPr lang="en-US" altLang="ko-KR" sz="2400" b="1">
              <a:latin typeface="Courier New" panose="02070309020205020404" pitchFamily="49" charset="0"/>
            </a:endParaRPr>
          </a:p>
          <a:p>
            <a:pPr>
              <a:buFont typeface="Wingdings" panose="05000000000000000000" pitchFamily="2" charset="2"/>
              <a:buNone/>
            </a:pPr>
            <a:r>
              <a:rPr lang="en-US" altLang="ko-KR" sz="1800" b="1">
                <a:latin typeface="Courier New" panose="02070309020205020404" pitchFamily="49" charset="0"/>
              </a:rPr>
              <a:t>All primes can be enumerated (next slide)</a:t>
            </a:r>
          </a:p>
          <a:p>
            <a:pPr>
              <a:buFont typeface="Wingdings" panose="05000000000000000000" pitchFamily="2" charset="2"/>
              <a:buNone/>
            </a:pPr>
            <a:endParaRPr lang="en-US" altLang="ko-KR" sz="1800" b="1">
              <a:latin typeface="Courier New" panose="02070309020205020404" pitchFamily="49" charset="0"/>
            </a:endParaRPr>
          </a:p>
          <a:p>
            <a:pPr>
              <a:buFont typeface="Wingdings" panose="05000000000000000000" pitchFamily="2" charset="2"/>
              <a:buNone/>
            </a:pPr>
            <a:r>
              <a:rPr lang="en-US" altLang="ko-KR" sz="1800" b="1">
                <a:latin typeface="Courier New" panose="02070309020205020404" pitchFamily="49" charset="0"/>
              </a:rPr>
              <a:t>Each implements a function.</a:t>
            </a:r>
          </a:p>
          <a:p>
            <a:pPr>
              <a:buFont typeface="Wingdings" panose="05000000000000000000" pitchFamily="2" charset="2"/>
              <a:buNone/>
            </a:pPr>
            <a:endParaRPr lang="en-US" altLang="ko-KR" sz="1800" b="1">
              <a:latin typeface="Courier New" panose="02070309020205020404" pitchFamily="49" charset="0"/>
            </a:endParaRPr>
          </a:p>
          <a:p>
            <a:pPr>
              <a:buFont typeface="Wingdings" panose="05000000000000000000" pitchFamily="2" charset="2"/>
              <a:buNone/>
            </a:pPr>
            <a:r>
              <a:rPr lang="en-US" altLang="ko-KR" sz="1800" b="1">
                <a:latin typeface="Courier New" panose="02070309020205020404" pitchFamily="49" charset="0"/>
              </a:rPr>
              <a:t>What is function for 2-node primes (c) and (d) and </a:t>
            </a:r>
          </a:p>
          <a:p>
            <a:pPr>
              <a:buFont typeface="Wingdings" panose="05000000000000000000" pitchFamily="2" charset="2"/>
              <a:buNone/>
            </a:pPr>
            <a:r>
              <a:rPr lang="en-US" altLang="ko-KR" sz="1800" b="1">
                <a:latin typeface="Courier New" panose="02070309020205020404" pitchFamily="49" charset="0"/>
              </a:rPr>
              <a:t>4-node primes (l) through (q)?</a:t>
            </a:r>
          </a:p>
          <a:p>
            <a:pPr>
              <a:buFont typeface="Wingdings" panose="05000000000000000000" pitchFamily="2" charset="2"/>
              <a:buNone/>
            </a:pPr>
            <a:endParaRPr lang="en-US" altLang="ko-KR" sz="1800" b="1">
              <a:latin typeface="Courier New" panose="02070309020205020404" pitchFamily="49" charset="0"/>
            </a:endParaRPr>
          </a:p>
          <a:p>
            <a:pPr>
              <a:buFont typeface="Wingdings" panose="05000000000000000000" pitchFamily="2" charset="2"/>
              <a:buNone/>
            </a:pPr>
            <a:r>
              <a:rPr lang="en-US" altLang="ko-KR" sz="1800" b="1">
                <a:latin typeface="Courier New" panose="02070309020205020404" pitchFamily="49" charset="0"/>
              </a:rPr>
              <a:t>All primes with at least 1 function node are our usual control structures - except (k) - the do-while-do construct. More about this later.</a:t>
            </a:r>
          </a:p>
          <a:p>
            <a:pPr>
              <a:buFont typeface="Wingdings" panose="05000000000000000000" pitchFamily="2" charset="2"/>
              <a:buNone/>
            </a:pPr>
            <a:endParaRPr lang="en-US" altLang="ko-KR" sz="1800" b="1">
              <a:latin typeface="Courier New" panose="02070309020205020404" pitchFamily="49"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바닥글 개체 틀 2"/>
          <p:cNvSpPr>
            <a:spLocks noGrp="1"/>
          </p:cNvSpPr>
          <p:nvPr>
            <p:ph type="ftr" sz="quarter" idx="11"/>
          </p:nvPr>
        </p:nvSpPr>
        <p:spPr/>
        <p:txBody>
          <a:bodyPr/>
          <a:lstStyle/>
          <a:p>
            <a:r>
              <a:rPr lang="en-US" altLang="ko-KR"/>
              <a:t>Prime programs</a:t>
            </a:r>
          </a:p>
        </p:txBody>
      </p:sp>
      <p:sp>
        <p:nvSpPr>
          <p:cNvPr id="5" name="슬라이드 번호 개체 틀 3"/>
          <p:cNvSpPr>
            <a:spLocks noGrp="1"/>
          </p:cNvSpPr>
          <p:nvPr>
            <p:ph type="sldNum" sz="quarter" idx="12"/>
          </p:nvPr>
        </p:nvSpPr>
        <p:spPr/>
        <p:txBody>
          <a:bodyPr/>
          <a:lstStyle/>
          <a:p>
            <a:fld id="{A8AFAF94-0AE1-479B-B02C-F2CF1E93BD50}" type="slidenum">
              <a:rPr lang="en-US" altLang="ko-KR"/>
              <a:pPr/>
              <a:t>11</a:t>
            </a:fld>
            <a:endParaRPr lang="en-US" altLang="ko-KR"/>
          </a:p>
        </p:txBody>
      </p:sp>
      <p:pic>
        <p:nvPicPr>
          <p:cNvPr id="207874" name="Picture 2" descr="070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0200" y="914400"/>
            <a:ext cx="6223000" cy="5257800"/>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바닥글 개체 틀 4"/>
          <p:cNvSpPr>
            <a:spLocks noGrp="1"/>
          </p:cNvSpPr>
          <p:nvPr>
            <p:ph type="ftr" sz="quarter" idx="11"/>
          </p:nvPr>
        </p:nvSpPr>
        <p:spPr/>
        <p:txBody>
          <a:bodyPr/>
          <a:lstStyle/>
          <a:p>
            <a:r>
              <a:rPr lang="en-US" altLang="ko-KR"/>
              <a:t>Prime programs</a:t>
            </a:r>
          </a:p>
        </p:txBody>
      </p:sp>
      <p:sp>
        <p:nvSpPr>
          <p:cNvPr id="7" name="슬라이드 번호 개체 틀 5"/>
          <p:cNvSpPr>
            <a:spLocks noGrp="1"/>
          </p:cNvSpPr>
          <p:nvPr>
            <p:ph type="sldNum" sz="quarter" idx="12"/>
          </p:nvPr>
        </p:nvSpPr>
        <p:spPr/>
        <p:txBody>
          <a:bodyPr/>
          <a:lstStyle/>
          <a:p>
            <a:fld id="{632B1008-B9B1-40DA-831D-53534F2CAB43}" type="slidenum">
              <a:rPr lang="en-US" altLang="ko-KR"/>
              <a:pPr/>
              <a:t>12</a:t>
            </a:fld>
            <a:endParaRPr lang="en-US" altLang="ko-KR"/>
          </a:p>
        </p:txBody>
      </p:sp>
      <p:sp>
        <p:nvSpPr>
          <p:cNvPr id="208898" name="Rectangle 2"/>
          <p:cNvSpPr>
            <a:spLocks noGrp="1" noChangeArrowheads="1"/>
          </p:cNvSpPr>
          <p:nvPr>
            <p:ph type="title"/>
          </p:nvPr>
        </p:nvSpPr>
        <p:spPr/>
        <p:txBody>
          <a:bodyPr/>
          <a:lstStyle/>
          <a:p>
            <a:r>
              <a:rPr lang="en-US" altLang="ko-KR" sz="2400" b="1">
                <a:latin typeface="Courier New" panose="02070309020205020404" pitchFamily="49" charset="0"/>
              </a:rPr>
              <a:t>Number of primes is infinite</a:t>
            </a:r>
          </a:p>
        </p:txBody>
      </p:sp>
      <p:sp>
        <p:nvSpPr>
          <p:cNvPr id="208899" name="Rectangle 3"/>
          <p:cNvSpPr>
            <a:spLocks noGrp="1" noChangeArrowheads="1"/>
          </p:cNvSpPr>
          <p:nvPr>
            <p:ph type="body" idx="1"/>
          </p:nvPr>
        </p:nvSpPr>
        <p:spPr>
          <a:xfrm>
            <a:off x="533400" y="1981200"/>
            <a:ext cx="8001000" cy="4267200"/>
          </a:xfrm>
        </p:spPr>
        <p:txBody>
          <a:bodyPr/>
          <a:lstStyle/>
          <a:p>
            <a:pPr>
              <a:lnSpc>
                <a:spcPct val="90000"/>
              </a:lnSpc>
              <a:buFont typeface="Wingdings" panose="05000000000000000000" pitchFamily="2" charset="2"/>
              <a:buNone/>
            </a:pPr>
            <a:r>
              <a:rPr lang="en-US" altLang="ko-KR" sz="1800" b="1">
                <a:latin typeface="Courier New" panose="02070309020205020404" pitchFamily="49" charset="0"/>
              </a:rPr>
              <a:t>Construction to create primes with any number of nodes:</a:t>
            </a:r>
          </a:p>
          <a:p>
            <a:pPr>
              <a:lnSpc>
                <a:spcPct val="90000"/>
              </a:lnSpc>
              <a:buFont typeface="Wingdings" panose="05000000000000000000" pitchFamily="2" charset="2"/>
              <a:buNone/>
            </a:pPr>
            <a:endParaRPr lang="en-US" altLang="ko-KR" sz="1800" b="1">
              <a:latin typeface="Courier New" panose="02070309020205020404" pitchFamily="49" charset="0"/>
            </a:endParaRPr>
          </a:p>
          <a:p>
            <a:pPr>
              <a:lnSpc>
                <a:spcPct val="90000"/>
              </a:lnSpc>
              <a:buFont typeface="Wingdings" panose="05000000000000000000" pitchFamily="2" charset="2"/>
              <a:buNone/>
            </a:pPr>
            <a:endParaRPr lang="en-US" altLang="ko-KR" sz="1800" b="1">
              <a:latin typeface="Courier New" panose="02070309020205020404" pitchFamily="49" charset="0"/>
            </a:endParaRPr>
          </a:p>
          <a:p>
            <a:pPr>
              <a:lnSpc>
                <a:spcPct val="90000"/>
              </a:lnSpc>
              <a:buFont typeface="Wingdings" panose="05000000000000000000" pitchFamily="2" charset="2"/>
              <a:buNone/>
            </a:pPr>
            <a:endParaRPr lang="en-US" altLang="ko-KR" sz="1800" b="1">
              <a:latin typeface="Courier New" panose="02070309020205020404" pitchFamily="49" charset="0"/>
            </a:endParaRPr>
          </a:p>
          <a:p>
            <a:pPr>
              <a:lnSpc>
                <a:spcPct val="90000"/>
              </a:lnSpc>
              <a:buFont typeface="Wingdings" panose="05000000000000000000" pitchFamily="2" charset="2"/>
              <a:buNone/>
            </a:pPr>
            <a:endParaRPr lang="en-US" altLang="ko-KR" sz="1800" b="1">
              <a:latin typeface="Courier New" panose="02070309020205020404" pitchFamily="49" charset="0"/>
            </a:endParaRPr>
          </a:p>
          <a:p>
            <a:pPr>
              <a:lnSpc>
                <a:spcPct val="90000"/>
              </a:lnSpc>
              <a:buFont typeface="Wingdings" panose="05000000000000000000" pitchFamily="2" charset="2"/>
              <a:buNone/>
            </a:pPr>
            <a:endParaRPr lang="en-US" altLang="ko-KR" sz="1800" b="1">
              <a:latin typeface="Courier New" panose="02070309020205020404" pitchFamily="49" charset="0"/>
            </a:endParaRPr>
          </a:p>
          <a:p>
            <a:pPr>
              <a:lnSpc>
                <a:spcPct val="90000"/>
              </a:lnSpc>
              <a:buFont typeface="Wingdings" panose="05000000000000000000" pitchFamily="2" charset="2"/>
              <a:buNone/>
            </a:pPr>
            <a:endParaRPr lang="en-US" altLang="ko-KR" sz="1800" b="1">
              <a:latin typeface="Courier New" panose="02070309020205020404" pitchFamily="49" charset="0"/>
            </a:endParaRPr>
          </a:p>
          <a:p>
            <a:pPr>
              <a:lnSpc>
                <a:spcPct val="90000"/>
              </a:lnSpc>
              <a:buFont typeface="Wingdings" panose="05000000000000000000" pitchFamily="2" charset="2"/>
              <a:buNone/>
            </a:pPr>
            <a:r>
              <a:rPr lang="en-US" altLang="ko-KR" sz="1800" b="1">
                <a:latin typeface="Courier New" panose="02070309020205020404" pitchFamily="49" charset="0"/>
              </a:rPr>
              <a:t>Use of prime programs to define structured programming:</a:t>
            </a:r>
          </a:p>
          <a:p>
            <a:pPr>
              <a:lnSpc>
                <a:spcPct val="90000"/>
              </a:lnSpc>
              <a:buFont typeface="Wingdings" panose="05000000000000000000" pitchFamily="2" charset="2"/>
              <a:buNone/>
            </a:pPr>
            <a:r>
              <a:rPr lang="en-US" altLang="ko-KR" sz="1800" b="1">
                <a:latin typeface="Courier New" panose="02070309020205020404" pitchFamily="49" charset="0"/>
              </a:rPr>
              <a:t>Concept first used by Dijkstra in 1968 as </a:t>
            </a:r>
            <a:r>
              <a:rPr lang="en-US" altLang="ko-KR" sz="1800" b="1">
                <a:solidFill>
                  <a:srgbClr val="FF0000"/>
                </a:solidFill>
                <a:latin typeface="Courier New" panose="02070309020205020404" pitchFamily="49" charset="0"/>
              </a:rPr>
              <a:t>gotoless programming.</a:t>
            </a:r>
          </a:p>
          <a:p>
            <a:pPr>
              <a:lnSpc>
                <a:spcPct val="90000"/>
              </a:lnSpc>
              <a:buFont typeface="Wingdings" panose="05000000000000000000" pitchFamily="2" charset="2"/>
              <a:buNone/>
            </a:pPr>
            <a:endParaRPr lang="en-US" altLang="ko-KR" sz="1800" b="1">
              <a:latin typeface="Courier New" panose="02070309020205020404" pitchFamily="49" charset="0"/>
            </a:endParaRPr>
          </a:p>
          <a:p>
            <a:pPr>
              <a:lnSpc>
                <a:spcPct val="90000"/>
              </a:lnSpc>
              <a:buFont typeface="Wingdings" panose="05000000000000000000" pitchFamily="2" charset="2"/>
              <a:buNone/>
            </a:pPr>
            <a:r>
              <a:rPr lang="en-US" altLang="ko-KR" sz="1800" b="1">
                <a:latin typeface="Courier New" panose="02070309020205020404" pitchFamily="49" charset="0"/>
              </a:rPr>
              <a:t>Called </a:t>
            </a:r>
            <a:r>
              <a:rPr lang="en-US" altLang="ko-KR" sz="1800" b="1">
                <a:solidFill>
                  <a:srgbClr val="FF0000"/>
                </a:solidFill>
                <a:latin typeface="Courier New" panose="02070309020205020404" pitchFamily="49" charset="0"/>
              </a:rPr>
              <a:t>structured programming</a:t>
            </a:r>
            <a:r>
              <a:rPr lang="en-US" altLang="ko-KR" sz="1800" b="1">
                <a:latin typeface="Courier New" panose="02070309020205020404" pitchFamily="49" charset="0"/>
              </a:rPr>
              <a:t> in early 1970s-</a:t>
            </a:r>
          </a:p>
          <a:p>
            <a:pPr>
              <a:lnSpc>
                <a:spcPct val="90000"/>
              </a:lnSpc>
              <a:buFont typeface="Wingdings" panose="05000000000000000000" pitchFamily="2" charset="2"/>
              <a:buNone/>
            </a:pPr>
            <a:r>
              <a:rPr lang="en-US" altLang="ko-KR" sz="1800" b="1">
                <a:latin typeface="Courier New" panose="02070309020205020404" pitchFamily="49" charset="0"/>
              </a:rPr>
              <a:t>Program only with if, while and sequence control structures.</a:t>
            </a:r>
          </a:p>
          <a:p>
            <a:pPr>
              <a:lnSpc>
                <a:spcPct val="90000"/>
              </a:lnSpc>
              <a:buFont typeface="Wingdings" panose="05000000000000000000" pitchFamily="2" charset="2"/>
              <a:buNone/>
            </a:pPr>
            <a:endParaRPr lang="en-US" altLang="ko-KR" sz="1800" b="1">
              <a:latin typeface="Courier New" panose="02070309020205020404" pitchFamily="49" charset="0"/>
            </a:endParaRPr>
          </a:p>
          <a:p>
            <a:pPr>
              <a:lnSpc>
                <a:spcPct val="90000"/>
              </a:lnSpc>
              <a:buFont typeface="Wingdings" panose="05000000000000000000" pitchFamily="2" charset="2"/>
              <a:buNone/>
            </a:pPr>
            <a:endParaRPr lang="en-US" altLang="ko-KR" sz="1800" b="1">
              <a:latin typeface="Courier New" panose="02070309020205020404" pitchFamily="49" charset="0"/>
            </a:endParaRPr>
          </a:p>
        </p:txBody>
      </p:sp>
      <p:pic>
        <p:nvPicPr>
          <p:cNvPr id="208900" name="Picture 4" descr="0710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 y="2438400"/>
            <a:ext cx="7772400" cy="1600200"/>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바닥글 개체 틀 4"/>
          <p:cNvSpPr>
            <a:spLocks noGrp="1"/>
          </p:cNvSpPr>
          <p:nvPr>
            <p:ph type="ftr" sz="quarter" idx="11"/>
          </p:nvPr>
        </p:nvSpPr>
        <p:spPr/>
        <p:txBody>
          <a:bodyPr/>
          <a:lstStyle/>
          <a:p>
            <a:r>
              <a:rPr lang="en-US" altLang="ko-KR"/>
              <a:t>Prime programs</a:t>
            </a:r>
          </a:p>
        </p:txBody>
      </p:sp>
      <p:sp>
        <p:nvSpPr>
          <p:cNvPr id="7" name="슬라이드 번호 개체 틀 5"/>
          <p:cNvSpPr>
            <a:spLocks noGrp="1"/>
          </p:cNvSpPr>
          <p:nvPr>
            <p:ph type="sldNum" sz="quarter" idx="12"/>
          </p:nvPr>
        </p:nvSpPr>
        <p:spPr/>
        <p:txBody>
          <a:bodyPr/>
          <a:lstStyle/>
          <a:p>
            <a:fld id="{F600CC3C-1F79-4984-85C4-52DC5406DE7C}" type="slidenum">
              <a:rPr lang="en-US" altLang="ko-KR"/>
              <a:pPr/>
              <a:t>13</a:t>
            </a:fld>
            <a:endParaRPr lang="en-US" altLang="ko-KR"/>
          </a:p>
        </p:txBody>
      </p:sp>
      <p:sp>
        <p:nvSpPr>
          <p:cNvPr id="209922" name="Rectangle 2"/>
          <p:cNvSpPr>
            <a:spLocks noGrp="1" noChangeArrowheads="1"/>
          </p:cNvSpPr>
          <p:nvPr>
            <p:ph type="title"/>
          </p:nvPr>
        </p:nvSpPr>
        <p:spPr/>
        <p:txBody>
          <a:bodyPr/>
          <a:lstStyle/>
          <a:p>
            <a:r>
              <a:rPr lang="en-US" altLang="ko-KR" sz="2400" b="1">
                <a:latin typeface="Courier New" panose="02070309020205020404" pitchFamily="49" charset="0"/>
              </a:rPr>
              <a:t>Structured programming</a:t>
            </a:r>
          </a:p>
        </p:txBody>
      </p:sp>
      <p:sp>
        <p:nvSpPr>
          <p:cNvPr id="209923" name="Rectangle 3"/>
          <p:cNvSpPr>
            <a:spLocks noGrp="1" noChangeArrowheads="1"/>
          </p:cNvSpPr>
          <p:nvPr>
            <p:ph type="body" idx="1"/>
          </p:nvPr>
        </p:nvSpPr>
        <p:spPr/>
        <p:txBody>
          <a:bodyPr/>
          <a:lstStyle/>
          <a:p>
            <a:pPr>
              <a:buFont typeface="Wingdings" panose="05000000000000000000" pitchFamily="2" charset="2"/>
              <a:buNone/>
            </a:pPr>
            <a:r>
              <a:rPr lang="en-US" altLang="ko-KR" sz="1800" b="1">
                <a:latin typeface="Courier New" panose="02070309020205020404" pitchFamily="49" charset="0"/>
              </a:rPr>
              <a:t>Issue in 1970s: Does this limit what programs can be written?</a:t>
            </a:r>
          </a:p>
          <a:p>
            <a:r>
              <a:rPr lang="en-US" altLang="ko-KR" sz="1800" b="1">
                <a:latin typeface="Courier New" panose="02070309020205020404" pitchFamily="49" charset="0"/>
              </a:rPr>
              <a:t>Resolved by Structure Theorem of Böhm-Jacobini.</a:t>
            </a:r>
          </a:p>
          <a:p>
            <a:pPr>
              <a:buFont typeface="Wingdings" panose="05000000000000000000" pitchFamily="2" charset="2"/>
              <a:buNone/>
            </a:pPr>
            <a:endParaRPr lang="en-US" altLang="ko-KR" sz="1800" b="1">
              <a:latin typeface="Courier New" panose="02070309020205020404" pitchFamily="49" charset="0"/>
            </a:endParaRPr>
          </a:p>
          <a:p>
            <a:pPr>
              <a:buFont typeface="Wingdings" panose="05000000000000000000" pitchFamily="2" charset="2"/>
              <a:buNone/>
            </a:pPr>
            <a:r>
              <a:rPr lang="en-US" altLang="ko-KR" sz="1800" b="1">
                <a:latin typeface="Courier New" panose="02070309020205020404" pitchFamily="49" charset="0"/>
              </a:rPr>
              <a:t>Here is a graph version of theorem originally developed by Harlan Mills:</a:t>
            </a:r>
          </a:p>
          <a:p>
            <a:pPr>
              <a:buFont typeface="Wingdings" panose="05000000000000000000" pitchFamily="2" charset="2"/>
              <a:buNone/>
            </a:pPr>
            <a:endParaRPr lang="en-US" altLang="ko-KR" sz="1800" b="1">
              <a:latin typeface="Courier New" panose="02070309020205020404" pitchFamily="49" charset="0"/>
            </a:endParaRPr>
          </a:p>
          <a:p>
            <a:pPr>
              <a:buFont typeface="Wingdings" panose="05000000000000000000" pitchFamily="2" charset="2"/>
              <a:buNone/>
            </a:pPr>
            <a:endParaRPr lang="en-US" altLang="ko-KR" sz="1800" b="1">
              <a:latin typeface="Courier New" panose="02070309020205020404" pitchFamily="49" charset="0"/>
            </a:endParaRPr>
          </a:p>
          <a:p>
            <a:pPr>
              <a:buFont typeface="Wingdings" panose="05000000000000000000" pitchFamily="2" charset="2"/>
              <a:buNone/>
            </a:pPr>
            <a:endParaRPr lang="en-US" altLang="ko-KR" sz="1800" b="1">
              <a:latin typeface="Courier New" panose="02070309020205020404" pitchFamily="49" charset="0"/>
            </a:endParaRPr>
          </a:p>
        </p:txBody>
      </p:sp>
      <p:pic>
        <p:nvPicPr>
          <p:cNvPr id="209924" name="Picture 4" descr="0710b"/>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000" y="4038600"/>
            <a:ext cx="6324600" cy="1905000"/>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바닥글 개체 틀 4"/>
          <p:cNvSpPr>
            <a:spLocks noGrp="1"/>
          </p:cNvSpPr>
          <p:nvPr>
            <p:ph type="ftr" sz="quarter" idx="11"/>
          </p:nvPr>
        </p:nvSpPr>
        <p:spPr/>
        <p:txBody>
          <a:bodyPr/>
          <a:lstStyle/>
          <a:p>
            <a:r>
              <a:rPr lang="en-US" altLang="ko-KR"/>
              <a:t>Prime programs</a:t>
            </a:r>
          </a:p>
        </p:txBody>
      </p:sp>
      <p:sp>
        <p:nvSpPr>
          <p:cNvPr id="7" name="슬라이드 번호 개체 틀 5"/>
          <p:cNvSpPr>
            <a:spLocks noGrp="1"/>
          </p:cNvSpPr>
          <p:nvPr>
            <p:ph type="sldNum" sz="quarter" idx="12"/>
          </p:nvPr>
        </p:nvSpPr>
        <p:spPr/>
        <p:txBody>
          <a:bodyPr/>
          <a:lstStyle/>
          <a:p>
            <a:fld id="{F88960E4-43B2-4696-B5ED-A5ACE57FCA20}" type="slidenum">
              <a:rPr lang="en-US" altLang="ko-KR"/>
              <a:pPr/>
              <a:t>14</a:t>
            </a:fld>
            <a:endParaRPr lang="en-US" altLang="ko-KR"/>
          </a:p>
        </p:txBody>
      </p:sp>
      <p:sp>
        <p:nvSpPr>
          <p:cNvPr id="210946" name="Rectangle 2"/>
          <p:cNvSpPr>
            <a:spLocks noGrp="1" noChangeArrowheads="1"/>
          </p:cNvSpPr>
          <p:nvPr>
            <p:ph type="title"/>
          </p:nvPr>
        </p:nvSpPr>
        <p:spPr/>
        <p:txBody>
          <a:bodyPr/>
          <a:lstStyle/>
          <a:p>
            <a:r>
              <a:rPr lang="en-US" altLang="ko-KR" sz="2400" b="1">
                <a:latin typeface="Courier New" panose="02070309020205020404" pitchFamily="49" charset="0"/>
              </a:rPr>
              <a:t>Structure theorem</a:t>
            </a:r>
          </a:p>
        </p:txBody>
      </p:sp>
      <p:sp>
        <p:nvSpPr>
          <p:cNvPr id="210947" name="Rectangle 3"/>
          <p:cNvSpPr>
            <a:spLocks noGrp="1" noChangeArrowheads="1"/>
          </p:cNvSpPr>
          <p:nvPr>
            <p:ph type="body" idx="1"/>
          </p:nvPr>
        </p:nvSpPr>
        <p:spPr/>
        <p:txBody>
          <a:bodyPr/>
          <a:lstStyle/>
          <a:p>
            <a:pPr>
              <a:buFont typeface="Wingdings" panose="05000000000000000000" pitchFamily="2" charset="2"/>
              <a:buNone/>
            </a:pPr>
            <a:r>
              <a:rPr lang="en-US" altLang="ko-KR" sz="1800" b="1">
                <a:latin typeface="Courier New" panose="02070309020205020404" pitchFamily="49" charset="0"/>
              </a:rPr>
              <a:t>Outline of proof:</a:t>
            </a:r>
          </a:p>
          <a:p>
            <a:pPr>
              <a:buFont typeface="Wingdings" panose="05000000000000000000" pitchFamily="2" charset="2"/>
              <a:buNone/>
            </a:pPr>
            <a:r>
              <a:rPr lang="en-US" altLang="ko-KR" sz="1800" b="1">
                <a:latin typeface="Courier New" panose="02070309020205020404" pitchFamily="49" charset="0"/>
              </a:rPr>
              <a:t>1. Label each arc with 1 being the entry arc and 0 the exit arc.</a:t>
            </a:r>
          </a:p>
          <a:p>
            <a:pPr>
              <a:buFont typeface="Wingdings" panose="05000000000000000000" pitchFamily="2" charset="2"/>
              <a:buNone/>
            </a:pPr>
            <a:r>
              <a:rPr lang="en-US" altLang="ko-KR" sz="1800" b="1">
                <a:latin typeface="Courier New" panose="02070309020205020404" pitchFamily="49" charset="0"/>
              </a:rPr>
              <a:t>2. Let I be a new variable not used in program.</a:t>
            </a:r>
          </a:p>
          <a:p>
            <a:pPr>
              <a:buFont typeface="Wingdings" panose="05000000000000000000" pitchFamily="2" charset="2"/>
              <a:buNone/>
            </a:pPr>
            <a:r>
              <a:rPr lang="en-US" altLang="ko-KR" sz="1800" b="1">
                <a:latin typeface="Courier New" panose="02070309020205020404" pitchFamily="49" charset="0"/>
              </a:rPr>
              <a:t>3. For each node in program construct the following:</a:t>
            </a:r>
          </a:p>
          <a:p>
            <a:pPr>
              <a:buFont typeface="Wingdings" panose="05000000000000000000" pitchFamily="2" charset="2"/>
              <a:buNone/>
            </a:pPr>
            <a:endParaRPr lang="en-US" altLang="ko-KR" sz="1800" b="1">
              <a:latin typeface="Courier New" panose="02070309020205020404" pitchFamily="49" charset="0"/>
            </a:endParaRPr>
          </a:p>
        </p:txBody>
      </p:sp>
      <p:pic>
        <p:nvPicPr>
          <p:cNvPr id="210948" name="Picture 4" descr="0720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400" y="3810000"/>
            <a:ext cx="6934200" cy="2390775"/>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바닥글 개체 틀 4"/>
          <p:cNvSpPr>
            <a:spLocks noGrp="1"/>
          </p:cNvSpPr>
          <p:nvPr>
            <p:ph type="ftr" sz="quarter" idx="11"/>
          </p:nvPr>
        </p:nvSpPr>
        <p:spPr/>
        <p:txBody>
          <a:bodyPr/>
          <a:lstStyle/>
          <a:p>
            <a:r>
              <a:rPr lang="en-US" altLang="ko-KR"/>
              <a:t>Prime programs</a:t>
            </a:r>
          </a:p>
        </p:txBody>
      </p:sp>
      <p:sp>
        <p:nvSpPr>
          <p:cNvPr id="7" name="슬라이드 번호 개체 틀 5"/>
          <p:cNvSpPr>
            <a:spLocks noGrp="1"/>
          </p:cNvSpPr>
          <p:nvPr>
            <p:ph type="sldNum" sz="quarter" idx="12"/>
          </p:nvPr>
        </p:nvSpPr>
        <p:spPr/>
        <p:txBody>
          <a:bodyPr/>
          <a:lstStyle/>
          <a:p>
            <a:fld id="{2A348350-D10A-4A6C-A9C9-D23A2C0A9910}" type="slidenum">
              <a:rPr lang="en-US" altLang="ko-KR"/>
              <a:pPr/>
              <a:t>15</a:t>
            </a:fld>
            <a:endParaRPr lang="en-US" altLang="ko-KR"/>
          </a:p>
        </p:txBody>
      </p:sp>
      <p:sp>
        <p:nvSpPr>
          <p:cNvPr id="211970" name="Rectangle 2"/>
          <p:cNvSpPr>
            <a:spLocks noGrp="1" noChangeArrowheads="1"/>
          </p:cNvSpPr>
          <p:nvPr>
            <p:ph type="title"/>
          </p:nvPr>
        </p:nvSpPr>
        <p:spPr/>
        <p:txBody>
          <a:bodyPr/>
          <a:lstStyle/>
          <a:p>
            <a:r>
              <a:rPr lang="en-US" altLang="ko-KR" sz="2400" b="1">
                <a:latin typeface="Courier New" panose="02070309020205020404" pitchFamily="49" charset="0"/>
              </a:rPr>
              <a:t>Structure theorem (continued)</a:t>
            </a:r>
          </a:p>
        </p:txBody>
      </p:sp>
      <p:sp>
        <p:nvSpPr>
          <p:cNvPr id="211971" name="Rectangle 3"/>
          <p:cNvSpPr>
            <a:spLocks noGrp="1" noChangeArrowheads="1"/>
          </p:cNvSpPr>
          <p:nvPr>
            <p:ph type="body" idx="1"/>
          </p:nvPr>
        </p:nvSpPr>
        <p:spPr>
          <a:xfrm>
            <a:off x="685800" y="1981200"/>
            <a:ext cx="3048000" cy="4114800"/>
          </a:xfrm>
        </p:spPr>
        <p:txBody>
          <a:bodyPr/>
          <a:lstStyle/>
          <a:p>
            <a:pPr>
              <a:buFont typeface="Wingdings" panose="05000000000000000000" pitchFamily="2" charset="2"/>
              <a:buNone/>
            </a:pPr>
            <a:r>
              <a:rPr lang="en-US" altLang="ko-KR" sz="1800" b="1">
                <a:latin typeface="Courier New" panose="02070309020205020404" pitchFamily="49" charset="0"/>
              </a:rPr>
              <a:t>4. Create the following new flowchart on right.</a:t>
            </a:r>
          </a:p>
          <a:p>
            <a:pPr>
              <a:buFont typeface="Wingdings" panose="05000000000000000000" pitchFamily="2" charset="2"/>
              <a:buNone/>
            </a:pPr>
            <a:endParaRPr lang="en-US" altLang="ko-KR" sz="1800" b="1">
              <a:latin typeface="Courier New" panose="02070309020205020404" pitchFamily="49" charset="0"/>
            </a:endParaRPr>
          </a:p>
          <a:p>
            <a:pPr>
              <a:buFont typeface="Wingdings" panose="05000000000000000000" pitchFamily="2" charset="2"/>
              <a:buNone/>
            </a:pPr>
            <a:r>
              <a:rPr lang="en-US" altLang="ko-KR" sz="1800" b="1">
                <a:latin typeface="Courier New" panose="02070309020205020404" pitchFamily="49" charset="0"/>
              </a:rPr>
              <a:t>If F is the original function, what is the new function?</a:t>
            </a:r>
          </a:p>
          <a:p>
            <a:pPr>
              <a:buFont typeface="Wingdings" panose="05000000000000000000" pitchFamily="2" charset="2"/>
              <a:buNone/>
            </a:pPr>
            <a:endParaRPr lang="en-US" altLang="ko-KR" sz="1800" b="1">
              <a:latin typeface="Courier New" panose="02070309020205020404" pitchFamily="49" charset="0"/>
            </a:endParaRPr>
          </a:p>
        </p:txBody>
      </p:sp>
      <p:pic>
        <p:nvPicPr>
          <p:cNvPr id="211972" name="Picture 4" descr="0720b"/>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91000" y="1676400"/>
            <a:ext cx="3505200" cy="4457700"/>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바닥글 개체 틀 4"/>
          <p:cNvSpPr>
            <a:spLocks noGrp="1"/>
          </p:cNvSpPr>
          <p:nvPr>
            <p:ph type="ftr" sz="quarter" idx="11"/>
          </p:nvPr>
        </p:nvSpPr>
        <p:spPr/>
        <p:txBody>
          <a:bodyPr/>
          <a:lstStyle/>
          <a:p>
            <a:r>
              <a:rPr lang="en-US" altLang="ko-KR"/>
              <a:t>Prime programs</a:t>
            </a:r>
          </a:p>
        </p:txBody>
      </p:sp>
      <p:sp>
        <p:nvSpPr>
          <p:cNvPr id="7" name="슬라이드 번호 개체 틀 5"/>
          <p:cNvSpPr>
            <a:spLocks noGrp="1"/>
          </p:cNvSpPr>
          <p:nvPr>
            <p:ph type="sldNum" sz="quarter" idx="12"/>
          </p:nvPr>
        </p:nvSpPr>
        <p:spPr/>
        <p:txBody>
          <a:bodyPr/>
          <a:lstStyle/>
          <a:p>
            <a:fld id="{38B8245F-197B-4C47-8790-1C993AE1C958}" type="slidenum">
              <a:rPr lang="en-US" altLang="ko-KR"/>
              <a:pPr/>
              <a:t>16</a:t>
            </a:fld>
            <a:endParaRPr lang="en-US" altLang="ko-KR"/>
          </a:p>
        </p:txBody>
      </p:sp>
      <p:sp>
        <p:nvSpPr>
          <p:cNvPr id="212994" name="Rectangle 2"/>
          <p:cNvSpPr>
            <a:spLocks noGrp="1" noChangeArrowheads="1"/>
          </p:cNvSpPr>
          <p:nvPr>
            <p:ph type="title"/>
          </p:nvPr>
        </p:nvSpPr>
        <p:spPr/>
        <p:txBody>
          <a:bodyPr/>
          <a:lstStyle/>
          <a:p>
            <a:r>
              <a:rPr lang="en-US" altLang="ko-KR" sz="2400" b="1">
                <a:latin typeface="Courier New" panose="02070309020205020404" pitchFamily="49" charset="0"/>
              </a:rPr>
              <a:t>Program verification - again</a:t>
            </a:r>
          </a:p>
        </p:txBody>
      </p:sp>
      <p:sp>
        <p:nvSpPr>
          <p:cNvPr id="212995" name="Rectangle 3"/>
          <p:cNvSpPr>
            <a:spLocks noGrp="1" noChangeArrowheads="1"/>
          </p:cNvSpPr>
          <p:nvPr>
            <p:ph type="body" idx="1"/>
          </p:nvPr>
        </p:nvSpPr>
        <p:spPr>
          <a:xfrm>
            <a:off x="685800" y="1752600"/>
            <a:ext cx="7772400" cy="4343400"/>
          </a:xfrm>
        </p:spPr>
        <p:txBody>
          <a:bodyPr/>
          <a:lstStyle/>
          <a:p>
            <a:pPr>
              <a:lnSpc>
                <a:spcPct val="90000"/>
              </a:lnSpc>
              <a:buFont typeface="Wingdings" panose="05000000000000000000" pitchFamily="2" charset="2"/>
              <a:buNone/>
            </a:pPr>
            <a:r>
              <a:rPr lang="en-US" altLang="ko-KR" sz="1600" b="1">
                <a:latin typeface="Courier New" panose="02070309020205020404" pitchFamily="49" charset="0"/>
              </a:rPr>
              <a:t>For every flowchart, we can compute a function for each arc in its prime decomposition.</a:t>
            </a:r>
          </a:p>
          <a:p>
            <a:pPr>
              <a:lnSpc>
                <a:spcPct val="90000"/>
              </a:lnSpc>
              <a:buFont typeface="Wingdings" panose="05000000000000000000" pitchFamily="2" charset="2"/>
              <a:buNone/>
            </a:pPr>
            <a:endParaRPr lang="en-US" altLang="ko-KR" sz="1600" b="1">
              <a:latin typeface="Courier New" panose="02070309020205020404" pitchFamily="49" charset="0"/>
            </a:endParaRPr>
          </a:p>
          <a:p>
            <a:pPr>
              <a:lnSpc>
                <a:spcPct val="90000"/>
              </a:lnSpc>
              <a:buFont typeface="Wingdings" panose="05000000000000000000" pitchFamily="2" charset="2"/>
              <a:buNone/>
            </a:pPr>
            <a:endParaRPr lang="en-US" altLang="ko-KR" sz="1600" b="1">
              <a:latin typeface="Courier New" panose="02070309020205020404" pitchFamily="49" charset="0"/>
            </a:endParaRPr>
          </a:p>
          <a:p>
            <a:pPr>
              <a:lnSpc>
                <a:spcPct val="90000"/>
              </a:lnSpc>
              <a:buFont typeface="Wingdings" panose="05000000000000000000" pitchFamily="2" charset="2"/>
              <a:buNone/>
            </a:pPr>
            <a:endParaRPr lang="en-US" altLang="ko-KR" sz="1600" b="1">
              <a:latin typeface="Courier New" panose="02070309020205020404" pitchFamily="49" charset="0"/>
            </a:endParaRPr>
          </a:p>
          <a:p>
            <a:pPr>
              <a:lnSpc>
                <a:spcPct val="90000"/>
              </a:lnSpc>
              <a:buFont typeface="Wingdings" panose="05000000000000000000" pitchFamily="2" charset="2"/>
              <a:buNone/>
            </a:pPr>
            <a:endParaRPr lang="en-US" altLang="ko-KR" sz="1600" b="1">
              <a:latin typeface="Courier New" panose="02070309020205020404" pitchFamily="49" charset="0"/>
            </a:endParaRPr>
          </a:p>
          <a:p>
            <a:pPr>
              <a:lnSpc>
                <a:spcPct val="90000"/>
              </a:lnSpc>
              <a:buFont typeface="Wingdings" panose="05000000000000000000" pitchFamily="2" charset="2"/>
              <a:buNone/>
            </a:pPr>
            <a:endParaRPr lang="en-US" altLang="ko-KR" sz="1600" b="1">
              <a:latin typeface="Courier New" panose="02070309020205020404" pitchFamily="49" charset="0"/>
            </a:endParaRPr>
          </a:p>
          <a:p>
            <a:pPr>
              <a:lnSpc>
                <a:spcPct val="90000"/>
              </a:lnSpc>
              <a:buFont typeface="Wingdings" panose="05000000000000000000" pitchFamily="2" charset="2"/>
              <a:buNone/>
            </a:pPr>
            <a:endParaRPr lang="en-US" altLang="ko-KR" sz="1600" b="1">
              <a:latin typeface="Courier New" panose="02070309020205020404" pitchFamily="49" charset="0"/>
            </a:endParaRPr>
          </a:p>
          <a:p>
            <a:pPr>
              <a:lnSpc>
                <a:spcPct val="90000"/>
              </a:lnSpc>
              <a:spcBef>
                <a:spcPct val="0"/>
              </a:spcBef>
              <a:buFont typeface="Wingdings" panose="05000000000000000000" pitchFamily="2" charset="2"/>
              <a:buNone/>
            </a:pPr>
            <a:r>
              <a:rPr lang="en-US" altLang="ko-KR" sz="1600" b="1">
                <a:latin typeface="Courier New" panose="02070309020205020404" pitchFamily="49" charset="0"/>
              </a:rPr>
              <a:t>f1: S1 </a:t>
            </a:r>
            <a:r>
              <a:rPr lang="en-US" altLang="ko-KR" sz="1600" b="1">
                <a:latin typeface="Courier New" panose="02070309020205020404" pitchFamily="49" charset="0"/>
                <a:sym typeface="Symbol" panose="05050102010706020507" pitchFamily="18" charset="2"/>
              </a:rPr>
              <a:t></a:t>
            </a:r>
            <a:r>
              <a:rPr lang="en-US" altLang="ko-KR" sz="1600" b="1">
                <a:latin typeface="Courier New" panose="02070309020205020404" pitchFamily="49" charset="0"/>
              </a:rPr>
              <a:t> S3;</a:t>
            </a:r>
          </a:p>
          <a:p>
            <a:pPr>
              <a:lnSpc>
                <a:spcPct val="90000"/>
              </a:lnSpc>
              <a:spcBef>
                <a:spcPct val="0"/>
              </a:spcBef>
              <a:buFont typeface="Wingdings" panose="05000000000000000000" pitchFamily="2" charset="2"/>
              <a:buNone/>
            </a:pPr>
            <a:r>
              <a:rPr lang="en-US" altLang="ko-KR" sz="1600" b="1">
                <a:latin typeface="Courier New" panose="02070309020205020404" pitchFamily="49" charset="0"/>
              </a:rPr>
              <a:t>f2: S2 </a:t>
            </a:r>
            <a:r>
              <a:rPr lang="en-US" altLang="ko-KR" sz="1600" b="1">
                <a:latin typeface="Courier New" panose="02070309020205020404" pitchFamily="49" charset="0"/>
                <a:sym typeface="Symbol" panose="05050102010706020507" pitchFamily="18" charset="2"/>
              </a:rPr>
              <a:t></a:t>
            </a:r>
            <a:r>
              <a:rPr lang="en-US" altLang="ko-KR" sz="1600" b="1">
                <a:latin typeface="Courier New" panose="02070309020205020404" pitchFamily="49" charset="0"/>
              </a:rPr>
              <a:t> S4;</a:t>
            </a:r>
          </a:p>
          <a:p>
            <a:pPr>
              <a:lnSpc>
                <a:spcPct val="90000"/>
              </a:lnSpc>
              <a:spcBef>
                <a:spcPct val="0"/>
              </a:spcBef>
              <a:buFont typeface="Wingdings" panose="05000000000000000000" pitchFamily="2" charset="2"/>
              <a:buNone/>
            </a:pPr>
            <a:r>
              <a:rPr lang="en-US" altLang="ko-KR" sz="1600" b="1">
                <a:latin typeface="Courier New" panose="02070309020205020404" pitchFamily="49" charset="0"/>
              </a:rPr>
              <a:t>f3: S5 </a:t>
            </a:r>
            <a:r>
              <a:rPr lang="en-US" altLang="ko-KR" sz="1600" b="1">
                <a:latin typeface="Courier New" panose="02070309020205020404" pitchFamily="49" charset="0"/>
                <a:sym typeface="Symbol" panose="05050102010706020507" pitchFamily="18" charset="2"/>
              </a:rPr>
              <a:t></a:t>
            </a:r>
            <a:r>
              <a:rPr lang="en-US" altLang="ko-KR" sz="1600" b="1">
                <a:latin typeface="Courier New" panose="02070309020205020404" pitchFamily="49" charset="0"/>
              </a:rPr>
              <a:t> Sf</a:t>
            </a:r>
          </a:p>
          <a:p>
            <a:pPr>
              <a:lnSpc>
                <a:spcPct val="90000"/>
              </a:lnSpc>
              <a:spcBef>
                <a:spcPct val="0"/>
              </a:spcBef>
              <a:buFont typeface="Wingdings" panose="05000000000000000000" pitchFamily="2" charset="2"/>
              <a:buNone/>
            </a:pPr>
            <a:r>
              <a:rPr lang="en-US" altLang="ko-KR" sz="1600" b="1">
                <a:latin typeface="Courier New" panose="02070309020205020404" pitchFamily="49" charset="0"/>
              </a:rPr>
              <a:t>A program is then C(f1, f2, f3): S0 </a:t>
            </a:r>
            <a:r>
              <a:rPr lang="en-US" altLang="ko-KR" sz="1600" b="1">
                <a:latin typeface="Courier New" panose="02070309020205020404" pitchFamily="49" charset="0"/>
                <a:sym typeface="Symbol" panose="05050102010706020507" pitchFamily="18" charset="2"/>
              </a:rPr>
              <a:t></a:t>
            </a:r>
            <a:r>
              <a:rPr lang="en-US" altLang="ko-KR" sz="1600" b="1">
                <a:latin typeface="Courier New" panose="02070309020205020404" pitchFamily="49" charset="0"/>
              </a:rPr>
              <a:t> Sf</a:t>
            </a:r>
          </a:p>
          <a:p>
            <a:pPr>
              <a:lnSpc>
                <a:spcPct val="90000"/>
              </a:lnSpc>
              <a:spcBef>
                <a:spcPct val="0"/>
              </a:spcBef>
              <a:buFont typeface="Wingdings" panose="05000000000000000000" pitchFamily="2" charset="2"/>
              <a:buNone/>
            </a:pPr>
            <a:r>
              <a:rPr lang="en-US" altLang="ko-KR" sz="1600" b="1">
                <a:latin typeface="Courier New" panose="02070309020205020404" pitchFamily="49" charset="0"/>
              </a:rPr>
              <a:t>Program verification is a formal method to define these functions:</a:t>
            </a:r>
          </a:p>
          <a:p>
            <a:pPr>
              <a:lnSpc>
                <a:spcPct val="90000"/>
              </a:lnSpc>
              <a:spcBef>
                <a:spcPct val="0"/>
              </a:spcBef>
              <a:buFont typeface="Wingdings" panose="05000000000000000000" pitchFamily="2" charset="2"/>
              <a:buNone/>
            </a:pPr>
            <a:r>
              <a:rPr lang="en-US" altLang="ko-KR" sz="1600" b="1">
                <a:latin typeface="Courier New" panose="02070309020205020404" pitchFamily="49" charset="0"/>
              </a:rPr>
              <a:t>	Axiomatic - Hoare, 1969</a:t>
            </a:r>
          </a:p>
          <a:p>
            <a:pPr>
              <a:lnSpc>
                <a:spcPct val="90000"/>
              </a:lnSpc>
              <a:spcBef>
                <a:spcPct val="0"/>
              </a:spcBef>
              <a:buFont typeface="Wingdings" panose="05000000000000000000" pitchFamily="2" charset="2"/>
              <a:buNone/>
            </a:pPr>
            <a:r>
              <a:rPr lang="en-US" altLang="ko-KR" sz="1600" b="1">
                <a:latin typeface="Courier New" panose="02070309020205020404" pitchFamily="49" charset="0"/>
              </a:rPr>
              <a:t>	Weakest precondition - Dijkstra, 1972</a:t>
            </a:r>
          </a:p>
          <a:p>
            <a:pPr>
              <a:lnSpc>
                <a:spcPct val="90000"/>
              </a:lnSpc>
              <a:spcBef>
                <a:spcPct val="0"/>
              </a:spcBef>
              <a:buFont typeface="Wingdings" panose="05000000000000000000" pitchFamily="2" charset="2"/>
              <a:buNone/>
            </a:pPr>
            <a:r>
              <a:rPr lang="en-US" altLang="ko-KR" sz="1600" b="1">
                <a:latin typeface="Courier New" panose="02070309020205020404" pitchFamily="49" charset="0"/>
              </a:rPr>
              <a:t>	Algebraic data types - Guttag, 1975</a:t>
            </a:r>
          </a:p>
          <a:p>
            <a:pPr>
              <a:lnSpc>
                <a:spcPct val="90000"/>
              </a:lnSpc>
              <a:spcBef>
                <a:spcPct val="0"/>
              </a:spcBef>
              <a:buFont typeface="Wingdings" panose="05000000000000000000" pitchFamily="2" charset="2"/>
              <a:buNone/>
            </a:pPr>
            <a:r>
              <a:rPr lang="en-US" altLang="ko-KR" sz="1600" b="1">
                <a:latin typeface="Courier New" panose="02070309020205020404" pitchFamily="49" charset="0"/>
              </a:rPr>
              <a:t>	Functional correctness - Mills, 1975</a:t>
            </a:r>
          </a:p>
          <a:p>
            <a:pPr>
              <a:lnSpc>
                <a:spcPct val="90000"/>
              </a:lnSpc>
              <a:buFont typeface="Wingdings" panose="05000000000000000000" pitchFamily="2" charset="2"/>
              <a:buNone/>
            </a:pPr>
            <a:endParaRPr lang="en-US" altLang="ko-KR" sz="1600" b="1">
              <a:latin typeface="Courier New" panose="02070309020205020404" pitchFamily="49" charset="0"/>
            </a:endParaRPr>
          </a:p>
        </p:txBody>
      </p:sp>
      <p:pic>
        <p:nvPicPr>
          <p:cNvPr id="212996" name="Picture 4" descr="073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5400" y="2438400"/>
            <a:ext cx="6477000" cy="1295400"/>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바닥글 개체 틀 4"/>
          <p:cNvSpPr>
            <a:spLocks noGrp="1"/>
          </p:cNvSpPr>
          <p:nvPr>
            <p:ph type="ftr" sz="quarter" idx="11"/>
          </p:nvPr>
        </p:nvSpPr>
        <p:spPr/>
        <p:txBody>
          <a:bodyPr/>
          <a:lstStyle/>
          <a:p>
            <a:r>
              <a:rPr lang="en-US" altLang="ko-KR"/>
              <a:t>Prime programs</a:t>
            </a:r>
          </a:p>
        </p:txBody>
      </p:sp>
      <p:sp>
        <p:nvSpPr>
          <p:cNvPr id="6" name="슬라이드 번호 개체 틀 5"/>
          <p:cNvSpPr>
            <a:spLocks noGrp="1"/>
          </p:cNvSpPr>
          <p:nvPr>
            <p:ph type="sldNum" sz="quarter" idx="12"/>
          </p:nvPr>
        </p:nvSpPr>
        <p:spPr/>
        <p:txBody>
          <a:bodyPr/>
          <a:lstStyle/>
          <a:p>
            <a:fld id="{35B7D210-CFC0-40C6-92E2-A8D6B43E3954}" type="slidenum">
              <a:rPr lang="en-US" altLang="ko-KR"/>
              <a:pPr/>
              <a:t>17</a:t>
            </a:fld>
            <a:endParaRPr lang="en-US" altLang="ko-KR"/>
          </a:p>
        </p:txBody>
      </p:sp>
      <p:sp>
        <p:nvSpPr>
          <p:cNvPr id="214018" name="Rectangle 2"/>
          <p:cNvSpPr>
            <a:spLocks noGrp="1" noChangeArrowheads="1"/>
          </p:cNvSpPr>
          <p:nvPr>
            <p:ph type="title"/>
          </p:nvPr>
        </p:nvSpPr>
        <p:spPr/>
        <p:txBody>
          <a:bodyPr/>
          <a:lstStyle/>
          <a:p>
            <a:r>
              <a:rPr lang="en-US" altLang="ko-KR" sz="2400" b="1">
                <a:latin typeface="Courier New" panose="02070309020205020404" pitchFamily="49" charset="0"/>
              </a:rPr>
              <a:t>Prime programs - Summary</a:t>
            </a:r>
          </a:p>
        </p:txBody>
      </p:sp>
      <p:sp>
        <p:nvSpPr>
          <p:cNvPr id="214019" name="Rectangle 3"/>
          <p:cNvSpPr>
            <a:spLocks noGrp="1" noChangeArrowheads="1"/>
          </p:cNvSpPr>
          <p:nvPr>
            <p:ph type="body" idx="1"/>
          </p:nvPr>
        </p:nvSpPr>
        <p:spPr/>
        <p:txBody>
          <a:bodyPr/>
          <a:lstStyle/>
          <a:p>
            <a:pPr>
              <a:buFont typeface="Wingdings" panose="05000000000000000000" pitchFamily="2" charset="2"/>
              <a:buNone/>
            </a:pPr>
            <a:r>
              <a:rPr lang="en-US" altLang="ko-KR" sz="1800" b="1">
                <a:latin typeface="Courier New" panose="02070309020205020404" pitchFamily="49" charset="0"/>
              </a:rPr>
              <a:t>Structure theorem does not say:</a:t>
            </a:r>
          </a:p>
          <a:p>
            <a:pPr>
              <a:buFont typeface="Wingdings" panose="05000000000000000000" pitchFamily="2" charset="2"/>
              <a:buNone/>
            </a:pPr>
            <a:r>
              <a:rPr lang="en-US" altLang="ko-KR" sz="1800" b="1">
                <a:latin typeface="Courier New" panose="02070309020205020404" pitchFamily="49" charset="0"/>
              </a:rPr>
              <a:t>	Given any “spaghetti program” convert it into a structured program.</a:t>
            </a:r>
          </a:p>
          <a:p>
            <a:pPr>
              <a:buFont typeface="Wingdings" panose="05000000000000000000" pitchFamily="2" charset="2"/>
              <a:buNone/>
            </a:pPr>
            <a:endParaRPr lang="en-US" altLang="ko-KR" sz="1800" b="1">
              <a:latin typeface="Courier New" panose="02070309020205020404" pitchFamily="49" charset="0"/>
            </a:endParaRPr>
          </a:p>
          <a:p>
            <a:pPr>
              <a:buFont typeface="Wingdings" panose="05000000000000000000" pitchFamily="2" charset="2"/>
              <a:buNone/>
            </a:pPr>
            <a:r>
              <a:rPr lang="en-US" altLang="ko-KR" sz="1800" b="1">
                <a:latin typeface="Courier New" panose="02070309020205020404" pitchFamily="49" charset="0"/>
              </a:rPr>
              <a:t>What it does say is that there is no loss of functionality in using only those control structures. It is still up to the programmer to choose the best algorithm to solve problem.</a:t>
            </a:r>
          </a:p>
          <a:p>
            <a:pPr>
              <a:buFont typeface="Wingdings" panose="05000000000000000000" pitchFamily="2" charset="2"/>
              <a:buNone/>
            </a:pPr>
            <a:endParaRPr lang="en-US" altLang="ko-KR" sz="1800" b="1">
              <a:latin typeface="Courier New" panose="02070309020205020404" pitchFamily="49" charset="0"/>
            </a:endParaRPr>
          </a:p>
          <a:p>
            <a:pPr>
              <a:buFont typeface="Wingdings" panose="05000000000000000000" pitchFamily="2" charset="2"/>
              <a:buNone/>
            </a:pPr>
            <a:r>
              <a:rPr lang="en-US" altLang="ko-KR" sz="1800" b="1">
                <a:latin typeface="Courier New" panose="02070309020205020404" pitchFamily="49" charset="0"/>
              </a:rPr>
              <a:t>Also, the prime decomposition shows that the primes up to 4 nodes are the useful programming language control structures, except for the do-while-do, which has been ignored by language designers.</a:t>
            </a:r>
          </a:p>
        </p:txBody>
      </p:sp>
    </p:spTree>
  </p:cSld>
  <p:clrMapOvr>
    <a:masterClrMapping/>
  </p:clrMapOvr>
</p:sld>
</file>

<file path=ppt/theme/theme1.xml><?xml version="1.0" encoding="utf-8"?>
<a:theme xmlns:a="http://schemas.openxmlformats.org/drawingml/2006/main" name="기본 디자인">
  <a:themeElements>
    <a:clrScheme name="기본 디자인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기본 디자인">
      <a:majorFont>
        <a:latin typeface="굴림"/>
        <a:ea typeface="굴림"/>
        <a:cs typeface=""/>
      </a:majorFont>
      <a:minorFont>
        <a:latin typeface="굴림"/>
        <a:ea typeface="굴림"/>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r" defTabSz="914400" rtl="0" eaLnBrk="1" fontAlgn="base" latinLnBrk="1" hangingPunct="1">
          <a:lnSpc>
            <a:spcPct val="100000"/>
          </a:lnSpc>
          <a:spcBef>
            <a:spcPct val="0"/>
          </a:spcBef>
          <a:spcAft>
            <a:spcPct val="0"/>
          </a:spcAft>
          <a:buClrTx/>
          <a:buSzTx/>
          <a:buFontTx/>
          <a:buNone/>
          <a:tabLst/>
          <a:defRPr kumimoji="1" lang="ko-KR" altLang="en-US" sz="2400" b="0" i="0" u="none" strike="noStrike" cap="none" normalizeH="0" baseline="0" smtClean="0">
            <a:ln>
              <a:noFill/>
            </a:ln>
            <a:solidFill>
              <a:schemeClr val="tx1"/>
            </a:solidFill>
            <a:effectLst/>
            <a:latin typeface="굴림" panose="020B0600000101010101" pitchFamily="50" charset="-127"/>
            <a:ea typeface="굴림" panose="020B0600000101010101" pitchFamily="50" charset="-127"/>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r" defTabSz="914400" rtl="0" eaLnBrk="1" fontAlgn="base" latinLnBrk="1" hangingPunct="1">
          <a:lnSpc>
            <a:spcPct val="100000"/>
          </a:lnSpc>
          <a:spcBef>
            <a:spcPct val="0"/>
          </a:spcBef>
          <a:spcAft>
            <a:spcPct val="0"/>
          </a:spcAft>
          <a:buClrTx/>
          <a:buSzTx/>
          <a:buFontTx/>
          <a:buNone/>
          <a:tabLst/>
          <a:defRPr kumimoji="1" lang="ko-KR" altLang="en-US" sz="2400" b="0" i="0" u="none" strike="noStrike" cap="none" normalizeH="0" baseline="0" smtClean="0">
            <a:ln>
              <a:noFill/>
            </a:ln>
            <a:solidFill>
              <a:schemeClr val="tx1"/>
            </a:solidFill>
            <a:effectLst/>
            <a:latin typeface="굴림" panose="020B0600000101010101" pitchFamily="50" charset="-127"/>
            <a:ea typeface="굴림" panose="020B0600000101010101" pitchFamily="50" charset="-127"/>
          </a:defRPr>
        </a:defPPr>
      </a:lstStyle>
    </a:lnDef>
  </a:objectDefaults>
  <a:extraClrSchemeLst>
    <a:extraClrScheme>
      <a:clrScheme name="기본 디자인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기본 디자인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기본 디자인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기본 디자인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기본 디자인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기본 디자인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기본 디자인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테마">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C:\Program Files\Microsoft Office\Templates\디자인\금동미륵보살.pot</Template>
  <TotalTime>3160</TotalTime>
  <Words>680</Words>
  <Application>Microsoft Office PowerPoint</Application>
  <PresentationFormat>화면 슬라이드 쇼(4:3)</PresentationFormat>
  <Paragraphs>130</Paragraphs>
  <Slides>17</Slides>
  <Notes>0</Notes>
  <HiddenSlides>0</HiddenSlides>
  <MMClips>0</MMClips>
  <ScaleCrop>false</ScaleCrop>
  <HeadingPairs>
    <vt:vector size="6" baseType="variant">
      <vt:variant>
        <vt:lpstr>사용한 글꼴</vt:lpstr>
      </vt:variant>
      <vt:variant>
        <vt:i4>5</vt:i4>
      </vt:variant>
      <vt:variant>
        <vt:lpstr>테마</vt:lpstr>
      </vt:variant>
      <vt:variant>
        <vt:i4>1</vt:i4>
      </vt:variant>
      <vt:variant>
        <vt:lpstr>슬라이드 제목</vt:lpstr>
      </vt:variant>
      <vt:variant>
        <vt:i4>17</vt:i4>
      </vt:variant>
    </vt:vector>
  </HeadingPairs>
  <TitlesOfParts>
    <vt:vector size="23" baseType="lpstr">
      <vt:lpstr>굴림</vt:lpstr>
      <vt:lpstr>Times New Roman</vt:lpstr>
      <vt:lpstr>Wingdings</vt:lpstr>
      <vt:lpstr>Courier New</vt:lpstr>
      <vt:lpstr>Symbol</vt:lpstr>
      <vt:lpstr>기본 디자인</vt:lpstr>
      <vt:lpstr>Prime programs</vt:lpstr>
      <vt:lpstr>Understanding control structures</vt:lpstr>
      <vt:lpstr>Spaghetti code</vt:lpstr>
      <vt:lpstr>Control structures represented as flowcharts</vt:lpstr>
      <vt:lpstr>PowerPoint 프레젠테이션</vt:lpstr>
      <vt:lpstr>Theory of prime programs</vt:lpstr>
      <vt:lpstr>Proper programs</vt:lpstr>
      <vt:lpstr>Prime flowcharts</vt:lpstr>
      <vt:lpstr>Prime decomposition</vt:lpstr>
      <vt:lpstr>All prime programs can be enumerated</vt:lpstr>
      <vt:lpstr>PowerPoint 프레젠테이션</vt:lpstr>
      <vt:lpstr>Number of primes is infinite</vt:lpstr>
      <vt:lpstr>Structured programming</vt:lpstr>
      <vt:lpstr>Structure theorem</vt:lpstr>
      <vt:lpstr>Structure theorem (continued)</vt:lpstr>
      <vt:lpstr>Program verification - again</vt:lpstr>
      <vt:lpstr>Prime programs - Summary</vt:lpstr>
    </vt:vector>
  </TitlesOfParts>
  <Company>부산대학교 인공지능연구실</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양식 하얀색 바탕</dc:title>
  <dc:creator>성경희</dc:creator>
  <cp:lastModifiedBy>Windows 사용자</cp:lastModifiedBy>
  <cp:revision>4</cp:revision>
  <dcterms:created xsi:type="dcterms:W3CDTF">2000-11-03T06:26:37Z</dcterms:created>
  <dcterms:modified xsi:type="dcterms:W3CDTF">2020-05-14T05:29:04Z</dcterms:modified>
</cp:coreProperties>
</file>