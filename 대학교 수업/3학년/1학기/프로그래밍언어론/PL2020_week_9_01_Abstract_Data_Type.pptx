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9"/>
  </p:notesMasterIdLst>
  <p:handoutMasterIdLst>
    <p:handoutMasterId r:id="rId20"/>
  </p:handoutMasterIdLst>
  <p:sldIdLst>
    <p:sldId id="256" r:id="rId2"/>
    <p:sldId id="268" r:id="rId3"/>
    <p:sldId id="269" r:id="rId4"/>
    <p:sldId id="270" r:id="rId5"/>
    <p:sldId id="283" r:id="rId6"/>
    <p:sldId id="284" r:id="rId7"/>
    <p:sldId id="271" r:id="rId8"/>
    <p:sldId id="272" r:id="rId9"/>
    <p:sldId id="274" r:id="rId10"/>
    <p:sldId id="275" r:id="rId11"/>
    <p:sldId id="276" r:id="rId12"/>
    <p:sldId id="277" r:id="rId13"/>
    <p:sldId id="278" r:id="rId14"/>
    <p:sldId id="279" r:id="rId15"/>
    <p:sldId id="280" r:id="rId16"/>
    <p:sldId id="281" r:id="rId17"/>
    <p:sldId id="282" r:id="rId18"/>
  </p:sldIdLst>
  <p:sldSz cx="9144000" cy="6858000" type="screen4x3"/>
  <p:notesSz cx="6858000" cy="9144000"/>
  <p:defaultTextStyle>
    <a:defPPr>
      <a:defRPr lang="ko-KR"/>
    </a:defPPr>
    <a:lvl1pPr algn="r" rtl="0" fontAlgn="base" latinLnBrk="1">
      <a:spcBef>
        <a:spcPct val="0"/>
      </a:spcBef>
      <a:spcAft>
        <a:spcPct val="0"/>
      </a:spcAft>
      <a:defRPr kumimoji="1" sz="2400" kern="1200">
        <a:solidFill>
          <a:schemeClr val="tx1"/>
        </a:solidFill>
        <a:latin typeface="굴림" panose="020B0600000101010101" pitchFamily="50" charset="-127"/>
        <a:ea typeface="굴림" panose="020B0600000101010101" pitchFamily="50" charset="-127"/>
        <a:cs typeface="+mn-cs"/>
      </a:defRPr>
    </a:lvl1pPr>
    <a:lvl2pPr marL="457200" algn="r" rtl="0" fontAlgn="base" latinLnBrk="1">
      <a:spcBef>
        <a:spcPct val="0"/>
      </a:spcBef>
      <a:spcAft>
        <a:spcPct val="0"/>
      </a:spcAft>
      <a:defRPr kumimoji="1" sz="2400" kern="1200">
        <a:solidFill>
          <a:schemeClr val="tx1"/>
        </a:solidFill>
        <a:latin typeface="굴림" panose="020B0600000101010101" pitchFamily="50" charset="-127"/>
        <a:ea typeface="굴림" panose="020B0600000101010101" pitchFamily="50" charset="-127"/>
        <a:cs typeface="+mn-cs"/>
      </a:defRPr>
    </a:lvl2pPr>
    <a:lvl3pPr marL="914400" algn="r" rtl="0" fontAlgn="base" latinLnBrk="1">
      <a:spcBef>
        <a:spcPct val="0"/>
      </a:spcBef>
      <a:spcAft>
        <a:spcPct val="0"/>
      </a:spcAft>
      <a:defRPr kumimoji="1" sz="2400" kern="1200">
        <a:solidFill>
          <a:schemeClr val="tx1"/>
        </a:solidFill>
        <a:latin typeface="굴림" panose="020B0600000101010101" pitchFamily="50" charset="-127"/>
        <a:ea typeface="굴림" panose="020B0600000101010101" pitchFamily="50" charset="-127"/>
        <a:cs typeface="+mn-cs"/>
      </a:defRPr>
    </a:lvl3pPr>
    <a:lvl4pPr marL="1371600" algn="r" rtl="0" fontAlgn="base" latinLnBrk="1">
      <a:spcBef>
        <a:spcPct val="0"/>
      </a:spcBef>
      <a:spcAft>
        <a:spcPct val="0"/>
      </a:spcAft>
      <a:defRPr kumimoji="1" sz="2400" kern="1200">
        <a:solidFill>
          <a:schemeClr val="tx1"/>
        </a:solidFill>
        <a:latin typeface="굴림" panose="020B0600000101010101" pitchFamily="50" charset="-127"/>
        <a:ea typeface="굴림" panose="020B0600000101010101" pitchFamily="50" charset="-127"/>
        <a:cs typeface="+mn-cs"/>
      </a:defRPr>
    </a:lvl4pPr>
    <a:lvl5pPr marL="1828800" algn="r" rtl="0" fontAlgn="base" latinLnBrk="1">
      <a:spcBef>
        <a:spcPct val="0"/>
      </a:spcBef>
      <a:spcAft>
        <a:spcPct val="0"/>
      </a:spcAft>
      <a:defRPr kumimoji="1" sz="2400" kern="1200">
        <a:solidFill>
          <a:schemeClr val="tx1"/>
        </a:solidFill>
        <a:latin typeface="굴림" panose="020B0600000101010101" pitchFamily="50" charset="-127"/>
        <a:ea typeface="굴림" panose="020B0600000101010101" pitchFamily="50" charset="-127"/>
        <a:cs typeface="+mn-cs"/>
      </a:defRPr>
    </a:lvl5pPr>
    <a:lvl6pPr marL="2286000" algn="l" defTabSz="914400" rtl="0" eaLnBrk="1" latinLnBrk="1" hangingPunct="1">
      <a:defRPr kumimoji="1" sz="2400" kern="1200">
        <a:solidFill>
          <a:schemeClr val="tx1"/>
        </a:solidFill>
        <a:latin typeface="굴림" panose="020B0600000101010101" pitchFamily="50" charset="-127"/>
        <a:ea typeface="굴림" panose="020B0600000101010101" pitchFamily="50" charset="-127"/>
        <a:cs typeface="+mn-cs"/>
      </a:defRPr>
    </a:lvl6pPr>
    <a:lvl7pPr marL="2743200" algn="l" defTabSz="914400" rtl="0" eaLnBrk="1" latinLnBrk="1" hangingPunct="1">
      <a:defRPr kumimoji="1" sz="2400" kern="1200">
        <a:solidFill>
          <a:schemeClr val="tx1"/>
        </a:solidFill>
        <a:latin typeface="굴림" panose="020B0600000101010101" pitchFamily="50" charset="-127"/>
        <a:ea typeface="굴림" panose="020B0600000101010101" pitchFamily="50" charset="-127"/>
        <a:cs typeface="+mn-cs"/>
      </a:defRPr>
    </a:lvl7pPr>
    <a:lvl8pPr marL="3200400" algn="l" defTabSz="914400" rtl="0" eaLnBrk="1" latinLnBrk="1" hangingPunct="1">
      <a:defRPr kumimoji="1" sz="2400" kern="1200">
        <a:solidFill>
          <a:schemeClr val="tx1"/>
        </a:solidFill>
        <a:latin typeface="굴림" panose="020B0600000101010101" pitchFamily="50" charset="-127"/>
        <a:ea typeface="굴림" panose="020B0600000101010101" pitchFamily="50" charset="-127"/>
        <a:cs typeface="+mn-cs"/>
      </a:defRPr>
    </a:lvl8pPr>
    <a:lvl9pPr marL="3657600" algn="l" defTabSz="914400" rtl="0" eaLnBrk="1" latinLnBrk="1" hangingPunct="1">
      <a:defRPr kumimoji="1" sz="2400" kern="1200">
        <a:solidFill>
          <a:schemeClr val="tx1"/>
        </a:solidFill>
        <a:latin typeface="굴림" panose="020B0600000101010101" pitchFamily="50" charset="-127"/>
        <a:ea typeface="굴림" panose="020B0600000101010101" pitchFamily="50" charset="-127"/>
        <a:cs typeface="+mn-cs"/>
      </a:defRPr>
    </a:lvl9pPr>
  </p:defaultTextStyle>
  <p:extLst>
    <p:ext uri="{EFAFB233-063F-42B5-8137-9DF3F51BA10A}">
      <p15:sldGuideLst xmlns:p15="http://schemas.microsoft.com/office/powerpoint/2012/main">
        <p15:guide id="1" orient="horz" pos="2160">
          <p15:clr>
            <a:srgbClr val="A4A3A4"/>
          </p15:clr>
        </p15:guide>
        <p15:guide id="2" pos="29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CC"/>
    <a:srgbClr val="C0C0C0"/>
    <a:srgbClr val="CCECFF"/>
    <a:srgbClr val="CCCCFF"/>
    <a:srgbClr val="EAEAEA"/>
    <a:srgbClr val="6699FF"/>
    <a:srgbClr val="99CCFF"/>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0929"/>
  </p:normalViewPr>
  <p:slideViewPr>
    <p:cSldViewPr>
      <p:cViewPr varScale="1">
        <p:scale>
          <a:sx n="114" d="100"/>
          <a:sy n="114" d="100"/>
        </p:scale>
        <p:origin x="420" y="108"/>
      </p:cViewPr>
      <p:guideLst>
        <p:guide orient="horz" pos="2160"/>
        <p:guide pos="29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vl1pPr>
          </a:lstStyle>
          <a:p>
            <a:endParaRPr lang="en-US" altLang="ko-KR"/>
          </a:p>
        </p:txBody>
      </p:sp>
      <p:sp>
        <p:nvSpPr>
          <p:cNvPr id="3174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ko-KR"/>
          </a:p>
        </p:txBody>
      </p:sp>
      <p:sp>
        <p:nvSpPr>
          <p:cNvPr id="3174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vl1pPr>
          </a:lstStyle>
          <a:p>
            <a:endParaRPr lang="en-US" altLang="ko-KR"/>
          </a:p>
        </p:txBody>
      </p:sp>
      <p:sp>
        <p:nvSpPr>
          <p:cNvPr id="3174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fld id="{C972AD2C-3396-475F-BD33-3F01C37A6955}" type="slidenum">
              <a:rPr lang="en-US" altLang="ko-KR"/>
              <a:pPr/>
              <a:t>‹#›</a:t>
            </a:fld>
            <a:endParaRPr lang="en-US" altLang="ko-K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005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Times New Roman" panose="02020603050405020304" pitchFamily="18" charset="0"/>
              </a:defRPr>
            </a:lvl1pPr>
          </a:lstStyle>
          <a:p>
            <a:endParaRPr lang="en-US" altLang="ko-KR"/>
          </a:p>
        </p:txBody>
      </p:sp>
      <p:sp>
        <p:nvSpPr>
          <p:cNvPr id="130051"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lvl1pPr>
              <a:defRPr sz="1200">
                <a:latin typeface="Times New Roman" panose="02020603050405020304" pitchFamily="18" charset="0"/>
              </a:defRPr>
            </a:lvl1pPr>
          </a:lstStyle>
          <a:p>
            <a:endParaRPr lang="en-US" altLang="ko-KR"/>
          </a:p>
        </p:txBody>
      </p:sp>
      <p:sp>
        <p:nvSpPr>
          <p:cNvPr id="130052" name="Rectangle 4"/>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30053"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p>
            <a:pPr lvl="0"/>
            <a:r>
              <a:rPr lang="ko-KR" altLang="en-US" smtClean="0"/>
              <a:t>마스터 문자열 유형을 편집하려면 누르십시오</a:t>
            </a:r>
            <a:r>
              <a:rPr lang="en-US" altLang="ko-KR" smtClean="0"/>
              <a:t>.</a:t>
            </a:r>
          </a:p>
          <a:p>
            <a:pPr lvl="1"/>
            <a:r>
              <a:rPr lang="ko-KR" altLang="en-US" smtClean="0"/>
              <a:t>둘째 수준</a:t>
            </a:r>
          </a:p>
          <a:p>
            <a:pPr lvl="2"/>
            <a:r>
              <a:rPr lang="ko-KR" altLang="en-US" smtClean="0"/>
              <a:t>세째 수준</a:t>
            </a:r>
          </a:p>
          <a:p>
            <a:pPr lvl="3"/>
            <a:r>
              <a:rPr lang="ko-KR" altLang="en-US" smtClean="0"/>
              <a:t>네째 수준</a:t>
            </a:r>
          </a:p>
          <a:p>
            <a:pPr lvl="4"/>
            <a:r>
              <a:rPr lang="ko-KR" altLang="en-US" smtClean="0"/>
              <a:t>다섯째 수준</a:t>
            </a:r>
          </a:p>
        </p:txBody>
      </p:sp>
      <p:sp>
        <p:nvSpPr>
          <p:cNvPr id="130054"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Times New Roman" panose="02020603050405020304" pitchFamily="18" charset="0"/>
              </a:defRPr>
            </a:lvl1pPr>
          </a:lstStyle>
          <a:p>
            <a:endParaRPr lang="en-US" altLang="ko-KR"/>
          </a:p>
        </p:txBody>
      </p:sp>
      <p:sp>
        <p:nvSpPr>
          <p:cNvPr id="130055"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b" anchorCtr="0" compatLnSpc="1">
            <a:prstTxWarp prst="textNoShape">
              <a:avLst/>
            </a:prstTxWarp>
          </a:bodyPr>
          <a:lstStyle>
            <a:lvl1pPr>
              <a:defRPr sz="1200">
                <a:latin typeface="Times New Roman" panose="02020603050405020304" pitchFamily="18" charset="0"/>
              </a:defRPr>
            </a:lvl1pPr>
          </a:lstStyle>
          <a:p>
            <a:fld id="{103D25F2-D38A-4114-B582-2A485A2679CC}" type="slidenum">
              <a:rPr lang="en-US" altLang="ko-KR"/>
              <a:pPr/>
              <a:t>‹#›</a:t>
            </a:fld>
            <a:endParaRPr lang="en-US" altLang="ko-KR"/>
          </a:p>
        </p:txBody>
      </p:sp>
    </p:spTree>
  </p:cSld>
  <p:clrMap bg1="lt1" tx1="dk1" bg2="lt2" tx2="dk2" accent1="accent1" accent2="accent2" accent3="accent3" accent4="accent4" accent5="accent5" accent6="accent6" hlink="hlink" folHlink="folHlink"/>
  <p:notesStyle>
    <a:lvl1pPr algn="l" rtl="0" fontAlgn="base" latinLnBrk="1">
      <a:spcBef>
        <a:spcPct val="30000"/>
      </a:spcBef>
      <a:spcAft>
        <a:spcPct val="0"/>
      </a:spcAft>
      <a:defRPr kumimoji="1" sz="1200" kern="1200">
        <a:solidFill>
          <a:schemeClr val="tx1"/>
        </a:solidFill>
        <a:latin typeface="굴림" panose="020B0600000101010101" pitchFamily="50" charset="-127"/>
        <a:ea typeface="굴림" panose="020B0600000101010101" pitchFamily="50" charset="-127"/>
        <a:cs typeface="+mn-cs"/>
      </a:defRPr>
    </a:lvl1pPr>
    <a:lvl2pPr marL="457200" algn="l" rtl="0" fontAlgn="base" latinLnBrk="1">
      <a:spcBef>
        <a:spcPct val="30000"/>
      </a:spcBef>
      <a:spcAft>
        <a:spcPct val="0"/>
      </a:spcAft>
      <a:defRPr kumimoji="1" sz="1200" kern="1200">
        <a:solidFill>
          <a:schemeClr val="tx1"/>
        </a:solidFill>
        <a:latin typeface="굴림" panose="020B0600000101010101" pitchFamily="50" charset="-127"/>
        <a:ea typeface="굴림" panose="020B0600000101010101" pitchFamily="50" charset="-127"/>
        <a:cs typeface="+mn-cs"/>
      </a:defRPr>
    </a:lvl2pPr>
    <a:lvl3pPr marL="914400" algn="l" rtl="0" fontAlgn="base" latinLnBrk="1">
      <a:spcBef>
        <a:spcPct val="30000"/>
      </a:spcBef>
      <a:spcAft>
        <a:spcPct val="0"/>
      </a:spcAft>
      <a:defRPr kumimoji="1" sz="1200" kern="1200">
        <a:solidFill>
          <a:schemeClr val="tx1"/>
        </a:solidFill>
        <a:latin typeface="굴림" panose="020B0600000101010101" pitchFamily="50" charset="-127"/>
        <a:ea typeface="굴림" panose="020B0600000101010101" pitchFamily="50" charset="-127"/>
        <a:cs typeface="+mn-cs"/>
      </a:defRPr>
    </a:lvl3pPr>
    <a:lvl4pPr marL="1371600" algn="l" rtl="0" fontAlgn="base" latinLnBrk="1">
      <a:spcBef>
        <a:spcPct val="30000"/>
      </a:spcBef>
      <a:spcAft>
        <a:spcPct val="0"/>
      </a:spcAft>
      <a:defRPr kumimoji="1" sz="1200" kern="1200">
        <a:solidFill>
          <a:schemeClr val="tx1"/>
        </a:solidFill>
        <a:latin typeface="굴림" panose="020B0600000101010101" pitchFamily="50" charset="-127"/>
        <a:ea typeface="굴림" panose="020B0600000101010101" pitchFamily="50" charset="-127"/>
        <a:cs typeface="+mn-cs"/>
      </a:defRPr>
    </a:lvl4pPr>
    <a:lvl5pPr marL="1828800" algn="l" rtl="0" fontAlgn="base" latinLnBrk="1">
      <a:spcBef>
        <a:spcPct val="30000"/>
      </a:spcBef>
      <a:spcAft>
        <a:spcPct val="0"/>
      </a:spcAft>
      <a:defRPr kumimoji="1" sz="1200" kern="1200">
        <a:solidFill>
          <a:schemeClr val="tx1"/>
        </a:solidFill>
        <a:latin typeface="굴림" panose="020B0600000101010101" pitchFamily="50" charset="-127"/>
        <a:ea typeface="굴림" panose="020B0600000101010101"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143000" y="1122363"/>
            <a:ext cx="6858000" cy="2387600"/>
          </a:xfrm>
        </p:spPr>
        <p:txBody>
          <a:bodyPr anchor="b"/>
          <a:lstStyle>
            <a:lvl1pPr algn="ctr">
              <a:defRPr sz="6000"/>
            </a:lvl1pPr>
          </a:lstStyle>
          <a:p>
            <a:r>
              <a:rPr lang="ko-KR" altLang="en-US" smtClean="0"/>
              <a:t>마스터 제목 스타일 편집</a:t>
            </a:r>
            <a:endParaRPr lang="ko-KR" altLang="en-US"/>
          </a:p>
        </p:txBody>
      </p:sp>
      <p:sp>
        <p:nvSpPr>
          <p:cNvPr id="3" name="부제목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smtClean="0"/>
              <a:t>클릭하여 마스터 부제목 스타일 편집</a:t>
            </a:r>
            <a:endParaRPr lang="ko-KR" altLang="en-US"/>
          </a:p>
        </p:txBody>
      </p:sp>
      <p:sp>
        <p:nvSpPr>
          <p:cNvPr id="4" name="날짜 개체 틀 3"/>
          <p:cNvSpPr>
            <a:spLocks noGrp="1"/>
          </p:cNvSpPr>
          <p:nvPr>
            <p:ph type="dt" sz="half" idx="10"/>
          </p:nvPr>
        </p:nvSpPr>
        <p:spPr/>
        <p:txBody>
          <a:bodyPr/>
          <a:lstStyle>
            <a:lvl1pPr>
              <a:defRPr/>
            </a:lvl1pPr>
          </a:lstStyle>
          <a:p>
            <a:endParaRPr lang="en-US" altLang="ko-KR"/>
          </a:p>
        </p:txBody>
      </p:sp>
      <p:sp>
        <p:nvSpPr>
          <p:cNvPr id="5" name="바닥글 개체 틀 4"/>
          <p:cNvSpPr>
            <a:spLocks noGrp="1"/>
          </p:cNvSpPr>
          <p:nvPr>
            <p:ph type="ftr" sz="quarter" idx="11"/>
          </p:nvPr>
        </p:nvSpPr>
        <p:spPr/>
        <p:txBody>
          <a:bodyPr/>
          <a:lstStyle>
            <a:lvl1pPr>
              <a:defRPr/>
            </a:lvl1pPr>
          </a:lstStyle>
          <a:p>
            <a:r>
              <a:rPr lang="en-US" altLang="ko-KR"/>
              <a:t>Abstract data types</a:t>
            </a:r>
          </a:p>
        </p:txBody>
      </p:sp>
      <p:sp>
        <p:nvSpPr>
          <p:cNvPr id="6" name="슬라이드 번호 개체 틀 5"/>
          <p:cNvSpPr>
            <a:spLocks noGrp="1"/>
          </p:cNvSpPr>
          <p:nvPr>
            <p:ph type="sldNum" sz="quarter" idx="12"/>
          </p:nvPr>
        </p:nvSpPr>
        <p:spPr/>
        <p:txBody>
          <a:bodyPr/>
          <a:lstStyle>
            <a:lvl1pPr>
              <a:defRPr/>
            </a:lvl1pPr>
          </a:lstStyle>
          <a:p>
            <a:fld id="{23172479-471F-4C97-9584-F765619E8275}" type="slidenum">
              <a:rPr lang="en-US" altLang="ko-KR"/>
              <a:pPr/>
              <a:t>‹#›</a:t>
            </a:fld>
            <a:endParaRPr lang="en-US" altLang="ko-KR"/>
          </a:p>
        </p:txBody>
      </p:sp>
    </p:spTree>
    <p:extLst>
      <p:ext uri="{BB962C8B-B14F-4D97-AF65-F5344CB8AC3E}">
        <p14:creationId xmlns:p14="http://schemas.microsoft.com/office/powerpoint/2010/main" val="3892784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lvl1pPr>
              <a:defRPr/>
            </a:lvl1pPr>
          </a:lstStyle>
          <a:p>
            <a:endParaRPr lang="en-US" altLang="ko-KR"/>
          </a:p>
        </p:txBody>
      </p:sp>
      <p:sp>
        <p:nvSpPr>
          <p:cNvPr id="5" name="바닥글 개체 틀 4"/>
          <p:cNvSpPr>
            <a:spLocks noGrp="1"/>
          </p:cNvSpPr>
          <p:nvPr>
            <p:ph type="ftr" sz="quarter" idx="11"/>
          </p:nvPr>
        </p:nvSpPr>
        <p:spPr/>
        <p:txBody>
          <a:bodyPr/>
          <a:lstStyle>
            <a:lvl1pPr>
              <a:defRPr/>
            </a:lvl1pPr>
          </a:lstStyle>
          <a:p>
            <a:r>
              <a:rPr lang="en-US" altLang="ko-KR"/>
              <a:t>Abstract data types</a:t>
            </a:r>
          </a:p>
        </p:txBody>
      </p:sp>
      <p:sp>
        <p:nvSpPr>
          <p:cNvPr id="6" name="슬라이드 번호 개체 틀 5"/>
          <p:cNvSpPr>
            <a:spLocks noGrp="1"/>
          </p:cNvSpPr>
          <p:nvPr>
            <p:ph type="sldNum" sz="quarter" idx="12"/>
          </p:nvPr>
        </p:nvSpPr>
        <p:spPr/>
        <p:txBody>
          <a:bodyPr/>
          <a:lstStyle>
            <a:lvl1pPr>
              <a:defRPr/>
            </a:lvl1pPr>
          </a:lstStyle>
          <a:p>
            <a:fld id="{D47C1767-B024-42BE-B538-C4119A9B5D97}" type="slidenum">
              <a:rPr lang="en-US" altLang="ko-KR"/>
              <a:pPr/>
              <a:t>‹#›</a:t>
            </a:fld>
            <a:endParaRPr lang="en-US" altLang="ko-KR"/>
          </a:p>
        </p:txBody>
      </p:sp>
    </p:spTree>
    <p:extLst>
      <p:ext uri="{BB962C8B-B14F-4D97-AF65-F5344CB8AC3E}">
        <p14:creationId xmlns:p14="http://schemas.microsoft.com/office/powerpoint/2010/main" val="2239632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623888" y="1709738"/>
            <a:ext cx="7886700" cy="2852737"/>
          </a:xfrm>
        </p:spPr>
        <p:txBody>
          <a:bodyPr anchor="b"/>
          <a:lstStyle>
            <a:lvl1pPr>
              <a:defRPr sz="6000"/>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ko-KR" altLang="en-US" smtClean="0"/>
              <a:t>마스터 텍스트 스타일 편집</a:t>
            </a:r>
          </a:p>
        </p:txBody>
      </p:sp>
      <p:sp>
        <p:nvSpPr>
          <p:cNvPr id="4" name="날짜 개체 틀 3"/>
          <p:cNvSpPr>
            <a:spLocks noGrp="1"/>
          </p:cNvSpPr>
          <p:nvPr>
            <p:ph type="dt" sz="half" idx="10"/>
          </p:nvPr>
        </p:nvSpPr>
        <p:spPr/>
        <p:txBody>
          <a:bodyPr/>
          <a:lstStyle>
            <a:lvl1pPr>
              <a:defRPr/>
            </a:lvl1pPr>
          </a:lstStyle>
          <a:p>
            <a:endParaRPr lang="en-US" altLang="ko-KR"/>
          </a:p>
        </p:txBody>
      </p:sp>
      <p:sp>
        <p:nvSpPr>
          <p:cNvPr id="5" name="바닥글 개체 틀 4"/>
          <p:cNvSpPr>
            <a:spLocks noGrp="1"/>
          </p:cNvSpPr>
          <p:nvPr>
            <p:ph type="ftr" sz="quarter" idx="11"/>
          </p:nvPr>
        </p:nvSpPr>
        <p:spPr/>
        <p:txBody>
          <a:bodyPr/>
          <a:lstStyle>
            <a:lvl1pPr>
              <a:defRPr/>
            </a:lvl1pPr>
          </a:lstStyle>
          <a:p>
            <a:r>
              <a:rPr lang="en-US" altLang="ko-KR"/>
              <a:t>Abstract data types</a:t>
            </a:r>
          </a:p>
        </p:txBody>
      </p:sp>
      <p:sp>
        <p:nvSpPr>
          <p:cNvPr id="6" name="슬라이드 번호 개체 틀 5"/>
          <p:cNvSpPr>
            <a:spLocks noGrp="1"/>
          </p:cNvSpPr>
          <p:nvPr>
            <p:ph type="sldNum" sz="quarter" idx="12"/>
          </p:nvPr>
        </p:nvSpPr>
        <p:spPr/>
        <p:txBody>
          <a:bodyPr/>
          <a:lstStyle>
            <a:lvl1pPr>
              <a:defRPr/>
            </a:lvl1pPr>
          </a:lstStyle>
          <a:p>
            <a:fld id="{54E590A4-D4C1-47B7-83BC-B779EE8A364D}" type="slidenum">
              <a:rPr lang="en-US" altLang="ko-KR"/>
              <a:pPr/>
              <a:t>‹#›</a:t>
            </a:fld>
            <a:endParaRPr lang="en-US" altLang="ko-KR"/>
          </a:p>
        </p:txBody>
      </p:sp>
    </p:spTree>
    <p:extLst>
      <p:ext uri="{BB962C8B-B14F-4D97-AF65-F5344CB8AC3E}">
        <p14:creationId xmlns:p14="http://schemas.microsoft.com/office/powerpoint/2010/main" val="1719624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685800" y="1981200"/>
            <a:ext cx="3810000" cy="4114800"/>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4648200" y="1981200"/>
            <a:ext cx="3810000" cy="4114800"/>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날짜 개체 틀 4"/>
          <p:cNvSpPr>
            <a:spLocks noGrp="1"/>
          </p:cNvSpPr>
          <p:nvPr>
            <p:ph type="dt" sz="half" idx="10"/>
          </p:nvPr>
        </p:nvSpPr>
        <p:spPr/>
        <p:txBody>
          <a:bodyPr/>
          <a:lstStyle>
            <a:lvl1pPr>
              <a:defRPr/>
            </a:lvl1pPr>
          </a:lstStyle>
          <a:p>
            <a:endParaRPr lang="en-US" altLang="ko-KR"/>
          </a:p>
        </p:txBody>
      </p:sp>
      <p:sp>
        <p:nvSpPr>
          <p:cNvPr id="6" name="바닥글 개체 틀 5"/>
          <p:cNvSpPr>
            <a:spLocks noGrp="1"/>
          </p:cNvSpPr>
          <p:nvPr>
            <p:ph type="ftr" sz="quarter" idx="11"/>
          </p:nvPr>
        </p:nvSpPr>
        <p:spPr/>
        <p:txBody>
          <a:bodyPr/>
          <a:lstStyle>
            <a:lvl1pPr>
              <a:defRPr/>
            </a:lvl1pPr>
          </a:lstStyle>
          <a:p>
            <a:r>
              <a:rPr lang="en-US" altLang="ko-KR"/>
              <a:t>Abstract data types</a:t>
            </a:r>
          </a:p>
        </p:txBody>
      </p:sp>
      <p:sp>
        <p:nvSpPr>
          <p:cNvPr id="7" name="슬라이드 번호 개체 틀 6"/>
          <p:cNvSpPr>
            <a:spLocks noGrp="1"/>
          </p:cNvSpPr>
          <p:nvPr>
            <p:ph type="sldNum" sz="quarter" idx="12"/>
          </p:nvPr>
        </p:nvSpPr>
        <p:spPr/>
        <p:txBody>
          <a:bodyPr/>
          <a:lstStyle>
            <a:lvl1pPr>
              <a:defRPr/>
            </a:lvl1pPr>
          </a:lstStyle>
          <a:p>
            <a:fld id="{E97B4F16-E23A-47CB-BA99-AEF9382CA7FF}" type="slidenum">
              <a:rPr lang="en-US" altLang="ko-KR"/>
              <a:pPr/>
              <a:t>‹#›</a:t>
            </a:fld>
            <a:endParaRPr lang="en-US" altLang="ko-KR"/>
          </a:p>
        </p:txBody>
      </p:sp>
    </p:spTree>
    <p:extLst>
      <p:ext uri="{BB962C8B-B14F-4D97-AF65-F5344CB8AC3E}">
        <p14:creationId xmlns:p14="http://schemas.microsoft.com/office/powerpoint/2010/main" val="1976649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630238" y="365125"/>
            <a:ext cx="7886700" cy="1325563"/>
          </a:xfrm>
        </p:spPr>
        <p:txBody>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 편집</a:t>
            </a:r>
          </a:p>
        </p:txBody>
      </p:sp>
      <p:sp>
        <p:nvSpPr>
          <p:cNvPr id="4" name="내용 개체 틀 3"/>
          <p:cNvSpPr>
            <a:spLocks noGrp="1"/>
          </p:cNvSpPr>
          <p:nvPr>
            <p:ph sz="half" idx="2"/>
          </p:nvPr>
        </p:nvSpPr>
        <p:spPr>
          <a:xfrm>
            <a:off x="630238" y="2505075"/>
            <a:ext cx="3868737" cy="3684588"/>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 편집</a:t>
            </a:r>
          </a:p>
        </p:txBody>
      </p:sp>
      <p:sp>
        <p:nvSpPr>
          <p:cNvPr id="6" name="내용 개체 틀 5"/>
          <p:cNvSpPr>
            <a:spLocks noGrp="1"/>
          </p:cNvSpPr>
          <p:nvPr>
            <p:ph sz="quarter" idx="4"/>
          </p:nvPr>
        </p:nvSpPr>
        <p:spPr>
          <a:xfrm>
            <a:off x="4629150" y="2505075"/>
            <a:ext cx="3887788" cy="3684588"/>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날짜 개체 틀 6"/>
          <p:cNvSpPr>
            <a:spLocks noGrp="1"/>
          </p:cNvSpPr>
          <p:nvPr>
            <p:ph type="dt" sz="half" idx="10"/>
          </p:nvPr>
        </p:nvSpPr>
        <p:spPr/>
        <p:txBody>
          <a:bodyPr/>
          <a:lstStyle>
            <a:lvl1pPr>
              <a:defRPr/>
            </a:lvl1pPr>
          </a:lstStyle>
          <a:p>
            <a:endParaRPr lang="en-US" altLang="ko-KR"/>
          </a:p>
        </p:txBody>
      </p:sp>
      <p:sp>
        <p:nvSpPr>
          <p:cNvPr id="8" name="바닥글 개체 틀 7"/>
          <p:cNvSpPr>
            <a:spLocks noGrp="1"/>
          </p:cNvSpPr>
          <p:nvPr>
            <p:ph type="ftr" sz="quarter" idx="11"/>
          </p:nvPr>
        </p:nvSpPr>
        <p:spPr/>
        <p:txBody>
          <a:bodyPr/>
          <a:lstStyle>
            <a:lvl1pPr>
              <a:defRPr/>
            </a:lvl1pPr>
          </a:lstStyle>
          <a:p>
            <a:r>
              <a:rPr lang="en-US" altLang="ko-KR"/>
              <a:t>Abstract data types</a:t>
            </a:r>
          </a:p>
        </p:txBody>
      </p:sp>
      <p:sp>
        <p:nvSpPr>
          <p:cNvPr id="9" name="슬라이드 번호 개체 틀 8"/>
          <p:cNvSpPr>
            <a:spLocks noGrp="1"/>
          </p:cNvSpPr>
          <p:nvPr>
            <p:ph type="sldNum" sz="quarter" idx="12"/>
          </p:nvPr>
        </p:nvSpPr>
        <p:spPr/>
        <p:txBody>
          <a:bodyPr/>
          <a:lstStyle>
            <a:lvl1pPr>
              <a:defRPr/>
            </a:lvl1pPr>
          </a:lstStyle>
          <a:p>
            <a:fld id="{04F7B2BE-0DCE-4E6A-BFE9-B1E31438BADE}" type="slidenum">
              <a:rPr lang="en-US" altLang="ko-KR"/>
              <a:pPr/>
              <a:t>‹#›</a:t>
            </a:fld>
            <a:endParaRPr lang="en-US" altLang="ko-KR"/>
          </a:p>
        </p:txBody>
      </p:sp>
    </p:spTree>
    <p:extLst>
      <p:ext uri="{BB962C8B-B14F-4D97-AF65-F5344CB8AC3E}">
        <p14:creationId xmlns:p14="http://schemas.microsoft.com/office/powerpoint/2010/main" val="15886897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날짜 개체 틀 2"/>
          <p:cNvSpPr>
            <a:spLocks noGrp="1"/>
          </p:cNvSpPr>
          <p:nvPr>
            <p:ph type="dt" sz="half" idx="10"/>
          </p:nvPr>
        </p:nvSpPr>
        <p:spPr/>
        <p:txBody>
          <a:bodyPr/>
          <a:lstStyle>
            <a:lvl1pPr>
              <a:defRPr/>
            </a:lvl1pPr>
          </a:lstStyle>
          <a:p>
            <a:endParaRPr lang="en-US" altLang="ko-KR"/>
          </a:p>
        </p:txBody>
      </p:sp>
      <p:sp>
        <p:nvSpPr>
          <p:cNvPr id="4" name="바닥글 개체 틀 3"/>
          <p:cNvSpPr>
            <a:spLocks noGrp="1"/>
          </p:cNvSpPr>
          <p:nvPr>
            <p:ph type="ftr" sz="quarter" idx="11"/>
          </p:nvPr>
        </p:nvSpPr>
        <p:spPr/>
        <p:txBody>
          <a:bodyPr/>
          <a:lstStyle>
            <a:lvl1pPr>
              <a:defRPr/>
            </a:lvl1pPr>
          </a:lstStyle>
          <a:p>
            <a:r>
              <a:rPr lang="en-US" altLang="ko-KR"/>
              <a:t>Abstract data types</a:t>
            </a:r>
          </a:p>
        </p:txBody>
      </p:sp>
      <p:sp>
        <p:nvSpPr>
          <p:cNvPr id="5" name="슬라이드 번호 개체 틀 4"/>
          <p:cNvSpPr>
            <a:spLocks noGrp="1"/>
          </p:cNvSpPr>
          <p:nvPr>
            <p:ph type="sldNum" sz="quarter" idx="12"/>
          </p:nvPr>
        </p:nvSpPr>
        <p:spPr/>
        <p:txBody>
          <a:bodyPr/>
          <a:lstStyle>
            <a:lvl1pPr>
              <a:defRPr/>
            </a:lvl1pPr>
          </a:lstStyle>
          <a:p>
            <a:fld id="{7895BF11-C258-4D3C-8AE8-98AEB0F7C533}" type="slidenum">
              <a:rPr lang="en-US" altLang="ko-KR"/>
              <a:pPr/>
              <a:t>‹#›</a:t>
            </a:fld>
            <a:endParaRPr lang="en-US" altLang="ko-KR"/>
          </a:p>
        </p:txBody>
      </p:sp>
    </p:spTree>
    <p:extLst>
      <p:ext uri="{BB962C8B-B14F-4D97-AF65-F5344CB8AC3E}">
        <p14:creationId xmlns:p14="http://schemas.microsoft.com/office/powerpoint/2010/main" val="1588958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lvl1pPr>
              <a:defRPr/>
            </a:lvl1pPr>
          </a:lstStyle>
          <a:p>
            <a:endParaRPr lang="en-US" altLang="ko-KR"/>
          </a:p>
        </p:txBody>
      </p:sp>
      <p:sp>
        <p:nvSpPr>
          <p:cNvPr id="3" name="바닥글 개체 틀 2"/>
          <p:cNvSpPr>
            <a:spLocks noGrp="1"/>
          </p:cNvSpPr>
          <p:nvPr>
            <p:ph type="ftr" sz="quarter" idx="11"/>
          </p:nvPr>
        </p:nvSpPr>
        <p:spPr/>
        <p:txBody>
          <a:bodyPr/>
          <a:lstStyle>
            <a:lvl1pPr>
              <a:defRPr/>
            </a:lvl1pPr>
          </a:lstStyle>
          <a:p>
            <a:r>
              <a:rPr lang="en-US" altLang="ko-KR"/>
              <a:t>Abstract data types</a:t>
            </a:r>
          </a:p>
        </p:txBody>
      </p:sp>
      <p:sp>
        <p:nvSpPr>
          <p:cNvPr id="4" name="슬라이드 번호 개체 틀 3"/>
          <p:cNvSpPr>
            <a:spLocks noGrp="1"/>
          </p:cNvSpPr>
          <p:nvPr>
            <p:ph type="sldNum" sz="quarter" idx="12"/>
          </p:nvPr>
        </p:nvSpPr>
        <p:spPr/>
        <p:txBody>
          <a:bodyPr/>
          <a:lstStyle>
            <a:lvl1pPr>
              <a:defRPr/>
            </a:lvl1pPr>
          </a:lstStyle>
          <a:p>
            <a:fld id="{6B5D401D-B4C2-46C0-B4A6-5754EBD18A30}" type="slidenum">
              <a:rPr lang="en-US" altLang="ko-KR"/>
              <a:pPr/>
              <a:t>‹#›</a:t>
            </a:fld>
            <a:endParaRPr lang="en-US" altLang="ko-KR"/>
          </a:p>
        </p:txBody>
      </p:sp>
    </p:spTree>
    <p:extLst>
      <p:ext uri="{BB962C8B-B14F-4D97-AF65-F5344CB8AC3E}">
        <p14:creationId xmlns:p14="http://schemas.microsoft.com/office/powerpoint/2010/main" val="2682175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630238" y="457200"/>
            <a:ext cx="2949575" cy="1600200"/>
          </a:xfrm>
        </p:spPr>
        <p:txBody>
          <a:bodyPr anchor="b"/>
          <a:lstStyle>
            <a:lvl1pPr>
              <a:defRPr sz="3200"/>
            </a:lvl1pPr>
          </a:lstStyle>
          <a:p>
            <a:r>
              <a:rPr lang="ko-KR" altLang="en-US" smtClean="0"/>
              <a:t>마스터 제목 스타일 편집</a:t>
            </a:r>
            <a:endParaRPr lang="ko-KR" altLang="en-US"/>
          </a:p>
        </p:txBody>
      </p:sp>
      <p:sp>
        <p:nvSpPr>
          <p:cNvPr id="3" name="내용 개체 틀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smtClean="0"/>
              <a:t>마스터 텍스트 스타일 편집</a:t>
            </a:r>
          </a:p>
        </p:txBody>
      </p:sp>
      <p:sp>
        <p:nvSpPr>
          <p:cNvPr id="5" name="날짜 개체 틀 4"/>
          <p:cNvSpPr>
            <a:spLocks noGrp="1"/>
          </p:cNvSpPr>
          <p:nvPr>
            <p:ph type="dt" sz="half" idx="10"/>
          </p:nvPr>
        </p:nvSpPr>
        <p:spPr/>
        <p:txBody>
          <a:bodyPr/>
          <a:lstStyle>
            <a:lvl1pPr>
              <a:defRPr/>
            </a:lvl1pPr>
          </a:lstStyle>
          <a:p>
            <a:endParaRPr lang="en-US" altLang="ko-KR"/>
          </a:p>
        </p:txBody>
      </p:sp>
      <p:sp>
        <p:nvSpPr>
          <p:cNvPr id="6" name="바닥글 개체 틀 5"/>
          <p:cNvSpPr>
            <a:spLocks noGrp="1"/>
          </p:cNvSpPr>
          <p:nvPr>
            <p:ph type="ftr" sz="quarter" idx="11"/>
          </p:nvPr>
        </p:nvSpPr>
        <p:spPr/>
        <p:txBody>
          <a:bodyPr/>
          <a:lstStyle>
            <a:lvl1pPr>
              <a:defRPr/>
            </a:lvl1pPr>
          </a:lstStyle>
          <a:p>
            <a:r>
              <a:rPr lang="en-US" altLang="ko-KR"/>
              <a:t>Abstract data types</a:t>
            </a:r>
          </a:p>
        </p:txBody>
      </p:sp>
      <p:sp>
        <p:nvSpPr>
          <p:cNvPr id="7" name="슬라이드 번호 개체 틀 6"/>
          <p:cNvSpPr>
            <a:spLocks noGrp="1"/>
          </p:cNvSpPr>
          <p:nvPr>
            <p:ph type="sldNum" sz="quarter" idx="12"/>
          </p:nvPr>
        </p:nvSpPr>
        <p:spPr/>
        <p:txBody>
          <a:bodyPr/>
          <a:lstStyle>
            <a:lvl1pPr>
              <a:defRPr/>
            </a:lvl1pPr>
          </a:lstStyle>
          <a:p>
            <a:fld id="{516871DF-9306-4AF6-8CE5-14B73BC97705}" type="slidenum">
              <a:rPr lang="en-US" altLang="ko-KR"/>
              <a:pPr/>
              <a:t>‹#›</a:t>
            </a:fld>
            <a:endParaRPr lang="en-US" altLang="ko-KR"/>
          </a:p>
        </p:txBody>
      </p:sp>
    </p:spTree>
    <p:extLst>
      <p:ext uri="{BB962C8B-B14F-4D97-AF65-F5344CB8AC3E}">
        <p14:creationId xmlns:p14="http://schemas.microsoft.com/office/powerpoint/2010/main" val="2552809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630238" y="457200"/>
            <a:ext cx="2949575" cy="1600200"/>
          </a:xfrm>
        </p:spPr>
        <p:txBody>
          <a:bodyPr anchor="b"/>
          <a:lstStyle>
            <a:lvl1pPr>
              <a:defRPr sz="3200"/>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smtClean="0"/>
              <a:t>마스터 텍스트 스타일 편집</a:t>
            </a:r>
          </a:p>
        </p:txBody>
      </p:sp>
      <p:sp>
        <p:nvSpPr>
          <p:cNvPr id="5" name="날짜 개체 틀 4"/>
          <p:cNvSpPr>
            <a:spLocks noGrp="1"/>
          </p:cNvSpPr>
          <p:nvPr>
            <p:ph type="dt" sz="half" idx="10"/>
          </p:nvPr>
        </p:nvSpPr>
        <p:spPr/>
        <p:txBody>
          <a:bodyPr/>
          <a:lstStyle>
            <a:lvl1pPr>
              <a:defRPr/>
            </a:lvl1pPr>
          </a:lstStyle>
          <a:p>
            <a:endParaRPr lang="en-US" altLang="ko-KR"/>
          </a:p>
        </p:txBody>
      </p:sp>
      <p:sp>
        <p:nvSpPr>
          <p:cNvPr id="6" name="바닥글 개체 틀 5"/>
          <p:cNvSpPr>
            <a:spLocks noGrp="1"/>
          </p:cNvSpPr>
          <p:nvPr>
            <p:ph type="ftr" sz="quarter" idx="11"/>
          </p:nvPr>
        </p:nvSpPr>
        <p:spPr/>
        <p:txBody>
          <a:bodyPr/>
          <a:lstStyle>
            <a:lvl1pPr>
              <a:defRPr/>
            </a:lvl1pPr>
          </a:lstStyle>
          <a:p>
            <a:r>
              <a:rPr lang="en-US" altLang="ko-KR"/>
              <a:t>Abstract data types</a:t>
            </a:r>
          </a:p>
        </p:txBody>
      </p:sp>
      <p:sp>
        <p:nvSpPr>
          <p:cNvPr id="7" name="슬라이드 번호 개체 틀 6"/>
          <p:cNvSpPr>
            <a:spLocks noGrp="1"/>
          </p:cNvSpPr>
          <p:nvPr>
            <p:ph type="sldNum" sz="quarter" idx="12"/>
          </p:nvPr>
        </p:nvSpPr>
        <p:spPr/>
        <p:txBody>
          <a:bodyPr/>
          <a:lstStyle>
            <a:lvl1pPr>
              <a:defRPr/>
            </a:lvl1pPr>
          </a:lstStyle>
          <a:p>
            <a:fld id="{4E940AD2-CD04-4EC8-BE01-0216D685837F}" type="slidenum">
              <a:rPr lang="en-US" altLang="ko-KR"/>
              <a:pPr/>
              <a:t>‹#›</a:t>
            </a:fld>
            <a:endParaRPr lang="en-US" altLang="ko-KR"/>
          </a:p>
        </p:txBody>
      </p:sp>
    </p:spTree>
    <p:extLst>
      <p:ext uri="{BB962C8B-B14F-4D97-AF65-F5344CB8AC3E}">
        <p14:creationId xmlns:p14="http://schemas.microsoft.com/office/powerpoint/2010/main" val="3269930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lvl1pPr>
              <a:defRPr/>
            </a:lvl1pPr>
          </a:lstStyle>
          <a:p>
            <a:endParaRPr lang="en-US" altLang="ko-KR"/>
          </a:p>
        </p:txBody>
      </p:sp>
      <p:sp>
        <p:nvSpPr>
          <p:cNvPr id="5" name="바닥글 개체 틀 4"/>
          <p:cNvSpPr>
            <a:spLocks noGrp="1"/>
          </p:cNvSpPr>
          <p:nvPr>
            <p:ph type="ftr" sz="quarter" idx="11"/>
          </p:nvPr>
        </p:nvSpPr>
        <p:spPr/>
        <p:txBody>
          <a:bodyPr/>
          <a:lstStyle>
            <a:lvl1pPr>
              <a:defRPr/>
            </a:lvl1pPr>
          </a:lstStyle>
          <a:p>
            <a:r>
              <a:rPr lang="en-US" altLang="ko-KR"/>
              <a:t>Abstract data types</a:t>
            </a:r>
          </a:p>
        </p:txBody>
      </p:sp>
      <p:sp>
        <p:nvSpPr>
          <p:cNvPr id="6" name="슬라이드 번호 개체 틀 5"/>
          <p:cNvSpPr>
            <a:spLocks noGrp="1"/>
          </p:cNvSpPr>
          <p:nvPr>
            <p:ph type="sldNum" sz="quarter" idx="12"/>
          </p:nvPr>
        </p:nvSpPr>
        <p:spPr/>
        <p:txBody>
          <a:bodyPr/>
          <a:lstStyle>
            <a:lvl1pPr>
              <a:defRPr/>
            </a:lvl1pPr>
          </a:lstStyle>
          <a:p>
            <a:fld id="{047920AC-BC5D-43E7-B67C-5F20A68447DF}" type="slidenum">
              <a:rPr lang="en-US" altLang="ko-KR"/>
              <a:pPr/>
              <a:t>‹#›</a:t>
            </a:fld>
            <a:endParaRPr lang="en-US" altLang="ko-KR"/>
          </a:p>
        </p:txBody>
      </p:sp>
    </p:spTree>
    <p:extLst>
      <p:ext uri="{BB962C8B-B14F-4D97-AF65-F5344CB8AC3E}">
        <p14:creationId xmlns:p14="http://schemas.microsoft.com/office/powerpoint/2010/main" val="2124692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515100" y="609600"/>
            <a:ext cx="1943100" cy="5486400"/>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685800" y="609600"/>
            <a:ext cx="5676900" cy="5486400"/>
          </a:xfrm>
        </p:spPr>
        <p:txBody>
          <a:bodyPr vert="eaVert"/>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lvl1pPr>
              <a:defRPr/>
            </a:lvl1pPr>
          </a:lstStyle>
          <a:p>
            <a:endParaRPr lang="en-US" altLang="ko-KR"/>
          </a:p>
        </p:txBody>
      </p:sp>
      <p:sp>
        <p:nvSpPr>
          <p:cNvPr id="5" name="바닥글 개체 틀 4"/>
          <p:cNvSpPr>
            <a:spLocks noGrp="1"/>
          </p:cNvSpPr>
          <p:nvPr>
            <p:ph type="ftr" sz="quarter" idx="11"/>
          </p:nvPr>
        </p:nvSpPr>
        <p:spPr/>
        <p:txBody>
          <a:bodyPr/>
          <a:lstStyle>
            <a:lvl1pPr>
              <a:defRPr/>
            </a:lvl1pPr>
          </a:lstStyle>
          <a:p>
            <a:r>
              <a:rPr lang="en-US" altLang="ko-KR"/>
              <a:t>Abstract data types</a:t>
            </a:r>
          </a:p>
        </p:txBody>
      </p:sp>
      <p:sp>
        <p:nvSpPr>
          <p:cNvPr id="6" name="슬라이드 번호 개체 틀 5"/>
          <p:cNvSpPr>
            <a:spLocks noGrp="1"/>
          </p:cNvSpPr>
          <p:nvPr>
            <p:ph type="sldNum" sz="quarter" idx="12"/>
          </p:nvPr>
        </p:nvSpPr>
        <p:spPr/>
        <p:txBody>
          <a:bodyPr/>
          <a:lstStyle>
            <a:lvl1pPr>
              <a:defRPr/>
            </a:lvl1pPr>
          </a:lstStyle>
          <a:p>
            <a:fld id="{8D4631A3-815A-48D6-8C25-275E429916D7}" type="slidenum">
              <a:rPr lang="en-US" altLang="ko-KR"/>
              <a:pPr/>
              <a:t>‹#›</a:t>
            </a:fld>
            <a:endParaRPr lang="en-US" altLang="ko-KR"/>
          </a:p>
        </p:txBody>
      </p:sp>
    </p:spTree>
    <p:extLst>
      <p:ext uri="{BB962C8B-B14F-4D97-AF65-F5344CB8AC3E}">
        <p14:creationId xmlns:p14="http://schemas.microsoft.com/office/powerpoint/2010/main" val="2415847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4" name="Rectangle 10"/>
          <p:cNvSpPr>
            <a:spLocks noChangeArrowheads="1"/>
          </p:cNvSpPr>
          <p:nvPr userDrawn="1"/>
        </p:nvSpPr>
        <p:spPr bwMode="auto">
          <a:xfrm>
            <a:off x="0" y="6629400"/>
            <a:ext cx="9144000" cy="107950"/>
          </a:xfrm>
          <a:prstGeom prst="rect">
            <a:avLst/>
          </a:prstGeom>
          <a:solidFill>
            <a:srgbClr val="0066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ko-KR" altLang="ko-KR">
              <a:solidFill>
                <a:schemeClr val="hlink"/>
              </a:solidFill>
              <a:latin typeface="Times New Roman" panose="02020603050405020304" pitchFamily="18" charset="0"/>
            </a:endParaRPr>
          </a:p>
        </p:txBody>
      </p:sp>
      <p:sp>
        <p:nvSpPr>
          <p:cNvPr id="1035" name="Rectangle 11"/>
          <p:cNvSpPr>
            <a:spLocks noChangeArrowheads="1"/>
          </p:cNvSpPr>
          <p:nvPr userDrawn="1"/>
        </p:nvSpPr>
        <p:spPr bwMode="auto">
          <a:xfrm>
            <a:off x="0" y="6488113"/>
            <a:ext cx="9144000" cy="65087"/>
          </a:xfrm>
          <a:prstGeom prst="rect">
            <a:avLst/>
          </a:prstGeom>
          <a:solidFill>
            <a:srgbClr val="EAEAEA"/>
          </a:solidFill>
          <a:ln>
            <a:noFill/>
          </a:ln>
          <a:effectLst/>
          <a:extLs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ko-KR" altLang="en-US" smtClean="0"/>
              <a:t>마스터 제목 스타일 편집</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400"/>
            </a:lvl1pPr>
          </a:lstStyle>
          <a:p>
            <a:endParaRPr lang="en-US" altLang="ko-K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r>
              <a:rPr lang="en-US" altLang="ko-KR"/>
              <a:t>Abstract data types</a:t>
            </a:r>
          </a:p>
        </p:txBody>
      </p:sp>
      <p:sp>
        <p:nvSpPr>
          <p:cNvPr id="1030" name="Rectangle 6"/>
          <p:cNvSpPr>
            <a:spLocks noGrp="1" noChangeArrowheads="1"/>
          </p:cNvSpPr>
          <p:nvPr>
            <p:ph type="sldNum" sz="quarter" idx="4"/>
          </p:nvPr>
        </p:nvSpPr>
        <p:spPr bwMode="auto">
          <a:xfrm>
            <a:off x="67056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atin typeface="Times New Roman" panose="02020603050405020304" pitchFamily="18" charset="0"/>
              </a:defRPr>
            </a:lvl1pPr>
          </a:lstStyle>
          <a:p>
            <a:fld id="{D46AB899-67CC-4B26-9166-2311D985DE79}" type="slidenum">
              <a:rPr lang="en-US" altLang="ko-KR"/>
              <a:pPr/>
              <a:t>‹#›</a:t>
            </a:fld>
            <a:endParaRPr lang="en-US" altLang="ko-KR"/>
          </a:p>
        </p:txBody>
      </p:sp>
      <p:pic>
        <p:nvPicPr>
          <p:cNvPr id="1046" name="Picture 22" descr="Untitled-2 copy"/>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0"/>
            <a:ext cx="9144000" cy="971550"/>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fontAlgn="base" latinLnBrk="1">
        <a:spcBef>
          <a:spcPct val="0"/>
        </a:spcBef>
        <a:spcAft>
          <a:spcPct val="0"/>
        </a:spcAft>
        <a:defRPr kumimoji="1" sz="4400" kern="1200">
          <a:solidFill>
            <a:schemeClr val="tx2"/>
          </a:solidFill>
          <a:latin typeface="+mj-lt"/>
          <a:ea typeface="+mj-ea"/>
          <a:cs typeface="+mj-cs"/>
        </a:defRPr>
      </a:lvl1pPr>
      <a:lvl2pPr algn="ctr" rtl="0" fontAlgn="base" latinLnBrk="1">
        <a:spcBef>
          <a:spcPct val="0"/>
        </a:spcBef>
        <a:spcAft>
          <a:spcPct val="0"/>
        </a:spcAft>
        <a:defRPr kumimoji="1" sz="4400">
          <a:solidFill>
            <a:schemeClr val="tx2"/>
          </a:solidFill>
          <a:latin typeface="굴림" panose="020B0600000101010101" pitchFamily="50" charset="-127"/>
          <a:ea typeface="굴림" panose="020B0600000101010101" pitchFamily="50" charset="-127"/>
        </a:defRPr>
      </a:lvl2pPr>
      <a:lvl3pPr algn="ctr" rtl="0" fontAlgn="base" latinLnBrk="1">
        <a:spcBef>
          <a:spcPct val="0"/>
        </a:spcBef>
        <a:spcAft>
          <a:spcPct val="0"/>
        </a:spcAft>
        <a:defRPr kumimoji="1" sz="4400">
          <a:solidFill>
            <a:schemeClr val="tx2"/>
          </a:solidFill>
          <a:latin typeface="굴림" panose="020B0600000101010101" pitchFamily="50" charset="-127"/>
          <a:ea typeface="굴림" panose="020B0600000101010101" pitchFamily="50" charset="-127"/>
        </a:defRPr>
      </a:lvl3pPr>
      <a:lvl4pPr algn="ctr" rtl="0" fontAlgn="base" latinLnBrk="1">
        <a:spcBef>
          <a:spcPct val="0"/>
        </a:spcBef>
        <a:spcAft>
          <a:spcPct val="0"/>
        </a:spcAft>
        <a:defRPr kumimoji="1" sz="4400">
          <a:solidFill>
            <a:schemeClr val="tx2"/>
          </a:solidFill>
          <a:latin typeface="굴림" panose="020B0600000101010101" pitchFamily="50" charset="-127"/>
          <a:ea typeface="굴림" panose="020B0600000101010101" pitchFamily="50" charset="-127"/>
        </a:defRPr>
      </a:lvl4pPr>
      <a:lvl5pPr algn="ctr" rtl="0" fontAlgn="base" latinLnBrk="1">
        <a:spcBef>
          <a:spcPct val="0"/>
        </a:spcBef>
        <a:spcAft>
          <a:spcPct val="0"/>
        </a:spcAft>
        <a:defRPr kumimoji="1" sz="4400">
          <a:solidFill>
            <a:schemeClr val="tx2"/>
          </a:solidFill>
          <a:latin typeface="굴림" panose="020B0600000101010101" pitchFamily="50" charset="-127"/>
          <a:ea typeface="굴림" panose="020B0600000101010101" pitchFamily="50" charset="-127"/>
        </a:defRPr>
      </a:lvl5pPr>
      <a:lvl6pPr marL="457200" algn="ctr" rtl="0" fontAlgn="base" latinLnBrk="1">
        <a:spcBef>
          <a:spcPct val="0"/>
        </a:spcBef>
        <a:spcAft>
          <a:spcPct val="0"/>
        </a:spcAft>
        <a:defRPr kumimoji="1" sz="4400">
          <a:solidFill>
            <a:schemeClr val="tx2"/>
          </a:solidFill>
          <a:latin typeface="굴림" panose="020B0600000101010101" pitchFamily="50" charset="-127"/>
          <a:ea typeface="굴림" panose="020B0600000101010101" pitchFamily="50" charset="-127"/>
        </a:defRPr>
      </a:lvl6pPr>
      <a:lvl7pPr marL="914400" algn="ctr" rtl="0" fontAlgn="base" latinLnBrk="1">
        <a:spcBef>
          <a:spcPct val="0"/>
        </a:spcBef>
        <a:spcAft>
          <a:spcPct val="0"/>
        </a:spcAft>
        <a:defRPr kumimoji="1" sz="4400">
          <a:solidFill>
            <a:schemeClr val="tx2"/>
          </a:solidFill>
          <a:latin typeface="굴림" panose="020B0600000101010101" pitchFamily="50" charset="-127"/>
          <a:ea typeface="굴림" panose="020B0600000101010101" pitchFamily="50" charset="-127"/>
        </a:defRPr>
      </a:lvl7pPr>
      <a:lvl8pPr marL="1371600" algn="ctr" rtl="0" fontAlgn="base" latinLnBrk="1">
        <a:spcBef>
          <a:spcPct val="0"/>
        </a:spcBef>
        <a:spcAft>
          <a:spcPct val="0"/>
        </a:spcAft>
        <a:defRPr kumimoji="1" sz="4400">
          <a:solidFill>
            <a:schemeClr val="tx2"/>
          </a:solidFill>
          <a:latin typeface="굴림" panose="020B0600000101010101" pitchFamily="50" charset="-127"/>
          <a:ea typeface="굴림" panose="020B0600000101010101" pitchFamily="50" charset="-127"/>
        </a:defRPr>
      </a:lvl8pPr>
      <a:lvl9pPr marL="1828800" algn="ctr" rtl="0" fontAlgn="base" latinLnBrk="1">
        <a:spcBef>
          <a:spcPct val="0"/>
        </a:spcBef>
        <a:spcAft>
          <a:spcPct val="0"/>
        </a:spcAft>
        <a:defRPr kumimoji="1" sz="4400">
          <a:solidFill>
            <a:schemeClr val="tx2"/>
          </a:solidFill>
          <a:latin typeface="굴림" panose="020B0600000101010101" pitchFamily="50" charset="-127"/>
          <a:ea typeface="굴림" panose="020B0600000101010101" pitchFamily="50" charset="-127"/>
        </a:defRPr>
      </a:lvl9pPr>
    </p:titleStyle>
    <p:bodyStyle>
      <a:lvl1pPr marL="342900" indent="-342900" algn="l" rtl="0" fontAlgn="base" latinLnBrk="1">
        <a:spcBef>
          <a:spcPct val="20000"/>
        </a:spcBef>
        <a:spcAft>
          <a:spcPct val="0"/>
        </a:spcAft>
        <a:buClr>
          <a:srgbClr val="0066CC"/>
        </a:buClr>
        <a:buFont typeface="Wingdings" panose="05000000000000000000" pitchFamily="2" charset="2"/>
        <a:buChar char="§"/>
        <a:defRPr kumimoji="1" sz="3200" kern="1200">
          <a:solidFill>
            <a:schemeClr val="tx1"/>
          </a:solidFill>
          <a:latin typeface="+mn-lt"/>
          <a:ea typeface="+mn-ea"/>
          <a:cs typeface="+mn-cs"/>
        </a:defRPr>
      </a:lvl1pPr>
      <a:lvl2pPr marL="742950" indent="-285750" algn="l" rtl="0" fontAlgn="base" latinLnBrk="1">
        <a:spcBef>
          <a:spcPct val="20000"/>
        </a:spcBef>
        <a:spcAft>
          <a:spcPct val="0"/>
        </a:spcAft>
        <a:buClr>
          <a:srgbClr val="0066CC"/>
        </a:buClr>
        <a:buChar char="–"/>
        <a:defRPr kumimoji="1" sz="2800" kern="1200">
          <a:solidFill>
            <a:schemeClr val="tx1"/>
          </a:solidFill>
          <a:latin typeface="+mn-lt"/>
          <a:ea typeface="+mn-ea"/>
          <a:cs typeface="+mn-cs"/>
        </a:defRPr>
      </a:lvl2pPr>
      <a:lvl3pPr marL="1143000" indent="-228600" algn="l" rtl="0" fontAlgn="base" latinLnBrk="1">
        <a:spcBef>
          <a:spcPct val="20000"/>
        </a:spcBef>
        <a:spcAft>
          <a:spcPct val="0"/>
        </a:spcAft>
        <a:buChar char="•"/>
        <a:defRPr kumimoji="1" sz="2400" kern="1200">
          <a:solidFill>
            <a:schemeClr val="tx1"/>
          </a:solidFill>
          <a:latin typeface="+mn-lt"/>
          <a:ea typeface="+mn-ea"/>
          <a:cs typeface="+mn-cs"/>
        </a:defRPr>
      </a:lvl3pPr>
      <a:lvl4pPr marL="1600200" indent="-228600" algn="l" rtl="0" fontAlgn="base" latinLnBrk="1">
        <a:spcBef>
          <a:spcPct val="20000"/>
        </a:spcBef>
        <a:spcAft>
          <a:spcPct val="0"/>
        </a:spcAft>
        <a:buChar char="–"/>
        <a:defRPr kumimoji="1" sz="2000" kern="1200">
          <a:solidFill>
            <a:schemeClr val="tx1"/>
          </a:solidFill>
          <a:latin typeface="+mn-lt"/>
          <a:ea typeface="+mn-ea"/>
          <a:cs typeface="+mn-cs"/>
        </a:defRPr>
      </a:lvl4pPr>
      <a:lvl5pPr marL="2057400" indent="-228600" algn="l" rtl="0" fontAlgn="base" latinLnBrk="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ctrTitle"/>
          </p:nvPr>
        </p:nvSpPr>
        <p:spPr>
          <a:xfrm>
            <a:off x="685800" y="1676400"/>
            <a:ext cx="7772400" cy="1143000"/>
          </a:xfrm>
        </p:spPr>
        <p:txBody>
          <a:bodyPr anchor="ctr"/>
          <a:lstStyle/>
          <a:p>
            <a:r>
              <a:rPr lang="en-US" altLang="ko-KR" sz="3200" b="1">
                <a:solidFill>
                  <a:srgbClr val="0000FF"/>
                </a:solidFill>
                <a:latin typeface="Courier New" panose="02070309020205020404" pitchFamily="49" charset="0"/>
              </a:rPr>
              <a:t>Abstract data types</a:t>
            </a:r>
          </a:p>
        </p:txBody>
      </p:sp>
      <p:sp>
        <p:nvSpPr>
          <p:cNvPr id="186371" name="Rectangle 3"/>
          <p:cNvSpPr>
            <a:spLocks noGrp="1" noChangeArrowheads="1"/>
          </p:cNvSpPr>
          <p:nvPr>
            <p:ph type="subTitle" idx="1"/>
          </p:nvPr>
        </p:nvSpPr>
        <p:spPr>
          <a:xfrm>
            <a:off x="1371600" y="3200400"/>
            <a:ext cx="6400800" cy="2438400"/>
          </a:xfrm>
        </p:spPr>
        <p:txBody>
          <a:bodyPr/>
          <a:lstStyle/>
          <a:p>
            <a:r>
              <a:rPr lang="en-US" altLang="ko-KR" sz="1800" b="1">
                <a:solidFill>
                  <a:srgbClr val="000000"/>
                </a:solidFill>
                <a:latin typeface="Courier New" panose="02070309020205020404" pitchFamily="49" charset="0"/>
              </a:rPr>
              <a:t>Programming Language Design and Implementation </a:t>
            </a:r>
          </a:p>
          <a:p>
            <a:r>
              <a:rPr lang="en-US" altLang="ko-KR" sz="1800" b="1">
                <a:solidFill>
                  <a:srgbClr val="000000"/>
                </a:solidFill>
                <a:latin typeface="Courier New" panose="02070309020205020404" pitchFamily="49" charset="0"/>
              </a:rPr>
              <a:t>(4th Edition)</a:t>
            </a:r>
          </a:p>
          <a:p>
            <a:r>
              <a:rPr lang="en-US" altLang="ko-KR" sz="1800" b="1">
                <a:solidFill>
                  <a:srgbClr val="000000"/>
                </a:solidFill>
                <a:latin typeface="Courier New" panose="02070309020205020404" pitchFamily="49" charset="0"/>
              </a:rPr>
              <a:t>by T. Pratt and M. Zelkowitz</a:t>
            </a:r>
          </a:p>
          <a:p>
            <a:r>
              <a:rPr lang="en-US" altLang="ko-KR" sz="1800" b="1">
                <a:solidFill>
                  <a:srgbClr val="000000"/>
                </a:solidFill>
                <a:latin typeface="Courier New" panose="02070309020205020404" pitchFamily="49" charset="0"/>
              </a:rPr>
              <a:t>Prentice Hall, 2001</a:t>
            </a:r>
          </a:p>
          <a:p>
            <a:endParaRPr lang="en-US" altLang="ko-KR" sz="1800" b="1">
              <a:solidFill>
                <a:srgbClr val="000000"/>
              </a:solidFill>
              <a:latin typeface="Courier New" panose="02070309020205020404" pitchFamily="49" charset="0"/>
            </a:endParaRPr>
          </a:p>
          <a:p>
            <a:r>
              <a:rPr lang="en-US" altLang="ko-KR" sz="1800" b="1">
                <a:solidFill>
                  <a:srgbClr val="000000"/>
                </a:solidFill>
                <a:latin typeface="Courier New" panose="02070309020205020404" pitchFamily="49" charset="0"/>
              </a:rPr>
              <a:t>Section 6.2-6.3</a:t>
            </a:r>
            <a:endParaRPr lang="en-US" altLang="ko-KR" sz="3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바닥글 개체 틀 4"/>
          <p:cNvSpPr>
            <a:spLocks noGrp="1"/>
          </p:cNvSpPr>
          <p:nvPr>
            <p:ph type="ftr" sz="quarter" idx="11"/>
          </p:nvPr>
        </p:nvSpPr>
        <p:spPr/>
        <p:txBody>
          <a:bodyPr/>
          <a:lstStyle/>
          <a:p>
            <a:r>
              <a:rPr lang="en-US" altLang="ko-KR"/>
              <a:t>Abstract data types</a:t>
            </a:r>
          </a:p>
        </p:txBody>
      </p:sp>
      <p:sp>
        <p:nvSpPr>
          <p:cNvPr id="6" name="슬라이드 번호 개체 틀 5"/>
          <p:cNvSpPr>
            <a:spLocks noGrp="1"/>
          </p:cNvSpPr>
          <p:nvPr>
            <p:ph type="sldNum" sz="quarter" idx="12"/>
          </p:nvPr>
        </p:nvSpPr>
        <p:spPr/>
        <p:txBody>
          <a:bodyPr/>
          <a:lstStyle/>
          <a:p>
            <a:fld id="{F88C3DA1-DC2B-4B83-9BD3-CC833994FD59}" type="slidenum">
              <a:rPr lang="en-US" altLang="ko-KR"/>
              <a:pPr/>
              <a:t>2</a:t>
            </a:fld>
            <a:endParaRPr lang="en-US" altLang="ko-KR"/>
          </a:p>
        </p:txBody>
      </p:sp>
      <p:sp>
        <p:nvSpPr>
          <p:cNvPr id="198658" name="Rectangle 2"/>
          <p:cNvSpPr>
            <a:spLocks noGrp="1" noChangeArrowheads="1"/>
          </p:cNvSpPr>
          <p:nvPr>
            <p:ph type="title"/>
          </p:nvPr>
        </p:nvSpPr>
        <p:spPr>
          <a:xfrm>
            <a:off x="685800" y="762000"/>
            <a:ext cx="7772400" cy="1143000"/>
          </a:xfrm>
        </p:spPr>
        <p:txBody>
          <a:bodyPr/>
          <a:lstStyle/>
          <a:p>
            <a:r>
              <a:rPr lang="en-US" altLang="ko-KR" sz="2400" b="1">
                <a:latin typeface="Courier New" panose="02070309020205020404" pitchFamily="49" charset="0"/>
              </a:rPr>
              <a:t>Development of data types</a:t>
            </a:r>
          </a:p>
        </p:txBody>
      </p:sp>
      <p:sp>
        <p:nvSpPr>
          <p:cNvPr id="198659" name="Rectangle 3"/>
          <p:cNvSpPr>
            <a:spLocks noGrp="1" noChangeArrowheads="1"/>
          </p:cNvSpPr>
          <p:nvPr>
            <p:ph type="body" idx="1"/>
          </p:nvPr>
        </p:nvSpPr>
        <p:spPr>
          <a:xfrm>
            <a:off x="762000" y="1905000"/>
            <a:ext cx="7772400" cy="4343400"/>
          </a:xfrm>
        </p:spPr>
        <p:txBody>
          <a:bodyPr/>
          <a:lstStyle/>
          <a:p>
            <a:pPr>
              <a:lnSpc>
                <a:spcPct val="90000"/>
              </a:lnSpc>
              <a:spcBef>
                <a:spcPct val="10000"/>
              </a:spcBef>
              <a:buFont typeface="Wingdings" panose="05000000000000000000" pitchFamily="2" charset="2"/>
              <a:buNone/>
            </a:pPr>
            <a:r>
              <a:rPr lang="en-US" altLang="ko-KR" sz="1600" b="1">
                <a:solidFill>
                  <a:srgbClr val="FF0000"/>
                </a:solidFill>
                <a:latin typeface="Courier New" panose="02070309020205020404" pitchFamily="49" charset="0"/>
              </a:rPr>
              <a:t>1957-1960 FORTRAN, ALGOL</a:t>
            </a:r>
            <a:r>
              <a:rPr lang="en-US" altLang="ko-KR" sz="1600" b="1">
                <a:latin typeface="Courier New" panose="02070309020205020404" pitchFamily="49" charset="0"/>
              </a:rPr>
              <a:t> - primitive data that mimics machine    hardware</a:t>
            </a:r>
          </a:p>
          <a:p>
            <a:pPr>
              <a:lnSpc>
                <a:spcPct val="90000"/>
              </a:lnSpc>
              <a:spcBef>
                <a:spcPct val="10000"/>
              </a:spcBef>
              <a:buFont typeface="Wingdings" panose="05000000000000000000" pitchFamily="2" charset="2"/>
              <a:buNone/>
            </a:pPr>
            <a:r>
              <a:rPr lang="en-US" altLang="ko-KR" sz="1600" b="1">
                <a:solidFill>
                  <a:srgbClr val="FF0000"/>
                </a:solidFill>
                <a:latin typeface="Courier New" panose="02070309020205020404" pitchFamily="49" charset="0"/>
              </a:rPr>
              <a:t>1960-1963 COBOL, PL/I</a:t>
            </a:r>
            <a:r>
              <a:rPr lang="en-US" altLang="ko-KR" sz="1600" b="1">
                <a:latin typeface="Courier New" panose="02070309020205020404" pitchFamily="49" charset="0"/>
              </a:rPr>
              <a:t> - Extend primitive data with collections of primitive objects, records</a:t>
            </a:r>
          </a:p>
          <a:p>
            <a:pPr>
              <a:lnSpc>
                <a:spcPct val="90000"/>
              </a:lnSpc>
              <a:spcBef>
                <a:spcPct val="10000"/>
              </a:spcBef>
              <a:buFont typeface="Wingdings" panose="05000000000000000000" pitchFamily="2" charset="2"/>
              <a:buNone/>
            </a:pPr>
            <a:r>
              <a:rPr lang="en-US" altLang="ko-KR" sz="1600" b="1">
                <a:solidFill>
                  <a:srgbClr val="FF0000"/>
                </a:solidFill>
                <a:latin typeface="Courier New" panose="02070309020205020404" pitchFamily="49" charset="0"/>
              </a:rPr>
              <a:t>1968-1970 Pascal, ALGOL-68</a:t>
            </a:r>
            <a:r>
              <a:rPr lang="en-US" altLang="ko-KR" sz="1600" b="1">
                <a:latin typeface="Courier New" panose="02070309020205020404" pitchFamily="49" charset="0"/>
              </a:rPr>
              <a:t> - Extends functionality with new types. Create functions that use those new types.</a:t>
            </a:r>
          </a:p>
          <a:p>
            <a:pPr>
              <a:lnSpc>
                <a:spcPct val="90000"/>
              </a:lnSpc>
              <a:spcBef>
                <a:spcPct val="10000"/>
              </a:spcBef>
              <a:buFont typeface="Wingdings" panose="05000000000000000000" pitchFamily="2" charset="2"/>
              <a:buNone/>
            </a:pPr>
            <a:r>
              <a:rPr lang="en-US" altLang="ko-KR" sz="1600" b="1">
                <a:solidFill>
                  <a:srgbClr val="FF0000"/>
                </a:solidFill>
                <a:latin typeface="Courier New" panose="02070309020205020404" pitchFamily="49" charset="0"/>
              </a:rPr>
              <a:t>1972--1976 Age of encapsulation</a:t>
            </a:r>
            <a:r>
              <a:rPr lang="en-US" altLang="ko-KR" sz="1600" b="1">
                <a:latin typeface="Courier New" panose="02070309020205020404" pitchFamily="49" charset="0"/>
              </a:rPr>
              <a:t> (Parnas)- Information hiding</a:t>
            </a:r>
          </a:p>
          <a:p>
            <a:pPr>
              <a:lnSpc>
                <a:spcPct val="90000"/>
              </a:lnSpc>
              <a:spcBef>
                <a:spcPct val="10000"/>
              </a:spcBef>
            </a:pPr>
            <a:r>
              <a:rPr lang="en-US" altLang="ko-KR" sz="1600" b="1">
                <a:latin typeface="Courier New" panose="02070309020205020404" pitchFamily="49" charset="0"/>
              </a:rPr>
              <a:t>Create data type signatures      function prototype</a:t>
            </a:r>
          </a:p>
          <a:p>
            <a:pPr>
              <a:lnSpc>
                <a:spcPct val="90000"/>
              </a:lnSpc>
              <a:spcBef>
                <a:spcPct val="10000"/>
              </a:spcBef>
            </a:pPr>
            <a:r>
              <a:rPr lang="en-US" altLang="ko-KR" sz="1600" b="1">
                <a:latin typeface="Courier New" panose="02070309020205020404" pitchFamily="49" charset="0"/>
              </a:rPr>
              <a:t>Overloading</a:t>
            </a:r>
          </a:p>
          <a:p>
            <a:pPr>
              <a:lnSpc>
                <a:spcPct val="90000"/>
              </a:lnSpc>
              <a:spcBef>
                <a:spcPct val="10000"/>
              </a:spcBef>
            </a:pPr>
            <a:r>
              <a:rPr lang="en-US" altLang="ko-KR" sz="1600" b="1">
                <a:latin typeface="Courier New" panose="02070309020205020404" pitchFamily="49" charset="0"/>
              </a:rPr>
              <a:t>Inheritance</a:t>
            </a:r>
          </a:p>
          <a:p>
            <a:pPr>
              <a:lnSpc>
                <a:spcPct val="90000"/>
              </a:lnSpc>
              <a:spcBef>
                <a:spcPct val="10000"/>
              </a:spcBef>
            </a:pPr>
            <a:r>
              <a:rPr lang="en-US" altLang="ko-KR" sz="1600" b="1">
                <a:latin typeface="Courier New" panose="02070309020205020404" pitchFamily="49" charset="0"/>
              </a:rPr>
              <a:t>New languages:</a:t>
            </a:r>
          </a:p>
          <a:p>
            <a:pPr>
              <a:lnSpc>
                <a:spcPct val="90000"/>
              </a:lnSpc>
              <a:spcBef>
                <a:spcPct val="10000"/>
              </a:spcBef>
              <a:buFont typeface="Wingdings" panose="05000000000000000000" pitchFamily="2" charset="2"/>
              <a:buNone/>
            </a:pPr>
            <a:r>
              <a:rPr lang="en-US" altLang="ko-KR" sz="1600" b="1">
                <a:latin typeface="Courier New" panose="02070309020205020404" pitchFamily="49" charset="0"/>
              </a:rPr>
              <a:t>	Alphard (Wulf, Shaw, LondonU)    Euclid (Toronto)</a:t>
            </a:r>
          </a:p>
          <a:p>
            <a:pPr>
              <a:lnSpc>
                <a:spcPct val="90000"/>
              </a:lnSpc>
              <a:spcBef>
                <a:spcPct val="10000"/>
              </a:spcBef>
              <a:buFont typeface="Wingdings" panose="05000000000000000000" pitchFamily="2" charset="2"/>
              <a:buNone/>
            </a:pPr>
            <a:r>
              <a:rPr lang="en-US" altLang="ko-KR" sz="1600" b="1">
                <a:latin typeface="Courier New" panose="02070309020205020404" pitchFamily="49" charset="0"/>
              </a:rPr>
              <a:t>	CLU (Liskov)                     Modula (Wirth)</a:t>
            </a:r>
          </a:p>
          <a:p>
            <a:pPr>
              <a:lnSpc>
                <a:spcPct val="90000"/>
              </a:lnSpc>
              <a:spcBef>
                <a:spcPct val="10000"/>
              </a:spcBef>
              <a:buFont typeface="Wingdings" panose="05000000000000000000" pitchFamily="2" charset="2"/>
              <a:buNone/>
            </a:pPr>
            <a:r>
              <a:rPr lang="en-US" altLang="ko-KR" sz="1600" b="1">
                <a:latin typeface="Courier New" panose="02070309020205020404" pitchFamily="49" charset="0"/>
              </a:rPr>
              <a:t>	Smalltalk (Kay)                  Ada (DoD)</a:t>
            </a:r>
          </a:p>
          <a:p>
            <a:pPr>
              <a:lnSpc>
                <a:spcPct val="90000"/>
              </a:lnSpc>
              <a:spcBef>
                <a:spcPct val="10000"/>
              </a:spcBef>
              <a:buFont typeface="Wingdings" panose="05000000000000000000" pitchFamily="2" charset="2"/>
              <a:buNone/>
            </a:pPr>
            <a:r>
              <a:rPr lang="en-US" altLang="ko-KR" sz="1600" b="1">
                <a:latin typeface="Courier New" panose="02070309020205020404" pitchFamily="49" charset="0"/>
              </a:rPr>
              <a:t>	Eiffel (Meyer)</a:t>
            </a:r>
          </a:p>
          <a:p>
            <a:pPr>
              <a:lnSpc>
                <a:spcPct val="90000"/>
              </a:lnSpc>
              <a:spcBef>
                <a:spcPct val="10000"/>
              </a:spcBef>
              <a:buFont typeface="Wingdings" panose="05000000000000000000" pitchFamily="2" charset="2"/>
              <a:buNone/>
            </a:pPr>
            <a:r>
              <a:rPr lang="en-US" altLang="ko-KR" sz="1600" b="1">
                <a:solidFill>
                  <a:srgbClr val="FF0000"/>
                </a:solidFill>
                <a:latin typeface="Courier New" panose="02070309020205020404" pitchFamily="49" charset="0"/>
              </a:rPr>
              <a:t>1980--1985 Object Orientation</a:t>
            </a:r>
            <a:r>
              <a:rPr lang="en-US" altLang="ko-KR" sz="1600" b="1">
                <a:latin typeface="Courier New" panose="02070309020205020404" pitchFamily="49" charset="0"/>
              </a:rPr>
              <a:t> - Smalltalk-80, C++, Miranda, ML, FORTRAN-90, Ada-95</a:t>
            </a:r>
          </a:p>
          <a:p>
            <a:pPr>
              <a:lnSpc>
                <a:spcPct val="90000"/>
              </a:lnSpc>
            </a:pPr>
            <a:endParaRPr lang="en-US" altLang="ko-KR" sz="1800" b="1">
              <a:latin typeface="Courier New" panose="02070309020205020404" pitchFamily="49"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바닥글 개체 틀 2"/>
          <p:cNvSpPr>
            <a:spLocks noGrp="1"/>
          </p:cNvSpPr>
          <p:nvPr>
            <p:ph type="ftr" sz="quarter" idx="11"/>
          </p:nvPr>
        </p:nvSpPr>
        <p:spPr/>
        <p:txBody>
          <a:bodyPr/>
          <a:lstStyle/>
          <a:p>
            <a:r>
              <a:rPr lang="en-US" altLang="ko-KR"/>
              <a:t>Abstract data types</a:t>
            </a:r>
          </a:p>
        </p:txBody>
      </p:sp>
      <p:sp>
        <p:nvSpPr>
          <p:cNvPr id="5" name="슬라이드 번호 개체 틀 3"/>
          <p:cNvSpPr>
            <a:spLocks noGrp="1"/>
          </p:cNvSpPr>
          <p:nvPr>
            <p:ph type="sldNum" sz="quarter" idx="12"/>
          </p:nvPr>
        </p:nvSpPr>
        <p:spPr/>
        <p:txBody>
          <a:bodyPr/>
          <a:lstStyle/>
          <a:p>
            <a:fld id="{21A495A8-FFEE-47C9-BAE6-6366FEB9F395}" type="slidenum">
              <a:rPr lang="en-US" altLang="ko-KR"/>
              <a:pPr/>
              <a:t>3</a:t>
            </a:fld>
            <a:endParaRPr lang="en-US" altLang="ko-KR"/>
          </a:p>
        </p:txBody>
      </p:sp>
      <p:pic>
        <p:nvPicPr>
          <p:cNvPr id="199682" name="Picture 2" descr="03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838200"/>
            <a:ext cx="5438775" cy="5562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바닥글 개체 틀 4"/>
          <p:cNvSpPr>
            <a:spLocks noGrp="1"/>
          </p:cNvSpPr>
          <p:nvPr>
            <p:ph type="ftr" sz="quarter" idx="11"/>
          </p:nvPr>
        </p:nvSpPr>
        <p:spPr/>
        <p:txBody>
          <a:bodyPr/>
          <a:lstStyle/>
          <a:p>
            <a:r>
              <a:rPr lang="en-US" altLang="ko-KR"/>
              <a:t>Abstract data types</a:t>
            </a:r>
          </a:p>
        </p:txBody>
      </p:sp>
      <p:sp>
        <p:nvSpPr>
          <p:cNvPr id="6" name="슬라이드 번호 개체 틀 5"/>
          <p:cNvSpPr>
            <a:spLocks noGrp="1"/>
          </p:cNvSpPr>
          <p:nvPr>
            <p:ph type="sldNum" sz="quarter" idx="12"/>
          </p:nvPr>
        </p:nvSpPr>
        <p:spPr/>
        <p:txBody>
          <a:bodyPr/>
          <a:lstStyle/>
          <a:p>
            <a:fld id="{DEFDA70D-BE3E-44B0-BF29-C64F2CA19B53}" type="slidenum">
              <a:rPr lang="en-US" altLang="ko-KR"/>
              <a:pPr/>
              <a:t>4</a:t>
            </a:fld>
            <a:endParaRPr lang="en-US" altLang="ko-KR"/>
          </a:p>
        </p:txBody>
      </p:sp>
      <p:sp>
        <p:nvSpPr>
          <p:cNvPr id="200706" name="Rectangle 2"/>
          <p:cNvSpPr>
            <a:spLocks noGrp="1" noChangeArrowheads="1"/>
          </p:cNvSpPr>
          <p:nvPr>
            <p:ph type="title"/>
          </p:nvPr>
        </p:nvSpPr>
        <p:spPr>
          <a:xfrm>
            <a:off x="609600" y="762000"/>
            <a:ext cx="7772400" cy="1143000"/>
          </a:xfrm>
        </p:spPr>
        <p:txBody>
          <a:bodyPr/>
          <a:lstStyle/>
          <a:p>
            <a:r>
              <a:rPr lang="en-US" altLang="ko-KR" sz="2400" b="1">
                <a:latin typeface="Courier New" panose="02070309020205020404" pitchFamily="49" charset="0"/>
              </a:rPr>
              <a:t>Types</a:t>
            </a:r>
          </a:p>
        </p:txBody>
      </p:sp>
      <p:sp>
        <p:nvSpPr>
          <p:cNvPr id="200707" name="Rectangle 3"/>
          <p:cNvSpPr>
            <a:spLocks noGrp="1" noChangeArrowheads="1"/>
          </p:cNvSpPr>
          <p:nvPr>
            <p:ph type="body" idx="1"/>
          </p:nvPr>
        </p:nvSpPr>
        <p:spPr/>
        <p:txBody>
          <a:bodyPr/>
          <a:lstStyle/>
          <a:p>
            <a:pPr>
              <a:buFont typeface="Wingdings" panose="05000000000000000000" pitchFamily="2" charset="2"/>
              <a:buNone/>
            </a:pPr>
            <a:r>
              <a:rPr lang="en-US" altLang="ko-KR" sz="1800" b="1">
                <a:latin typeface="Courier New" panose="02070309020205020404" pitchFamily="49" charset="0"/>
              </a:rPr>
              <a:t>A </a:t>
            </a:r>
            <a:r>
              <a:rPr lang="en-US" altLang="ko-KR" sz="1800" b="1">
                <a:solidFill>
                  <a:srgbClr val="FF0000"/>
                </a:solidFill>
                <a:latin typeface="Courier New" panose="02070309020205020404" pitchFamily="49" charset="0"/>
              </a:rPr>
              <a:t>type</a:t>
            </a:r>
            <a:r>
              <a:rPr lang="en-US" altLang="ko-KR" sz="1800" b="1">
                <a:latin typeface="Courier New" panose="02070309020205020404" pitchFamily="49" charset="0"/>
              </a:rPr>
              <a:t> (data type) is a set of values that an object can have.</a:t>
            </a:r>
          </a:p>
          <a:p>
            <a:pPr>
              <a:buFont typeface="Wingdings" panose="05000000000000000000" pitchFamily="2" charset="2"/>
              <a:buNone/>
            </a:pPr>
            <a:r>
              <a:rPr lang="en-US" altLang="ko-KR" sz="1800" b="1">
                <a:latin typeface="Courier New" panose="02070309020205020404" pitchFamily="49" charset="0"/>
              </a:rPr>
              <a:t>An </a:t>
            </a:r>
            <a:r>
              <a:rPr lang="en-US" altLang="ko-KR" sz="1800" b="1">
                <a:solidFill>
                  <a:srgbClr val="FF0000"/>
                </a:solidFill>
                <a:latin typeface="Courier New" panose="02070309020205020404" pitchFamily="49" charset="0"/>
              </a:rPr>
              <a:t>abstract data type</a:t>
            </a:r>
            <a:r>
              <a:rPr lang="en-US" altLang="ko-KR" sz="1800" b="1">
                <a:latin typeface="Courier New" panose="02070309020205020404" pitchFamily="49" charset="0"/>
              </a:rPr>
              <a:t> (ADT) is a:</a:t>
            </a:r>
          </a:p>
          <a:p>
            <a:r>
              <a:rPr lang="en-US" altLang="ko-KR" sz="1800" b="1">
                <a:latin typeface="Courier New" panose="02070309020205020404" pitchFamily="49" charset="0"/>
              </a:rPr>
              <a:t>data type</a:t>
            </a:r>
          </a:p>
          <a:p>
            <a:r>
              <a:rPr lang="en-US" altLang="ko-KR" sz="1800" b="1">
                <a:latin typeface="Courier New" panose="02070309020205020404" pitchFamily="49" charset="0"/>
              </a:rPr>
              <a:t>Set of functions (operations) that operates on data of that type</a:t>
            </a:r>
          </a:p>
          <a:p>
            <a:r>
              <a:rPr lang="en-US" altLang="ko-KR" sz="1800" b="1">
                <a:latin typeface="Courier New" panose="02070309020205020404" pitchFamily="49" charset="0"/>
              </a:rPr>
              <a:t>Each function is defined by its </a:t>
            </a:r>
            <a:r>
              <a:rPr lang="en-US" altLang="ko-KR" sz="1800" b="1">
                <a:solidFill>
                  <a:srgbClr val="FF0000"/>
                </a:solidFill>
                <a:latin typeface="Courier New" panose="02070309020205020404" pitchFamily="49" charset="0"/>
              </a:rPr>
              <a:t>signature</a:t>
            </a:r>
            <a:r>
              <a:rPr lang="en-US" altLang="ko-KR" sz="1800" b="1">
                <a:latin typeface="Courier New" panose="02070309020205020404" pitchFamily="49" charset="0"/>
              </a:rPr>
              <a:t>.</a:t>
            </a:r>
          </a:p>
          <a:p>
            <a:r>
              <a:rPr lang="en-US" altLang="ko-KR" sz="1800" b="1">
                <a:latin typeface="Courier New" panose="02070309020205020404" pitchFamily="49" charset="0"/>
              </a:rPr>
              <a:t>Can also specify operations formally (Algebraic data types): f(g(A,S)) = A</a:t>
            </a:r>
          </a:p>
          <a:p>
            <a:endParaRPr lang="en-US" altLang="ko-KR" sz="1800" b="1">
              <a:latin typeface="Courier New" panose="02070309020205020404" pitchFamily="49" charset="0"/>
            </a:endParaRPr>
          </a:p>
          <a:p>
            <a:endParaRPr lang="en-US" altLang="ko-KR" sz="1800" b="1">
              <a:latin typeface="Courier New" panose="02070309020205020404" pitchFamily="49"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바닥글 개체 틀 4"/>
          <p:cNvSpPr>
            <a:spLocks noGrp="1"/>
          </p:cNvSpPr>
          <p:nvPr>
            <p:ph type="ftr" sz="quarter" idx="11"/>
          </p:nvPr>
        </p:nvSpPr>
        <p:spPr/>
        <p:txBody>
          <a:bodyPr/>
          <a:lstStyle/>
          <a:p>
            <a:r>
              <a:rPr lang="en-US" altLang="ko-KR"/>
              <a:t>Abstract data types</a:t>
            </a:r>
          </a:p>
        </p:txBody>
      </p:sp>
      <p:sp>
        <p:nvSpPr>
          <p:cNvPr id="6" name="슬라이드 번호 개체 틀 5"/>
          <p:cNvSpPr>
            <a:spLocks noGrp="1"/>
          </p:cNvSpPr>
          <p:nvPr>
            <p:ph type="sldNum" sz="quarter" idx="12"/>
          </p:nvPr>
        </p:nvSpPr>
        <p:spPr/>
        <p:txBody>
          <a:bodyPr/>
          <a:lstStyle/>
          <a:p>
            <a:fld id="{732E6A9B-5DFC-4D9A-9B9C-848D8B1A8CB5}" type="slidenum">
              <a:rPr lang="en-US" altLang="ko-KR"/>
              <a:pPr/>
              <a:t>5</a:t>
            </a:fld>
            <a:endParaRPr lang="en-US" altLang="ko-KR"/>
          </a:p>
        </p:txBody>
      </p:sp>
      <p:sp>
        <p:nvSpPr>
          <p:cNvPr id="214018" name="Rectangle 2"/>
          <p:cNvSpPr>
            <a:spLocks noGrp="1" noChangeArrowheads="1"/>
          </p:cNvSpPr>
          <p:nvPr>
            <p:ph type="title"/>
          </p:nvPr>
        </p:nvSpPr>
        <p:spPr/>
        <p:txBody>
          <a:bodyPr/>
          <a:lstStyle/>
          <a:p>
            <a:r>
              <a:rPr lang="en-US" altLang="ko-KR" sz="2400" b="1">
                <a:latin typeface="Courier New" panose="02070309020205020404" pitchFamily="49" charset="0"/>
              </a:rPr>
              <a:t>Algebraic Data Types</a:t>
            </a:r>
          </a:p>
        </p:txBody>
      </p:sp>
      <p:sp>
        <p:nvSpPr>
          <p:cNvPr id="214019" name="Rectangle 3"/>
          <p:cNvSpPr>
            <a:spLocks noGrp="1" noChangeArrowheads="1"/>
          </p:cNvSpPr>
          <p:nvPr>
            <p:ph type="body" idx="1"/>
          </p:nvPr>
        </p:nvSpPr>
        <p:spPr/>
        <p:txBody>
          <a:bodyPr/>
          <a:lstStyle/>
          <a:p>
            <a:pPr>
              <a:buClr>
                <a:schemeClr val="tx1"/>
              </a:buClr>
              <a:buFont typeface="Wingdings" panose="05000000000000000000" pitchFamily="2" charset="2"/>
              <a:buNone/>
            </a:pPr>
            <a:r>
              <a:rPr lang="en-US" altLang="ko-KR" sz="1800" b="1">
                <a:latin typeface="Courier New" panose="02070309020205020404" pitchFamily="49" charset="0"/>
              </a:rPr>
              <a:t>Algebraic data type modeling</a:t>
            </a:r>
          </a:p>
          <a:p>
            <a:pPr lvl="1">
              <a:buClr>
                <a:schemeClr val="tx1"/>
              </a:buClr>
            </a:pPr>
            <a:r>
              <a:rPr lang="en-US" altLang="ko-KR" sz="1800" b="1">
                <a:latin typeface="Courier New" panose="02070309020205020404" pitchFamily="49" charset="0"/>
              </a:rPr>
              <a:t>A stack of integer</a:t>
            </a:r>
          </a:p>
          <a:p>
            <a:pPr lvl="1">
              <a:buClr>
                <a:schemeClr val="tx1"/>
              </a:buClr>
              <a:buFontTx/>
              <a:buNone/>
            </a:pPr>
            <a:r>
              <a:rPr lang="en-US" altLang="ko-KR" sz="1800" b="1">
                <a:latin typeface="Courier New" panose="02070309020205020404" pitchFamily="49" charset="0"/>
              </a:rPr>
              <a:t>  </a:t>
            </a:r>
            <a:r>
              <a:rPr lang="en-US" altLang="ko-KR" sz="1800" b="1" i="1">
                <a:latin typeface="Courier New" panose="02070309020205020404" pitchFamily="49" charset="0"/>
              </a:rPr>
              <a:t>push :  stack x element </a:t>
            </a:r>
            <a:r>
              <a:rPr lang="en-US" altLang="ko-KR" sz="1800" b="1" i="1">
                <a:latin typeface="Courier New" panose="02070309020205020404" pitchFamily="49" charset="0"/>
                <a:sym typeface="Wingdings" panose="05000000000000000000" pitchFamily="2" charset="2"/>
              </a:rPr>
              <a:t> stack</a:t>
            </a:r>
          </a:p>
          <a:p>
            <a:pPr lvl="1">
              <a:buClr>
                <a:schemeClr val="tx1"/>
              </a:buClr>
              <a:buFontTx/>
              <a:buNone/>
            </a:pPr>
            <a:r>
              <a:rPr lang="en-US" altLang="ko-KR" sz="1800" b="1" i="1">
                <a:latin typeface="Courier New" panose="02070309020205020404" pitchFamily="49" charset="0"/>
                <a:sym typeface="Wingdings" panose="05000000000000000000" pitchFamily="2" charset="2"/>
              </a:rPr>
              <a:t>  pop  :            stack  stack</a:t>
            </a:r>
          </a:p>
          <a:p>
            <a:pPr lvl="1">
              <a:buClr>
                <a:schemeClr val="tx1"/>
              </a:buClr>
              <a:buFontTx/>
              <a:buNone/>
            </a:pPr>
            <a:r>
              <a:rPr lang="en-US" altLang="ko-KR" sz="1800" b="1" i="1">
                <a:latin typeface="Courier New" panose="02070309020205020404" pitchFamily="49" charset="0"/>
                <a:sym typeface="Wingdings" panose="05000000000000000000" pitchFamily="2" charset="2"/>
              </a:rPr>
              <a:t>  top  :            stack  integer U {undefined}</a:t>
            </a:r>
          </a:p>
          <a:p>
            <a:pPr lvl="1">
              <a:buClr>
                <a:schemeClr val="tx1"/>
              </a:buClr>
              <a:buFontTx/>
              <a:buNone/>
            </a:pPr>
            <a:r>
              <a:rPr lang="en-US" altLang="ko-KR" sz="1800" b="1" i="1">
                <a:latin typeface="Courier New" panose="02070309020205020404" pitchFamily="49" charset="0"/>
                <a:sym typeface="Wingdings" panose="05000000000000000000" pitchFamily="2" charset="2"/>
              </a:rPr>
              <a:t>  empty :           stack  Boolean</a:t>
            </a:r>
          </a:p>
          <a:p>
            <a:pPr lvl="1">
              <a:buClr>
                <a:schemeClr val="tx1"/>
              </a:buClr>
              <a:buFontTx/>
              <a:buNone/>
            </a:pPr>
            <a:r>
              <a:rPr lang="en-US" altLang="ko-KR" sz="1800" b="1" i="1">
                <a:latin typeface="Courier New" panose="02070309020205020404" pitchFamily="49" charset="0"/>
                <a:sym typeface="Wingdings" panose="05000000000000000000" pitchFamily="2" charset="2"/>
              </a:rPr>
              <a:t>  size  :           stack  integer</a:t>
            </a:r>
          </a:p>
          <a:p>
            <a:pPr lvl="1">
              <a:buClr>
                <a:schemeClr val="tx1"/>
              </a:buClr>
              <a:buFontTx/>
              <a:buNone/>
            </a:pPr>
            <a:r>
              <a:rPr lang="en-US" altLang="ko-KR" sz="1800" b="1" i="1">
                <a:latin typeface="Courier New" panose="02070309020205020404" pitchFamily="49" charset="0"/>
                <a:sym typeface="Wingdings" panose="05000000000000000000" pitchFamily="2" charset="2"/>
              </a:rPr>
              <a:t>  newstack :               stack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바닥글 개체 틀 4"/>
          <p:cNvSpPr>
            <a:spLocks noGrp="1"/>
          </p:cNvSpPr>
          <p:nvPr>
            <p:ph type="ftr" sz="quarter" idx="11"/>
          </p:nvPr>
        </p:nvSpPr>
        <p:spPr/>
        <p:txBody>
          <a:bodyPr/>
          <a:lstStyle/>
          <a:p>
            <a:r>
              <a:rPr lang="en-US" altLang="ko-KR"/>
              <a:t>Abstract data types</a:t>
            </a:r>
          </a:p>
        </p:txBody>
      </p:sp>
      <p:sp>
        <p:nvSpPr>
          <p:cNvPr id="6" name="슬라이드 번호 개체 틀 5"/>
          <p:cNvSpPr>
            <a:spLocks noGrp="1"/>
          </p:cNvSpPr>
          <p:nvPr>
            <p:ph type="sldNum" sz="quarter" idx="12"/>
          </p:nvPr>
        </p:nvSpPr>
        <p:spPr/>
        <p:txBody>
          <a:bodyPr/>
          <a:lstStyle/>
          <a:p>
            <a:fld id="{A02C34CC-F5D1-42C9-9CE5-5003C7CD7A46}" type="slidenum">
              <a:rPr lang="en-US" altLang="ko-KR"/>
              <a:pPr/>
              <a:t>6</a:t>
            </a:fld>
            <a:endParaRPr lang="en-US" altLang="ko-KR"/>
          </a:p>
        </p:txBody>
      </p:sp>
      <p:sp>
        <p:nvSpPr>
          <p:cNvPr id="215042" name="Rectangle 2"/>
          <p:cNvSpPr>
            <a:spLocks noGrp="1" noChangeArrowheads="1"/>
          </p:cNvSpPr>
          <p:nvPr>
            <p:ph type="title"/>
          </p:nvPr>
        </p:nvSpPr>
        <p:spPr/>
        <p:txBody>
          <a:bodyPr/>
          <a:lstStyle/>
          <a:p>
            <a:r>
              <a:rPr lang="en-US" altLang="ko-KR" sz="2400" b="1">
                <a:latin typeface="Courier New" panose="02070309020205020404" pitchFamily="49" charset="0"/>
              </a:rPr>
              <a:t>Algebraic Data Types (cont.)</a:t>
            </a:r>
          </a:p>
        </p:txBody>
      </p:sp>
      <p:sp>
        <p:nvSpPr>
          <p:cNvPr id="215043" name="Rectangle 3"/>
          <p:cNvSpPr>
            <a:spLocks noGrp="1" noChangeArrowheads="1"/>
          </p:cNvSpPr>
          <p:nvPr>
            <p:ph type="body" idx="1"/>
          </p:nvPr>
        </p:nvSpPr>
        <p:spPr/>
        <p:txBody>
          <a:bodyPr/>
          <a:lstStyle/>
          <a:p>
            <a:pPr>
              <a:buClr>
                <a:schemeClr val="tx1"/>
              </a:buClr>
            </a:pPr>
            <a:r>
              <a:rPr lang="en-US" altLang="ko-KR" sz="1800" b="1">
                <a:latin typeface="Courier New" panose="02070309020205020404" pitchFamily="49" charset="0"/>
              </a:rPr>
              <a:t>Functions and constraints</a:t>
            </a:r>
          </a:p>
          <a:p>
            <a:pPr lvl="1">
              <a:buClr>
                <a:schemeClr val="tx1"/>
              </a:buClr>
            </a:pPr>
            <a:r>
              <a:rPr lang="en-US" altLang="ko-KR" sz="1800" b="1">
                <a:latin typeface="Courier New" panose="02070309020205020404" pitchFamily="49" charset="0"/>
              </a:rPr>
              <a:t> pop(push(S,I))          </a:t>
            </a:r>
            <a:r>
              <a:rPr lang="en-US" altLang="ko-KR" sz="1800" b="1">
                <a:latin typeface="Courier New" panose="02070309020205020404" pitchFamily="49" charset="0"/>
                <a:sym typeface="Wingdings" panose="05000000000000000000" pitchFamily="2" charset="2"/>
              </a:rPr>
              <a:t> S</a:t>
            </a:r>
          </a:p>
          <a:p>
            <a:pPr lvl="1">
              <a:buClr>
                <a:schemeClr val="tx1"/>
              </a:buClr>
            </a:pPr>
            <a:r>
              <a:rPr lang="en-US" altLang="ko-KR" sz="1800" b="1">
                <a:latin typeface="Courier New" panose="02070309020205020404" pitchFamily="49" charset="0"/>
                <a:sym typeface="Wingdings" panose="05000000000000000000" pitchFamily="2" charset="2"/>
              </a:rPr>
              <a:t> pop(newstack)            stack_empty_error</a:t>
            </a:r>
          </a:p>
          <a:p>
            <a:pPr lvl="1">
              <a:buClr>
                <a:schemeClr val="tx1"/>
              </a:buClr>
            </a:pPr>
            <a:r>
              <a:rPr lang="en-US" altLang="ko-KR" sz="1800" b="1">
                <a:latin typeface="Courier New" panose="02070309020205020404" pitchFamily="49" charset="0"/>
                <a:sym typeface="Wingdings" panose="05000000000000000000" pitchFamily="2" charset="2"/>
              </a:rPr>
              <a:t> top(push(S,I))           I</a:t>
            </a:r>
          </a:p>
          <a:p>
            <a:pPr lvl="1">
              <a:buClr>
                <a:schemeClr val="tx1"/>
              </a:buClr>
            </a:pPr>
            <a:r>
              <a:rPr lang="en-US" altLang="ko-KR" sz="1800" b="1">
                <a:latin typeface="Courier New" panose="02070309020205020404" pitchFamily="49" charset="0"/>
                <a:sym typeface="Wingdings" panose="05000000000000000000" pitchFamily="2" charset="2"/>
              </a:rPr>
              <a:t> top(newstack)            stack_empty_error</a:t>
            </a:r>
          </a:p>
          <a:p>
            <a:pPr lvl="1">
              <a:buClr>
                <a:schemeClr val="tx1"/>
              </a:buClr>
            </a:pPr>
            <a:r>
              <a:rPr lang="en-US" altLang="ko-KR" sz="1800" b="1">
                <a:latin typeface="Courier New" panose="02070309020205020404" pitchFamily="49" charset="0"/>
              </a:rPr>
              <a:t> empty(newstack)         </a:t>
            </a:r>
            <a:r>
              <a:rPr lang="en-US" altLang="ko-KR" sz="1800" b="1">
                <a:latin typeface="Courier New" panose="02070309020205020404" pitchFamily="49" charset="0"/>
                <a:sym typeface="Wingdings" panose="05000000000000000000" pitchFamily="2" charset="2"/>
              </a:rPr>
              <a:t> true</a:t>
            </a:r>
          </a:p>
          <a:p>
            <a:pPr lvl="1">
              <a:buClr>
                <a:schemeClr val="tx1"/>
              </a:buClr>
            </a:pPr>
            <a:r>
              <a:rPr lang="en-US" altLang="ko-KR" sz="1800" b="1">
                <a:latin typeface="Courier New" panose="02070309020205020404" pitchFamily="49" charset="0"/>
                <a:sym typeface="Wingdings" panose="05000000000000000000" pitchFamily="2" charset="2"/>
              </a:rPr>
              <a:t> empty(push(newstack,I))  false</a:t>
            </a:r>
          </a:p>
          <a:p>
            <a:pPr lvl="1">
              <a:buClr>
                <a:schemeClr val="tx1"/>
              </a:buClr>
            </a:pPr>
            <a:r>
              <a:rPr lang="en-US" altLang="ko-KR" sz="1800" b="1">
                <a:latin typeface="Courier New" panose="02070309020205020404" pitchFamily="49" charset="0"/>
              </a:rPr>
              <a:t> size(newsatck)          </a:t>
            </a:r>
            <a:r>
              <a:rPr lang="en-US" altLang="ko-KR" sz="1800" b="1">
                <a:latin typeface="Courier New" panose="02070309020205020404" pitchFamily="49" charset="0"/>
                <a:sym typeface="Wingdings" panose="05000000000000000000" pitchFamily="2" charset="2"/>
              </a:rPr>
              <a:t> 0</a:t>
            </a:r>
          </a:p>
          <a:p>
            <a:pPr lvl="1">
              <a:buClr>
                <a:schemeClr val="tx1"/>
              </a:buClr>
            </a:pPr>
            <a:r>
              <a:rPr lang="en-US" altLang="ko-KR" sz="1800" b="1">
                <a:latin typeface="Courier New" panose="02070309020205020404" pitchFamily="49" charset="0"/>
                <a:sym typeface="Wingdings" panose="05000000000000000000" pitchFamily="2" charset="2"/>
              </a:rPr>
              <a:t> size(push(S,I))          size(S) + 1</a:t>
            </a:r>
          </a:p>
          <a:p>
            <a:pPr>
              <a:buClr>
                <a:schemeClr val="tx1"/>
              </a:buClr>
            </a:pPr>
            <a:r>
              <a:rPr lang="ko-KR" altLang="en-US" sz="1800" b="1">
                <a:latin typeface="Courier New" panose="02070309020205020404" pitchFamily="49" charset="0"/>
              </a:rPr>
              <a:t>만약 </a:t>
            </a:r>
            <a:r>
              <a:rPr lang="en-US" altLang="ko-KR" sz="1800" b="1">
                <a:latin typeface="Courier New" panose="02070309020205020404" pitchFamily="49" charset="0"/>
              </a:rPr>
              <a:t>stack</a:t>
            </a:r>
            <a:r>
              <a:rPr lang="ko-KR" altLang="en-US" sz="1800" b="1">
                <a:latin typeface="Courier New" panose="02070309020205020404" pitchFamily="49" charset="0"/>
              </a:rPr>
              <a:t>의 크기에 제한이 있다면</a:t>
            </a:r>
          </a:p>
          <a:p>
            <a:pPr lvl="1">
              <a:buClr>
                <a:schemeClr val="tx1"/>
              </a:buClr>
            </a:pPr>
            <a:r>
              <a:rPr lang="en-US" altLang="ko-KR" sz="1800" b="1">
                <a:latin typeface="Courier New" panose="02070309020205020404" pitchFamily="49" charset="0"/>
              </a:rPr>
              <a:t>size(S) is equal to limit_of_stack </a:t>
            </a:r>
            <a:r>
              <a:rPr lang="en-US" altLang="ko-KR" sz="1800" b="1">
                <a:latin typeface="Courier New" panose="02070309020205020404" pitchFamily="49" charset="0"/>
                <a:sym typeface="Wingdings" panose="05000000000000000000" pitchFamily="2" charset="2"/>
              </a:rPr>
              <a:t>, </a:t>
            </a:r>
            <a:r>
              <a:rPr lang="en-US" altLang="ko-KR" sz="1800" b="1">
                <a:latin typeface="Courier New" panose="02070309020205020404" pitchFamily="49" charset="0"/>
              </a:rPr>
              <a:t>push(S,I) </a:t>
            </a:r>
          </a:p>
          <a:p>
            <a:pPr lvl="1">
              <a:buClr>
                <a:schemeClr val="tx1"/>
              </a:buClr>
              <a:buFontTx/>
              <a:buNone/>
            </a:pPr>
            <a:r>
              <a:rPr lang="en-US" altLang="ko-KR" sz="1800" b="1">
                <a:latin typeface="Courier New" panose="02070309020205020404" pitchFamily="49" charset="0"/>
                <a:sym typeface="Wingdings" panose="05000000000000000000" pitchFamily="2" charset="2"/>
              </a:rPr>
              <a:t>   stack_full_error </a:t>
            </a:r>
            <a:endParaRPr lang="en-US" altLang="ko-KR"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바닥글 개체 틀 4"/>
          <p:cNvSpPr>
            <a:spLocks noGrp="1"/>
          </p:cNvSpPr>
          <p:nvPr>
            <p:ph type="ftr" sz="quarter" idx="11"/>
          </p:nvPr>
        </p:nvSpPr>
        <p:spPr/>
        <p:txBody>
          <a:bodyPr/>
          <a:lstStyle/>
          <a:p>
            <a:r>
              <a:rPr lang="en-US" altLang="ko-KR"/>
              <a:t>Abstract data types</a:t>
            </a:r>
          </a:p>
        </p:txBody>
      </p:sp>
      <p:sp>
        <p:nvSpPr>
          <p:cNvPr id="6" name="슬라이드 번호 개체 틀 5"/>
          <p:cNvSpPr>
            <a:spLocks noGrp="1"/>
          </p:cNvSpPr>
          <p:nvPr>
            <p:ph type="sldNum" sz="quarter" idx="12"/>
          </p:nvPr>
        </p:nvSpPr>
        <p:spPr/>
        <p:txBody>
          <a:bodyPr/>
          <a:lstStyle/>
          <a:p>
            <a:fld id="{19CF5D26-8CD2-4FBF-8461-4BAD586DD978}" type="slidenum">
              <a:rPr lang="en-US" altLang="ko-KR"/>
              <a:pPr/>
              <a:t>7</a:t>
            </a:fld>
            <a:endParaRPr lang="en-US" altLang="ko-KR"/>
          </a:p>
        </p:txBody>
      </p:sp>
      <p:sp>
        <p:nvSpPr>
          <p:cNvPr id="201730" name="Rectangle 2"/>
          <p:cNvSpPr>
            <a:spLocks noGrp="1" noChangeArrowheads="1"/>
          </p:cNvSpPr>
          <p:nvPr>
            <p:ph type="title"/>
          </p:nvPr>
        </p:nvSpPr>
        <p:spPr>
          <a:xfrm>
            <a:off x="685800" y="762000"/>
            <a:ext cx="7772400" cy="1143000"/>
          </a:xfrm>
        </p:spPr>
        <p:txBody>
          <a:bodyPr/>
          <a:lstStyle/>
          <a:p>
            <a:r>
              <a:rPr lang="en-US" altLang="ko-KR" sz="2400" b="1">
                <a:latin typeface="Courier New" panose="02070309020205020404" pitchFamily="49" charset="0"/>
              </a:rPr>
              <a:t>Example ADT</a:t>
            </a:r>
          </a:p>
        </p:txBody>
      </p:sp>
      <p:sp>
        <p:nvSpPr>
          <p:cNvPr id="201731" name="Rectangle 3"/>
          <p:cNvSpPr>
            <a:spLocks noGrp="1" noChangeArrowheads="1"/>
          </p:cNvSpPr>
          <p:nvPr>
            <p:ph type="body" idx="1"/>
          </p:nvPr>
        </p:nvSpPr>
        <p:spPr>
          <a:xfrm>
            <a:off x="533400" y="1981200"/>
            <a:ext cx="7924800" cy="4343400"/>
          </a:xfrm>
        </p:spPr>
        <p:txBody>
          <a:bodyPr/>
          <a:lstStyle/>
          <a:p>
            <a:pPr>
              <a:lnSpc>
                <a:spcPct val="90000"/>
              </a:lnSpc>
              <a:buFont typeface="Wingdings" panose="05000000000000000000" pitchFamily="2" charset="2"/>
              <a:buNone/>
            </a:pPr>
            <a:r>
              <a:rPr lang="en-US" altLang="ko-KR" sz="1800" b="1">
                <a:latin typeface="Courier New" panose="02070309020205020404" pitchFamily="49" charset="0"/>
              </a:rPr>
              <a:t>ADT student:</a:t>
            </a:r>
          </a:p>
          <a:p>
            <a:pPr>
              <a:lnSpc>
                <a:spcPct val="90000"/>
              </a:lnSpc>
            </a:pPr>
            <a:r>
              <a:rPr lang="en-US" altLang="ko-KR" sz="1800" b="1">
                <a:latin typeface="Courier New" panose="02070309020205020404" pitchFamily="49" charset="0"/>
              </a:rPr>
              <a:t>Operations:</a:t>
            </a:r>
          </a:p>
          <a:p>
            <a:pPr>
              <a:lnSpc>
                <a:spcPct val="90000"/>
              </a:lnSpc>
              <a:buFont typeface="Wingdings" panose="05000000000000000000" pitchFamily="2" charset="2"/>
              <a:buNone/>
            </a:pPr>
            <a:r>
              <a:rPr lang="en-US" altLang="ko-KR" sz="1800" b="1">
                <a:latin typeface="Courier New" panose="02070309020205020404" pitchFamily="49" charset="0"/>
              </a:rPr>
              <a:t>	SetName: name x student </a:t>
            </a:r>
            <a:r>
              <a:rPr lang="en-US" altLang="ko-KR" sz="1800" b="1">
                <a:latin typeface="Courier New" panose="02070309020205020404" pitchFamily="49" charset="0"/>
                <a:sym typeface="Symbol" panose="05050102010706020507" pitchFamily="18" charset="2"/>
              </a:rPr>
              <a:t></a:t>
            </a:r>
            <a:r>
              <a:rPr lang="en-US" altLang="ko-KR" sz="1800" b="1">
                <a:latin typeface="Courier New" panose="02070309020205020404" pitchFamily="49" charset="0"/>
              </a:rPr>
              <a:t> student</a:t>
            </a:r>
          </a:p>
          <a:p>
            <a:pPr>
              <a:lnSpc>
                <a:spcPct val="90000"/>
              </a:lnSpc>
              <a:buFont typeface="Wingdings" panose="05000000000000000000" pitchFamily="2" charset="2"/>
              <a:buNone/>
            </a:pPr>
            <a:r>
              <a:rPr lang="en-US" altLang="ko-KR" sz="1800" b="1">
                <a:latin typeface="Courier New" panose="02070309020205020404" pitchFamily="49" charset="0"/>
              </a:rPr>
              <a:t>	GetName: student </a:t>
            </a:r>
            <a:r>
              <a:rPr lang="en-US" altLang="ko-KR" sz="1800" b="1">
                <a:latin typeface="Courier New" panose="02070309020205020404" pitchFamily="49" charset="0"/>
                <a:sym typeface="Symbol" panose="05050102010706020507" pitchFamily="18" charset="2"/>
              </a:rPr>
              <a:t></a:t>
            </a:r>
            <a:r>
              <a:rPr lang="en-US" altLang="ko-KR" sz="1800" b="1">
                <a:latin typeface="Courier New" panose="02070309020205020404" pitchFamily="49" charset="0"/>
              </a:rPr>
              <a:t> name</a:t>
            </a:r>
          </a:p>
          <a:p>
            <a:pPr>
              <a:lnSpc>
                <a:spcPct val="90000"/>
              </a:lnSpc>
              <a:buFont typeface="Wingdings" panose="05000000000000000000" pitchFamily="2" charset="2"/>
              <a:buNone/>
            </a:pPr>
            <a:r>
              <a:rPr lang="en-US" altLang="ko-KR" sz="1800" b="1">
                <a:latin typeface="Courier New" panose="02070309020205020404" pitchFamily="49" charset="0"/>
              </a:rPr>
              <a:t>	SetCourse: course x student </a:t>
            </a:r>
            <a:r>
              <a:rPr lang="en-US" altLang="ko-KR" sz="1800" b="1">
                <a:latin typeface="Courier New" panose="02070309020205020404" pitchFamily="49" charset="0"/>
                <a:sym typeface="Symbol" panose="05050102010706020507" pitchFamily="18" charset="2"/>
              </a:rPr>
              <a:t></a:t>
            </a:r>
            <a:r>
              <a:rPr lang="en-US" altLang="ko-KR" sz="1800" b="1">
                <a:latin typeface="Courier New" panose="02070309020205020404" pitchFamily="49" charset="0"/>
              </a:rPr>
              <a:t> student</a:t>
            </a:r>
          </a:p>
          <a:p>
            <a:pPr>
              <a:lnSpc>
                <a:spcPct val="90000"/>
              </a:lnSpc>
              <a:buFont typeface="Wingdings" panose="05000000000000000000" pitchFamily="2" charset="2"/>
              <a:buNone/>
            </a:pPr>
            <a:r>
              <a:rPr lang="en-US" altLang="ko-KR" sz="1800" b="1">
                <a:latin typeface="Courier New" panose="02070309020205020404" pitchFamily="49" charset="0"/>
              </a:rPr>
              <a:t>	GetCourse: student </a:t>
            </a:r>
            <a:r>
              <a:rPr lang="en-US" altLang="ko-KR" sz="1800" b="1">
                <a:latin typeface="Courier New" panose="02070309020205020404" pitchFamily="49" charset="0"/>
                <a:sym typeface="Symbol" panose="05050102010706020507" pitchFamily="18" charset="2"/>
              </a:rPr>
              <a:t></a:t>
            </a:r>
            <a:r>
              <a:rPr lang="en-US" altLang="ko-KR" sz="1800" b="1">
                <a:latin typeface="Courier New" panose="02070309020205020404" pitchFamily="49" charset="0"/>
              </a:rPr>
              <a:t> course *</a:t>
            </a:r>
          </a:p>
          <a:p>
            <a:pPr>
              <a:lnSpc>
                <a:spcPct val="90000"/>
              </a:lnSpc>
              <a:buFont typeface="Wingdings" panose="05000000000000000000" pitchFamily="2" charset="2"/>
              <a:buNone/>
            </a:pPr>
            <a:r>
              <a:rPr lang="en-US" altLang="ko-KR" sz="1800" b="1">
                <a:latin typeface="Courier New" panose="02070309020205020404" pitchFamily="49" charset="0"/>
              </a:rPr>
              <a:t>	GetCredits: student </a:t>
            </a:r>
            <a:r>
              <a:rPr lang="en-US" altLang="ko-KR" sz="1800" b="1">
                <a:latin typeface="Courier New" panose="02070309020205020404" pitchFamily="49" charset="0"/>
                <a:sym typeface="Symbol" panose="05050102010706020507" pitchFamily="18" charset="2"/>
              </a:rPr>
              <a:t></a:t>
            </a:r>
            <a:r>
              <a:rPr lang="en-US" altLang="ko-KR" sz="1800" b="1">
                <a:latin typeface="Courier New" panose="02070309020205020404" pitchFamily="49" charset="0"/>
              </a:rPr>
              <a:t> integer</a:t>
            </a:r>
          </a:p>
          <a:p>
            <a:pPr>
              <a:lnSpc>
                <a:spcPct val="90000"/>
              </a:lnSpc>
            </a:pPr>
            <a:endParaRPr lang="en-US" altLang="ko-KR" sz="1800" b="1">
              <a:latin typeface="Courier New" panose="02070309020205020404" pitchFamily="49" charset="0"/>
            </a:endParaRPr>
          </a:p>
          <a:p>
            <a:pPr>
              <a:lnSpc>
                <a:spcPct val="90000"/>
              </a:lnSpc>
              <a:buFont typeface="Wingdings" panose="05000000000000000000" pitchFamily="2" charset="2"/>
              <a:buNone/>
            </a:pPr>
            <a:r>
              <a:rPr lang="en-US" altLang="ko-KR" sz="1800" b="1">
                <a:latin typeface="Courier New" panose="02070309020205020404" pitchFamily="49" charset="0"/>
              </a:rPr>
              <a:t>In this example, Name and Course are undefined ADTs. They are defined by some other abstraction.</a:t>
            </a:r>
          </a:p>
          <a:p>
            <a:pPr>
              <a:lnSpc>
                <a:spcPct val="90000"/>
              </a:lnSpc>
            </a:pPr>
            <a:endParaRPr lang="en-US" altLang="ko-KR" sz="1800" b="1">
              <a:solidFill>
                <a:srgbClr val="FF0000"/>
              </a:solidFill>
              <a:latin typeface="Courier New" panose="02070309020205020404" pitchFamily="49" charset="0"/>
            </a:endParaRPr>
          </a:p>
          <a:p>
            <a:pPr>
              <a:lnSpc>
                <a:spcPct val="90000"/>
              </a:lnSpc>
              <a:buFont typeface="Wingdings" panose="05000000000000000000" pitchFamily="2" charset="2"/>
              <a:buNone/>
            </a:pPr>
            <a:r>
              <a:rPr lang="en-US" altLang="ko-KR" sz="1800" b="1">
                <a:solidFill>
                  <a:srgbClr val="FF0000"/>
                </a:solidFill>
                <a:latin typeface="Courier New" panose="02070309020205020404" pitchFamily="49" charset="0"/>
              </a:rPr>
              <a:t>Information hiding:</a:t>
            </a:r>
            <a:r>
              <a:rPr lang="en-US" altLang="ko-KR" sz="1800" b="1">
                <a:latin typeface="Courier New" panose="02070309020205020404" pitchFamily="49" charset="0"/>
              </a:rPr>
              <a:t> We have no idea HOW a student object is stored, nor do we care. All we care about is the </a:t>
            </a:r>
            <a:r>
              <a:rPr lang="en-US" altLang="ko-KR" sz="1800" b="1" i="1">
                <a:latin typeface="Courier New" panose="02070309020205020404" pitchFamily="49" charset="0"/>
              </a:rPr>
              <a:t>behavior</a:t>
            </a:r>
            <a:r>
              <a:rPr lang="en-US" altLang="ko-KR" sz="1800" b="1">
                <a:latin typeface="Courier New" panose="02070309020205020404" pitchFamily="49" charset="0"/>
              </a:rPr>
              <a:t> of the data according to the defined functions.</a:t>
            </a:r>
          </a:p>
          <a:p>
            <a:pPr>
              <a:lnSpc>
                <a:spcPct val="90000"/>
              </a:lnSpc>
            </a:pPr>
            <a:endParaRPr lang="en-US" altLang="ko-KR" sz="1800" b="1">
              <a:latin typeface="Courier New" panose="02070309020205020404" pitchFamily="49"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바닥글 개체 틀 4"/>
          <p:cNvSpPr>
            <a:spLocks noGrp="1"/>
          </p:cNvSpPr>
          <p:nvPr>
            <p:ph type="ftr" sz="quarter" idx="11"/>
          </p:nvPr>
        </p:nvSpPr>
        <p:spPr/>
        <p:txBody>
          <a:bodyPr/>
          <a:lstStyle/>
          <a:p>
            <a:r>
              <a:rPr lang="en-US" altLang="ko-KR"/>
              <a:t>Abstract data types</a:t>
            </a:r>
          </a:p>
        </p:txBody>
      </p:sp>
      <p:sp>
        <p:nvSpPr>
          <p:cNvPr id="6" name="슬라이드 번호 개체 틀 5"/>
          <p:cNvSpPr>
            <a:spLocks noGrp="1"/>
          </p:cNvSpPr>
          <p:nvPr>
            <p:ph type="sldNum" sz="quarter" idx="12"/>
          </p:nvPr>
        </p:nvSpPr>
        <p:spPr/>
        <p:txBody>
          <a:bodyPr/>
          <a:lstStyle/>
          <a:p>
            <a:fld id="{95E6BD83-D6EA-40B1-8F59-2EA5ABF26B46}" type="slidenum">
              <a:rPr lang="en-US" altLang="ko-KR"/>
              <a:pPr/>
              <a:t>8</a:t>
            </a:fld>
            <a:endParaRPr lang="en-US" altLang="ko-KR"/>
          </a:p>
        </p:txBody>
      </p:sp>
      <p:sp>
        <p:nvSpPr>
          <p:cNvPr id="202754" name="Rectangle 2"/>
          <p:cNvSpPr>
            <a:spLocks noGrp="1" noChangeArrowheads="1"/>
          </p:cNvSpPr>
          <p:nvPr>
            <p:ph type="title"/>
          </p:nvPr>
        </p:nvSpPr>
        <p:spPr>
          <a:xfrm>
            <a:off x="685800" y="685800"/>
            <a:ext cx="7772400" cy="1143000"/>
          </a:xfrm>
        </p:spPr>
        <p:txBody>
          <a:bodyPr/>
          <a:lstStyle/>
          <a:p>
            <a:r>
              <a:rPr lang="en-US" altLang="ko-KR" sz="2400" b="1">
                <a:latin typeface="Courier New" panose="02070309020205020404" pitchFamily="49" charset="0"/>
              </a:rPr>
              <a:t>Information hiding</a:t>
            </a:r>
          </a:p>
        </p:txBody>
      </p:sp>
      <p:sp>
        <p:nvSpPr>
          <p:cNvPr id="202755" name="Rectangle 3"/>
          <p:cNvSpPr>
            <a:spLocks noGrp="1" noChangeArrowheads="1"/>
          </p:cNvSpPr>
          <p:nvPr>
            <p:ph type="body" idx="1"/>
          </p:nvPr>
        </p:nvSpPr>
        <p:spPr>
          <a:xfrm>
            <a:off x="457200" y="1676400"/>
            <a:ext cx="7924800" cy="4724400"/>
          </a:xfrm>
        </p:spPr>
        <p:txBody>
          <a:bodyPr/>
          <a:lstStyle/>
          <a:p>
            <a:pPr>
              <a:lnSpc>
                <a:spcPct val="90000"/>
              </a:lnSpc>
              <a:buFont typeface="Wingdings" panose="05000000000000000000" pitchFamily="2" charset="2"/>
              <a:buNone/>
            </a:pPr>
            <a:r>
              <a:rPr lang="en-US" altLang="ko-KR" sz="1800" b="1">
                <a:latin typeface="Courier New" panose="02070309020205020404" pitchFamily="49" charset="0"/>
              </a:rPr>
              <a:t>Information hiding can be built into any language</a:t>
            </a:r>
          </a:p>
          <a:p>
            <a:pPr>
              <a:lnSpc>
                <a:spcPct val="90000"/>
              </a:lnSpc>
              <a:buFont typeface="Wingdings" panose="05000000000000000000" pitchFamily="2" charset="2"/>
              <a:buNone/>
            </a:pPr>
            <a:r>
              <a:rPr lang="en-US" altLang="ko-KR" sz="1800" b="1">
                <a:solidFill>
                  <a:srgbClr val="FF0000"/>
                </a:solidFill>
                <a:latin typeface="Courier New" panose="02070309020205020404" pitchFamily="49" charset="0"/>
              </a:rPr>
              <a:t>C example:</a:t>
            </a:r>
            <a:endParaRPr lang="en-US" altLang="ko-KR" sz="1800" b="1">
              <a:latin typeface="Courier New" panose="02070309020205020404" pitchFamily="49" charset="0"/>
            </a:endParaRPr>
          </a:p>
          <a:p>
            <a:pPr>
              <a:lnSpc>
                <a:spcPct val="90000"/>
              </a:lnSpc>
              <a:buFont typeface="Wingdings" panose="05000000000000000000" pitchFamily="2" charset="2"/>
              <a:buNone/>
            </a:pPr>
            <a:r>
              <a:rPr lang="en-US" altLang="ko-KR" sz="1800" b="1">
                <a:latin typeface="Courier New" panose="02070309020205020404" pitchFamily="49" charset="0"/>
              </a:rPr>
              <a:t>typedef struct {i:int;  ... } TypeA;</a:t>
            </a:r>
          </a:p>
          <a:p>
            <a:pPr>
              <a:lnSpc>
                <a:spcPct val="90000"/>
              </a:lnSpc>
              <a:buFont typeface="Wingdings" panose="05000000000000000000" pitchFamily="2" charset="2"/>
              <a:buNone/>
            </a:pPr>
            <a:r>
              <a:rPr lang="en-US" altLang="ko-KR" sz="1800" b="1">
                <a:latin typeface="Courier New" panose="02070309020205020404" pitchFamily="49" charset="0"/>
              </a:rPr>
              <a:t>typedef struct { ... } TypeB;</a:t>
            </a:r>
          </a:p>
          <a:p>
            <a:pPr>
              <a:lnSpc>
                <a:spcPct val="90000"/>
              </a:lnSpc>
              <a:buFont typeface="Wingdings" panose="05000000000000000000" pitchFamily="2" charset="2"/>
              <a:buNone/>
            </a:pPr>
            <a:r>
              <a:rPr lang="en-US" altLang="ko-KR" sz="1800" b="1">
                <a:latin typeface="Courier New" panose="02070309020205020404" pitchFamily="49" charset="0"/>
              </a:rPr>
              <a:t>P1 (TypeA X, other data) { ... } - P1:other data </a:t>
            </a:r>
            <a:r>
              <a:rPr lang="en-US" altLang="ko-KR" sz="1800" b="1">
                <a:latin typeface="Courier New" panose="02070309020205020404" pitchFamily="49" charset="0"/>
                <a:sym typeface="Symbol" panose="05050102010706020507" pitchFamily="18" charset="2"/>
              </a:rPr>
              <a:t> TypeA</a:t>
            </a:r>
            <a:endParaRPr lang="en-US" altLang="ko-KR" sz="1800" b="1">
              <a:latin typeface="Courier New" panose="02070309020205020404" pitchFamily="49" charset="0"/>
            </a:endParaRPr>
          </a:p>
          <a:p>
            <a:pPr>
              <a:lnSpc>
                <a:spcPct val="90000"/>
              </a:lnSpc>
              <a:buFont typeface="Wingdings" panose="05000000000000000000" pitchFamily="2" charset="2"/>
              <a:buNone/>
            </a:pPr>
            <a:r>
              <a:rPr lang="en-US" altLang="ko-KR" sz="1800" b="1">
                <a:latin typeface="Courier New" panose="02070309020205020404" pitchFamily="49" charset="0"/>
              </a:rPr>
              <a:t>P2 (TypeB U, TypeA V) { ... }    - P2:TypeA </a:t>
            </a:r>
            <a:r>
              <a:rPr lang="en-US" altLang="ko-KR" sz="1800" b="1">
                <a:latin typeface="Courier New" panose="02070309020205020404" pitchFamily="49" charset="0"/>
                <a:sym typeface="Symbol" panose="05050102010706020507" pitchFamily="18" charset="2"/>
              </a:rPr>
              <a:t></a:t>
            </a:r>
            <a:r>
              <a:rPr lang="en-US" altLang="ko-KR" sz="1800" b="1">
                <a:latin typeface="Courier New" panose="02070309020205020404" pitchFamily="49" charset="0"/>
              </a:rPr>
              <a:t> TypeB</a:t>
            </a:r>
          </a:p>
          <a:p>
            <a:pPr>
              <a:lnSpc>
                <a:spcPct val="90000"/>
              </a:lnSpc>
            </a:pPr>
            <a:endParaRPr lang="en-US" altLang="ko-KR" sz="1800" b="1">
              <a:latin typeface="Courier New" panose="02070309020205020404" pitchFamily="49" charset="0"/>
            </a:endParaRPr>
          </a:p>
          <a:p>
            <a:pPr>
              <a:lnSpc>
                <a:spcPct val="90000"/>
              </a:lnSpc>
              <a:buFont typeface="Wingdings" panose="05000000000000000000" pitchFamily="2" charset="2"/>
              <a:buNone/>
            </a:pPr>
            <a:r>
              <a:rPr lang="en-US" altLang="ko-KR" sz="1800" b="1">
                <a:latin typeface="Courier New" panose="02070309020205020404" pitchFamily="49" charset="0"/>
              </a:rPr>
              <a:t>Problems with this structure:</a:t>
            </a:r>
          </a:p>
          <a:p>
            <a:pPr>
              <a:lnSpc>
                <a:spcPct val="90000"/>
              </a:lnSpc>
            </a:pPr>
            <a:r>
              <a:rPr lang="en-US" altLang="ko-KR" sz="1800" b="1">
                <a:solidFill>
                  <a:srgbClr val="FF0000"/>
                </a:solidFill>
                <a:latin typeface="Courier New" panose="02070309020205020404" pitchFamily="49" charset="0"/>
              </a:rPr>
              <a:t>No enforcement</a:t>
            </a:r>
            <a:r>
              <a:rPr lang="en-US" altLang="ko-KR" sz="1800" b="1">
                <a:latin typeface="Courier New" panose="02070309020205020404" pitchFamily="49" charset="0"/>
              </a:rPr>
              <a:t> of information hiding. In P2 can write V.i to access component i of of TypeA object instead of calling P1.</a:t>
            </a:r>
          </a:p>
          <a:p>
            <a:pPr>
              <a:lnSpc>
                <a:spcPct val="90000"/>
              </a:lnSpc>
            </a:pPr>
            <a:r>
              <a:rPr lang="en-US" altLang="ko-KR" sz="1800" b="1">
                <a:latin typeface="Courier New" panose="02070309020205020404" pitchFamily="49" charset="0"/>
              </a:rPr>
              <a:t>Success depends upon conventions</a:t>
            </a:r>
          </a:p>
          <a:p>
            <a:pPr>
              <a:lnSpc>
                <a:spcPct val="90000"/>
              </a:lnSpc>
            </a:pPr>
            <a:r>
              <a:rPr lang="en-US" altLang="ko-KR" sz="1800" b="1">
                <a:latin typeface="Courier New" panose="02070309020205020404" pitchFamily="49" charset="0"/>
              </a:rPr>
              <a:t>But advantage is that it can be done in Pascal or C.</a:t>
            </a:r>
          </a:p>
          <a:p>
            <a:pPr>
              <a:lnSpc>
                <a:spcPct val="90000"/>
              </a:lnSpc>
              <a:buFont typeface="Wingdings" panose="05000000000000000000" pitchFamily="2" charset="2"/>
              <a:buNone/>
            </a:pPr>
            <a:r>
              <a:rPr lang="en-US" altLang="ko-KR" sz="1800" b="1">
                <a:latin typeface="Courier New" panose="02070309020205020404" pitchFamily="49" charset="0"/>
              </a:rPr>
              <a:t>We will look at mechanisms later to enforce information hiding (Smalltalk, C++, Java, Ada). We will call this enforcement </a:t>
            </a:r>
            <a:r>
              <a:rPr lang="en-US" altLang="ko-KR" sz="1800" b="1">
                <a:solidFill>
                  <a:srgbClr val="FF0000"/>
                </a:solidFill>
                <a:latin typeface="Courier New" panose="02070309020205020404" pitchFamily="49" charset="0"/>
              </a:rPr>
              <a:t>encapsulation</a:t>
            </a:r>
            <a:r>
              <a:rPr lang="en-US" altLang="ko-KR" sz="1800" b="1">
                <a:latin typeface="Courier New" panose="02070309020205020404" pitchFamily="49" charset="0"/>
              </a:rPr>
              <a:t>.</a:t>
            </a:r>
          </a:p>
          <a:p>
            <a:pPr>
              <a:lnSpc>
                <a:spcPct val="90000"/>
              </a:lnSpc>
            </a:pPr>
            <a:endParaRPr lang="en-US" altLang="ko-KR" sz="1800" b="1">
              <a:latin typeface="Courier New" panose="02070309020205020404" pitchFamily="49" charset="0"/>
            </a:endParaRPr>
          </a:p>
          <a:p>
            <a:pPr>
              <a:lnSpc>
                <a:spcPct val="90000"/>
              </a:lnSpc>
            </a:pPr>
            <a:endParaRPr lang="en-US" altLang="ko-KR" sz="2000" b="1">
              <a:latin typeface="Courier New" panose="02070309020205020404" pitchFamily="49"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바닥글 개체 틀 4"/>
          <p:cNvSpPr>
            <a:spLocks noGrp="1"/>
          </p:cNvSpPr>
          <p:nvPr>
            <p:ph type="ftr" sz="quarter" idx="11"/>
          </p:nvPr>
        </p:nvSpPr>
        <p:spPr/>
        <p:txBody>
          <a:bodyPr/>
          <a:lstStyle/>
          <a:p>
            <a:r>
              <a:rPr lang="en-US" altLang="ko-KR"/>
              <a:t>Abstract data types</a:t>
            </a:r>
          </a:p>
        </p:txBody>
      </p:sp>
      <p:sp>
        <p:nvSpPr>
          <p:cNvPr id="6" name="슬라이드 번호 개체 틀 5"/>
          <p:cNvSpPr>
            <a:spLocks noGrp="1"/>
          </p:cNvSpPr>
          <p:nvPr>
            <p:ph type="sldNum" sz="quarter" idx="12"/>
          </p:nvPr>
        </p:nvSpPr>
        <p:spPr/>
        <p:txBody>
          <a:bodyPr/>
          <a:lstStyle/>
          <a:p>
            <a:fld id="{EA42FAB1-FFB4-4F2F-AA4C-2BCC4F3828A0}" type="slidenum">
              <a:rPr lang="en-US" altLang="ko-KR"/>
              <a:pPr/>
              <a:t>9</a:t>
            </a:fld>
            <a:endParaRPr lang="en-US" altLang="ko-KR"/>
          </a:p>
        </p:txBody>
      </p:sp>
      <p:sp>
        <p:nvSpPr>
          <p:cNvPr id="204802" name="Rectangle 2"/>
          <p:cNvSpPr>
            <a:spLocks noGrp="1" noChangeArrowheads="1"/>
          </p:cNvSpPr>
          <p:nvPr>
            <p:ph type="title"/>
          </p:nvPr>
        </p:nvSpPr>
        <p:spPr/>
        <p:txBody>
          <a:bodyPr/>
          <a:lstStyle/>
          <a:p>
            <a:r>
              <a:rPr lang="en-US" altLang="ko-KR" sz="2400" b="1">
                <a:latin typeface="Courier New" panose="02070309020205020404" pitchFamily="49" charset="0"/>
              </a:rPr>
              <a:t>Implementation of subprogram storage</a:t>
            </a:r>
          </a:p>
        </p:txBody>
      </p:sp>
      <p:sp>
        <p:nvSpPr>
          <p:cNvPr id="204803" name="Rectangle 3"/>
          <p:cNvSpPr>
            <a:spLocks noGrp="1" noChangeArrowheads="1"/>
          </p:cNvSpPr>
          <p:nvPr>
            <p:ph type="body" idx="1"/>
          </p:nvPr>
        </p:nvSpPr>
        <p:spPr>
          <a:xfrm>
            <a:off x="685800" y="1676400"/>
            <a:ext cx="7772400" cy="4648200"/>
          </a:xfrm>
        </p:spPr>
        <p:txBody>
          <a:bodyPr/>
          <a:lstStyle/>
          <a:p>
            <a:pPr>
              <a:lnSpc>
                <a:spcPct val="90000"/>
              </a:lnSpc>
              <a:buFont typeface="Wingdings" panose="05000000000000000000" pitchFamily="2" charset="2"/>
              <a:buNone/>
            </a:pPr>
            <a:r>
              <a:rPr lang="en-US" altLang="ko-KR" sz="1800" b="1">
                <a:latin typeface="Courier New" panose="02070309020205020404" pitchFamily="49" charset="0"/>
              </a:rPr>
              <a:t>Before looking at ADTs in detail, we first need to understand the usual method for subprograms to create local objects.</a:t>
            </a:r>
          </a:p>
          <a:p>
            <a:pPr>
              <a:lnSpc>
                <a:spcPct val="90000"/>
              </a:lnSpc>
              <a:buFont typeface="Wingdings" panose="05000000000000000000" pitchFamily="2" charset="2"/>
              <a:buNone/>
            </a:pPr>
            <a:r>
              <a:rPr lang="en-US" altLang="ko-KR" sz="1800" b="1">
                <a:latin typeface="Courier New" panose="02070309020205020404" pitchFamily="49" charset="0"/>
              </a:rPr>
              <a:t>Each subprogram has a block of storage containing such information, called an </a:t>
            </a:r>
            <a:r>
              <a:rPr lang="en-US" altLang="ko-KR" sz="1800" b="1">
                <a:solidFill>
                  <a:srgbClr val="FF0000"/>
                </a:solidFill>
                <a:latin typeface="Courier New" panose="02070309020205020404" pitchFamily="49" charset="0"/>
              </a:rPr>
              <a:t>activation record</a:t>
            </a:r>
            <a:r>
              <a:rPr lang="en-US" altLang="ko-KR" sz="1800" b="1">
                <a:latin typeface="Courier New" panose="02070309020205020404" pitchFamily="49" charset="0"/>
              </a:rPr>
              <a:t>.</a:t>
            </a:r>
          </a:p>
          <a:p>
            <a:pPr>
              <a:lnSpc>
                <a:spcPct val="90000"/>
              </a:lnSpc>
            </a:pPr>
            <a:endParaRPr lang="en-US" altLang="ko-KR" sz="1800" b="1">
              <a:latin typeface="Courier New" panose="02070309020205020404" pitchFamily="49" charset="0"/>
            </a:endParaRPr>
          </a:p>
          <a:p>
            <a:pPr>
              <a:lnSpc>
                <a:spcPct val="90000"/>
              </a:lnSpc>
              <a:buFont typeface="Wingdings" panose="05000000000000000000" pitchFamily="2" charset="2"/>
              <a:buNone/>
            </a:pPr>
            <a:r>
              <a:rPr lang="en-US" altLang="ko-KR" sz="1800" b="1">
                <a:latin typeface="Courier New" panose="02070309020205020404" pitchFamily="49" charset="0"/>
              </a:rPr>
              <a:t>Consider the following C subprogram:</a:t>
            </a:r>
          </a:p>
          <a:p>
            <a:pPr>
              <a:lnSpc>
                <a:spcPct val="90000"/>
              </a:lnSpc>
              <a:buFont typeface="Wingdings" panose="05000000000000000000" pitchFamily="2" charset="2"/>
              <a:buNone/>
            </a:pPr>
            <a:r>
              <a:rPr lang="en-US" altLang="ko-KR" sz="1800" b="1">
                <a:latin typeface="Courier New" panose="02070309020205020404" pitchFamily="49" charset="0"/>
              </a:rPr>
              <a:t>	float FN( float X, int Y)</a:t>
            </a:r>
          </a:p>
          <a:p>
            <a:pPr>
              <a:lnSpc>
                <a:spcPct val="90000"/>
              </a:lnSpc>
              <a:buFont typeface="Wingdings" panose="05000000000000000000" pitchFamily="2" charset="2"/>
              <a:buNone/>
            </a:pPr>
            <a:r>
              <a:rPr lang="en-US" altLang="ko-KR" sz="1800" b="1">
                <a:latin typeface="Courier New" panose="02070309020205020404" pitchFamily="49" charset="0"/>
              </a:rPr>
              <a:t>  		const initval=2;</a:t>
            </a:r>
          </a:p>
          <a:p>
            <a:pPr>
              <a:lnSpc>
                <a:spcPct val="90000"/>
              </a:lnSpc>
              <a:buFont typeface="Wingdings" panose="05000000000000000000" pitchFamily="2" charset="2"/>
              <a:buNone/>
            </a:pPr>
            <a:r>
              <a:rPr lang="en-US" altLang="ko-KR" sz="1800" b="1">
                <a:latin typeface="Courier New" panose="02070309020205020404" pitchFamily="49" charset="0"/>
              </a:rPr>
              <a:t>  		#define finalval  10</a:t>
            </a:r>
          </a:p>
          <a:p>
            <a:pPr>
              <a:lnSpc>
                <a:spcPct val="90000"/>
              </a:lnSpc>
              <a:buFont typeface="Wingdings" panose="05000000000000000000" pitchFamily="2" charset="2"/>
              <a:buNone/>
            </a:pPr>
            <a:r>
              <a:rPr lang="en-US" altLang="ko-KR" sz="1800" b="1">
                <a:latin typeface="Courier New" panose="02070309020205020404" pitchFamily="49" charset="0"/>
              </a:rPr>
              <a:t>  		float M(10); int N;</a:t>
            </a:r>
          </a:p>
          <a:p>
            <a:pPr>
              <a:lnSpc>
                <a:spcPct val="90000"/>
              </a:lnSpc>
              <a:buFont typeface="Wingdings" panose="05000000000000000000" pitchFamily="2" charset="2"/>
              <a:buNone/>
            </a:pPr>
            <a:r>
              <a:rPr lang="en-US" altLang="ko-KR" sz="1800" b="1">
                <a:latin typeface="Courier New" panose="02070309020205020404" pitchFamily="49" charset="0"/>
              </a:rPr>
              <a:t>  		N = initval;</a:t>
            </a:r>
          </a:p>
          <a:p>
            <a:pPr>
              <a:lnSpc>
                <a:spcPct val="90000"/>
              </a:lnSpc>
              <a:buFont typeface="Wingdings" panose="05000000000000000000" pitchFamily="2" charset="2"/>
              <a:buNone/>
            </a:pPr>
            <a:r>
              <a:rPr lang="en-US" altLang="ko-KR" sz="1800" b="1">
                <a:latin typeface="Courier New" panose="02070309020205020404" pitchFamily="49" charset="0"/>
              </a:rPr>
              <a:t>  		if(N&lt;finalval){ ... }</a:t>
            </a:r>
          </a:p>
          <a:p>
            <a:pPr>
              <a:lnSpc>
                <a:spcPct val="90000"/>
              </a:lnSpc>
              <a:buFont typeface="Wingdings" panose="05000000000000000000" pitchFamily="2" charset="2"/>
              <a:buNone/>
            </a:pPr>
            <a:r>
              <a:rPr lang="en-US" altLang="ko-KR" sz="1800" b="1">
                <a:latin typeface="Courier New" panose="02070309020205020404" pitchFamily="49" charset="0"/>
              </a:rPr>
              <a:t>  		return (20 * X + M(N)); }</a:t>
            </a:r>
          </a:p>
          <a:p>
            <a:pPr>
              <a:lnSpc>
                <a:spcPct val="90000"/>
              </a:lnSpc>
              <a:buFont typeface="Wingdings" panose="05000000000000000000" pitchFamily="2" charset="2"/>
              <a:buNone/>
            </a:pPr>
            <a:r>
              <a:rPr lang="en-US" altLang="ko-KR" sz="1800" b="1">
                <a:latin typeface="Courier New" panose="02070309020205020404" pitchFamily="49" charset="0"/>
              </a:rPr>
              <a:t>Information about procedure FN is contained in its activation record.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바닥글 개체 틀 4"/>
          <p:cNvSpPr>
            <a:spLocks noGrp="1"/>
          </p:cNvSpPr>
          <p:nvPr>
            <p:ph type="ftr" sz="quarter" idx="11"/>
          </p:nvPr>
        </p:nvSpPr>
        <p:spPr/>
        <p:txBody>
          <a:bodyPr/>
          <a:lstStyle/>
          <a:p>
            <a:r>
              <a:rPr lang="en-US" altLang="ko-KR"/>
              <a:t>Abstract data types</a:t>
            </a:r>
          </a:p>
        </p:txBody>
      </p:sp>
      <p:sp>
        <p:nvSpPr>
          <p:cNvPr id="7" name="슬라이드 번호 개체 틀 5"/>
          <p:cNvSpPr>
            <a:spLocks noGrp="1"/>
          </p:cNvSpPr>
          <p:nvPr>
            <p:ph type="sldNum" sz="quarter" idx="12"/>
          </p:nvPr>
        </p:nvSpPr>
        <p:spPr/>
        <p:txBody>
          <a:bodyPr/>
          <a:lstStyle/>
          <a:p>
            <a:fld id="{4ED77D71-1F3C-4347-8C39-578CCB183700}" type="slidenum">
              <a:rPr lang="en-US" altLang="ko-KR"/>
              <a:pPr/>
              <a:t>10</a:t>
            </a:fld>
            <a:endParaRPr lang="en-US" altLang="ko-KR"/>
          </a:p>
        </p:txBody>
      </p:sp>
      <p:sp>
        <p:nvSpPr>
          <p:cNvPr id="205826" name="Rectangle 2"/>
          <p:cNvSpPr>
            <a:spLocks noGrp="1" noChangeArrowheads="1"/>
          </p:cNvSpPr>
          <p:nvPr>
            <p:ph type="title"/>
          </p:nvPr>
        </p:nvSpPr>
        <p:spPr/>
        <p:txBody>
          <a:bodyPr/>
          <a:lstStyle/>
          <a:p>
            <a:r>
              <a:rPr lang="en-US" altLang="ko-KR" sz="2400" b="1">
                <a:latin typeface="Courier New" panose="02070309020205020404" pitchFamily="49" charset="0"/>
              </a:rPr>
              <a:t>Activation records</a:t>
            </a:r>
          </a:p>
        </p:txBody>
      </p:sp>
      <p:sp>
        <p:nvSpPr>
          <p:cNvPr id="205827" name="Rectangle 3"/>
          <p:cNvSpPr>
            <a:spLocks noGrp="1" noChangeArrowheads="1"/>
          </p:cNvSpPr>
          <p:nvPr>
            <p:ph type="body" idx="1"/>
          </p:nvPr>
        </p:nvSpPr>
        <p:spPr>
          <a:xfrm>
            <a:off x="457200" y="5037138"/>
            <a:ext cx="7924800" cy="1363662"/>
          </a:xfrm>
        </p:spPr>
        <p:txBody>
          <a:bodyPr/>
          <a:lstStyle/>
          <a:p>
            <a:pPr>
              <a:lnSpc>
                <a:spcPct val="90000"/>
              </a:lnSpc>
              <a:buFont typeface="Wingdings" panose="05000000000000000000" pitchFamily="2" charset="2"/>
              <a:buNone/>
            </a:pPr>
            <a:r>
              <a:rPr lang="en-US" altLang="ko-KR" sz="1800" b="1">
                <a:solidFill>
                  <a:srgbClr val="FF0000"/>
                </a:solidFill>
                <a:latin typeface="Courier New" panose="02070309020205020404" pitchFamily="49" charset="0"/>
              </a:rPr>
              <a:t>Above left:</a:t>
            </a:r>
            <a:r>
              <a:rPr lang="en-US" altLang="ko-KR" sz="1800" b="1">
                <a:latin typeface="Courier New" panose="02070309020205020404" pitchFamily="49" charset="0"/>
              </a:rPr>
              <a:t> Code produced by compiler for the execution of procedure FN.</a:t>
            </a:r>
          </a:p>
          <a:p>
            <a:pPr>
              <a:lnSpc>
                <a:spcPct val="90000"/>
              </a:lnSpc>
              <a:buFont typeface="Wingdings" panose="05000000000000000000" pitchFamily="2" charset="2"/>
              <a:buNone/>
            </a:pPr>
            <a:r>
              <a:rPr lang="en-US" altLang="ko-KR" sz="1800" b="1">
                <a:solidFill>
                  <a:srgbClr val="FF0000"/>
                </a:solidFill>
                <a:latin typeface="Courier New" panose="02070309020205020404" pitchFamily="49" charset="0"/>
              </a:rPr>
              <a:t>Above right:</a:t>
            </a:r>
            <a:r>
              <a:rPr lang="en-US" altLang="ko-KR" sz="1800" b="1">
                <a:latin typeface="Courier New" panose="02070309020205020404" pitchFamily="49" charset="0"/>
              </a:rPr>
              <a:t> Data storage needed by procedure FN during execution. Compiler binds each identifier in FN with a storage location in activation record.</a:t>
            </a:r>
            <a:endParaRPr lang="en-US" altLang="ko-KR" sz="1800" b="1">
              <a:solidFill>
                <a:srgbClr val="FF0000"/>
              </a:solidFill>
              <a:latin typeface="Courier New" panose="02070309020205020404" pitchFamily="49" charset="0"/>
            </a:endParaRPr>
          </a:p>
        </p:txBody>
      </p:sp>
      <p:pic>
        <p:nvPicPr>
          <p:cNvPr id="205828" name="Picture 4" descr="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600200"/>
            <a:ext cx="4572000" cy="32766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바닥글 개체 틀 4"/>
          <p:cNvSpPr>
            <a:spLocks noGrp="1"/>
          </p:cNvSpPr>
          <p:nvPr>
            <p:ph type="ftr" sz="quarter" idx="11"/>
          </p:nvPr>
        </p:nvSpPr>
        <p:spPr/>
        <p:txBody>
          <a:bodyPr/>
          <a:lstStyle/>
          <a:p>
            <a:r>
              <a:rPr lang="en-US" altLang="ko-KR"/>
              <a:t>Abstract data types</a:t>
            </a:r>
          </a:p>
        </p:txBody>
      </p:sp>
      <p:sp>
        <p:nvSpPr>
          <p:cNvPr id="7" name="슬라이드 번호 개체 틀 5"/>
          <p:cNvSpPr>
            <a:spLocks noGrp="1"/>
          </p:cNvSpPr>
          <p:nvPr>
            <p:ph type="sldNum" sz="quarter" idx="12"/>
          </p:nvPr>
        </p:nvSpPr>
        <p:spPr/>
        <p:txBody>
          <a:bodyPr/>
          <a:lstStyle/>
          <a:p>
            <a:fld id="{B5CF85FF-96FA-4B7A-BD87-77137CB5C829}" type="slidenum">
              <a:rPr lang="en-US" altLang="ko-KR"/>
              <a:pPr/>
              <a:t>11</a:t>
            </a:fld>
            <a:endParaRPr lang="en-US" altLang="ko-KR"/>
          </a:p>
        </p:txBody>
      </p:sp>
      <p:sp>
        <p:nvSpPr>
          <p:cNvPr id="206850" name="Rectangle 2"/>
          <p:cNvSpPr>
            <a:spLocks noGrp="1" noChangeArrowheads="1"/>
          </p:cNvSpPr>
          <p:nvPr>
            <p:ph type="title"/>
          </p:nvPr>
        </p:nvSpPr>
        <p:spPr>
          <a:xfrm>
            <a:off x="685800" y="762000"/>
            <a:ext cx="7772400" cy="1143000"/>
          </a:xfrm>
        </p:spPr>
        <p:txBody>
          <a:bodyPr/>
          <a:lstStyle/>
          <a:p>
            <a:r>
              <a:rPr lang="en-US" altLang="ko-KR" sz="2400" b="1">
                <a:latin typeface="Courier New" panose="02070309020205020404" pitchFamily="49" charset="0"/>
              </a:rPr>
              <a:t>Dynamic nature of activation records</a:t>
            </a:r>
          </a:p>
        </p:txBody>
      </p:sp>
      <p:sp>
        <p:nvSpPr>
          <p:cNvPr id="206851" name="Rectangle 3"/>
          <p:cNvSpPr>
            <a:spLocks noGrp="1" noChangeArrowheads="1"/>
          </p:cNvSpPr>
          <p:nvPr>
            <p:ph type="body" idx="1"/>
          </p:nvPr>
        </p:nvSpPr>
        <p:spPr>
          <a:xfrm>
            <a:off x="609600" y="1676400"/>
            <a:ext cx="7772400" cy="4572000"/>
          </a:xfrm>
        </p:spPr>
        <p:txBody>
          <a:bodyPr/>
          <a:lstStyle/>
          <a:p>
            <a:pPr>
              <a:buFont typeface="Wingdings" panose="05000000000000000000" pitchFamily="2" charset="2"/>
              <a:buNone/>
            </a:pPr>
            <a:r>
              <a:rPr lang="en-US" altLang="ko-KR" sz="1800" b="1">
                <a:latin typeface="Courier New" panose="02070309020205020404" pitchFamily="49" charset="0"/>
              </a:rPr>
              <a:t>Each invocation of FN causes a new activation record to be created.</a:t>
            </a:r>
          </a:p>
          <a:p>
            <a:pPr>
              <a:buFont typeface="Wingdings" panose="05000000000000000000" pitchFamily="2" charset="2"/>
              <a:buNone/>
            </a:pPr>
            <a:r>
              <a:rPr lang="en-US" altLang="ko-KR" sz="1800" b="1">
                <a:latin typeface="Courier New" panose="02070309020205020404" pitchFamily="49" charset="0"/>
              </a:rPr>
              <a:t>Thus the static code generated by the compiler for FN will be associated with a new activation record, each time FN is called.</a:t>
            </a:r>
          </a:p>
          <a:p>
            <a:pPr>
              <a:buFont typeface="Wingdings" panose="05000000000000000000" pitchFamily="2" charset="2"/>
              <a:buNone/>
            </a:pPr>
            <a:r>
              <a:rPr lang="en-US" altLang="ko-KR" sz="1800" b="1">
                <a:latin typeface="Courier New" panose="02070309020205020404" pitchFamily="49" charset="0"/>
              </a:rPr>
              <a:t>As we will see later, a stack structure is used for activation record storage.</a:t>
            </a:r>
          </a:p>
        </p:txBody>
      </p:sp>
      <p:pic>
        <p:nvPicPr>
          <p:cNvPr id="206852" name="Picture 4" descr="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4038600"/>
            <a:ext cx="7086600" cy="19812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바닥글 개체 틀 4"/>
          <p:cNvSpPr>
            <a:spLocks noGrp="1"/>
          </p:cNvSpPr>
          <p:nvPr>
            <p:ph type="ftr" sz="quarter" idx="11"/>
          </p:nvPr>
        </p:nvSpPr>
        <p:spPr/>
        <p:txBody>
          <a:bodyPr/>
          <a:lstStyle/>
          <a:p>
            <a:r>
              <a:rPr lang="en-US" altLang="ko-KR"/>
              <a:t>Abstract data types</a:t>
            </a:r>
          </a:p>
        </p:txBody>
      </p:sp>
      <p:sp>
        <p:nvSpPr>
          <p:cNvPr id="7" name="슬라이드 번호 개체 틀 5"/>
          <p:cNvSpPr>
            <a:spLocks noGrp="1"/>
          </p:cNvSpPr>
          <p:nvPr>
            <p:ph type="sldNum" sz="quarter" idx="12"/>
          </p:nvPr>
        </p:nvSpPr>
        <p:spPr/>
        <p:txBody>
          <a:bodyPr/>
          <a:lstStyle/>
          <a:p>
            <a:fld id="{6B741476-DC45-496C-B2D2-842F73DE9F99}" type="slidenum">
              <a:rPr lang="en-US" altLang="ko-KR"/>
              <a:pPr/>
              <a:t>12</a:t>
            </a:fld>
            <a:endParaRPr lang="en-US" altLang="ko-KR"/>
          </a:p>
        </p:txBody>
      </p:sp>
      <p:sp>
        <p:nvSpPr>
          <p:cNvPr id="207874" name="Rectangle 2"/>
          <p:cNvSpPr>
            <a:spLocks noGrp="1" noChangeArrowheads="1"/>
          </p:cNvSpPr>
          <p:nvPr>
            <p:ph type="title"/>
          </p:nvPr>
        </p:nvSpPr>
        <p:spPr>
          <a:xfrm>
            <a:off x="685800" y="762000"/>
            <a:ext cx="7772400" cy="1143000"/>
          </a:xfrm>
        </p:spPr>
        <p:txBody>
          <a:bodyPr/>
          <a:lstStyle/>
          <a:p>
            <a:r>
              <a:rPr lang="en-US" altLang="ko-KR" sz="2400" b="1">
                <a:latin typeface="Courier New" panose="02070309020205020404" pitchFamily="49" charset="0"/>
              </a:rPr>
              <a:t>Storage management</a:t>
            </a:r>
          </a:p>
        </p:txBody>
      </p:sp>
      <p:sp>
        <p:nvSpPr>
          <p:cNvPr id="207875" name="Rectangle 3"/>
          <p:cNvSpPr>
            <a:spLocks noGrp="1" noChangeArrowheads="1"/>
          </p:cNvSpPr>
          <p:nvPr>
            <p:ph type="body" idx="1"/>
          </p:nvPr>
        </p:nvSpPr>
        <p:spPr>
          <a:xfrm>
            <a:off x="685800" y="1981200"/>
            <a:ext cx="7772400" cy="4343400"/>
          </a:xfrm>
        </p:spPr>
        <p:txBody>
          <a:bodyPr/>
          <a:lstStyle/>
          <a:p>
            <a:pPr>
              <a:lnSpc>
                <a:spcPct val="90000"/>
              </a:lnSpc>
              <a:buFont typeface="Wingdings" panose="05000000000000000000" pitchFamily="2" charset="2"/>
              <a:buNone/>
            </a:pPr>
            <a:r>
              <a:rPr lang="en-US" altLang="ko-KR" sz="1800" b="1">
                <a:latin typeface="Courier New" panose="02070309020205020404" pitchFamily="49" charset="0"/>
              </a:rPr>
              <a:t>Local data is stored in an area called an </a:t>
            </a:r>
            <a:r>
              <a:rPr lang="en-US" altLang="ko-KR" sz="1800" b="1">
                <a:solidFill>
                  <a:srgbClr val="FF0000"/>
                </a:solidFill>
                <a:latin typeface="Courier New" panose="02070309020205020404" pitchFamily="49" charset="0"/>
              </a:rPr>
              <a:t>activation record</a:t>
            </a:r>
            <a:r>
              <a:rPr lang="en-US" altLang="ko-KR" sz="1800" b="1">
                <a:latin typeface="Courier New" panose="02070309020205020404" pitchFamily="49" charset="0"/>
              </a:rPr>
              <a:t> (also called a </a:t>
            </a:r>
            <a:r>
              <a:rPr lang="en-US" altLang="ko-KR" sz="1800" b="1">
                <a:solidFill>
                  <a:srgbClr val="FF0000"/>
                </a:solidFill>
                <a:latin typeface="Courier New" panose="02070309020205020404" pitchFamily="49" charset="0"/>
              </a:rPr>
              <a:t>stack frame</a:t>
            </a:r>
            <a:r>
              <a:rPr lang="en-US" altLang="ko-KR" sz="1800" b="1">
                <a:latin typeface="Courier New" panose="02070309020205020404" pitchFamily="49" charset="0"/>
              </a:rPr>
              <a:t>).</a:t>
            </a:r>
          </a:p>
          <a:p>
            <a:pPr>
              <a:lnSpc>
                <a:spcPct val="90000"/>
              </a:lnSpc>
            </a:pPr>
            <a:endParaRPr lang="en-US" altLang="ko-KR" sz="1800" b="1">
              <a:latin typeface="Courier New" panose="02070309020205020404" pitchFamily="49" charset="0"/>
            </a:endParaRPr>
          </a:p>
          <a:p>
            <a:pPr>
              <a:lnSpc>
                <a:spcPct val="90000"/>
              </a:lnSpc>
            </a:pPr>
            <a:endParaRPr lang="en-US" altLang="ko-KR" sz="1800" b="1">
              <a:latin typeface="Courier New" panose="02070309020205020404" pitchFamily="49" charset="0"/>
            </a:endParaRPr>
          </a:p>
          <a:p>
            <a:pPr>
              <a:lnSpc>
                <a:spcPct val="90000"/>
              </a:lnSpc>
            </a:pPr>
            <a:endParaRPr lang="en-US" altLang="ko-KR" sz="1800" b="1">
              <a:latin typeface="Courier New" panose="02070309020205020404" pitchFamily="49" charset="0"/>
            </a:endParaRPr>
          </a:p>
          <a:p>
            <a:pPr>
              <a:lnSpc>
                <a:spcPct val="90000"/>
              </a:lnSpc>
            </a:pPr>
            <a:endParaRPr lang="en-US" altLang="ko-KR" sz="1800" b="1">
              <a:latin typeface="Courier New" panose="02070309020205020404" pitchFamily="49" charset="0"/>
            </a:endParaRPr>
          </a:p>
          <a:p>
            <a:pPr>
              <a:lnSpc>
                <a:spcPct val="90000"/>
              </a:lnSpc>
            </a:pPr>
            <a:endParaRPr lang="en-US" altLang="ko-KR" sz="1800" b="1">
              <a:latin typeface="Courier New" panose="02070309020205020404" pitchFamily="49" charset="0"/>
            </a:endParaRPr>
          </a:p>
          <a:p>
            <a:pPr>
              <a:lnSpc>
                <a:spcPct val="90000"/>
              </a:lnSpc>
            </a:pPr>
            <a:endParaRPr lang="en-US" altLang="ko-KR" sz="1800" b="1">
              <a:latin typeface="Courier New" panose="02070309020205020404" pitchFamily="49" charset="0"/>
            </a:endParaRPr>
          </a:p>
          <a:p>
            <a:pPr>
              <a:lnSpc>
                <a:spcPct val="90000"/>
              </a:lnSpc>
            </a:pPr>
            <a:endParaRPr lang="en-US" altLang="ko-KR" sz="1800" b="1">
              <a:latin typeface="Courier New" panose="02070309020205020404" pitchFamily="49" charset="0"/>
            </a:endParaRPr>
          </a:p>
          <a:p>
            <a:pPr>
              <a:lnSpc>
                <a:spcPct val="90000"/>
              </a:lnSpc>
            </a:pPr>
            <a:endParaRPr lang="en-US" altLang="ko-KR" sz="1800" b="1">
              <a:latin typeface="Courier New" panose="02070309020205020404" pitchFamily="49" charset="0"/>
            </a:endParaRPr>
          </a:p>
          <a:p>
            <a:pPr>
              <a:lnSpc>
                <a:spcPct val="90000"/>
              </a:lnSpc>
              <a:buFont typeface="Wingdings" panose="05000000000000000000" pitchFamily="2" charset="2"/>
              <a:buNone/>
            </a:pPr>
            <a:r>
              <a:rPr lang="en-US" altLang="ko-KR" sz="1800" b="1">
                <a:latin typeface="Courier New" panose="02070309020205020404" pitchFamily="49" charset="0"/>
              </a:rPr>
              <a:t>Address data is a two step process:</a:t>
            </a:r>
          </a:p>
          <a:p>
            <a:pPr>
              <a:lnSpc>
                <a:spcPct val="90000"/>
              </a:lnSpc>
              <a:buFont typeface="Wingdings" panose="05000000000000000000" pitchFamily="2" charset="2"/>
              <a:buNone/>
            </a:pPr>
            <a:r>
              <a:rPr lang="en-US" altLang="ko-KR" sz="1800" b="1">
                <a:latin typeface="Courier New" panose="02070309020205020404" pitchFamily="49" charset="0"/>
              </a:rPr>
              <a:t>1. Get a pointer to the relevant activation record containing the declarations.</a:t>
            </a:r>
          </a:p>
          <a:p>
            <a:pPr>
              <a:lnSpc>
                <a:spcPct val="90000"/>
              </a:lnSpc>
              <a:buFont typeface="Wingdings" panose="05000000000000000000" pitchFamily="2" charset="2"/>
              <a:buNone/>
            </a:pPr>
            <a:r>
              <a:rPr lang="en-US" altLang="ko-KR" sz="1800" b="1">
                <a:latin typeface="Courier New" panose="02070309020205020404" pitchFamily="49" charset="0"/>
              </a:rPr>
              <a:t>2. Find the offset in that activation record for the data item.</a:t>
            </a:r>
          </a:p>
        </p:txBody>
      </p:sp>
      <p:pic>
        <p:nvPicPr>
          <p:cNvPr id="207876" name="Picture 4" descr="05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2743200"/>
            <a:ext cx="4343400" cy="21336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바닥글 개체 틀 4"/>
          <p:cNvSpPr>
            <a:spLocks noGrp="1"/>
          </p:cNvSpPr>
          <p:nvPr>
            <p:ph type="ftr" sz="quarter" idx="11"/>
          </p:nvPr>
        </p:nvSpPr>
        <p:spPr/>
        <p:txBody>
          <a:bodyPr/>
          <a:lstStyle/>
          <a:p>
            <a:r>
              <a:rPr lang="en-US" altLang="ko-KR"/>
              <a:t>Abstract data types</a:t>
            </a:r>
          </a:p>
        </p:txBody>
      </p:sp>
      <p:sp>
        <p:nvSpPr>
          <p:cNvPr id="6" name="슬라이드 번호 개체 틀 5"/>
          <p:cNvSpPr>
            <a:spLocks noGrp="1"/>
          </p:cNvSpPr>
          <p:nvPr>
            <p:ph type="sldNum" sz="quarter" idx="12"/>
          </p:nvPr>
        </p:nvSpPr>
        <p:spPr/>
        <p:txBody>
          <a:bodyPr/>
          <a:lstStyle/>
          <a:p>
            <a:fld id="{B16ED381-0330-442C-BB95-DF70468FA99C}" type="slidenum">
              <a:rPr lang="en-US" altLang="ko-KR"/>
              <a:pPr/>
              <a:t>13</a:t>
            </a:fld>
            <a:endParaRPr lang="en-US" altLang="ko-KR"/>
          </a:p>
        </p:txBody>
      </p:sp>
      <p:sp>
        <p:nvSpPr>
          <p:cNvPr id="208898" name="Rectangle 2"/>
          <p:cNvSpPr>
            <a:spLocks noGrp="1" noChangeArrowheads="1"/>
          </p:cNvSpPr>
          <p:nvPr>
            <p:ph type="title"/>
          </p:nvPr>
        </p:nvSpPr>
        <p:spPr>
          <a:xfrm>
            <a:off x="685800" y="762000"/>
            <a:ext cx="7772400" cy="1143000"/>
          </a:xfrm>
        </p:spPr>
        <p:txBody>
          <a:bodyPr/>
          <a:lstStyle/>
          <a:p>
            <a:r>
              <a:rPr lang="en-US" altLang="ko-KR" sz="2400" b="1">
                <a:latin typeface="Courier New" panose="02070309020205020404" pitchFamily="49" charset="0"/>
              </a:rPr>
              <a:t>Lifetime</a:t>
            </a:r>
          </a:p>
        </p:txBody>
      </p:sp>
      <p:sp>
        <p:nvSpPr>
          <p:cNvPr id="208899" name="Rectangle 3"/>
          <p:cNvSpPr>
            <a:spLocks noGrp="1" noChangeArrowheads="1"/>
          </p:cNvSpPr>
          <p:nvPr>
            <p:ph type="body" idx="1"/>
          </p:nvPr>
        </p:nvSpPr>
        <p:spPr>
          <a:xfrm>
            <a:off x="685800" y="1676400"/>
            <a:ext cx="7772400" cy="4572000"/>
          </a:xfrm>
        </p:spPr>
        <p:txBody>
          <a:bodyPr/>
          <a:lstStyle/>
          <a:p>
            <a:pPr>
              <a:lnSpc>
                <a:spcPct val="90000"/>
              </a:lnSpc>
              <a:buFont typeface="Wingdings" panose="05000000000000000000" pitchFamily="2" charset="2"/>
              <a:buNone/>
            </a:pPr>
            <a:r>
              <a:rPr lang="en-US" altLang="ko-KR" sz="1800" b="1">
                <a:latin typeface="Courier New" panose="02070309020205020404" pitchFamily="49" charset="0"/>
              </a:rPr>
              <a:t>IMPORTANT:</a:t>
            </a:r>
          </a:p>
          <a:p>
            <a:pPr>
              <a:lnSpc>
                <a:spcPct val="90000"/>
              </a:lnSpc>
              <a:buFont typeface="Wingdings" panose="05000000000000000000" pitchFamily="2" charset="2"/>
              <a:buNone/>
            </a:pPr>
            <a:r>
              <a:rPr lang="en-US" altLang="ko-KR" sz="1800" b="1">
                <a:latin typeface="Courier New" panose="02070309020205020404" pitchFamily="49" charset="0"/>
              </a:rPr>
              <a:t>1. The activation record pointer is determined at during program execution. It occurs frequently, so it should be an efficient calculation.</a:t>
            </a:r>
          </a:p>
          <a:p>
            <a:pPr>
              <a:lnSpc>
                <a:spcPct val="90000"/>
              </a:lnSpc>
              <a:buFont typeface="Wingdings" panose="05000000000000000000" pitchFamily="2" charset="2"/>
              <a:buNone/>
            </a:pPr>
            <a:r>
              <a:rPr lang="en-US" altLang="ko-KR" sz="1800" b="1">
                <a:latin typeface="Courier New" panose="02070309020205020404" pitchFamily="49" charset="0"/>
              </a:rPr>
              <a:t>2. The offset within an activation record is fixed and determined during compilation. It should require no - or minimal - calculations.</a:t>
            </a:r>
          </a:p>
          <a:p>
            <a:pPr>
              <a:lnSpc>
                <a:spcPct val="90000"/>
              </a:lnSpc>
              <a:buFont typeface="Wingdings" panose="05000000000000000000" pitchFamily="2" charset="2"/>
              <a:buNone/>
            </a:pPr>
            <a:r>
              <a:rPr lang="en-US" altLang="ko-KR" sz="1800" b="1">
                <a:latin typeface="Courier New" panose="02070309020205020404" pitchFamily="49" charset="0"/>
              </a:rPr>
              <a:t>The </a:t>
            </a:r>
            <a:r>
              <a:rPr lang="en-US" altLang="ko-KR" sz="1800" b="1">
                <a:solidFill>
                  <a:srgbClr val="FF0000"/>
                </a:solidFill>
                <a:latin typeface="Courier New" panose="02070309020205020404" pitchFamily="49" charset="0"/>
              </a:rPr>
              <a:t>lifetime</a:t>
            </a:r>
            <a:r>
              <a:rPr lang="en-US" altLang="ko-KR" sz="1800" b="1">
                <a:latin typeface="Courier New" panose="02070309020205020404" pitchFamily="49" charset="0"/>
              </a:rPr>
              <a:t> of a variable is that period during program execution when the storage for the declared variable exists in some activation record (i.e., from the time the activation record for the declaring procedure is created until that activation record is destroyed).</a:t>
            </a:r>
          </a:p>
          <a:p>
            <a:pPr>
              <a:lnSpc>
                <a:spcPct val="90000"/>
              </a:lnSpc>
              <a:buFont typeface="Wingdings" panose="05000000000000000000" pitchFamily="2" charset="2"/>
              <a:buNone/>
            </a:pPr>
            <a:r>
              <a:rPr lang="en-US" altLang="ko-KR" sz="1800" b="1">
                <a:latin typeface="Courier New" panose="02070309020205020404" pitchFamily="49" charset="0"/>
              </a:rPr>
              <a:t>The </a:t>
            </a:r>
            <a:r>
              <a:rPr lang="en-US" altLang="ko-KR" sz="1800" b="1">
                <a:solidFill>
                  <a:srgbClr val="FF0000"/>
                </a:solidFill>
                <a:latin typeface="Courier New" panose="02070309020205020404" pitchFamily="49" charset="0"/>
              </a:rPr>
              <a:t>scope</a:t>
            </a:r>
            <a:r>
              <a:rPr lang="en-US" altLang="ko-KR" sz="1800" b="1">
                <a:latin typeface="Courier New" panose="02070309020205020404" pitchFamily="49" charset="0"/>
              </a:rPr>
              <a:t> of a variable is the portion of the source program where the data item can be accessed (i.e., the name of the item is a legal reference at that point in the program).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바닥글 개체 틀 4"/>
          <p:cNvSpPr>
            <a:spLocks noGrp="1"/>
          </p:cNvSpPr>
          <p:nvPr>
            <p:ph type="ftr" sz="quarter" idx="11"/>
          </p:nvPr>
        </p:nvSpPr>
        <p:spPr/>
        <p:txBody>
          <a:bodyPr/>
          <a:lstStyle/>
          <a:p>
            <a:r>
              <a:rPr lang="en-US" altLang="ko-KR"/>
              <a:t>Abstract data types</a:t>
            </a:r>
          </a:p>
        </p:txBody>
      </p:sp>
      <p:sp>
        <p:nvSpPr>
          <p:cNvPr id="7" name="슬라이드 번호 개체 틀 5"/>
          <p:cNvSpPr>
            <a:spLocks noGrp="1"/>
          </p:cNvSpPr>
          <p:nvPr>
            <p:ph type="sldNum" sz="quarter" idx="12"/>
          </p:nvPr>
        </p:nvSpPr>
        <p:spPr/>
        <p:txBody>
          <a:bodyPr/>
          <a:lstStyle/>
          <a:p>
            <a:fld id="{58F00FF9-E0DE-4195-8780-98FED7AA03A0}" type="slidenum">
              <a:rPr lang="en-US" altLang="ko-KR"/>
              <a:pPr/>
              <a:t>14</a:t>
            </a:fld>
            <a:endParaRPr lang="en-US" altLang="ko-KR"/>
          </a:p>
        </p:txBody>
      </p:sp>
      <p:sp>
        <p:nvSpPr>
          <p:cNvPr id="209922" name="Rectangle 2"/>
          <p:cNvSpPr>
            <a:spLocks noGrp="1" noChangeArrowheads="1"/>
          </p:cNvSpPr>
          <p:nvPr>
            <p:ph type="title"/>
          </p:nvPr>
        </p:nvSpPr>
        <p:spPr>
          <a:xfrm>
            <a:off x="685800" y="762000"/>
            <a:ext cx="7772400" cy="1143000"/>
          </a:xfrm>
        </p:spPr>
        <p:txBody>
          <a:bodyPr/>
          <a:lstStyle/>
          <a:p>
            <a:r>
              <a:rPr lang="en-US" altLang="ko-KR" sz="2400" b="1">
                <a:latin typeface="Courier New" panose="02070309020205020404" pitchFamily="49" charset="0"/>
              </a:rPr>
              <a:t>Lifetimes (continued)</a:t>
            </a:r>
          </a:p>
        </p:txBody>
      </p:sp>
      <p:sp>
        <p:nvSpPr>
          <p:cNvPr id="209923" name="Rectangle 3"/>
          <p:cNvSpPr>
            <a:spLocks noGrp="1" noChangeArrowheads="1"/>
          </p:cNvSpPr>
          <p:nvPr>
            <p:ph type="body" idx="1"/>
          </p:nvPr>
        </p:nvSpPr>
        <p:spPr>
          <a:xfrm>
            <a:off x="685800" y="1752600"/>
            <a:ext cx="7772400" cy="4572000"/>
          </a:xfrm>
        </p:spPr>
        <p:txBody>
          <a:bodyPr/>
          <a:lstStyle/>
          <a:p>
            <a:pPr>
              <a:buFont typeface="Wingdings" panose="05000000000000000000" pitchFamily="2" charset="2"/>
              <a:buNone/>
            </a:pPr>
            <a:r>
              <a:rPr lang="en-US" altLang="ko-KR" sz="1800" b="1">
                <a:latin typeface="Courier New" panose="02070309020205020404" pitchFamily="49" charset="0"/>
              </a:rPr>
              <a:t>Two models of data lifetimes:</a:t>
            </a:r>
          </a:p>
          <a:p>
            <a:pPr>
              <a:buFont typeface="Wingdings" panose="05000000000000000000" pitchFamily="2" charset="2"/>
              <a:buNone/>
            </a:pPr>
            <a:r>
              <a:rPr lang="en-US" altLang="ko-KR" sz="1800" b="1">
                <a:solidFill>
                  <a:srgbClr val="FF0000"/>
                </a:solidFill>
                <a:latin typeface="Courier New" panose="02070309020205020404" pitchFamily="49" charset="0"/>
              </a:rPr>
              <a:t>	Static</a:t>
            </a:r>
            <a:r>
              <a:rPr lang="en-US" altLang="ko-KR" sz="1800" b="1">
                <a:latin typeface="Courier New" panose="02070309020205020404" pitchFamily="49" charset="0"/>
              </a:rPr>
              <a:t>: Based upon the static structure of a program</a:t>
            </a:r>
          </a:p>
          <a:p>
            <a:pPr>
              <a:buFont typeface="Wingdings" panose="05000000000000000000" pitchFamily="2" charset="2"/>
              <a:buNone/>
            </a:pPr>
            <a:r>
              <a:rPr lang="en-US" altLang="ko-KR" sz="1800" b="1">
                <a:solidFill>
                  <a:srgbClr val="FF0000"/>
                </a:solidFill>
                <a:latin typeface="Courier New" panose="02070309020205020404" pitchFamily="49" charset="0"/>
              </a:rPr>
              <a:t>	Dynamic</a:t>
            </a:r>
            <a:r>
              <a:rPr lang="en-US" altLang="ko-KR" sz="1800" b="1">
                <a:latin typeface="Courier New" panose="02070309020205020404" pitchFamily="49" charset="0"/>
              </a:rPr>
              <a:t>: Based upon the execution of a program</a:t>
            </a:r>
          </a:p>
          <a:p>
            <a:endParaRPr lang="en-US" altLang="ko-KR" sz="1800" b="1">
              <a:latin typeface="Courier New" panose="02070309020205020404" pitchFamily="49" charset="0"/>
            </a:endParaRPr>
          </a:p>
          <a:p>
            <a:pPr>
              <a:buFont typeface="Wingdings" panose="05000000000000000000" pitchFamily="2" charset="2"/>
              <a:buNone/>
            </a:pPr>
            <a:r>
              <a:rPr lang="en-US" altLang="ko-KR" sz="1800" b="1">
                <a:latin typeface="Courier New" panose="02070309020205020404" pitchFamily="49" charset="0"/>
              </a:rPr>
              <a:t>In general, static lifetimes are implemented in stacks; dynamic lifetimes implemented in heaps.</a:t>
            </a:r>
          </a:p>
          <a:p>
            <a:pPr>
              <a:buFont typeface="Wingdings" panose="05000000000000000000" pitchFamily="2" charset="2"/>
              <a:buNone/>
            </a:pPr>
            <a:r>
              <a:rPr lang="en-US" altLang="ko-KR" sz="1800" b="1">
                <a:latin typeface="Courier New" panose="02070309020205020404" pitchFamily="49" charset="0"/>
                <a:sym typeface="Wingdings" panose="05000000000000000000" pitchFamily="2" charset="2"/>
              </a:rPr>
              <a:t> </a:t>
            </a:r>
            <a:r>
              <a:rPr lang="ko-KR" altLang="en-US" sz="1800" b="1">
                <a:latin typeface="Courier New" panose="02070309020205020404" pitchFamily="49" charset="0"/>
                <a:sym typeface="Wingdings" panose="05000000000000000000" pitchFamily="2" charset="2"/>
              </a:rPr>
              <a:t>조심</a:t>
            </a:r>
            <a:r>
              <a:rPr lang="en-US" altLang="ko-KR" sz="1800" b="1">
                <a:latin typeface="Courier New" panose="02070309020205020404" pitchFamily="49" charset="0"/>
                <a:sym typeface="Wingdings" panose="05000000000000000000" pitchFamily="2" charset="2"/>
              </a:rPr>
              <a:t>: static type</a:t>
            </a:r>
            <a:r>
              <a:rPr lang="ko-KR" altLang="en-US" sz="1800" b="1">
                <a:latin typeface="Courier New" panose="02070309020205020404" pitchFamily="49" charset="0"/>
                <a:sym typeface="Wingdings" panose="05000000000000000000" pitchFamily="2" charset="2"/>
              </a:rPr>
              <a:t>과는 다르다</a:t>
            </a:r>
            <a:r>
              <a:rPr lang="en-US" altLang="ko-KR" sz="1800" b="1">
                <a:latin typeface="Courier New" panose="02070309020205020404" pitchFamily="49" charset="0"/>
                <a:sym typeface="Wingdings" panose="05000000000000000000" pitchFamily="2" charset="2"/>
              </a:rPr>
              <a:t>!!!</a:t>
            </a:r>
            <a:endParaRPr lang="en-US" altLang="ko-KR" sz="1800" b="1">
              <a:latin typeface="Courier New" panose="02070309020205020404" pitchFamily="49" charset="0"/>
            </a:endParaRPr>
          </a:p>
        </p:txBody>
      </p:sp>
      <p:pic>
        <p:nvPicPr>
          <p:cNvPr id="209924" name="Picture 4" descr="0520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4038600"/>
            <a:ext cx="6019800" cy="2286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바닥글 개체 틀 4"/>
          <p:cNvSpPr>
            <a:spLocks noGrp="1"/>
          </p:cNvSpPr>
          <p:nvPr>
            <p:ph type="ftr" sz="quarter" idx="11"/>
          </p:nvPr>
        </p:nvSpPr>
        <p:spPr/>
        <p:txBody>
          <a:bodyPr/>
          <a:lstStyle/>
          <a:p>
            <a:r>
              <a:rPr lang="en-US" altLang="ko-KR"/>
              <a:t>Abstract data types</a:t>
            </a:r>
          </a:p>
        </p:txBody>
      </p:sp>
      <p:sp>
        <p:nvSpPr>
          <p:cNvPr id="7" name="슬라이드 번호 개체 틀 5"/>
          <p:cNvSpPr>
            <a:spLocks noGrp="1"/>
          </p:cNvSpPr>
          <p:nvPr>
            <p:ph type="sldNum" sz="quarter" idx="12"/>
          </p:nvPr>
        </p:nvSpPr>
        <p:spPr/>
        <p:txBody>
          <a:bodyPr/>
          <a:lstStyle/>
          <a:p>
            <a:fld id="{80B86907-9951-41AB-867B-441224D3D1FE}" type="slidenum">
              <a:rPr lang="en-US" altLang="ko-KR"/>
              <a:pPr/>
              <a:t>15</a:t>
            </a:fld>
            <a:endParaRPr lang="en-US" altLang="ko-KR"/>
          </a:p>
        </p:txBody>
      </p:sp>
      <p:sp>
        <p:nvSpPr>
          <p:cNvPr id="210946" name="Rectangle 2"/>
          <p:cNvSpPr>
            <a:spLocks noGrp="1" noChangeArrowheads="1"/>
          </p:cNvSpPr>
          <p:nvPr>
            <p:ph type="title"/>
          </p:nvPr>
        </p:nvSpPr>
        <p:spPr>
          <a:xfrm>
            <a:off x="685800" y="762000"/>
            <a:ext cx="7772400" cy="1143000"/>
          </a:xfrm>
        </p:spPr>
        <p:txBody>
          <a:bodyPr/>
          <a:lstStyle/>
          <a:p>
            <a:r>
              <a:rPr lang="en-US" altLang="ko-KR" sz="2400" b="1">
                <a:latin typeface="Courier New" panose="02070309020205020404" pitchFamily="49" charset="0"/>
              </a:rPr>
              <a:t>Lifetimes of variables</a:t>
            </a:r>
          </a:p>
        </p:txBody>
      </p:sp>
      <p:sp>
        <p:nvSpPr>
          <p:cNvPr id="210947" name="Rectangle 3"/>
          <p:cNvSpPr>
            <a:spLocks noGrp="1" noChangeArrowheads="1"/>
          </p:cNvSpPr>
          <p:nvPr>
            <p:ph type="body" idx="1"/>
          </p:nvPr>
        </p:nvSpPr>
        <p:spPr>
          <a:xfrm>
            <a:off x="685800" y="1981200"/>
            <a:ext cx="7772400" cy="4343400"/>
          </a:xfrm>
        </p:spPr>
        <p:txBody>
          <a:bodyPr/>
          <a:lstStyle/>
          <a:p>
            <a:pPr>
              <a:buFont typeface="Wingdings" panose="05000000000000000000" pitchFamily="2" charset="2"/>
              <a:buNone/>
            </a:pPr>
            <a:r>
              <a:rPr lang="en-US" altLang="ko-KR" sz="1800" b="1">
                <a:latin typeface="Courier New" panose="02070309020205020404" pitchFamily="49" charset="0"/>
              </a:rPr>
              <a:t>Lifetime of variable X is the period when the activation record for P exists. </a:t>
            </a:r>
          </a:p>
          <a:p>
            <a:endParaRPr lang="en-US" altLang="ko-KR" sz="1800" b="1">
              <a:latin typeface="Courier New" panose="02070309020205020404" pitchFamily="49" charset="0"/>
            </a:endParaRPr>
          </a:p>
          <a:p>
            <a:pPr>
              <a:buFont typeface="Wingdings" panose="05000000000000000000" pitchFamily="2" charset="2"/>
              <a:buNone/>
            </a:pPr>
            <a:r>
              <a:rPr lang="en-US" altLang="ko-KR" sz="1800" b="1">
                <a:latin typeface="Courier New" panose="02070309020205020404" pitchFamily="49" charset="0"/>
              </a:rPr>
              <a:t>Note that we can change the scope, but not the lifetime of a variable by nesting procedures:</a:t>
            </a:r>
          </a:p>
        </p:txBody>
      </p:sp>
      <p:pic>
        <p:nvPicPr>
          <p:cNvPr id="210948" name="Picture 4" descr="0520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3733800"/>
            <a:ext cx="6705600" cy="25146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바닥글 개체 틀 4"/>
          <p:cNvSpPr>
            <a:spLocks noGrp="1"/>
          </p:cNvSpPr>
          <p:nvPr>
            <p:ph type="ftr" sz="quarter" idx="11"/>
          </p:nvPr>
        </p:nvSpPr>
        <p:spPr/>
        <p:txBody>
          <a:bodyPr/>
          <a:lstStyle/>
          <a:p>
            <a:r>
              <a:rPr lang="en-US" altLang="ko-KR"/>
              <a:t>Abstract data types</a:t>
            </a:r>
          </a:p>
        </p:txBody>
      </p:sp>
      <p:sp>
        <p:nvSpPr>
          <p:cNvPr id="6" name="슬라이드 번호 개체 틀 5"/>
          <p:cNvSpPr>
            <a:spLocks noGrp="1"/>
          </p:cNvSpPr>
          <p:nvPr>
            <p:ph type="sldNum" sz="quarter" idx="12"/>
          </p:nvPr>
        </p:nvSpPr>
        <p:spPr/>
        <p:txBody>
          <a:bodyPr/>
          <a:lstStyle/>
          <a:p>
            <a:fld id="{E20481CA-55FF-48FB-8B74-3EB340750E89}" type="slidenum">
              <a:rPr lang="en-US" altLang="ko-KR"/>
              <a:pPr/>
              <a:t>16</a:t>
            </a:fld>
            <a:endParaRPr lang="en-US" altLang="ko-KR"/>
          </a:p>
        </p:txBody>
      </p:sp>
      <p:sp>
        <p:nvSpPr>
          <p:cNvPr id="211970" name="Rectangle 2"/>
          <p:cNvSpPr>
            <a:spLocks noGrp="1" noChangeArrowheads="1"/>
          </p:cNvSpPr>
          <p:nvPr>
            <p:ph type="title"/>
          </p:nvPr>
        </p:nvSpPr>
        <p:spPr>
          <a:xfrm>
            <a:off x="685800" y="762000"/>
            <a:ext cx="7772400" cy="1143000"/>
          </a:xfrm>
        </p:spPr>
        <p:txBody>
          <a:bodyPr/>
          <a:lstStyle/>
          <a:p>
            <a:r>
              <a:rPr lang="en-US" altLang="ko-KR" sz="2400" b="1">
                <a:latin typeface="Courier New" panose="02070309020205020404" pitchFamily="49" charset="0"/>
              </a:rPr>
              <a:t>Binding</a:t>
            </a:r>
          </a:p>
        </p:txBody>
      </p:sp>
      <p:sp>
        <p:nvSpPr>
          <p:cNvPr id="211971" name="Rectangle 3"/>
          <p:cNvSpPr>
            <a:spLocks noGrp="1" noChangeArrowheads="1"/>
          </p:cNvSpPr>
          <p:nvPr>
            <p:ph type="body" idx="1"/>
          </p:nvPr>
        </p:nvSpPr>
        <p:spPr/>
        <p:txBody>
          <a:bodyPr/>
          <a:lstStyle/>
          <a:p>
            <a:endParaRPr lang="en-US" altLang="ko-KR" sz="2400" b="1">
              <a:latin typeface="Courier New" panose="02070309020205020404" pitchFamily="49" charset="0"/>
            </a:endParaRPr>
          </a:p>
          <a:p>
            <a:pPr>
              <a:buClr>
                <a:schemeClr val="tx1"/>
              </a:buClr>
            </a:pPr>
            <a:r>
              <a:rPr lang="en-US" altLang="ko-KR" sz="1800" b="1">
                <a:latin typeface="Courier New" panose="02070309020205020404" pitchFamily="49" charset="0"/>
              </a:rPr>
              <a:t>Scope rule</a:t>
            </a:r>
          </a:p>
          <a:p>
            <a:pPr lvl="1">
              <a:buClr>
                <a:schemeClr val="tx1"/>
              </a:buClr>
            </a:pPr>
            <a:r>
              <a:rPr lang="en-US" altLang="ko-KR" sz="1800" b="1">
                <a:latin typeface="Courier New" panose="02070309020205020404" pitchFamily="49" charset="0"/>
              </a:rPr>
              <a:t>Lexical binding (deep binding) </a:t>
            </a:r>
          </a:p>
          <a:p>
            <a:pPr lvl="2">
              <a:buFontTx/>
              <a:buNone/>
            </a:pPr>
            <a:r>
              <a:rPr lang="en-US" altLang="ko-KR" sz="1800" b="1">
                <a:latin typeface="Courier New" panose="02070309020205020404" pitchFamily="49" charset="0"/>
              </a:rPr>
              <a:t>C, COMMON LISP</a:t>
            </a:r>
          </a:p>
          <a:p>
            <a:pPr lvl="1">
              <a:buClr>
                <a:schemeClr val="tx1"/>
              </a:buClr>
            </a:pPr>
            <a:r>
              <a:rPr lang="en-US" altLang="ko-KR" sz="1800" b="1">
                <a:latin typeface="Courier New" panose="02070309020205020404" pitchFamily="49" charset="0"/>
              </a:rPr>
              <a:t>Shallow binding (dynamic scope binding)</a:t>
            </a:r>
          </a:p>
          <a:p>
            <a:pPr lvl="2">
              <a:buFontTx/>
              <a:buNone/>
            </a:pPr>
            <a:r>
              <a:rPr lang="en-US" altLang="ko-KR" sz="1800" b="1">
                <a:latin typeface="Courier New" panose="02070309020205020404" pitchFamily="49" charset="0"/>
              </a:rPr>
              <a:t>LISP, SNOBOL4, APL, COMMON LISP</a:t>
            </a:r>
          </a:p>
          <a:p>
            <a:pPr lvl="1">
              <a:buClr>
                <a:schemeClr val="tx1"/>
              </a:buClr>
            </a:pPr>
            <a:endParaRPr lang="en-US" altLang="ko-KR" sz="1800" b="1">
              <a:latin typeface="Courier New" panose="02070309020205020404" pitchFamily="49" charset="0"/>
            </a:endParaRPr>
          </a:p>
          <a:p>
            <a:pPr>
              <a:buClr>
                <a:schemeClr val="tx1"/>
              </a:buClr>
            </a:pPr>
            <a:r>
              <a:rPr lang="en-US" altLang="ko-KR" sz="1800" b="1">
                <a:latin typeface="Courier New" panose="02070309020205020404" pitchFamily="49" charset="0"/>
              </a:rPr>
              <a:t>Binding time </a:t>
            </a:r>
          </a:p>
          <a:p>
            <a:pPr lvl="1">
              <a:buClr>
                <a:schemeClr val="tx1"/>
              </a:buClr>
            </a:pPr>
            <a:r>
              <a:rPr lang="en-US" altLang="ko-KR" sz="1800" b="1">
                <a:latin typeface="Courier New" panose="02070309020205020404" pitchFamily="49" charset="0"/>
              </a:rPr>
              <a:t>Runtime (dynamic) binding </a:t>
            </a:r>
          </a:p>
          <a:p>
            <a:pPr lvl="1">
              <a:buClr>
                <a:schemeClr val="tx1"/>
              </a:buClr>
            </a:pPr>
            <a:r>
              <a:rPr lang="en-US" altLang="ko-KR" sz="1800" b="1">
                <a:latin typeface="Courier New" panose="02070309020205020404" pitchFamily="49" charset="0"/>
              </a:rPr>
              <a:t>Compile time (static) binding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바닥글 개체 틀 4"/>
          <p:cNvSpPr>
            <a:spLocks noGrp="1"/>
          </p:cNvSpPr>
          <p:nvPr>
            <p:ph type="ftr" sz="quarter" idx="11"/>
          </p:nvPr>
        </p:nvSpPr>
        <p:spPr/>
        <p:txBody>
          <a:bodyPr/>
          <a:lstStyle/>
          <a:p>
            <a:r>
              <a:rPr lang="en-US" altLang="ko-KR"/>
              <a:t>Abstract data types</a:t>
            </a:r>
          </a:p>
        </p:txBody>
      </p:sp>
      <p:sp>
        <p:nvSpPr>
          <p:cNvPr id="6" name="슬라이드 번호 개체 틀 5"/>
          <p:cNvSpPr>
            <a:spLocks noGrp="1"/>
          </p:cNvSpPr>
          <p:nvPr>
            <p:ph type="sldNum" sz="quarter" idx="12"/>
          </p:nvPr>
        </p:nvSpPr>
        <p:spPr/>
        <p:txBody>
          <a:bodyPr/>
          <a:lstStyle/>
          <a:p>
            <a:fld id="{78E243A9-74D8-4E50-B97A-C868D425FD77}" type="slidenum">
              <a:rPr lang="en-US" altLang="ko-KR"/>
              <a:pPr/>
              <a:t>17</a:t>
            </a:fld>
            <a:endParaRPr lang="en-US" altLang="ko-KR"/>
          </a:p>
        </p:txBody>
      </p:sp>
      <p:sp>
        <p:nvSpPr>
          <p:cNvPr id="212994" name="Rectangle 2"/>
          <p:cNvSpPr>
            <a:spLocks noGrp="1" noChangeArrowheads="1"/>
          </p:cNvSpPr>
          <p:nvPr>
            <p:ph type="title"/>
          </p:nvPr>
        </p:nvSpPr>
        <p:spPr>
          <a:xfrm>
            <a:off x="685800" y="762000"/>
            <a:ext cx="7772400" cy="1143000"/>
          </a:xfrm>
        </p:spPr>
        <p:txBody>
          <a:bodyPr/>
          <a:lstStyle/>
          <a:p>
            <a:r>
              <a:rPr lang="en-US" altLang="ko-KR" sz="2400" b="1">
                <a:latin typeface="Courier New" panose="02070309020205020404" pitchFamily="49" charset="0"/>
              </a:rPr>
              <a:t>Example</a:t>
            </a:r>
          </a:p>
        </p:txBody>
      </p:sp>
      <p:sp>
        <p:nvSpPr>
          <p:cNvPr id="212995" name="Rectangle 3"/>
          <p:cNvSpPr>
            <a:spLocks noGrp="1" noChangeArrowheads="1"/>
          </p:cNvSpPr>
          <p:nvPr>
            <p:ph type="body" idx="1"/>
          </p:nvPr>
        </p:nvSpPr>
        <p:spPr>
          <a:xfrm>
            <a:off x="685800" y="1600200"/>
            <a:ext cx="7772400" cy="4800600"/>
          </a:xfrm>
        </p:spPr>
        <p:txBody>
          <a:bodyPr/>
          <a:lstStyle/>
          <a:p>
            <a:pPr algn="just">
              <a:lnSpc>
                <a:spcPct val="90000"/>
              </a:lnSpc>
              <a:buFont typeface="Wingdings" panose="05000000000000000000" pitchFamily="2" charset="2"/>
              <a:buNone/>
            </a:pPr>
            <a:r>
              <a:rPr lang="en-US" altLang="ko-KR" sz="1800" b="1">
                <a:latin typeface="Courier New" panose="02070309020205020404" pitchFamily="49" charset="0"/>
              </a:rPr>
              <a:t> main()</a:t>
            </a:r>
          </a:p>
          <a:p>
            <a:pPr algn="just">
              <a:lnSpc>
                <a:spcPct val="90000"/>
              </a:lnSpc>
              <a:buFont typeface="Wingdings" panose="05000000000000000000" pitchFamily="2" charset="2"/>
              <a:buNone/>
            </a:pPr>
            <a:r>
              <a:rPr lang="en-US" altLang="ko-KR" sz="1800" b="1">
                <a:latin typeface="Courier New" panose="02070309020205020404" pitchFamily="49" charset="0"/>
              </a:rPr>
              <a:t>       int a; ------------------------ ①</a:t>
            </a:r>
          </a:p>
          <a:p>
            <a:pPr algn="just">
              <a:lnSpc>
                <a:spcPct val="90000"/>
              </a:lnSpc>
              <a:buFont typeface="Wingdings" panose="05000000000000000000" pitchFamily="2" charset="2"/>
              <a:buNone/>
            </a:pPr>
            <a:r>
              <a:rPr lang="en-US" altLang="ko-KR" sz="1800" b="1">
                <a:latin typeface="Courier New" panose="02070309020205020404" pitchFamily="49" charset="0"/>
              </a:rPr>
              <a:t>       procedure first</a:t>
            </a:r>
          </a:p>
          <a:p>
            <a:pPr algn="just">
              <a:lnSpc>
                <a:spcPct val="90000"/>
              </a:lnSpc>
              <a:buFont typeface="Wingdings" panose="05000000000000000000" pitchFamily="2" charset="2"/>
              <a:buNone/>
            </a:pPr>
            <a:r>
              <a:rPr lang="en-US" altLang="ko-KR" sz="1800" b="1">
                <a:latin typeface="Courier New" panose="02070309020205020404" pitchFamily="49" charset="0"/>
              </a:rPr>
              <a:t>           int a; -------------------- ②</a:t>
            </a:r>
          </a:p>
          <a:p>
            <a:pPr algn="just">
              <a:lnSpc>
                <a:spcPct val="90000"/>
              </a:lnSpc>
              <a:buFont typeface="Wingdings" panose="05000000000000000000" pitchFamily="2" charset="2"/>
              <a:buNone/>
            </a:pPr>
            <a:r>
              <a:rPr lang="en-US" altLang="ko-KR" sz="1800" b="1">
                <a:latin typeface="Courier New" panose="02070309020205020404" pitchFamily="49" charset="0"/>
              </a:rPr>
              <a:t>           begin</a:t>
            </a:r>
          </a:p>
          <a:p>
            <a:pPr algn="just">
              <a:lnSpc>
                <a:spcPct val="90000"/>
              </a:lnSpc>
              <a:buFont typeface="Wingdings" panose="05000000000000000000" pitchFamily="2" charset="2"/>
              <a:buNone/>
            </a:pPr>
            <a:r>
              <a:rPr lang="en-US" altLang="ko-KR" sz="1800" b="1">
                <a:latin typeface="Courier New" panose="02070309020205020404" pitchFamily="49" charset="0"/>
              </a:rPr>
              <a:t>               call second;</a:t>
            </a:r>
          </a:p>
          <a:p>
            <a:pPr algn="just">
              <a:lnSpc>
                <a:spcPct val="90000"/>
              </a:lnSpc>
              <a:buFont typeface="Wingdings" panose="05000000000000000000" pitchFamily="2" charset="2"/>
              <a:buNone/>
            </a:pPr>
            <a:r>
              <a:rPr lang="en-US" altLang="ko-KR" sz="1800" b="1">
                <a:latin typeface="Courier New" panose="02070309020205020404" pitchFamily="49" charset="0"/>
              </a:rPr>
              <a:t>           end</a:t>
            </a:r>
          </a:p>
          <a:p>
            <a:pPr algn="just">
              <a:lnSpc>
                <a:spcPct val="90000"/>
              </a:lnSpc>
              <a:buFont typeface="Wingdings" panose="05000000000000000000" pitchFamily="2" charset="2"/>
              <a:buNone/>
            </a:pPr>
            <a:r>
              <a:rPr lang="en-US" altLang="ko-KR" sz="1800" b="1">
                <a:latin typeface="Courier New" panose="02070309020205020404" pitchFamily="49" charset="0"/>
              </a:rPr>
              <a:t>       procedure second</a:t>
            </a:r>
          </a:p>
          <a:p>
            <a:pPr algn="just">
              <a:lnSpc>
                <a:spcPct val="90000"/>
              </a:lnSpc>
              <a:buFont typeface="Wingdings" panose="05000000000000000000" pitchFamily="2" charset="2"/>
              <a:buNone/>
            </a:pPr>
            <a:r>
              <a:rPr lang="en-US" altLang="ko-KR" sz="1800" b="1">
                <a:latin typeface="Courier New" panose="02070309020205020404" pitchFamily="49" charset="0"/>
              </a:rPr>
              <a:t>          begin</a:t>
            </a:r>
          </a:p>
          <a:p>
            <a:pPr algn="just">
              <a:lnSpc>
                <a:spcPct val="90000"/>
              </a:lnSpc>
              <a:buFont typeface="Wingdings" panose="05000000000000000000" pitchFamily="2" charset="2"/>
              <a:buNone/>
            </a:pPr>
            <a:r>
              <a:rPr lang="en-US" altLang="ko-KR" sz="1800" b="1">
                <a:latin typeface="Courier New" panose="02070309020205020404" pitchFamily="49" charset="0"/>
              </a:rPr>
              <a:t>               a := 10; -------------- ③</a:t>
            </a:r>
          </a:p>
          <a:p>
            <a:pPr algn="just">
              <a:lnSpc>
                <a:spcPct val="90000"/>
              </a:lnSpc>
              <a:buFont typeface="Wingdings" panose="05000000000000000000" pitchFamily="2" charset="2"/>
              <a:buNone/>
            </a:pPr>
            <a:r>
              <a:rPr lang="en-US" altLang="ko-KR" sz="1800" b="1">
                <a:latin typeface="Courier New" panose="02070309020205020404" pitchFamily="49" charset="0"/>
              </a:rPr>
              <a:t>           end</a:t>
            </a:r>
          </a:p>
          <a:p>
            <a:pPr algn="just">
              <a:lnSpc>
                <a:spcPct val="90000"/>
              </a:lnSpc>
              <a:buFont typeface="Wingdings" panose="05000000000000000000" pitchFamily="2" charset="2"/>
              <a:buNone/>
            </a:pPr>
            <a:r>
              <a:rPr lang="en-US" altLang="ko-KR" sz="1800" b="1">
                <a:latin typeface="Courier New" panose="02070309020205020404" pitchFamily="49" charset="0"/>
              </a:rPr>
              <a:t>   begin</a:t>
            </a:r>
          </a:p>
          <a:p>
            <a:pPr algn="just">
              <a:lnSpc>
                <a:spcPct val="90000"/>
              </a:lnSpc>
              <a:buFont typeface="Wingdings" panose="05000000000000000000" pitchFamily="2" charset="2"/>
              <a:buNone/>
            </a:pPr>
            <a:r>
              <a:rPr lang="en-US" altLang="ko-KR" sz="1800" b="1">
                <a:latin typeface="Courier New" panose="02070309020205020404" pitchFamily="49" charset="0"/>
              </a:rPr>
              <a:t>       call first;</a:t>
            </a:r>
          </a:p>
          <a:p>
            <a:pPr algn="just">
              <a:lnSpc>
                <a:spcPct val="90000"/>
              </a:lnSpc>
              <a:buFont typeface="Wingdings" panose="05000000000000000000" pitchFamily="2" charset="2"/>
              <a:buNone/>
            </a:pPr>
            <a:r>
              <a:rPr lang="en-US" altLang="ko-KR" sz="1800" b="1">
                <a:latin typeface="Courier New" panose="02070309020205020404" pitchFamily="49" charset="0"/>
              </a:rPr>
              <a:t>   end</a:t>
            </a:r>
          </a:p>
          <a:p>
            <a:pPr algn="just">
              <a:lnSpc>
                <a:spcPct val="90000"/>
              </a:lnSpc>
              <a:buFont typeface="Wingdings" panose="05000000000000000000" pitchFamily="2" charset="2"/>
              <a:buNone/>
            </a:pPr>
            <a:r>
              <a:rPr lang="en-US" altLang="ko-KR" sz="1800" b="1">
                <a:latin typeface="Courier New" panose="02070309020205020404" pitchFamily="49" charset="0"/>
                <a:ea typeface="신명조" charset="-127"/>
                <a:sym typeface="Wingdings" panose="05000000000000000000" pitchFamily="2" charset="2"/>
              </a:rPr>
              <a:t> </a:t>
            </a:r>
            <a:r>
              <a:rPr lang="en-US" altLang="ko-KR" sz="1800" b="1">
                <a:latin typeface="Courier New" panose="02070309020205020404" pitchFamily="49" charset="0"/>
                <a:ea typeface="신명조" charset="-127"/>
              </a:rPr>
              <a:t>③</a:t>
            </a:r>
            <a:r>
              <a:rPr lang="ko-KR" altLang="en-US" sz="1800" b="1">
                <a:latin typeface="Courier New" panose="02070309020205020404" pitchFamily="49" charset="0"/>
                <a:ea typeface="신명조" charset="-127"/>
              </a:rPr>
              <a:t>의 </a:t>
            </a:r>
            <a:r>
              <a:rPr lang="en-US" altLang="ko-KR" sz="1800" b="1">
                <a:latin typeface="Courier New" panose="02070309020205020404" pitchFamily="49" charset="0"/>
                <a:ea typeface="신명조" charset="-127"/>
              </a:rPr>
              <a:t>a</a:t>
            </a:r>
            <a:r>
              <a:rPr lang="ko-KR" altLang="en-US" sz="1800" b="1">
                <a:latin typeface="Courier New" panose="02070309020205020404" pitchFamily="49" charset="0"/>
                <a:ea typeface="신명조" charset="-127"/>
              </a:rPr>
              <a:t>는 ①의 </a:t>
            </a:r>
            <a:r>
              <a:rPr lang="en-US" altLang="ko-KR" sz="1800" b="1">
                <a:latin typeface="Courier New" panose="02070309020205020404" pitchFamily="49" charset="0"/>
                <a:ea typeface="신명조" charset="-127"/>
              </a:rPr>
              <a:t>a</a:t>
            </a:r>
            <a:r>
              <a:rPr lang="ko-KR" altLang="en-US" sz="1800" b="1">
                <a:latin typeface="Courier New" panose="02070309020205020404" pitchFamily="49" charset="0"/>
                <a:ea typeface="신명조" charset="-127"/>
              </a:rPr>
              <a:t>일까</a:t>
            </a:r>
            <a:r>
              <a:rPr lang="en-US" altLang="ko-KR" sz="1800" b="1">
                <a:latin typeface="Courier New" panose="02070309020205020404" pitchFamily="49" charset="0"/>
                <a:ea typeface="신명조" charset="-127"/>
              </a:rPr>
              <a:t>,②</a:t>
            </a:r>
            <a:r>
              <a:rPr lang="ko-KR" altLang="en-US" sz="1800" b="1">
                <a:latin typeface="Courier New" panose="02070309020205020404" pitchFamily="49" charset="0"/>
                <a:ea typeface="신명조" charset="-127"/>
              </a:rPr>
              <a:t>의 </a:t>
            </a:r>
            <a:r>
              <a:rPr lang="en-US" altLang="ko-KR" sz="1800" b="1">
                <a:latin typeface="Courier New" panose="02070309020205020404" pitchFamily="49" charset="0"/>
                <a:ea typeface="신명조" charset="-127"/>
              </a:rPr>
              <a:t>a</a:t>
            </a:r>
            <a:r>
              <a:rPr lang="ko-KR" altLang="en-US" sz="1800" b="1">
                <a:latin typeface="Courier New" panose="02070309020205020404" pitchFamily="49" charset="0"/>
                <a:ea typeface="신명조" charset="-127"/>
              </a:rPr>
              <a:t>일까</a:t>
            </a:r>
            <a:r>
              <a:rPr lang="en-US" altLang="ko-KR" sz="1800" b="1">
                <a:latin typeface="Courier New" panose="02070309020205020404" pitchFamily="49" charset="0"/>
                <a:ea typeface="신명조" charset="-127"/>
              </a:rPr>
              <a:t>? </a:t>
            </a:r>
            <a:r>
              <a:rPr lang="ko-KR" altLang="en-US" sz="1800" b="1">
                <a:latin typeface="Courier New" panose="02070309020205020404" pitchFamily="49" charset="0"/>
                <a:ea typeface="신명조" charset="-127"/>
              </a:rPr>
              <a:t>만약 </a:t>
            </a:r>
            <a:r>
              <a:rPr lang="en-US" altLang="ko-KR" sz="1800" b="1">
                <a:latin typeface="Courier New" panose="02070309020205020404" pitchFamily="49" charset="0"/>
                <a:ea typeface="신명조" charset="-127"/>
              </a:rPr>
              <a:t>deep binding</a:t>
            </a:r>
            <a:r>
              <a:rPr lang="ko-KR" altLang="en-US" sz="1800" b="1">
                <a:latin typeface="Courier New" panose="02070309020205020404" pitchFamily="49" charset="0"/>
                <a:ea typeface="신명조" charset="-127"/>
              </a:rPr>
              <a:t>을 사용하면 ①의 </a:t>
            </a:r>
            <a:r>
              <a:rPr lang="en-US" altLang="ko-KR" sz="1800" b="1">
                <a:latin typeface="Courier New" panose="02070309020205020404" pitchFamily="49" charset="0"/>
                <a:ea typeface="신명조" charset="-127"/>
              </a:rPr>
              <a:t>a</a:t>
            </a:r>
            <a:r>
              <a:rPr lang="ko-KR" altLang="en-US" sz="1800" b="1">
                <a:latin typeface="Courier New" panose="02070309020205020404" pitchFamily="49" charset="0"/>
                <a:ea typeface="신명조" charset="-127"/>
              </a:rPr>
              <a:t>가 되며</a:t>
            </a:r>
            <a:r>
              <a:rPr lang="en-US" altLang="ko-KR" sz="1800" b="1">
                <a:latin typeface="Courier New" panose="02070309020205020404" pitchFamily="49" charset="0"/>
                <a:ea typeface="신명조" charset="-127"/>
              </a:rPr>
              <a:t>, shallow </a:t>
            </a:r>
            <a:r>
              <a:rPr lang="ko-KR" altLang="en-US" sz="1800" b="1">
                <a:latin typeface="Courier New" panose="02070309020205020404" pitchFamily="49" charset="0"/>
                <a:ea typeface="신명조" charset="-127"/>
              </a:rPr>
              <a:t>바인딩을 사용한다면 ②의 </a:t>
            </a:r>
            <a:r>
              <a:rPr lang="en-US" altLang="ko-KR" sz="1800" b="1">
                <a:latin typeface="Courier New" panose="02070309020205020404" pitchFamily="49" charset="0"/>
                <a:ea typeface="신명조" charset="-127"/>
              </a:rPr>
              <a:t>a</a:t>
            </a:r>
            <a:r>
              <a:rPr lang="ko-KR" altLang="en-US" sz="1800" b="1">
                <a:latin typeface="Courier New" panose="02070309020205020404" pitchFamily="49" charset="0"/>
                <a:ea typeface="신명조" charset="-127"/>
              </a:rPr>
              <a:t>가 된다</a:t>
            </a:r>
            <a:r>
              <a:rPr lang="en-US" altLang="ko-KR" sz="1800" b="1">
                <a:latin typeface="Courier New" panose="02070309020205020404" pitchFamily="49" charset="0"/>
                <a:ea typeface="신명조" charset="-127"/>
              </a:rPr>
              <a:t>.</a:t>
            </a:r>
            <a:endParaRPr lang="en-US" altLang="ko-KR" sz="1800" b="1">
              <a:latin typeface="Courier New" panose="02070309020205020404" pitchFamily="49" charset="0"/>
            </a:endParaRPr>
          </a:p>
        </p:txBody>
      </p:sp>
    </p:spTree>
  </p:cSld>
  <p:clrMapOvr>
    <a:masterClrMapping/>
  </p:clrMapOvr>
</p:sld>
</file>

<file path=ppt/theme/theme1.xml><?xml version="1.0" encoding="utf-8"?>
<a:theme xmlns:a="http://schemas.openxmlformats.org/drawingml/2006/main" name="기본 디자인">
  <a:themeElements>
    <a:clrScheme name="기본 디자인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기본 디자인">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r"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굴림" panose="020B0600000101010101" pitchFamily="50" charset="-127"/>
            <a:ea typeface="굴림" panose="020B0600000101010101" pitchFamily="50" charset="-127"/>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r"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굴림" panose="020B0600000101010101" pitchFamily="50" charset="-127"/>
            <a:ea typeface="굴림" panose="020B0600000101010101" pitchFamily="50" charset="-127"/>
          </a:defRPr>
        </a:defPPr>
      </a:lstStyle>
    </a:lnDef>
  </a:objectDefaults>
  <a:extraClrSchemeLst>
    <a:extraClrScheme>
      <a:clrScheme name="기본 디자인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기본 디자인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기본 디자인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Office\Templates\디자인\금동미륵보살.pot</Template>
  <TotalTime>3178</TotalTime>
  <Words>1256</Words>
  <Application>Microsoft Office PowerPoint</Application>
  <PresentationFormat>화면 슬라이드 쇼(4:3)</PresentationFormat>
  <Paragraphs>184</Paragraphs>
  <Slides>17</Slides>
  <Notes>0</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17</vt:i4>
      </vt:variant>
    </vt:vector>
  </HeadingPairs>
  <TitlesOfParts>
    <vt:vector size="24" baseType="lpstr">
      <vt:lpstr>굴림</vt:lpstr>
      <vt:lpstr>Times New Roman</vt:lpstr>
      <vt:lpstr>Wingdings</vt:lpstr>
      <vt:lpstr>Courier New</vt:lpstr>
      <vt:lpstr>Symbol</vt:lpstr>
      <vt:lpstr>신명조</vt:lpstr>
      <vt:lpstr>기본 디자인</vt:lpstr>
      <vt:lpstr>Abstract data types</vt:lpstr>
      <vt:lpstr>Development of data types</vt:lpstr>
      <vt:lpstr>PowerPoint 프레젠테이션</vt:lpstr>
      <vt:lpstr>Types</vt:lpstr>
      <vt:lpstr>Algebraic Data Types</vt:lpstr>
      <vt:lpstr>Algebraic Data Types (cont.)</vt:lpstr>
      <vt:lpstr>Example ADT</vt:lpstr>
      <vt:lpstr>Information hiding</vt:lpstr>
      <vt:lpstr>Implementation of subprogram storage</vt:lpstr>
      <vt:lpstr>Activation records</vt:lpstr>
      <vt:lpstr>Dynamic nature of activation records</vt:lpstr>
      <vt:lpstr>Storage management</vt:lpstr>
      <vt:lpstr>Lifetime</vt:lpstr>
      <vt:lpstr>Lifetimes (continued)</vt:lpstr>
      <vt:lpstr>Lifetimes of variables</vt:lpstr>
      <vt:lpstr>Binding</vt:lpstr>
      <vt:lpstr>Example</vt:lpstr>
    </vt:vector>
  </TitlesOfParts>
  <Company>부산대학교 인공지능연구실</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양식 하얀색 바탕</dc:title>
  <dc:creator>성경희</dc:creator>
  <cp:lastModifiedBy>Windows 사용자</cp:lastModifiedBy>
  <cp:revision>5</cp:revision>
  <dcterms:created xsi:type="dcterms:W3CDTF">2000-11-03T06:26:37Z</dcterms:created>
  <dcterms:modified xsi:type="dcterms:W3CDTF">2020-04-21T11:57:35Z</dcterms:modified>
</cp:coreProperties>
</file>