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3" d="100"/>
          <a:sy n="113" d="100"/>
        </p:scale>
        <p:origin x="456" y="114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197B805-0801-4FC8-BAFD-7F9753572C3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D8AD61C5-4896-46EA-8FB8-83D3937EEF7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C2456B-F106-4D66-94F5-38A96309E2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187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12AE5-40BB-4592-9EA0-A0F0D2E4A9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158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D9EEF3-9922-4733-8055-43D92262A6A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102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01A452-1587-47E2-9676-B9231F4F13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564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A5C5-9B4C-4A85-8A73-5ED2E403253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3455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CCF69-85E4-4749-84C8-8E9A6CDB1A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71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6DFBA-C17B-4442-975A-F8757A9562C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154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BF4CCB-3BF1-4495-92F4-2B903D27B11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507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F3632-6497-41B6-89AE-A818623AEA3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228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395F32-4D57-4B39-87EE-4312C390F63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391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8DF7A-98A2-4FBF-8213-2F3E8A5634D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204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ko-KR"/>
              <a:t>Basic statements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46A749DE-AA0F-4843-AE2B-195E69DD88AF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 anchor="ctr"/>
          <a:lstStyle/>
          <a:p>
            <a:r>
              <a:rPr lang="en-US" altLang="ko-KR" sz="4000" b="1">
                <a:solidFill>
                  <a:srgbClr val="0000FF"/>
                </a:solidFill>
              </a:rPr>
              <a:t>Basic statements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9000"/>
            <a:ext cx="6400800" cy="2590800"/>
          </a:xfrm>
        </p:spPr>
        <p:txBody>
          <a:bodyPr/>
          <a:lstStyle/>
          <a:p>
            <a:r>
              <a:rPr lang="en-US" altLang="ko-KR" sz="20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sz="2000" b="1">
              <a:solidFill>
                <a:srgbClr val="000000"/>
              </a:solidFill>
            </a:endParaRPr>
          </a:p>
          <a:p>
            <a:r>
              <a:rPr lang="en-US" altLang="ko-KR" sz="2000" b="1">
                <a:solidFill>
                  <a:srgbClr val="000000"/>
                </a:solidFill>
              </a:rPr>
              <a:t>Section 8.3.1-8.3.2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CCD76-6460-4EEA-8788-82B6F11D1A05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Assignment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Basic attribute for imperative languages, although syntax differs: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:= B         Pascal, Ada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= B          C, FORTRAN, PL/I, Prolog, ML, SNOBOL4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MOVE B TO A    COBOL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</a:t>
            </a: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Courier New" panose="02070309020205020404" pitchFamily="49" charset="0"/>
              </a:rPr>
              <a:t> B         APL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(SETQ A B)     LISP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Note that LISP, an applicative language, has an assignment. Most LISP programmers do not write purely applicative programs.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 has multiple ways to assign: A=B, A++, ...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How many C assignment operations can you identify?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EC4-8824-465D-972F-6C09B52044A4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Explicit sequence controls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Early languages used labels on statements and explicitly determined location of branches (early FORTRAN):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  IF (A.GT.7) GOTO 100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100 CONTINUE    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 Explicit control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This is the “goto” controversy of the early 1970s. Languages do not need explicit control and concept is not used or needed even if present.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C includes a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break</a:t>
            </a:r>
            <a:r>
              <a:rPr lang="en-US" altLang="ko-KR" sz="1800" b="1">
                <a:latin typeface="Courier New" panose="02070309020205020404" pitchFamily="49" charset="0"/>
              </a:rPr>
              <a:t> statement for exit out of a loop. It is a limited form of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goto</a:t>
            </a:r>
            <a:r>
              <a:rPr lang="en-US" altLang="ko-KR" sz="1800" b="1">
                <a:latin typeface="Courier New" panose="02070309020205020404" pitchFamily="49" charset="0"/>
              </a:rPr>
              <a:t>, that also has its problems with correctness.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8FA-182A-42F3-8756-DB18596ACFDB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Control structures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Basic control structures: Programs need 4 basic structures: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A sequencing between statements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A conditional for choosing alternatives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A Loop construct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A function call for calling subroutines. (We consider subprograms elsewhere in this course.)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36189-C720-4C70-B5EB-D668374706B5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Sequencing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Compound statement: Typical syntax: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begin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statement1;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statement2;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...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end;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Execute each statement in sequence.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Sometimes (e.g., C) { ... } used instead of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begin ...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66461-D71B-4D64-987C-B198CC8BD0C1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Conditional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78486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if statement is typical: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expression then statement1 else statement2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expression then statement1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The expression is evaluated and if true, the then clause is executed, otherwise the else clause is executed. If there is no else clause, then the next statement is executed.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Since a begin statement is a statement, the then or else clause can be an arbitrary number of commands.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As with everything else in C, its austere syntax for if is: if (expression) statement1 else statement2;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5E3-BC88-4DAE-9518-DF5CDABAF61B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Iteration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Four iterations are most common: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while expression do statement; - Evaluate expression and if true execute statement. Then repeat process.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Repeat statement until expression; - Execute statement and then evaluate expression. Quit if expression is now true.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For loop - Specify a count of the number of times to execute a loop:</a:t>
            </a:r>
          </a:p>
          <a:p>
            <a:pPr>
              <a:lnSpc>
                <a:spcPct val="90000"/>
              </a:lnSpc>
            </a:pPr>
            <a:r>
              <a:rPr lang="en-US" altLang="ko-KR" sz="1600" b="1">
                <a:latin typeface="Courier New" panose="02070309020205020404" pitchFamily="49" charset="0"/>
              </a:rPr>
              <a:t>for I=1 to 10 do statement;</a:t>
            </a:r>
          </a:p>
          <a:p>
            <a:pPr>
              <a:lnSpc>
                <a:spcPct val="90000"/>
              </a:lnSpc>
            </a:pPr>
            <a:r>
              <a:rPr lang="en-US" altLang="ko-KR" sz="1600" b="1">
                <a:latin typeface="Courier New" panose="02070309020205020404" pitchFamily="49" charset="0"/>
              </a:rPr>
              <a:t>for(I=0;I&lt;10; I++) statement;</a:t>
            </a:r>
          </a:p>
          <a:p>
            <a:pPr>
              <a:lnSpc>
                <a:spcPct val="90000"/>
              </a:lnSpc>
            </a:pPr>
            <a:r>
              <a:rPr lang="en-US" altLang="ko-KR" sz="1600" b="1">
                <a:latin typeface="Courier New" panose="02070309020205020404" pitchFamily="49" charset="0"/>
              </a:rPr>
              <a:t>perform statement 10 times;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Indefinite iterations (Ada):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loop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	exit when condition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end loop;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foreach $X(@arrayitem){statement} – Perl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for(var x in arrayitem) statement; - 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A2AA-3781-461A-8125-6CB73EA09DB9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Case statement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form of multiway branch (similar to if):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case Tag is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when 0 =&gt; begin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statement0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when 1 =&gt; begin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statement1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when 2 =&gt; begin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statement2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when others =&gt; begin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statement3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		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end case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Basic statements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592E-23B4-4402-A89B-28714EAE01CA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Implementation of case</a:t>
            </a:r>
          </a:p>
        </p:txBody>
      </p:sp>
      <p:pic>
        <p:nvPicPr>
          <p:cNvPr id="207875" name="Picture 3" descr="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48063" cy="4495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3161</TotalTime>
  <Words>604</Words>
  <Application>Microsoft Office PowerPoint</Application>
  <PresentationFormat>화면 슬라이드 쇼(4:3)</PresentationFormat>
  <Paragraphs>103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Times New Roman</vt:lpstr>
      <vt:lpstr>Wingdings</vt:lpstr>
      <vt:lpstr>Courier New</vt:lpstr>
      <vt:lpstr>Symbol</vt:lpstr>
      <vt:lpstr>기본 디자인</vt:lpstr>
      <vt:lpstr>Basic statements</vt:lpstr>
      <vt:lpstr>Assignment</vt:lpstr>
      <vt:lpstr>Explicit sequence controls</vt:lpstr>
      <vt:lpstr>Control structures</vt:lpstr>
      <vt:lpstr>Sequencing</vt:lpstr>
      <vt:lpstr>Conditional</vt:lpstr>
      <vt:lpstr>Iteration</vt:lpstr>
      <vt:lpstr>Case statement</vt:lpstr>
      <vt:lpstr>Implementation of case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3</cp:revision>
  <dcterms:created xsi:type="dcterms:W3CDTF">2000-11-03T06:26:37Z</dcterms:created>
  <dcterms:modified xsi:type="dcterms:W3CDTF">2020-05-11T02:48:48Z</dcterms:modified>
</cp:coreProperties>
</file>