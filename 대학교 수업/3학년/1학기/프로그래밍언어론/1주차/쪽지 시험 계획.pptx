
<file path=[Content_Types].xml><?xml version="1.0" encoding="utf-8"?>
<Types xmlns="http://schemas.openxmlformats.org/package/2006/content-types">
  <Default Extension="png" ContentType="image/png"/>
  <Default Extension="m4a" ContentType="audio/mp4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6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6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2313A-2EDD-42BB-AB29-5904E6CA5B6F}" type="datetimeFigureOut">
              <a:rPr lang="ko-KR" altLang="en-US" smtClean="0"/>
              <a:t>2020-03-17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3CFAA-2E59-4ABA-A437-775A5C94A4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951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2313A-2EDD-42BB-AB29-5904E6CA5B6F}" type="datetimeFigureOut">
              <a:rPr lang="ko-KR" altLang="en-US" smtClean="0"/>
              <a:t>2020-03-17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3CFAA-2E59-4ABA-A437-775A5C94A4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374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2313A-2EDD-42BB-AB29-5904E6CA5B6F}" type="datetimeFigureOut">
              <a:rPr lang="ko-KR" altLang="en-US" smtClean="0"/>
              <a:t>2020-03-17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3CFAA-2E59-4ABA-A437-775A5C94A4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6087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2313A-2EDD-42BB-AB29-5904E6CA5B6F}" type="datetimeFigureOut">
              <a:rPr lang="ko-KR" altLang="en-US" smtClean="0"/>
              <a:t>2020-03-17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3CFAA-2E59-4ABA-A437-775A5C94A4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693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2313A-2EDD-42BB-AB29-5904E6CA5B6F}" type="datetimeFigureOut">
              <a:rPr lang="ko-KR" altLang="en-US" smtClean="0"/>
              <a:t>2020-03-17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3CFAA-2E59-4ABA-A437-775A5C94A4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9418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2313A-2EDD-42BB-AB29-5904E6CA5B6F}" type="datetimeFigureOut">
              <a:rPr lang="ko-KR" altLang="en-US" smtClean="0"/>
              <a:t>2020-03-17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3CFAA-2E59-4ABA-A437-775A5C94A4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2492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2313A-2EDD-42BB-AB29-5904E6CA5B6F}" type="datetimeFigureOut">
              <a:rPr lang="ko-KR" altLang="en-US" smtClean="0"/>
              <a:t>2020-03-17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3CFAA-2E59-4ABA-A437-775A5C94A4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6724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2313A-2EDD-42BB-AB29-5904E6CA5B6F}" type="datetimeFigureOut">
              <a:rPr lang="ko-KR" altLang="en-US" smtClean="0"/>
              <a:t>2020-03-17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3CFAA-2E59-4ABA-A437-775A5C94A4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2232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2313A-2EDD-42BB-AB29-5904E6CA5B6F}" type="datetimeFigureOut">
              <a:rPr lang="ko-KR" altLang="en-US" smtClean="0"/>
              <a:t>2020-03-17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3CFAA-2E59-4ABA-A437-775A5C94A4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323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2313A-2EDD-42BB-AB29-5904E6CA5B6F}" type="datetimeFigureOut">
              <a:rPr lang="ko-KR" altLang="en-US" smtClean="0"/>
              <a:t>2020-03-17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3CFAA-2E59-4ABA-A437-775A5C94A4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413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2313A-2EDD-42BB-AB29-5904E6CA5B6F}" type="datetimeFigureOut">
              <a:rPr lang="ko-KR" altLang="en-US" smtClean="0"/>
              <a:t>2020-03-17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3CFAA-2E59-4ABA-A437-775A5C94A4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3935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D2313A-2EDD-42BB-AB29-5904E6CA5B6F}" type="datetimeFigureOut">
              <a:rPr lang="ko-KR" altLang="en-US" smtClean="0"/>
              <a:t>2020-03-17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D3CFAA-2E59-4ABA-A437-775A5C94A4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7376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쪽지 시험 계획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오디오 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66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1586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832"/>
    </mc:Choice>
    <mc:Fallback>
      <p:transition spd="slow" advTm="128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쪽지 시험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점수는 </a:t>
            </a:r>
            <a:r>
              <a:rPr lang="en-US" altLang="ko-KR" dirty="0" smtClean="0"/>
              <a:t>30</a:t>
            </a:r>
            <a:r>
              <a:rPr lang="ko-KR" altLang="en-US" dirty="0" smtClean="0"/>
              <a:t>점</a:t>
            </a:r>
            <a:endParaRPr lang="en-US" altLang="ko-KR" dirty="0"/>
          </a:p>
          <a:p>
            <a:r>
              <a:rPr lang="ko-KR" altLang="en-US" dirty="0" smtClean="0"/>
              <a:t>용어 설명을 위주로 하며</a:t>
            </a:r>
            <a:endParaRPr lang="en-US" altLang="ko-KR" dirty="0" smtClean="0"/>
          </a:p>
          <a:p>
            <a:r>
              <a:rPr lang="en-US" altLang="ko-KR" dirty="0" smtClean="0"/>
              <a:t>10</a:t>
            </a:r>
            <a:r>
              <a:rPr lang="ko-KR" altLang="en-US" dirty="0" smtClean="0"/>
              <a:t>문제는 용어설명</a:t>
            </a:r>
            <a:r>
              <a:rPr lang="en-US" altLang="ko-KR" dirty="0" smtClean="0"/>
              <a:t>(</a:t>
            </a:r>
            <a:r>
              <a:rPr lang="ko-KR" altLang="en-US" dirty="0" smtClean="0"/>
              <a:t>각 </a:t>
            </a:r>
            <a:r>
              <a:rPr lang="en-US" altLang="ko-KR" dirty="0" smtClean="0"/>
              <a:t>2</a:t>
            </a:r>
            <a:r>
              <a:rPr lang="ko-KR" altLang="en-US" dirty="0" smtClean="0"/>
              <a:t>점</a:t>
            </a:r>
            <a:r>
              <a:rPr lang="en-US" altLang="ko-KR" dirty="0" smtClean="0"/>
              <a:t>), 2</a:t>
            </a:r>
            <a:r>
              <a:rPr lang="ko-KR" altLang="en-US" dirty="0" smtClean="0"/>
              <a:t>문제는 </a:t>
            </a:r>
            <a:r>
              <a:rPr lang="en-US" altLang="ko-KR" dirty="0" smtClean="0"/>
              <a:t>5</a:t>
            </a:r>
            <a:r>
              <a:rPr lang="ko-KR" altLang="en-US" dirty="0" smtClean="0"/>
              <a:t>점 </a:t>
            </a:r>
            <a:endParaRPr lang="en-US" altLang="ko-KR" dirty="0" smtClean="0"/>
          </a:p>
          <a:p>
            <a:r>
              <a:rPr lang="ko-KR" altLang="en-US" dirty="0" smtClean="0"/>
              <a:t>용어는 위키피디아 등을 활용하면 더 구체적인 내용을 찾을 수 있음</a:t>
            </a:r>
            <a:endParaRPr lang="ko-KR" altLang="en-US" dirty="0"/>
          </a:p>
        </p:txBody>
      </p:sp>
      <p:pic>
        <p:nvPicPr>
          <p:cNvPr id="5" name="오디오 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66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1295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4519"/>
    </mc:Choice>
    <mc:Fallback>
      <p:transition spd="slow" advTm="545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34</Words>
  <Application>Microsoft Office PowerPoint</Application>
  <PresentationFormat>와이드스크린</PresentationFormat>
  <Paragraphs>6</Paragraphs>
  <Slides>2</Slides>
  <Notes>0</Notes>
  <HiddenSlides>0</HiddenSlides>
  <MMClips>2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쪽지 시험 계획</vt:lpstr>
      <vt:lpstr>쪽지 시험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쪽지 시험 계획</dc:title>
  <dc:creator>Windows 사용자</dc:creator>
  <cp:lastModifiedBy>Windows 사용자</cp:lastModifiedBy>
  <cp:revision>2</cp:revision>
  <dcterms:created xsi:type="dcterms:W3CDTF">2020-03-17T05:22:54Z</dcterms:created>
  <dcterms:modified xsi:type="dcterms:W3CDTF">2020-03-17T05:27:19Z</dcterms:modified>
</cp:coreProperties>
</file>