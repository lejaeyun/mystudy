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3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771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36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63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11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97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92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7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73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592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28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A9D9A-8A51-4833-8F98-D18C96953DDB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6801-320B-4964-886F-0D94FAEBD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16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aver.com/ratoa/22066233219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추가 내용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93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Lambda calculus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“I love You”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f = ((lambda x) ((lambda y) (love x y)))</a:t>
            </a:r>
          </a:p>
          <a:p>
            <a:r>
              <a:rPr lang="ko-KR" altLang="en-US" dirty="0" err="1" smtClean="0"/>
              <a:t>철수의사랑</a:t>
            </a:r>
            <a:r>
              <a:rPr lang="ko-KR" altLang="en-US" dirty="0" smtClean="0"/>
              <a:t> </a:t>
            </a:r>
            <a:r>
              <a:rPr lang="en-US" altLang="ko-KR" dirty="0" smtClean="0"/>
              <a:t>= (f ‘</a:t>
            </a:r>
            <a:r>
              <a:rPr lang="ko-KR" altLang="en-US" dirty="0" smtClean="0"/>
              <a:t>철수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(</a:t>
            </a:r>
            <a:r>
              <a:rPr lang="ko-KR" altLang="en-US" dirty="0" err="1" smtClean="0"/>
              <a:t>철수의사랑</a:t>
            </a:r>
            <a:r>
              <a:rPr lang="ko-KR" altLang="en-US" dirty="0" smtClean="0"/>
              <a:t>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순희</a:t>
            </a:r>
            <a:r>
              <a:rPr lang="en-US" altLang="ko-KR" dirty="0" smtClean="0"/>
              <a:t>)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>
                <a:sym typeface="Wingdings" panose="05000000000000000000" pitchFamily="2" charset="2"/>
              </a:rPr>
              <a:t>철수 </a:t>
            </a:r>
            <a:r>
              <a:rPr lang="en-US" altLang="ko-KR" dirty="0" smtClean="0">
                <a:sym typeface="Wingdings" panose="05000000000000000000" pitchFamily="2" charset="2"/>
              </a:rPr>
              <a:t>love </a:t>
            </a:r>
            <a:r>
              <a:rPr lang="ko-KR" altLang="en-US" dirty="0" smtClean="0">
                <a:sym typeface="Wingdings" panose="05000000000000000000" pitchFamily="2" charset="2"/>
              </a:rPr>
              <a:t>순희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hlinkClick r:id="rId2"/>
              </a:rPr>
              <a:t>https://blog.naver.com/ratoa/220662332192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843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Some Simple Functions</a:t>
            </a:r>
          </a:p>
        </p:txBody>
      </p:sp>
      <p:sp>
        <p:nvSpPr>
          <p:cNvPr id="102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1863" y="1747838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ko-KR" b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I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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 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</a:p>
          <a:p>
            <a:pPr>
              <a:buFontTx/>
              <a:buNone/>
            </a:pPr>
            <a:r>
              <a:rPr lang="en-US" altLang="ko-KR" b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C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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xy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yx    </a:t>
            </a:r>
          </a:p>
          <a:p>
            <a:pPr>
              <a:buFontTx/>
              <a:buNone/>
            </a:pP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		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Abbreviation for 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 b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CII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=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	      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y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	      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	      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endParaRPr lang="en-US" altLang="ko-KR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		= </a:t>
            </a:r>
            <a:r>
              <a:rPr lang="en-US" altLang="ko-KR" b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I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	</a:t>
            </a:r>
            <a:endParaRPr lang="en-US" altLang="ko-KR" i="1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2201998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29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3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Alyssa P. Hacker’s Answer</a:t>
            </a:r>
          </a:p>
        </p:txBody>
      </p:sp>
      <p:sp>
        <p:nvSpPr>
          <p:cNvPr id="1031171" name="Text Box 3"/>
          <p:cNvSpPr txBox="1">
            <a:spLocks noChangeArrowheads="1"/>
          </p:cNvSpPr>
          <p:nvPr/>
        </p:nvSpPr>
        <p:spPr bwMode="auto">
          <a:xfrm>
            <a:off x="2624138" y="1833564"/>
            <a:ext cx="6851556" cy="413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     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f.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f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 f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))))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28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 sz="32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 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spcBef>
                <a:spcPct val="20000"/>
              </a:spcBef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28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spcBef>
                <a:spcPct val="20000"/>
              </a:spcBef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28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spcBef>
                <a:spcPct val="20000"/>
              </a:spcBef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28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spcBef>
                <a:spcPct val="20000"/>
              </a:spcBef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28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 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sz="32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sz="3200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spcBef>
                <a:spcPct val="20000"/>
              </a:spcBef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2800" baseline="-25000">
                <a:latin typeface="Arial" panose="020B0604020202020204" pitchFamily="34" charset="0"/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 sz="32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 sz="2400" b="1">
                <a:latin typeface="Arial" panose="020B0604020202020204" pitchFamily="34" charset="0"/>
                <a:ea typeface="굴림" panose="020B0600000101010101" pitchFamily="50" charset="-127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64084811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3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3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3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3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Ben Bitdiddle’s Answer</a:t>
            </a:r>
          </a:p>
        </p:txBody>
      </p:sp>
      <p:sp>
        <p:nvSpPr>
          <p:cNvPr id="1032195" name="Text Box 3"/>
          <p:cNvSpPr txBox="1">
            <a:spLocks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     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f.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f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 f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))))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 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z.z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)(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.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(</a:t>
            </a:r>
            <a:r>
              <a:rPr lang="en-US" altLang="ko-KR"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  <a:r>
              <a:rPr lang="en-US" altLang="ko-KR" i="1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x.xx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</a:t>
            </a:r>
            <a:r>
              <a:rPr lang="en-US" altLang="ko-KR" baseline="-25000">
                <a:ea typeface="굴림" panose="020B0600000101010101" pitchFamily="50" charset="-127"/>
                <a:sym typeface="Symbol" panose="05050102010706020507" pitchFamily="18" charset="2"/>
              </a:rPr>
              <a:t></a:t>
            </a:r>
            <a:r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 </a:t>
            </a:r>
            <a:r>
              <a:rPr lang="en-US" altLang="ko-KR" sz="2400" b="1">
                <a:ea typeface="굴림" panose="020B0600000101010101" pitchFamily="50" charset="-127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5752814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3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3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3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2"/>
          <p:cNvSpPr>
            <a:spLocks noGrp="1"/>
          </p:cNvSpPr>
          <p:nvPr>
            <p:ph idx="1"/>
          </p:nvPr>
        </p:nvSpPr>
        <p:spPr>
          <a:xfrm>
            <a:off x="1992313" y="620714"/>
            <a:ext cx="7772400" cy="533082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ko-KR" sz="900" dirty="0"/>
              <a:t>#include &lt;</a:t>
            </a:r>
            <a:r>
              <a:rPr lang="en-US" altLang="ko-KR" sz="900" dirty="0" err="1"/>
              <a:t>iostream</a:t>
            </a:r>
            <a:r>
              <a:rPr lang="en-US" altLang="ko-KR" sz="900" dirty="0"/>
              <a:t>&gt;</a:t>
            </a:r>
          </a:p>
          <a:p>
            <a:pPr marL="0" indent="0">
              <a:buNone/>
            </a:pPr>
            <a:r>
              <a:rPr lang="en-US" altLang="ko-KR" sz="900" dirty="0"/>
              <a:t>#include &lt;functional&gt;</a:t>
            </a:r>
          </a:p>
          <a:p>
            <a:pPr marL="0" indent="0">
              <a:buNone/>
            </a:pPr>
            <a:r>
              <a:rPr lang="en-US" altLang="ko-KR" sz="900" dirty="0"/>
              <a:t>#include &lt;string&gt;</a:t>
            </a:r>
          </a:p>
          <a:p>
            <a:pPr marL="0" indent="0">
              <a:buNone/>
            </a:pPr>
            <a:r>
              <a:rPr lang="en-US" altLang="ko-KR" sz="900" dirty="0"/>
              <a:t>#include &lt;vector&gt;</a:t>
            </a:r>
          </a:p>
          <a:p>
            <a:pPr marL="0" indent="0">
              <a:buNone/>
            </a:pPr>
            <a:r>
              <a:rPr lang="en-US" altLang="ko-KR" sz="900" dirty="0"/>
              <a:t>#include &lt;array&gt;</a:t>
            </a:r>
          </a:p>
          <a:p>
            <a:pPr marL="0" indent="0">
              <a:buNone/>
            </a:pPr>
            <a:r>
              <a:rPr lang="en-US" altLang="ko-KR" sz="900" dirty="0"/>
              <a:t> </a:t>
            </a:r>
          </a:p>
          <a:p>
            <a:pPr marL="0" indent="0">
              <a:buNone/>
            </a:pPr>
            <a:r>
              <a:rPr lang="en-US" altLang="ko-KR" sz="900" dirty="0" err="1"/>
              <a:t>struct</a:t>
            </a:r>
            <a:r>
              <a:rPr lang="en-US" altLang="ko-KR" sz="900" dirty="0"/>
              <a:t> Accumulator</a:t>
            </a:r>
          </a:p>
          <a:p>
            <a:pPr marL="0" indent="0">
              <a:buNone/>
            </a:pPr>
            <a:r>
              <a:rPr lang="en-US" altLang="ko-KR" sz="900" dirty="0"/>
              <a:t>{</a:t>
            </a:r>
          </a:p>
          <a:p>
            <a:pPr marL="0" indent="0">
              <a:buNone/>
            </a:pPr>
            <a:r>
              <a:rPr lang="en-US" altLang="ko-KR" sz="900" dirty="0"/>
              <a:t>    Accumulator()</a:t>
            </a:r>
          </a:p>
          <a:p>
            <a:pPr marL="0" indent="0">
              <a:buNone/>
            </a:pPr>
            <a:r>
              <a:rPr lang="en-US" altLang="ko-KR" sz="900" dirty="0"/>
              <a:t>    {         counter = 0;</a:t>
            </a:r>
          </a:p>
          <a:p>
            <a:pPr marL="0" indent="0">
              <a:buNone/>
            </a:pPr>
            <a:r>
              <a:rPr lang="en-US" altLang="ko-KR" sz="900" dirty="0"/>
              <a:t>    }</a:t>
            </a:r>
          </a:p>
          <a:p>
            <a:pPr marL="0" indent="0">
              <a:buNone/>
            </a:pPr>
            <a:r>
              <a:rPr lang="en-US" altLang="ko-KR" sz="900" dirty="0"/>
              <a:t>     </a:t>
            </a:r>
          </a:p>
          <a:p>
            <a:pPr marL="0" indent="0">
              <a:buNone/>
            </a:pPr>
            <a:r>
              <a:rPr lang="en-US" altLang="ko-KR" sz="900" dirty="0"/>
              <a:t>    </a:t>
            </a:r>
            <a:r>
              <a:rPr lang="en-US" altLang="ko-KR" sz="900" dirty="0" err="1"/>
              <a:t>int</a:t>
            </a:r>
            <a:r>
              <a:rPr lang="en-US" altLang="ko-KR" sz="900" dirty="0"/>
              <a:t> counter;</a:t>
            </a:r>
          </a:p>
          <a:p>
            <a:pPr marL="0" indent="0">
              <a:buNone/>
            </a:pPr>
            <a:r>
              <a:rPr lang="en-US" altLang="ko-KR" sz="900" dirty="0"/>
              <a:t>    </a:t>
            </a:r>
            <a:r>
              <a:rPr lang="en-US" altLang="ko-KR" sz="900" dirty="0" err="1"/>
              <a:t>int</a:t>
            </a:r>
            <a:r>
              <a:rPr lang="en-US" altLang="ko-KR" sz="900" dirty="0"/>
              <a:t> operator()(</a:t>
            </a:r>
            <a:r>
              <a:rPr lang="en-US" altLang="ko-KR" sz="900" dirty="0" err="1"/>
              <a:t>int</a:t>
            </a:r>
            <a:r>
              <a:rPr lang="en-US" altLang="ko-KR" sz="900" dirty="0"/>
              <a:t> </a:t>
            </a:r>
            <a:r>
              <a:rPr lang="en-US" altLang="ko-KR" sz="900" dirty="0" err="1"/>
              <a:t>i</a:t>
            </a:r>
            <a:r>
              <a:rPr lang="en-US" altLang="ko-KR" sz="900" dirty="0"/>
              <a:t>)   // </a:t>
            </a:r>
            <a:r>
              <a:rPr lang="ko-KR" altLang="en-US" sz="900" dirty="0"/>
              <a:t>함수 객체를 만들기 위해서는 함수 호출 연산자를 반드시 오버로딩 해야한다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r>
              <a:rPr lang="en-US" altLang="ko-KR" sz="900" dirty="0"/>
              <a:t>    {</a:t>
            </a:r>
          </a:p>
          <a:p>
            <a:pPr marL="0" indent="0">
              <a:buNone/>
            </a:pPr>
            <a:r>
              <a:rPr lang="en-US" altLang="ko-KR" sz="900" dirty="0"/>
              <a:t>        return counter += </a:t>
            </a:r>
            <a:r>
              <a:rPr lang="en-US" altLang="ko-KR" sz="900" dirty="0" err="1"/>
              <a:t>i</a:t>
            </a:r>
            <a:r>
              <a:rPr lang="en-US" altLang="ko-KR" sz="900" dirty="0"/>
              <a:t>;</a:t>
            </a:r>
          </a:p>
          <a:p>
            <a:pPr marL="0" indent="0">
              <a:buNone/>
            </a:pPr>
            <a:r>
              <a:rPr lang="en-US" altLang="ko-KR" sz="900" dirty="0"/>
              <a:t>    }</a:t>
            </a:r>
          </a:p>
          <a:p>
            <a:pPr marL="0" indent="0">
              <a:buNone/>
            </a:pPr>
            <a:r>
              <a:rPr lang="en-US" altLang="ko-KR" sz="900" dirty="0"/>
              <a:t>};</a:t>
            </a:r>
          </a:p>
          <a:p>
            <a:pPr marL="0" indent="0">
              <a:buNone/>
            </a:pPr>
            <a:r>
              <a:rPr lang="en-US" altLang="ko-KR" sz="900" dirty="0"/>
              <a:t> </a:t>
            </a:r>
          </a:p>
          <a:p>
            <a:pPr marL="0" indent="0">
              <a:buNone/>
            </a:pPr>
            <a:r>
              <a:rPr lang="en-US" altLang="ko-KR" sz="900" dirty="0" err="1"/>
              <a:t>int</a:t>
            </a:r>
            <a:r>
              <a:rPr lang="en-US" altLang="ko-KR" sz="900" dirty="0"/>
              <a:t> main(void)</a:t>
            </a:r>
          </a:p>
          <a:p>
            <a:pPr marL="0" indent="0">
              <a:buNone/>
            </a:pPr>
            <a:r>
              <a:rPr lang="en-US" altLang="ko-KR" sz="900" dirty="0"/>
              <a:t>{</a:t>
            </a:r>
          </a:p>
          <a:p>
            <a:pPr marL="0" indent="0">
              <a:buNone/>
            </a:pPr>
            <a:r>
              <a:rPr lang="en-US" altLang="ko-KR" sz="900" dirty="0"/>
              <a:t>    Accumulator a;                      // Accumulator </a:t>
            </a:r>
            <a:r>
              <a:rPr lang="ko-KR" altLang="en-US" sz="900" dirty="0"/>
              <a:t>함수 객체 클래스로부터 객체 </a:t>
            </a:r>
            <a:r>
              <a:rPr lang="en-US" altLang="ko-KR" sz="900" dirty="0"/>
              <a:t>a</a:t>
            </a:r>
            <a:r>
              <a:rPr lang="ko-KR" altLang="en-US" sz="900" dirty="0"/>
              <a:t>를 선언한다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r>
              <a:rPr lang="en-US" altLang="ko-KR" sz="900" dirty="0"/>
              <a:t>    </a:t>
            </a:r>
            <a:r>
              <a:rPr lang="en-US" altLang="ko-KR" sz="900" dirty="0" err="1"/>
              <a:t>std</a:t>
            </a:r>
            <a:r>
              <a:rPr lang="en-US" altLang="ko-KR" sz="900" dirty="0"/>
              <a:t>::</a:t>
            </a:r>
            <a:r>
              <a:rPr lang="en-US" altLang="ko-KR" sz="900" dirty="0" err="1"/>
              <a:t>cout</a:t>
            </a:r>
            <a:r>
              <a:rPr lang="en-US" altLang="ko-KR" sz="900" dirty="0"/>
              <a:t> &lt;&lt; a(10) &lt;&lt; </a:t>
            </a:r>
            <a:r>
              <a:rPr lang="en-US" altLang="ko-KR" sz="900" dirty="0" err="1"/>
              <a:t>std</a:t>
            </a:r>
            <a:r>
              <a:rPr lang="en-US" altLang="ko-KR" sz="900" dirty="0"/>
              <a:t>::</a:t>
            </a:r>
            <a:r>
              <a:rPr lang="en-US" altLang="ko-KR" sz="900" dirty="0" err="1"/>
              <a:t>endl</a:t>
            </a:r>
            <a:r>
              <a:rPr lang="en-US" altLang="ko-KR" sz="900" dirty="0"/>
              <a:t>; // </a:t>
            </a:r>
            <a:r>
              <a:rPr lang="ko-KR" altLang="en-US" sz="900" dirty="0"/>
              <a:t>객체 </a:t>
            </a:r>
            <a:r>
              <a:rPr lang="en-US" altLang="ko-KR" sz="900" dirty="0"/>
              <a:t>a</a:t>
            </a:r>
            <a:r>
              <a:rPr lang="ko-KR" altLang="en-US" sz="900" dirty="0"/>
              <a:t>에 </a:t>
            </a:r>
            <a:r>
              <a:rPr lang="en-US" altLang="ko-KR" sz="900" dirty="0"/>
              <a:t>10</a:t>
            </a:r>
            <a:r>
              <a:rPr lang="ko-KR" altLang="en-US" sz="900" dirty="0"/>
              <a:t>을 넣어준 후 값을 출력하면 </a:t>
            </a:r>
            <a:r>
              <a:rPr lang="en-US" altLang="ko-KR" sz="900" dirty="0"/>
              <a:t>10</a:t>
            </a:r>
            <a:r>
              <a:rPr lang="ko-KR" altLang="en-US" sz="900" dirty="0"/>
              <a:t>이 나온다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r>
              <a:rPr lang="en-US" altLang="ko-KR" sz="900" dirty="0"/>
              <a:t>    </a:t>
            </a:r>
            <a:r>
              <a:rPr lang="en-US" altLang="ko-KR" sz="900" dirty="0" err="1"/>
              <a:t>std</a:t>
            </a:r>
            <a:r>
              <a:rPr lang="en-US" altLang="ko-KR" sz="900" dirty="0"/>
              <a:t>::</a:t>
            </a:r>
            <a:r>
              <a:rPr lang="en-US" altLang="ko-KR" sz="900" dirty="0" err="1"/>
              <a:t>cout</a:t>
            </a:r>
            <a:r>
              <a:rPr lang="en-US" altLang="ko-KR" sz="900" dirty="0"/>
              <a:t> &lt;&lt; a(20) &lt;&lt; </a:t>
            </a:r>
            <a:r>
              <a:rPr lang="en-US" altLang="ko-KR" sz="900" dirty="0" err="1"/>
              <a:t>std</a:t>
            </a:r>
            <a:r>
              <a:rPr lang="en-US" altLang="ko-KR" sz="900" dirty="0"/>
              <a:t>::</a:t>
            </a:r>
            <a:r>
              <a:rPr lang="en-US" altLang="ko-KR" sz="900" dirty="0" err="1"/>
              <a:t>endl</a:t>
            </a:r>
            <a:r>
              <a:rPr lang="en-US" altLang="ko-KR" sz="900" dirty="0"/>
              <a:t>;</a:t>
            </a:r>
          </a:p>
          <a:p>
            <a:pPr marL="0" indent="0">
              <a:buNone/>
            </a:pPr>
            <a:r>
              <a:rPr lang="en-US" altLang="ko-KR" sz="900" dirty="0"/>
              <a:t> </a:t>
            </a:r>
          </a:p>
          <a:p>
            <a:pPr marL="0" indent="0">
              <a:buNone/>
            </a:pPr>
            <a:r>
              <a:rPr lang="en-US" altLang="ko-KR" sz="900" dirty="0"/>
              <a:t>     // </a:t>
            </a:r>
            <a:r>
              <a:rPr lang="ko-KR" altLang="en-US" sz="900" dirty="0"/>
              <a:t>계속 </a:t>
            </a:r>
            <a:r>
              <a:rPr lang="ko-KR" altLang="en-US" sz="900" dirty="0" err="1"/>
              <a:t>누적되서</a:t>
            </a:r>
            <a:r>
              <a:rPr lang="ko-KR" altLang="en-US" sz="900" dirty="0"/>
              <a:t> 값이 들어간다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r>
              <a:rPr lang="en-US" altLang="ko-KR" sz="900" dirty="0"/>
              <a:t>     // </a:t>
            </a:r>
            <a:r>
              <a:rPr lang="ko-KR" altLang="en-US" sz="900" dirty="0"/>
              <a:t>일반 함수는 어떤 </a:t>
            </a:r>
            <a:r>
              <a:rPr lang="ko-KR" altLang="en-US" sz="900" dirty="0" err="1"/>
              <a:t>파라미터를</a:t>
            </a:r>
            <a:r>
              <a:rPr lang="ko-KR" altLang="en-US" sz="900" dirty="0"/>
              <a:t> </a:t>
            </a:r>
            <a:r>
              <a:rPr lang="ko-KR" altLang="en-US" sz="900" dirty="0" err="1"/>
              <a:t>받던간에</a:t>
            </a:r>
            <a:r>
              <a:rPr lang="ko-KR" altLang="en-US" sz="900" dirty="0"/>
              <a:t> 연산을 </a:t>
            </a:r>
            <a:r>
              <a:rPr lang="ko-KR" altLang="en-US" sz="900" dirty="0" err="1"/>
              <a:t>수행후</a:t>
            </a:r>
            <a:r>
              <a:rPr lang="ko-KR" altLang="en-US" sz="900" dirty="0"/>
              <a:t> 해당 결과를 반환하고 종료된다</a:t>
            </a:r>
            <a:r>
              <a:rPr lang="en-US" altLang="ko-KR" sz="900" dirty="0"/>
              <a:t>. </a:t>
            </a:r>
            <a:r>
              <a:rPr lang="ko-KR" altLang="en-US" sz="900" dirty="0"/>
              <a:t>예전에 실행했던 어떤 연산의 결과도 기억을 하지 못한다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r>
              <a:rPr lang="en-US" altLang="ko-KR" sz="900" dirty="0"/>
              <a:t>     // </a:t>
            </a:r>
            <a:r>
              <a:rPr lang="ko-KR" altLang="en-US" sz="900" dirty="0"/>
              <a:t>함수 객체는 자기가 만들어진 상태를 해당 객체가 소멸되기 전까지 계속해 기억하게 된다</a:t>
            </a:r>
            <a:r>
              <a:rPr lang="en-US" altLang="ko-KR" sz="900" dirty="0"/>
              <a:t>.</a:t>
            </a:r>
          </a:p>
          <a:p>
            <a:pPr marL="0" indent="0">
              <a:buNone/>
            </a:pPr>
            <a:r>
              <a:rPr lang="en-US" altLang="ko-KR" sz="900" dirty="0"/>
              <a:t> </a:t>
            </a:r>
          </a:p>
          <a:p>
            <a:pPr marL="0" indent="0">
              <a:buNone/>
            </a:pPr>
            <a:r>
              <a:rPr lang="en-US" altLang="ko-KR" sz="900" dirty="0"/>
              <a:t>    return 0;</a:t>
            </a:r>
          </a:p>
          <a:p>
            <a:pPr marL="0" indent="0">
              <a:buNone/>
            </a:pPr>
            <a:r>
              <a:rPr lang="en-US" altLang="ko-KR" sz="900" dirty="0"/>
              <a:t>}</a:t>
            </a:r>
          </a:p>
          <a:p>
            <a:pPr marL="0" indent="0">
              <a:buNone/>
            </a:pP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12142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개념과 구현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1800" dirty="0" smtClean="0"/>
              <a:t>C, COBOL, SMALLTALK</a:t>
            </a:r>
            <a:r>
              <a:rPr lang="ko-KR" altLang="en-US" sz="1800" dirty="0" smtClean="0"/>
              <a:t>의 덧셈의 </a:t>
            </a:r>
            <a:r>
              <a:rPr lang="ko-KR" altLang="en-US" sz="1800" dirty="0" err="1" smtClean="0"/>
              <a:t>속도차이를</a:t>
            </a:r>
            <a:r>
              <a:rPr lang="ko-KR" altLang="en-US" sz="1800" dirty="0" smtClean="0"/>
              <a:t> 초래하는 </a:t>
            </a:r>
            <a:r>
              <a:rPr lang="ko-KR" altLang="en-US" sz="1800" dirty="0" err="1" smtClean="0"/>
              <a:t>언어개념</a:t>
            </a:r>
            <a:r>
              <a:rPr lang="ko-KR" altLang="en-US" sz="1800" dirty="0" smtClean="0"/>
              <a:t> 및 구현의 차이</a:t>
            </a:r>
            <a:endParaRPr lang="en-US" altLang="ko-KR" sz="1800" dirty="0" smtClean="0"/>
          </a:p>
          <a:p>
            <a:r>
              <a:rPr lang="en-US" altLang="ko-KR" sz="1800" dirty="0"/>
              <a:t> </a:t>
            </a:r>
            <a:r>
              <a:rPr lang="en-US" altLang="ko-KR" sz="1800" dirty="0" smtClean="0"/>
              <a:t> a=3 </a:t>
            </a:r>
          </a:p>
          <a:p>
            <a:pPr lvl="1"/>
            <a:r>
              <a:rPr lang="en-US" altLang="ko-KR" sz="1800" dirty="0"/>
              <a:t> </a:t>
            </a:r>
            <a:r>
              <a:rPr lang="en-US" altLang="ko-KR" sz="1800" dirty="0" smtClean="0"/>
              <a:t>a</a:t>
            </a:r>
            <a:r>
              <a:rPr lang="ko-KR" altLang="en-US" sz="1800" dirty="0" smtClean="0"/>
              <a:t>라는 메모리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변수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에 정수 </a:t>
            </a:r>
            <a:r>
              <a:rPr lang="en-US" altLang="ko-KR" sz="1800" dirty="0" smtClean="0"/>
              <a:t>‘3’</a:t>
            </a:r>
            <a:r>
              <a:rPr lang="ko-KR" altLang="en-US" sz="1800" dirty="0" smtClean="0"/>
              <a:t>을 넣어라</a:t>
            </a:r>
            <a:endParaRPr lang="en-US" altLang="ko-KR" sz="1800" dirty="0" smtClean="0"/>
          </a:p>
          <a:p>
            <a:pPr lvl="1"/>
            <a:r>
              <a:rPr lang="en-US" altLang="ko-KR" sz="1800" dirty="0"/>
              <a:t> </a:t>
            </a:r>
            <a:r>
              <a:rPr lang="en-US" altLang="ko-KR" sz="1800" dirty="0" smtClean="0"/>
              <a:t>store a, #3</a:t>
            </a:r>
          </a:p>
          <a:p>
            <a:r>
              <a:rPr lang="en-US" altLang="ko-KR" sz="1800" dirty="0"/>
              <a:t> </a:t>
            </a:r>
            <a:r>
              <a:rPr lang="en-US" altLang="ko-KR" sz="1800" dirty="0" smtClean="0"/>
              <a:t>MOVE 3 TO A</a:t>
            </a:r>
          </a:p>
          <a:p>
            <a:pPr lvl="1"/>
            <a:r>
              <a:rPr lang="ko-KR" altLang="en-US" sz="1800" dirty="0" smtClean="0"/>
              <a:t>위와 같은 개념이지만 </a:t>
            </a:r>
            <a:r>
              <a:rPr lang="en-US" altLang="ko-KR" sz="1800" dirty="0" smtClean="0"/>
              <a:t>COBOL</a:t>
            </a:r>
            <a:r>
              <a:rPr lang="ko-KR" altLang="en-US" sz="1800" dirty="0" smtClean="0"/>
              <a:t>은 </a:t>
            </a:r>
            <a:r>
              <a:rPr lang="en-US" altLang="ko-KR" sz="1800" dirty="0" smtClean="0"/>
              <a:t>BCD </a:t>
            </a:r>
            <a:r>
              <a:rPr lang="ko-KR" altLang="en-US" sz="1800" dirty="0" smtClean="0"/>
              <a:t>코드로 저장 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결국 상업용은 연산보다는 입출력이 중심이므로 입출력은 쉽지만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연산은 좀 더 속도가 걸림 </a:t>
            </a:r>
            <a:endParaRPr lang="en-US" altLang="ko-KR" sz="1800" dirty="0" smtClean="0"/>
          </a:p>
          <a:p>
            <a:r>
              <a:rPr lang="en-US" altLang="ko-KR" sz="1800" dirty="0" smtClean="0"/>
              <a:t>SMALLTALK</a:t>
            </a:r>
            <a:r>
              <a:rPr lang="ko-KR" altLang="en-US" sz="1800" dirty="0" smtClean="0"/>
              <a:t>은 </a:t>
            </a:r>
            <a:endParaRPr lang="en-US" altLang="ko-KR" sz="1800" dirty="0" smtClean="0"/>
          </a:p>
          <a:p>
            <a:pPr lvl="1"/>
            <a:r>
              <a:rPr lang="en-US" altLang="ko-KR" sz="1400" dirty="0" smtClean="0"/>
              <a:t>‘a = 3’</a:t>
            </a:r>
            <a:r>
              <a:rPr lang="ko-KR" altLang="en-US" sz="1400" dirty="0" smtClean="0"/>
              <a:t>은 </a:t>
            </a:r>
            <a:r>
              <a:rPr lang="en-US" altLang="ko-KR" sz="1400" dirty="0" smtClean="0"/>
              <a:t>‘integer object a’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message ‘= 3’</a:t>
            </a:r>
            <a:r>
              <a:rPr lang="ko-KR" altLang="en-US" sz="1400" dirty="0" smtClean="0"/>
              <a:t>을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보냄</a:t>
            </a:r>
            <a:endParaRPr lang="en-US" altLang="ko-KR" sz="1400" dirty="0"/>
          </a:p>
          <a:p>
            <a:pPr lvl="1"/>
            <a:r>
              <a:rPr lang="en-US" altLang="ko-KR" sz="1400" dirty="0" smtClean="0"/>
              <a:t>Object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‘a’</a:t>
            </a:r>
            <a:r>
              <a:rPr lang="ko-KR" altLang="en-US" sz="1400" dirty="0" smtClean="0"/>
              <a:t>는</a:t>
            </a:r>
            <a:r>
              <a:rPr lang="en-US" altLang="ko-KR" sz="1400" dirty="0" smtClean="0"/>
              <a:t> method ‘=‘</a:t>
            </a:r>
            <a:r>
              <a:rPr lang="ko-KR" altLang="en-US" sz="1400" dirty="0" smtClean="0"/>
              <a:t>과 </a:t>
            </a:r>
            <a:r>
              <a:rPr lang="en-US" altLang="ko-KR" sz="1400" dirty="0" smtClean="0"/>
              <a:t>‘3’</a:t>
            </a:r>
            <a:r>
              <a:rPr lang="ko-KR" altLang="en-US" sz="1400" dirty="0" smtClean="0"/>
              <a:t>이라는 </a:t>
            </a:r>
            <a:r>
              <a:rPr lang="en-US" altLang="ko-KR" sz="1400" dirty="0" smtClean="0"/>
              <a:t>object</a:t>
            </a:r>
            <a:r>
              <a:rPr lang="ko-KR" altLang="en-US" sz="1400" dirty="0" smtClean="0"/>
              <a:t>를 받아 자신의 메모리에 기억함</a:t>
            </a:r>
            <a:endParaRPr lang="en-US" altLang="ko-KR" sz="1400" dirty="0" smtClean="0"/>
          </a:p>
          <a:p>
            <a:r>
              <a:rPr lang="en-US" altLang="ko-KR" sz="1800" dirty="0" smtClean="0"/>
              <a:t> ‘3+4’</a:t>
            </a:r>
            <a:r>
              <a:rPr lang="ko-KR" altLang="en-US" sz="1800" dirty="0" smtClean="0"/>
              <a:t>를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보면</a:t>
            </a:r>
            <a:endParaRPr lang="en-US" altLang="ko-KR" sz="1800" dirty="0" smtClean="0"/>
          </a:p>
          <a:p>
            <a:pPr lvl="1"/>
            <a:r>
              <a:rPr lang="en-US" altLang="ko-KR" sz="1400" dirty="0" smtClean="0"/>
              <a:t>C: 3</a:t>
            </a:r>
            <a:r>
              <a:rPr lang="ko-KR" altLang="en-US" sz="1400" dirty="0" smtClean="0"/>
              <a:t>과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를 더하여 결과로 </a:t>
            </a:r>
            <a:r>
              <a:rPr lang="en-US" altLang="ko-KR" sz="1400" dirty="0" smtClean="0"/>
              <a:t>7</a:t>
            </a:r>
            <a:r>
              <a:rPr lang="ko-KR" altLang="en-US" sz="1400" dirty="0" smtClean="0"/>
              <a:t>을 출력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함수임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COBOL 3</a:t>
            </a:r>
            <a:r>
              <a:rPr lang="ko-KR" altLang="en-US" sz="1400" dirty="0" smtClean="0"/>
              <a:t>과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를 </a:t>
            </a:r>
            <a:r>
              <a:rPr lang="en-US" altLang="ko-KR" sz="1400" dirty="0" smtClean="0"/>
              <a:t>two’s complement</a:t>
            </a:r>
            <a:r>
              <a:rPr lang="ko-KR" altLang="en-US" sz="1400" dirty="0" smtClean="0"/>
              <a:t>로 바꾸어 연산한 후 다시 </a:t>
            </a:r>
            <a:r>
              <a:rPr lang="en-US" altLang="ko-KR" sz="1400" dirty="0" smtClean="0"/>
              <a:t>BCD</a:t>
            </a:r>
            <a:r>
              <a:rPr lang="ko-KR" altLang="en-US" sz="1400" dirty="0" smtClean="0"/>
              <a:t>로 바꾸어 출력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Object 3</a:t>
            </a:r>
            <a:r>
              <a:rPr lang="ko-KR" altLang="en-US" sz="1400" dirty="0" smtClean="0"/>
              <a:t>에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‘+4’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메시지로 보내면 </a:t>
            </a:r>
            <a:r>
              <a:rPr lang="en-US" altLang="ko-KR" sz="1400" dirty="0" smtClean="0"/>
              <a:t>‘7’</a:t>
            </a:r>
            <a:r>
              <a:rPr lang="ko-KR" altLang="en-US" sz="1400" dirty="0" smtClean="0"/>
              <a:t>을 메시지로 출력</a:t>
            </a:r>
            <a:endParaRPr lang="en-US" altLang="ko-KR" sz="1400" dirty="0" smtClean="0"/>
          </a:p>
          <a:p>
            <a:pPr lvl="1"/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24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Prolog program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이모</a:t>
            </a:r>
            <a:r>
              <a:rPr lang="en-US" altLang="ko-KR" dirty="0" smtClean="0"/>
              <a:t>(X, Y) :-</a:t>
            </a:r>
            <a:r>
              <a:rPr lang="ko-KR" altLang="en-US" dirty="0" smtClean="0"/>
              <a:t>엄마</a:t>
            </a:r>
            <a:r>
              <a:rPr lang="en-US" altLang="ko-KR" dirty="0" smtClean="0"/>
              <a:t>(X, Z), </a:t>
            </a:r>
            <a:r>
              <a:rPr lang="ko-KR" altLang="en-US" dirty="0" smtClean="0"/>
              <a:t>여형제</a:t>
            </a:r>
            <a:r>
              <a:rPr lang="en-US" altLang="ko-KR" dirty="0" smtClean="0"/>
              <a:t>(Z, Y)</a:t>
            </a:r>
          </a:p>
          <a:p>
            <a:r>
              <a:rPr lang="en-US" altLang="ko-KR" dirty="0"/>
              <a:t> </a:t>
            </a:r>
            <a:r>
              <a:rPr lang="ko-KR" altLang="en-US" dirty="0" smtClean="0"/>
              <a:t>엄마</a:t>
            </a:r>
            <a:r>
              <a:rPr lang="en-US" altLang="ko-KR" dirty="0" smtClean="0"/>
              <a:t>(</a:t>
            </a:r>
            <a:r>
              <a:rPr lang="ko-KR" altLang="en-US" dirty="0" smtClean="0"/>
              <a:t>철수</a:t>
            </a:r>
            <a:r>
              <a:rPr lang="en-US" altLang="ko-KR" dirty="0" smtClean="0"/>
              <a:t>,</a:t>
            </a:r>
            <a:r>
              <a:rPr lang="ko-KR" altLang="en-US" dirty="0" smtClean="0"/>
              <a:t>영희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 smtClean="0"/>
              <a:t>여형제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영희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순희</a:t>
            </a:r>
            <a:r>
              <a:rPr lang="en-US" altLang="ko-KR" dirty="0" smtClean="0"/>
              <a:t>)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?- </a:t>
            </a:r>
            <a:r>
              <a:rPr lang="ko-KR" altLang="en-US" dirty="0" smtClean="0"/>
              <a:t>이</a:t>
            </a:r>
            <a:r>
              <a:rPr lang="ko-KR" altLang="en-US" dirty="0"/>
              <a:t>모</a:t>
            </a:r>
            <a:r>
              <a:rPr lang="en-US" altLang="ko-KR" dirty="0" smtClean="0"/>
              <a:t>(</a:t>
            </a:r>
            <a:r>
              <a:rPr lang="ko-KR" altLang="en-US" dirty="0" smtClean="0"/>
              <a:t>철수</a:t>
            </a:r>
            <a:r>
              <a:rPr lang="en-US" altLang="ko-KR" dirty="0" smtClean="0"/>
              <a:t>, X)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?- </a:t>
            </a:r>
            <a:r>
              <a:rPr lang="ko-KR" altLang="en-US" dirty="0" smtClean="0"/>
              <a:t>이모</a:t>
            </a:r>
            <a:r>
              <a:rPr lang="en-US" altLang="ko-KR" dirty="0" smtClean="0"/>
              <a:t>(X, </a:t>
            </a:r>
            <a:r>
              <a:rPr lang="ko-KR" altLang="en-US" dirty="0" smtClean="0"/>
              <a:t>영희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?- </a:t>
            </a:r>
            <a:r>
              <a:rPr lang="ko-KR" altLang="en-US" dirty="0" smtClean="0"/>
              <a:t>이모</a:t>
            </a:r>
            <a:r>
              <a:rPr lang="en-US" altLang="ko-KR" dirty="0" smtClean="0"/>
              <a:t>(X, Y)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?- </a:t>
            </a:r>
            <a:r>
              <a:rPr lang="ko-KR" altLang="en-US" dirty="0" smtClean="0"/>
              <a:t>이모 </a:t>
            </a:r>
            <a:r>
              <a:rPr lang="en-US" altLang="ko-KR" dirty="0" smtClean="0"/>
              <a:t>(</a:t>
            </a:r>
            <a:r>
              <a:rPr lang="ko-KR" altLang="en-US" dirty="0" smtClean="0"/>
              <a:t>철수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영희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90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738</Words>
  <Application>Microsoft Office PowerPoint</Application>
  <PresentationFormat>와이드스크린</PresentationFormat>
  <Paragraphs>86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굴림</vt:lpstr>
      <vt:lpstr>맑은 고딕</vt:lpstr>
      <vt:lpstr>Arial</vt:lpstr>
      <vt:lpstr>Symbol</vt:lpstr>
      <vt:lpstr>Times New Roman</vt:lpstr>
      <vt:lpstr>Wingdings</vt:lpstr>
      <vt:lpstr>Office 테마</vt:lpstr>
      <vt:lpstr>추가 내용 </vt:lpstr>
      <vt:lpstr>Lambda calculus</vt:lpstr>
      <vt:lpstr>Some Simple Functions</vt:lpstr>
      <vt:lpstr>Alyssa P. Hacker’s Answer</vt:lpstr>
      <vt:lpstr>Ben Bitdiddle’s Answer</vt:lpstr>
      <vt:lpstr>PowerPoint 프레젠테이션</vt:lpstr>
      <vt:lpstr>개념과 구현</vt:lpstr>
      <vt:lpstr>Prolog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추가 내용</dc:title>
  <dc:creator>Windows 사용자</dc:creator>
  <cp:lastModifiedBy>Windows 사용자</cp:lastModifiedBy>
  <cp:revision>5</cp:revision>
  <dcterms:created xsi:type="dcterms:W3CDTF">2020-03-23T06:25:19Z</dcterms:created>
  <dcterms:modified xsi:type="dcterms:W3CDTF">2020-03-24T01:46:14Z</dcterms:modified>
</cp:coreProperties>
</file>