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2" d="100"/>
          <a:sy n="112" d="100"/>
        </p:scale>
        <p:origin x="486" y="114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CCCA691-2D40-4A7F-AF8D-E2399100C97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02F5B5AF-BDF1-4DEA-BE6F-AD2281AFF8F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EFF96F-24E7-42E9-95DF-8D2615180E3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9165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43EBE8-7274-4C19-99DE-46ADAA8BC15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964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C1C260-21D4-46D4-BA54-E668FAEFA1B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814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1E1728-4B63-4FA1-9FA3-6CDB6953FB8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885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2F57ED-5410-40F1-BBB6-CD8F766E747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24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CFD4D9-6D71-4E26-A733-867281B388B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77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08AD90-E6F2-40CD-AE67-79546957C1A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421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8060DA-DA03-49A5-8D2E-0C7FBE36678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0396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08B4D0-8E4D-425E-8651-E4629C84C8D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071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B15EA-EA51-4360-B5C1-F0216B7C292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444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E278AC-81C1-4FC1-865E-0728BA42464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495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ko-KR"/>
              <a:t>Type equality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44F24901-B1FE-4C3D-8678-7F997AA9A11B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33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3200" b="1" smtClean="0">
                <a:solidFill>
                  <a:srgbClr val="0000FF"/>
                </a:solidFill>
                <a:latin typeface="Courier New" panose="02070309020205020404" pitchFamily="49" charset="0"/>
              </a:rPr>
              <a:t>Type equality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2209800"/>
          </a:xfrm>
        </p:spPr>
        <p:txBody>
          <a:bodyPr/>
          <a:lstStyle/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  <a:latin typeface="Courier New" panose="02070309020205020404" pitchFamily="49" charset="0"/>
              </a:rPr>
              <a:t>Programming Language Design and Implementation </a:t>
            </a: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  <a:latin typeface="Courier New" panose="02070309020205020404" pitchFamily="49" charset="0"/>
              </a:rPr>
              <a:t>(4th Edition)</a:t>
            </a: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  <a:latin typeface="Courier New" panose="02070309020205020404" pitchFamily="49" charset="0"/>
              </a:rPr>
              <a:t>by T. Pratt and M. Zelkowitz</a:t>
            </a: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  <a:latin typeface="Courier New" panose="02070309020205020404" pitchFamily="49" charset="0"/>
              </a:rPr>
              <a:t>Prentice Hall, 2001</a:t>
            </a:r>
          </a:p>
          <a:p>
            <a:pPr eaLnBrk="1" hangingPunct="1"/>
            <a:endParaRPr lang="en-US" altLang="ko-KR" sz="1800" b="1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solidFill>
                  <a:srgbClr val="000000"/>
                </a:solidFill>
                <a:latin typeface="Courier New" panose="02070309020205020404" pitchFamily="49" charset="0"/>
              </a:rPr>
              <a:t>Section 6.4</a:t>
            </a:r>
            <a:endParaRPr lang="en-US" altLang="ko-KR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307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EE847EA8-27F0-4299-88BC-852206A3A4A2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2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Safe expressions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Type checking: Want languages to only permit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safe expressions</a:t>
            </a:r>
            <a:r>
              <a:rPr lang="en-US" altLang="ko-KR" sz="1800" b="1" smtClean="0">
                <a:latin typeface="Courier New" panose="02070309020205020404" pitchFamily="49" charset="0"/>
              </a:rPr>
              <a:t>: 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f: x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y.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f is a safe expression if f(a)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=</a:t>
            </a:r>
            <a:r>
              <a:rPr lang="en-US" altLang="ko-KR" sz="1800" b="1" smtClean="0">
                <a:latin typeface="Courier New" panose="02070309020205020404" pitchFamily="49" charset="0"/>
              </a:rPr>
              <a:t> b implies a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</a:t>
            </a:r>
            <a:r>
              <a:rPr lang="en-US" altLang="ko-KR" sz="1800" b="1" smtClean="0">
                <a:latin typeface="Courier New" panose="02070309020205020404" pitchFamily="49" charset="0"/>
              </a:rPr>
              <a:t> x. [That is, it is impossible to create an improper function call.]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+: int x int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int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2+3 = int result - all arguments are safe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But what about /:float x float </a:t>
            </a:r>
            <a:r>
              <a:rPr lang="en-US" altLang="ko-KR" sz="1800" b="1" smtClean="0"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ko-KR" sz="1800" b="1" smtClean="0">
                <a:latin typeface="Courier New" panose="02070309020205020404" pitchFamily="49" charset="0"/>
              </a:rPr>
              <a:t> float?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3/0?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409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75EB099E-55F4-4C51-B046-1D21D013E931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Strong types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A language is </a:t>
            </a: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strongly typed</a:t>
            </a:r>
            <a:r>
              <a:rPr lang="en-US" altLang="ko-KR" sz="1600" b="1" smtClean="0">
                <a:latin typeface="Courier New" panose="02070309020205020404" pitchFamily="49" charset="0"/>
              </a:rPr>
              <a:t> if only safe expressions can be expressed in the language (i.e., results must be defined for that data type).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E.g., char a, b, c;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c = a+b;    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</a:rPr>
              <a:t> Not safe since a+b can be &gt; 255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But long a, b, c;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c = a+b;    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</a:rPr>
              <a:t> Safe since overflows will halt execution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A[I] 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 smtClean="0">
                <a:latin typeface="Courier New" panose="02070309020205020404" pitchFamily="49" charset="0"/>
              </a:rPr>
              <a:t> 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</a:rPr>
              <a:t>Safe if dynamic checking of subscripts is performed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A language is </a:t>
            </a: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weakly typed</a:t>
            </a:r>
            <a:r>
              <a:rPr lang="en-US" altLang="ko-KR" sz="1600" b="1" smtClean="0">
                <a:latin typeface="Courier New" panose="02070309020205020404" pitchFamily="49" charset="0"/>
              </a:rPr>
              <a:t> if it accepts expressions that are not safe.</a:t>
            </a:r>
          </a:p>
          <a:p>
            <a:pPr eaLnBrk="1" hangingPunct="1"/>
            <a:endParaRPr lang="en-US" altLang="ko-KR" sz="1600" b="1" smtClean="0">
              <a:latin typeface="Courier New" panose="02070309020205020404" pitchFamily="49" charset="0"/>
            </a:endParaRPr>
          </a:p>
        </p:txBody>
      </p:sp>
      <p:pic>
        <p:nvPicPr>
          <p:cNvPr id="4102" name="Picture 4" descr="04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6781800" cy="1676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512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C5C8D3B-7CE2-4975-A0D8-B501644BB597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Equality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8486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Two aspects of equality: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When do 2 objects have the same value?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When are two types the same?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We will look at the first of these (equality of values)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Define a new language: 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assign 2+1 to A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Is A equal to 3?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This is ambiguous as stated, although true for most languages studied so far.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Need signature for </a:t>
            </a:r>
            <a:r>
              <a:rPr lang="en-US" altLang="ko-KR" sz="1800" b="1" i="1" smtClean="0">
                <a:latin typeface="Courier New" panose="02070309020205020404" pitchFamily="49" charset="0"/>
              </a:rPr>
              <a:t>assign</a:t>
            </a:r>
            <a:r>
              <a:rPr lang="en-US" altLang="ko-KR" sz="1800" b="1" smtClean="0">
                <a:latin typeface="Courier New" panose="02070309020205020404" pitchFamily="49" charset="0"/>
              </a:rPr>
              <a:t> and </a:t>
            </a:r>
            <a:r>
              <a:rPr lang="en-US" altLang="ko-KR" sz="1800" b="1" i="1" smtClean="0">
                <a:latin typeface="Courier New" panose="02070309020205020404" pitchFamily="49" charset="0"/>
              </a:rPr>
              <a:t>type</a:t>
            </a:r>
            <a:r>
              <a:rPr lang="en-US" altLang="ko-KR" sz="1800" b="1" smtClean="0">
                <a:latin typeface="Courier New" panose="02070309020205020404" pitchFamily="49" charset="0"/>
              </a:rPr>
              <a:t> for 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If A is integer, then coersion forces 2+1 to be 3.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If A is type code, then 2+1 is expression to be evaluated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SNOBOL4 and Prolog operate this way. We will look at Prolog later.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614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E4031BD5-F61E-474F-877C-978A3F9E712A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5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Equality of data objects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229600" cy="45720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For primitive data types equality is bit-level equality: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int x; int y;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float x; float y;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x=y if they have same bit values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But look at user types: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type rational = record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	numerator: real;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	denominator: real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	end;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var A, B: rational;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	if A=B then ... 		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</a:rPr>
              <a:t> When is this true?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True if: A.numerator=B.numerator and A.denominator=B.denominator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or</a:t>
            </a:r>
            <a:r>
              <a:rPr lang="en-US" altLang="ko-KR" sz="1600" b="1" smtClean="0">
                <a:latin typeface="Courier New" panose="02070309020205020404" pitchFamily="49" charset="0"/>
              </a:rPr>
              <a:t> A.numerator/A.denominator = B.numerator/B.denominator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600" b="1" smtClean="0">
                <a:solidFill>
                  <a:srgbClr val="0066FF"/>
                </a:solidFill>
                <a:latin typeface="Courier New" panose="02070309020205020404" pitchFamily="49" charset="0"/>
              </a:rPr>
              <a:t>There is no way for compiler to understand that rational means the usual mathematical concept of rational numbers</a:t>
            </a:r>
            <a:r>
              <a:rPr lang="en-US" altLang="ko-KR" sz="1600" b="1" smtClean="0">
                <a:latin typeface="Courier New" panose="02070309020205020404" pitchFamily="49" charset="0"/>
              </a:rPr>
              <a:t>. Equality must be defined, not coersed.</a:t>
            </a:r>
          </a:p>
          <a:p>
            <a:pPr eaLnBrk="1" hangingPunct="1"/>
            <a:endParaRPr lang="en-US" altLang="ko-KR" sz="16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7171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B8DF432-4348-4AB5-93E0-C2318B406C9C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Why a need for separate definition of equality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Consider the following 4 data types and their representations: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All</a:t>
            </a:r>
            <a:r>
              <a:rPr lang="en-US" altLang="ko-KR" sz="1800" b="1" smtClean="0">
                <a:latin typeface="Courier New" panose="02070309020205020404" pitchFamily="49" charset="0"/>
              </a:rPr>
              <a:t> can be defined as: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struct {int size;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    int storage[100];}</a:t>
            </a:r>
          </a:p>
        </p:txBody>
      </p:sp>
      <p:pic>
        <p:nvPicPr>
          <p:cNvPr id="7174" name="Picture 4" descr="0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14800"/>
            <a:ext cx="7315200" cy="2133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8195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D940D55-9AC0-4DAE-9847-3BABAFDAB12D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Meaning of A=B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What does A=B mean for each data type?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stack</a:t>
            </a:r>
            <a:r>
              <a:rPr lang="en-US" altLang="ko-KR" sz="1800" b="1" smtClean="0">
                <a:latin typeface="Courier New" panose="02070309020205020404" pitchFamily="49" charset="0"/>
              </a:rPr>
              <a:t>: A.size = B.size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For all i, A.storage[i]=B.storage[i]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queue</a:t>
            </a:r>
            <a:r>
              <a:rPr lang="en-US" altLang="ko-KR" sz="1800" b="1" smtClean="0">
                <a:latin typeface="Courier New" panose="02070309020205020404" pitchFamily="49" charset="0"/>
              </a:rPr>
              <a:t>: A.size = B.size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For all i, A.storage[i]=B.storage[i]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 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 </a:t>
            </a:r>
            <a:r>
              <a:rPr lang="ko-KR" altLang="en-US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다르게는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???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set</a:t>
            </a:r>
            <a:r>
              <a:rPr lang="en-US" altLang="ko-KR" sz="1800" b="1" smtClean="0">
                <a:latin typeface="Courier New" panose="02070309020205020404" pitchFamily="49" charset="0"/>
              </a:rPr>
              <a:t>: A.size = B.size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All A.storage[i] differ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For all i, some j, A.storage[i]=B.storage[j]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(i.e., B.storage is a permutation of A.storage)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bag</a:t>
            </a:r>
            <a:r>
              <a:rPr lang="en-US" altLang="ko-KR" sz="1800" b="1" smtClean="0">
                <a:latin typeface="Courier New" panose="02070309020205020404" pitchFamily="49" charset="0"/>
              </a:rPr>
              <a:t>: A.size = B.size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B.storage is a permutation of A.storage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So equality of user types is a complex issue that cannot be built into the operator by the language definition (effectively).</a:t>
            </a:r>
          </a:p>
          <a:p>
            <a:pPr eaLnBrk="1" hangingPunct="1">
              <a:lnSpc>
                <a:spcPct val="8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9219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2F2FE3EA-A43D-48F3-ABA2-6FB6B2B7DF9F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Type equivalence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Are X and Y the same type?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type A = ...;  type B = ...;	A X;  B Y;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Name equivalence</a:t>
            </a:r>
            <a:r>
              <a:rPr lang="en-US" altLang="ko-KR" sz="1800" b="1" smtClean="0">
                <a:latin typeface="Courier New" panose="02070309020205020404" pitchFamily="49" charset="0"/>
              </a:rPr>
              <a:t>: X and Y are name equivalent if they are defined using the same name identifier: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In Pascal: var X: array [1..10] of integer;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            Y: array [1..10] of integer;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are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sz="1800" b="1" smtClean="0">
                <a:latin typeface="Courier New" panose="02070309020205020404" pitchFamily="49" charset="0"/>
              </a:rPr>
              <a:t> the same type, but: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type arr = array [1..10] of integer;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var U: arr; V: arr;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are the same type.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Structural equivalence</a:t>
            </a:r>
            <a:r>
              <a:rPr lang="en-US" altLang="ko-KR" sz="1800" b="1" smtClean="0">
                <a:latin typeface="Courier New" panose="02070309020205020404" pitchFamily="49" charset="0"/>
              </a:rPr>
              <a:t>: X and Y have the same storage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representation: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x: record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a: real; b: integer end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y: record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		m: real; n: integer end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x and y have structural equivalence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10243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ADC258CD-BD5C-472A-901B-237735F38335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C type equivalence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C uses name equivalence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Explain the following: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#define A struct {int M}  typedef struct {int M} 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 X, Y;                   A X, Y;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 Z;                      A Z;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X=Y is legal              X=Y is legal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X=Z is an error           X=Z is legal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Although many C compilers will accept both definitions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/>
              <a:t>Type equality</a:t>
            </a:r>
          </a:p>
        </p:txBody>
      </p:sp>
      <p:sp>
        <p:nvSpPr>
          <p:cNvPr id="11267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7F897C0F-7750-4892-AF9B-BA78472A3E44}" type="slidenum">
              <a:rPr lang="en-US" altLang="ko-KR" sz="1400"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2400" b="1" smtClean="0">
                <a:latin typeface="Courier New" panose="02070309020205020404" pitchFamily="49" charset="0"/>
              </a:rPr>
              <a:t>Type Definitions with Parameters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6962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Ada: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type Section(MaxSize: Integer) is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record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    Room: integer;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    Instructor: integer;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    ClassSize: integer range 0 .. Maxsize;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    ClassRoll: array(1 .. Maxsize) of Student_ID;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end record;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X: Section(100); Y: Section(25);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ML: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signature OrderedItem =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sig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   type elem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    var lessthan elem*elem-&gt; bool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ko-KR" sz="1600" b="1" smtClean="0">
                <a:latin typeface="Courier New" panose="02070309020205020404" pitchFamily="49" charset="0"/>
              </a:rPr>
              <a:t>          end;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3169</TotalTime>
  <Words>898</Words>
  <Application>Microsoft Office PowerPoint</Application>
  <PresentationFormat>화면 슬라이드 쇼(4:3)</PresentationFormat>
  <Paragraphs>138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굴림</vt:lpstr>
      <vt:lpstr>Arial</vt:lpstr>
      <vt:lpstr>Wingdings</vt:lpstr>
      <vt:lpstr>Times New Roman</vt:lpstr>
      <vt:lpstr>Courier New</vt:lpstr>
      <vt:lpstr>Symbol</vt:lpstr>
      <vt:lpstr>기본 디자인</vt:lpstr>
      <vt:lpstr>Type equality</vt:lpstr>
      <vt:lpstr>Safe expressions</vt:lpstr>
      <vt:lpstr>Strong types</vt:lpstr>
      <vt:lpstr>Equality</vt:lpstr>
      <vt:lpstr>Equality of data objects</vt:lpstr>
      <vt:lpstr>Why a need for separate definition of equality</vt:lpstr>
      <vt:lpstr>Meaning of A=B</vt:lpstr>
      <vt:lpstr>Type equivalence</vt:lpstr>
      <vt:lpstr>C type equivalence</vt:lpstr>
      <vt:lpstr>Type Definitions with Parameters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5</cp:revision>
  <dcterms:created xsi:type="dcterms:W3CDTF">2000-11-03T06:26:37Z</dcterms:created>
  <dcterms:modified xsi:type="dcterms:W3CDTF">2020-05-03T03:29:14Z</dcterms:modified>
</cp:coreProperties>
</file>